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333" r:id="rId11"/>
    <p:sldId id="270" r:id="rId12"/>
    <p:sldId id="271" r:id="rId13"/>
    <p:sldId id="334" r:id="rId14"/>
    <p:sldId id="336" r:id="rId15"/>
    <p:sldId id="272" r:id="rId16"/>
    <p:sldId id="337" r:id="rId17"/>
    <p:sldId id="273" r:id="rId18"/>
    <p:sldId id="338" r:id="rId19"/>
    <p:sldId id="274" r:id="rId20"/>
    <p:sldId id="275" r:id="rId21"/>
    <p:sldId id="417" r:id="rId22"/>
    <p:sldId id="276" r:id="rId23"/>
    <p:sldId id="418" r:id="rId24"/>
    <p:sldId id="277" r:id="rId25"/>
    <p:sldId id="378" r:id="rId26"/>
    <p:sldId id="279" r:id="rId27"/>
    <p:sldId id="280" r:id="rId28"/>
    <p:sldId id="281" r:id="rId29"/>
    <p:sldId id="379" r:id="rId30"/>
    <p:sldId id="412" r:id="rId31"/>
    <p:sldId id="282" r:id="rId32"/>
    <p:sldId id="283" r:id="rId33"/>
    <p:sldId id="419" r:id="rId34"/>
    <p:sldId id="284" r:id="rId35"/>
    <p:sldId id="285" r:id="rId36"/>
    <p:sldId id="309" r:id="rId37"/>
    <p:sldId id="286" r:id="rId38"/>
    <p:sldId id="287" r:id="rId39"/>
    <p:sldId id="288" r:id="rId40"/>
    <p:sldId id="413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414" r:id="rId51"/>
    <p:sldId id="298" r:id="rId52"/>
    <p:sldId id="415" r:id="rId53"/>
    <p:sldId id="416" r:id="rId54"/>
    <p:sldId id="299" r:id="rId55"/>
    <p:sldId id="300" r:id="rId56"/>
    <p:sldId id="42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</p:sldIdLst>
  <p:sldSz cx="9144000" cy="6858000" type="screen4x3"/>
  <p:notesSz cx="6858000" cy="9144000"/>
  <p:custDataLst>
    <p:tags r:id="rId6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0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CA686-7DF9-420D-954E-423A82360DF7}" v="3" dt="2026-03-10T14:59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91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ia Lin (student)" userId="72e2ec06-9973-491b-9ea9-0d39da3530dd" providerId="ADAL" clId="{5A7CA686-7DF9-420D-954E-423A82360DF7}"/>
    <pc:docChg chg="modSld">
      <pc:chgData name="Yujia Lin (student)" userId="72e2ec06-9973-491b-9ea9-0d39da3530dd" providerId="ADAL" clId="{5A7CA686-7DF9-420D-954E-423A82360DF7}" dt="2026-03-10T14:59:13.701" v="2" actId="1076"/>
      <pc:docMkLst>
        <pc:docMk/>
      </pc:docMkLst>
      <pc:sldChg chg="modSp mod">
        <pc:chgData name="Yujia Lin (student)" userId="72e2ec06-9973-491b-9ea9-0d39da3530dd" providerId="ADAL" clId="{5A7CA686-7DF9-420D-954E-423A82360DF7}" dt="2026-03-10T14:59:13.701" v="2" actId="1076"/>
        <pc:sldMkLst>
          <pc:docMk/>
          <pc:sldMk cId="0" sldId="272"/>
        </pc:sldMkLst>
        <pc:picChg chg="mod">
          <ac:chgData name="Yujia Lin (student)" userId="72e2ec06-9973-491b-9ea9-0d39da3530dd" providerId="ADAL" clId="{5A7CA686-7DF9-420D-954E-423A82360DF7}" dt="2026-03-10T14:59:13.701" v="2" actId="1076"/>
          <ac:picMkLst>
            <pc:docMk/>
            <pc:sldMk cId="0" sldId="272"/>
            <ac:picMk id="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  <a:t>‹#›</a:t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</a:t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3</a:t>
            </a:fld>
            <a:endParaRPr lang="en-US" altLang="zh-CN" sz="120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19</a:t>
            </a:fld>
            <a:endParaRPr lang="en-US" altLang="zh-CN" sz="1200"/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1905000"/>
            <a:ext cx="4194175" cy="20208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4078288"/>
            <a:ext cx="4194175" cy="20208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1905000"/>
            <a:ext cx="4194175" cy="20208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4078288"/>
            <a:ext cx="4194175" cy="20208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3.bin"/><Relationship Id="rId3" Type="http://schemas.openxmlformats.org/officeDocument/2006/relationships/image" Target="../media/image7.emf"/><Relationship Id="rId21" Type="http://schemas.openxmlformats.org/officeDocument/2006/relationships/image" Target="../media/image16.emf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4.emf"/><Relationship Id="rId25" Type="http://schemas.openxmlformats.org/officeDocument/2006/relationships/image" Target="../media/image18.e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16.bin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23" Type="http://schemas.openxmlformats.org/officeDocument/2006/relationships/image" Target="../media/image17.e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5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4.e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19.emf"/><Relationship Id="rId21" Type="http://schemas.openxmlformats.org/officeDocument/2006/relationships/image" Target="../media/image28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6.e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5" Type="http://schemas.openxmlformats.org/officeDocument/2006/relationships/image" Target="../media/image25.e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7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4.e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39.bin"/><Relationship Id="rId3" Type="http://schemas.openxmlformats.org/officeDocument/2006/relationships/image" Target="../media/image29.emf"/><Relationship Id="rId21" Type="http://schemas.openxmlformats.org/officeDocument/2006/relationships/image" Target="../media/image38.emf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6.emf"/><Relationship Id="rId25" Type="http://schemas.openxmlformats.org/officeDocument/2006/relationships/image" Target="../media/image40.e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3.emf"/><Relationship Id="rId24" Type="http://schemas.openxmlformats.org/officeDocument/2006/relationships/oleObject" Target="../embeddings/oleObject38.bin"/><Relationship Id="rId5" Type="http://schemas.openxmlformats.org/officeDocument/2006/relationships/image" Target="../media/image30.emf"/><Relationship Id="rId15" Type="http://schemas.openxmlformats.org/officeDocument/2006/relationships/image" Target="../media/image35.emf"/><Relationship Id="rId23" Type="http://schemas.openxmlformats.org/officeDocument/2006/relationships/image" Target="../media/image39.e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7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2.e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image" Target="../media/image4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7.emf"/><Relationship Id="rId18" Type="http://schemas.openxmlformats.org/officeDocument/2006/relationships/oleObject" Target="../embeddings/oleObject48.bin"/><Relationship Id="rId3" Type="http://schemas.openxmlformats.org/officeDocument/2006/relationships/image" Target="../media/image42.emf"/><Relationship Id="rId21" Type="http://schemas.openxmlformats.org/officeDocument/2006/relationships/image" Target="../media/image51.emf"/><Relationship Id="rId7" Type="http://schemas.openxmlformats.org/officeDocument/2006/relationships/image" Target="../media/image44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9.e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6.emf"/><Relationship Id="rId24" Type="http://schemas.openxmlformats.org/officeDocument/2006/relationships/image" Target="../media/image53.png"/><Relationship Id="rId5" Type="http://schemas.openxmlformats.org/officeDocument/2006/relationships/image" Target="../media/image43.emf"/><Relationship Id="rId15" Type="http://schemas.openxmlformats.org/officeDocument/2006/relationships/image" Target="../media/image48.emf"/><Relationship Id="rId23" Type="http://schemas.openxmlformats.org/officeDocument/2006/relationships/image" Target="../media/image52.e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50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5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7.emf"/><Relationship Id="rId18" Type="http://schemas.openxmlformats.org/officeDocument/2006/relationships/oleObject" Target="../embeddings/oleObject66.bin"/><Relationship Id="rId26" Type="http://schemas.openxmlformats.org/officeDocument/2006/relationships/oleObject" Target="../embeddings/oleObject70.bin"/><Relationship Id="rId3" Type="http://schemas.openxmlformats.org/officeDocument/2006/relationships/image" Target="../media/image62.emf"/><Relationship Id="rId21" Type="http://schemas.openxmlformats.org/officeDocument/2006/relationships/image" Target="../media/image71.w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9.emf"/><Relationship Id="rId25" Type="http://schemas.openxmlformats.org/officeDocument/2006/relationships/image" Target="../media/image73.w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29" Type="http://schemas.openxmlformats.org/officeDocument/2006/relationships/image" Target="../media/image75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6.emf"/><Relationship Id="rId24" Type="http://schemas.openxmlformats.org/officeDocument/2006/relationships/oleObject" Target="../embeddings/oleObject69.bin"/><Relationship Id="rId5" Type="http://schemas.openxmlformats.org/officeDocument/2006/relationships/image" Target="../media/image63.emf"/><Relationship Id="rId15" Type="http://schemas.openxmlformats.org/officeDocument/2006/relationships/image" Target="../media/image68.emf"/><Relationship Id="rId23" Type="http://schemas.openxmlformats.org/officeDocument/2006/relationships/image" Target="../media/image72.wmf"/><Relationship Id="rId28" Type="http://schemas.openxmlformats.org/officeDocument/2006/relationships/oleObject" Target="../embeddings/oleObject71.bin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Relationship Id="rId27" Type="http://schemas.openxmlformats.org/officeDocument/2006/relationships/image" Target="../media/image7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2.emf"/><Relationship Id="rId3" Type="http://schemas.openxmlformats.org/officeDocument/2006/relationships/oleObject" Target="../embeddings/oleObject72.bin"/><Relationship Id="rId7" Type="http://schemas.openxmlformats.org/officeDocument/2006/relationships/image" Target="../media/image79.emf"/><Relationship Id="rId12" Type="http://schemas.openxmlformats.org/officeDocument/2006/relationships/oleObject" Target="../embeddings/oleObject76.bin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1.emf"/><Relationship Id="rId5" Type="http://schemas.openxmlformats.org/officeDocument/2006/relationships/image" Target="../media/image78.png"/><Relationship Id="rId15" Type="http://schemas.openxmlformats.org/officeDocument/2006/relationships/image" Target="../media/image83.emf"/><Relationship Id="rId10" Type="http://schemas.openxmlformats.org/officeDocument/2006/relationships/oleObject" Target="../embeddings/oleObject75.bin"/><Relationship Id="rId4" Type="http://schemas.openxmlformats.org/officeDocument/2006/relationships/image" Target="../media/image77.emf"/><Relationship Id="rId9" Type="http://schemas.openxmlformats.org/officeDocument/2006/relationships/image" Target="../media/image80.emf"/><Relationship Id="rId14" Type="http://schemas.openxmlformats.org/officeDocument/2006/relationships/oleObject" Target="../embeddings/oleObject7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12" Type="http://schemas.openxmlformats.org/officeDocument/2006/relationships/image" Target="../media/image93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5.bin"/><Relationship Id="rId11" Type="http://schemas.openxmlformats.org/officeDocument/2006/relationships/oleObject" Target="../embeddings/oleObject87.bin"/><Relationship Id="rId5" Type="http://schemas.openxmlformats.org/officeDocument/2006/relationships/image" Target="../media/image90.wmf"/><Relationship Id="rId10" Type="http://schemas.openxmlformats.org/officeDocument/2006/relationships/image" Target="../media/image92.wmf"/><Relationship Id="rId4" Type="http://schemas.openxmlformats.org/officeDocument/2006/relationships/oleObject" Target="../embeddings/oleObject84.bin"/><Relationship Id="rId9" Type="http://schemas.openxmlformats.org/officeDocument/2006/relationships/oleObject" Target="../embeddings/oleObject8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100.e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95.png"/><Relationship Id="rId7" Type="http://schemas.openxmlformats.org/officeDocument/2006/relationships/image" Target="../media/image97.e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02.emf"/><Relationship Id="rId2" Type="http://schemas.openxmlformats.org/officeDocument/2006/relationships/image" Target="../media/image94.png"/><Relationship Id="rId16" Type="http://schemas.openxmlformats.org/officeDocument/2006/relationships/oleObject" Target="../embeddings/oleObject94.bin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9.emf"/><Relationship Id="rId5" Type="http://schemas.openxmlformats.org/officeDocument/2006/relationships/image" Target="../media/image96.emf"/><Relationship Id="rId15" Type="http://schemas.openxmlformats.org/officeDocument/2006/relationships/image" Target="../media/image101.e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103.e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8.emf"/><Relationship Id="rId14" Type="http://schemas.openxmlformats.org/officeDocument/2006/relationships/oleObject" Target="../embeddings/oleObject9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image" Target="../media/image105.wmf"/><Relationship Id="rId7" Type="http://schemas.openxmlformats.org/officeDocument/2006/relationships/image" Target="../media/image107.wmf"/><Relationship Id="rId12" Type="http://schemas.openxmlformats.org/officeDocument/2006/relationships/image" Target="../media/image61.png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0" Type="http://schemas.openxmlformats.org/officeDocument/2006/relationships/oleObject" Target="../embeddings/oleObject100.bin"/><Relationship Id="rId4" Type="http://schemas.openxmlformats.org/officeDocument/2006/relationships/oleObject" Target="../embeddings/oleObject97.bin"/><Relationship Id="rId9" Type="http://schemas.openxmlformats.org/officeDocument/2006/relationships/image" Target="../media/image108.wmf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47.bin"/><Relationship Id="rId21" Type="http://schemas.openxmlformats.org/officeDocument/2006/relationships/image" Target="../media/image119.wmf"/><Relationship Id="rId42" Type="http://schemas.openxmlformats.org/officeDocument/2006/relationships/oleObject" Target="../embeddings/oleObject121.bin"/><Relationship Id="rId47" Type="http://schemas.openxmlformats.org/officeDocument/2006/relationships/oleObject" Target="../embeddings/oleObject124.bin"/><Relationship Id="rId63" Type="http://schemas.openxmlformats.org/officeDocument/2006/relationships/image" Target="../media/image137.wmf"/><Relationship Id="rId68" Type="http://schemas.openxmlformats.org/officeDocument/2006/relationships/oleObject" Target="../embeddings/oleObject137.bin"/><Relationship Id="rId16" Type="http://schemas.openxmlformats.org/officeDocument/2006/relationships/oleObject" Target="../embeddings/oleObject108.bin"/><Relationship Id="rId11" Type="http://schemas.openxmlformats.org/officeDocument/2006/relationships/image" Target="../media/image114.wmf"/><Relationship Id="rId32" Type="http://schemas.openxmlformats.org/officeDocument/2006/relationships/image" Target="../media/image124.wmf"/><Relationship Id="rId37" Type="http://schemas.openxmlformats.org/officeDocument/2006/relationships/image" Target="../media/image126.wmf"/><Relationship Id="rId53" Type="http://schemas.openxmlformats.org/officeDocument/2006/relationships/image" Target="../media/image132.wmf"/><Relationship Id="rId58" Type="http://schemas.openxmlformats.org/officeDocument/2006/relationships/oleObject" Target="../embeddings/oleObject131.bin"/><Relationship Id="rId74" Type="http://schemas.openxmlformats.org/officeDocument/2006/relationships/oleObject" Target="../embeddings/oleObject141.bin"/><Relationship Id="rId79" Type="http://schemas.openxmlformats.org/officeDocument/2006/relationships/oleObject" Target="../embeddings/oleObject144.bin"/><Relationship Id="rId5" Type="http://schemas.openxmlformats.org/officeDocument/2006/relationships/image" Target="../media/image111.wmf"/><Relationship Id="rId61" Type="http://schemas.openxmlformats.org/officeDocument/2006/relationships/image" Target="../media/image136.wmf"/><Relationship Id="rId82" Type="http://schemas.openxmlformats.org/officeDocument/2006/relationships/oleObject" Target="../embeddings/oleObject146.bin"/><Relationship Id="rId19" Type="http://schemas.openxmlformats.org/officeDocument/2006/relationships/image" Target="../media/image118.wmf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123.wmf"/><Relationship Id="rId35" Type="http://schemas.openxmlformats.org/officeDocument/2006/relationships/image" Target="../media/image125.wmf"/><Relationship Id="rId43" Type="http://schemas.openxmlformats.org/officeDocument/2006/relationships/oleObject" Target="../embeddings/oleObject122.bin"/><Relationship Id="rId48" Type="http://schemas.openxmlformats.org/officeDocument/2006/relationships/image" Target="../media/image131.wmf"/><Relationship Id="rId56" Type="http://schemas.openxmlformats.org/officeDocument/2006/relationships/oleObject" Target="../embeddings/oleObject130.bin"/><Relationship Id="rId64" Type="http://schemas.openxmlformats.org/officeDocument/2006/relationships/oleObject" Target="../embeddings/oleObject134.bin"/><Relationship Id="rId69" Type="http://schemas.openxmlformats.org/officeDocument/2006/relationships/oleObject" Target="../embeddings/oleObject138.bin"/><Relationship Id="rId77" Type="http://schemas.openxmlformats.org/officeDocument/2006/relationships/oleObject" Target="../embeddings/oleObject143.bin"/><Relationship Id="rId8" Type="http://schemas.openxmlformats.org/officeDocument/2006/relationships/oleObject" Target="../embeddings/oleObject104.bin"/><Relationship Id="rId51" Type="http://schemas.openxmlformats.org/officeDocument/2006/relationships/oleObject" Target="../embeddings/oleObject127.bin"/><Relationship Id="rId72" Type="http://schemas.openxmlformats.org/officeDocument/2006/relationships/image" Target="../media/image140.wmf"/><Relationship Id="rId80" Type="http://schemas.openxmlformats.org/officeDocument/2006/relationships/oleObject" Target="../embeddings/oleObject145.bin"/><Relationship Id="rId3" Type="http://schemas.openxmlformats.org/officeDocument/2006/relationships/image" Target="../media/image110.w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17.wmf"/><Relationship Id="rId25" Type="http://schemas.openxmlformats.org/officeDocument/2006/relationships/image" Target="../media/image121.wmf"/><Relationship Id="rId33" Type="http://schemas.openxmlformats.org/officeDocument/2006/relationships/oleObject" Target="../embeddings/oleObject116.bin"/><Relationship Id="rId38" Type="http://schemas.openxmlformats.org/officeDocument/2006/relationships/oleObject" Target="../embeddings/oleObject119.bin"/><Relationship Id="rId46" Type="http://schemas.openxmlformats.org/officeDocument/2006/relationships/image" Target="../media/image130.wmf"/><Relationship Id="rId59" Type="http://schemas.openxmlformats.org/officeDocument/2006/relationships/image" Target="../media/image135.wmf"/><Relationship Id="rId67" Type="http://schemas.openxmlformats.org/officeDocument/2006/relationships/oleObject" Target="../embeddings/oleObject136.bin"/><Relationship Id="rId20" Type="http://schemas.openxmlformats.org/officeDocument/2006/relationships/oleObject" Target="../embeddings/oleObject110.bin"/><Relationship Id="rId41" Type="http://schemas.openxmlformats.org/officeDocument/2006/relationships/image" Target="../media/image128.wmf"/><Relationship Id="rId54" Type="http://schemas.openxmlformats.org/officeDocument/2006/relationships/oleObject" Target="../embeddings/oleObject129.bin"/><Relationship Id="rId62" Type="http://schemas.openxmlformats.org/officeDocument/2006/relationships/oleObject" Target="../embeddings/oleObject133.bin"/><Relationship Id="rId70" Type="http://schemas.openxmlformats.org/officeDocument/2006/relationships/image" Target="../media/image139.wmf"/><Relationship Id="rId75" Type="http://schemas.openxmlformats.org/officeDocument/2006/relationships/oleObject" Target="../embeddings/oleObject142.bin"/><Relationship Id="rId83" Type="http://schemas.openxmlformats.org/officeDocument/2006/relationships/image" Target="../media/image144.emf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03.bin"/><Relationship Id="rId15" Type="http://schemas.openxmlformats.org/officeDocument/2006/relationships/image" Target="../media/image116.wmf"/><Relationship Id="rId23" Type="http://schemas.openxmlformats.org/officeDocument/2006/relationships/image" Target="../media/image120.wmf"/><Relationship Id="rId28" Type="http://schemas.openxmlformats.org/officeDocument/2006/relationships/image" Target="../media/image122.wmf"/><Relationship Id="rId36" Type="http://schemas.openxmlformats.org/officeDocument/2006/relationships/oleObject" Target="../embeddings/oleObject118.bin"/><Relationship Id="rId49" Type="http://schemas.openxmlformats.org/officeDocument/2006/relationships/oleObject" Target="../embeddings/oleObject125.bin"/><Relationship Id="rId57" Type="http://schemas.openxmlformats.org/officeDocument/2006/relationships/image" Target="../media/image134.wmf"/><Relationship Id="rId10" Type="http://schemas.openxmlformats.org/officeDocument/2006/relationships/oleObject" Target="../embeddings/oleObject105.bin"/><Relationship Id="rId31" Type="http://schemas.openxmlformats.org/officeDocument/2006/relationships/oleObject" Target="../embeddings/oleObject115.bin"/><Relationship Id="rId44" Type="http://schemas.openxmlformats.org/officeDocument/2006/relationships/image" Target="../media/image129.wmf"/><Relationship Id="rId52" Type="http://schemas.openxmlformats.org/officeDocument/2006/relationships/oleObject" Target="../embeddings/oleObject128.bin"/><Relationship Id="rId60" Type="http://schemas.openxmlformats.org/officeDocument/2006/relationships/oleObject" Target="../embeddings/oleObject132.bin"/><Relationship Id="rId65" Type="http://schemas.openxmlformats.org/officeDocument/2006/relationships/image" Target="../media/image138.wmf"/><Relationship Id="rId73" Type="http://schemas.openxmlformats.org/officeDocument/2006/relationships/oleObject" Target="../embeddings/oleObject140.bin"/><Relationship Id="rId78" Type="http://schemas.openxmlformats.org/officeDocument/2006/relationships/image" Target="../media/image142.emf"/><Relationship Id="rId81" Type="http://schemas.openxmlformats.org/officeDocument/2006/relationships/image" Target="../media/image143.e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13.wmf"/><Relationship Id="rId13" Type="http://schemas.openxmlformats.org/officeDocument/2006/relationships/image" Target="../media/image115.wmf"/><Relationship Id="rId18" Type="http://schemas.openxmlformats.org/officeDocument/2006/relationships/oleObject" Target="../embeddings/oleObject109.bin"/><Relationship Id="rId39" Type="http://schemas.openxmlformats.org/officeDocument/2006/relationships/image" Target="../media/image127.wmf"/><Relationship Id="rId34" Type="http://schemas.openxmlformats.org/officeDocument/2006/relationships/oleObject" Target="../embeddings/oleObject117.bin"/><Relationship Id="rId50" Type="http://schemas.openxmlformats.org/officeDocument/2006/relationships/oleObject" Target="../embeddings/oleObject126.bin"/><Relationship Id="rId55" Type="http://schemas.openxmlformats.org/officeDocument/2006/relationships/image" Target="../media/image133.wmf"/><Relationship Id="rId76" Type="http://schemas.openxmlformats.org/officeDocument/2006/relationships/image" Target="../media/image141.emf"/><Relationship Id="rId7" Type="http://schemas.openxmlformats.org/officeDocument/2006/relationships/image" Target="../media/image112.wmf"/><Relationship Id="rId71" Type="http://schemas.openxmlformats.org/officeDocument/2006/relationships/oleObject" Target="../embeddings/oleObject139.bin"/><Relationship Id="rId2" Type="http://schemas.openxmlformats.org/officeDocument/2006/relationships/oleObject" Target="../embeddings/oleObject101.bin"/><Relationship Id="rId29" Type="http://schemas.openxmlformats.org/officeDocument/2006/relationships/oleObject" Target="../embeddings/oleObject114.bin"/><Relationship Id="rId24" Type="http://schemas.openxmlformats.org/officeDocument/2006/relationships/oleObject" Target="../embeddings/oleObject112.bin"/><Relationship Id="rId40" Type="http://schemas.openxmlformats.org/officeDocument/2006/relationships/oleObject" Target="../embeddings/oleObject120.bin"/><Relationship Id="rId45" Type="http://schemas.openxmlformats.org/officeDocument/2006/relationships/oleObject" Target="../embeddings/oleObject123.bin"/><Relationship Id="rId66" Type="http://schemas.openxmlformats.org/officeDocument/2006/relationships/oleObject" Target="../embeddings/oleObject13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emf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48.emf"/><Relationship Id="rId4" Type="http://schemas.openxmlformats.org/officeDocument/2006/relationships/image" Target="../media/image145.emf"/><Relationship Id="rId9" Type="http://schemas.openxmlformats.org/officeDocument/2006/relationships/oleObject" Target="../embeddings/oleObject15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50.png"/><Relationship Id="rId2" Type="http://schemas.openxmlformats.org/officeDocument/2006/relationships/tags" Target="../tags/tag3.xml"/><Relationship Id="rId16" Type="http://schemas.openxmlformats.org/officeDocument/2006/relationships/image" Target="../media/image149.jpe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12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3.png"/><Relationship Id="rId5" Type="http://schemas.openxmlformats.org/officeDocument/2006/relationships/image" Target="../media/image152.emf"/><Relationship Id="rId4" Type="http://schemas.openxmlformats.org/officeDocument/2006/relationships/oleObject" Target="../embeddings/oleObject15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62.emf"/><Relationship Id="rId26" Type="http://schemas.openxmlformats.org/officeDocument/2006/relationships/image" Target="../media/image166.wmf"/><Relationship Id="rId3" Type="http://schemas.openxmlformats.org/officeDocument/2006/relationships/image" Target="../media/image154.emf"/><Relationship Id="rId21" Type="http://schemas.openxmlformats.org/officeDocument/2006/relationships/oleObject" Target="../embeddings/oleObject162.bin"/><Relationship Id="rId7" Type="http://schemas.openxmlformats.org/officeDocument/2006/relationships/image" Target="../media/image156.emf"/><Relationship Id="rId12" Type="http://schemas.openxmlformats.org/officeDocument/2006/relationships/image" Target="../media/image159.emf"/><Relationship Id="rId17" Type="http://schemas.openxmlformats.org/officeDocument/2006/relationships/oleObject" Target="../embeddings/oleObject160.bin"/><Relationship Id="rId25" Type="http://schemas.openxmlformats.org/officeDocument/2006/relationships/oleObject" Target="../embeddings/oleObject164.bin"/><Relationship Id="rId2" Type="http://schemas.openxmlformats.org/officeDocument/2006/relationships/oleObject" Target="../embeddings/oleObject153.bin"/><Relationship Id="rId16" Type="http://schemas.openxmlformats.org/officeDocument/2006/relationships/image" Target="../media/image161.emf"/><Relationship Id="rId20" Type="http://schemas.openxmlformats.org/officeDocument/2006/relationships/image" Target="../media/image163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58.emf"/><Relationship Id="rId24" Type="http://schemas.openxmlformats.org/officeDocument/2006/relationships/image" Target="../media/image165.emf"/><Relationship Id="rId5" Type="http://schemas.openxmlformats.org/officeDocument/2006/relationships/image" Target="../media/image155.emf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3.bin"/><Relationship Id="rId10" Type="http://schemas.openxmlformats.org/officeDocument/2006/relationships/oleObject" Target="../embeddings/oleObject157.bin"/><Relationship Id="rId19" Type="http://schemas.openxmlformats.org/officeDocument/2006/relationships/oleObject" Target="../embeddings/oleObject161.bin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57.emf"/><Relationship Id="rId14" Type="http://schemas.openxmlformats.org/officeDocument/2006/relationships/image" Target="../media/image160.emf"/><Relationship Id="rId22" Type="http://schemas.openxmlformats.org/officeDocument/2006/relationships/image" Target="../media/image16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3" Type="http://schemas.openxmlformats.org/officeDocument/2006/relationships/image" Target="../media/image168.emf"/><Relationship Id="rId7" Type="http://schemas.openxmlformats.org/officeDocument/2006/relationships/image" Target="../media/image170.emf"/><Relationship Id="rId2" Type="http://schemas.openxmlformats.org/officeDocument/2006/relationships/oleObject" Target="../embeddings/oleObject1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7.bin"/><Relationship Id="rId5" Type="http://schemas.openxmlformats.org/officeDocument/2006/relationships/image" Target="../media/image169.emf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7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3" Type="http://schemas.openxmlformats.org/officeDocument/2006/relationships/image" Target="../media/image172.emf"/><Relationship Id="rId7" Type="http://schemas.openxmlformats.org/officeDocument/2006/relationships/image" Target="../media/image174.emf"/><Relationship Id="rId2" Type="http://schemas.openxmlformats.org/officeDocument/2006/relationships/oleObject" Target="../embeddings/oleObject1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1.bin"/><Relationship Id="rId5" Type="http://schemas.openxmlformats.org/officeDocument/2006/relationships/image" Target="../media/image173.e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7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emf"/><Relationship Id="rId7" Type="http://schemas.openxmlformats.org/officeDocument/2006/relationships/image" Target="../media/image178.emf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5.bin"/><Relationship Id="rId5" Type="http://schemas.openxmlformats.org/officeDocument/2006/relationships/image" Target="../media/image177.emf"/><Relationship Id="rId4" Type="http://schemas.openxmlformats.org/officeDocument/2006/relationships/oleObject" Target="../embeddings/oleObject17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image" Target="../media/image179.emf"/><Relationship Id="rId7" Type="http://schemas.openxmlformats.org/officeDocument/2006/relationships/image" Target="../media/image181.emf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8.bin"/><Relationship Id="rId5" Type="http://schemas.openxmlformats.org/officeDocument/2006/relationships/image" Target="../media/image180.e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82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3" Type="http://schemas.openxmlformats.org/officeDocument/2006/relationships/image" Target="../media/image183.emf"/><Relationship Id="rId7" Type="http://schemas.openxmlformats.org/officeDocument/2006/relationships/image" Target="../media/image185.emf"/><Relationship Id="rId2" Type="http://schemas.openxmlformats.org/officeDocument/2006/relationships/oleObject" Target="../embeddings/oleObject18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82.bin"/><Relationship Id="rId5" Type="http://schemas.openxmlformats.org/officeDocument/2006/relationships/image" Target="../media/image184.e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8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oleObject" Target="../embeddings/oleObject184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188.wmf"/><Relationship Id="rId4" Type="http://schemas.openxmlformats.org/officeDocument/2006/relationships/oleObject" Target="../embeddings/oleObject18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hyperlink" Target="&#12304;&#28020;&#32568;&#25918;&#27700;&#31455;&#20135;&#29983;&#26377;&#36259;&#28457;&#28065;&#12305;%20https:/www.bilibili.com/video/BV1sd4y1J7nV/?share_source=copy_web&amp;vd_source=c775de3b4c88257d02639e487d4cbec4%0d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3" Type="http://schemas.openxmlformats.org/officeDocument/2006/relationships/image" Target="../media/image190.emf"/><Relationship Id="rId7" Type="http://schemas.openxmlformats.org/officeDocument/2006/relationships/image" Target="../media/image192.emf"/><Relationship Id="rId12" Type="http://schemas.openxmlformats.org/officeDocument/2006/relationships/image" Target="../media/image195.png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194.emf"/><Relationship Id="rId5" Type="http://schemas.openxmlformats.org/officeDocument/2006/relationships/image" Target="../media/image191.emf"/><Relationship Id="rId10" Type="http://schemas.openxmlformats.org/officeDocument/2006/relationships/oleObject" Target="../embeddings/oleObject190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93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201.emf"/><Relationship Id="rId18" Type="http://schemas.openxmlformats.org/officeDocument/2006/relationships/oleObject" Target="../embeddings/oleObject199.bin"/><Relationship Id="rId3" Type="http://schemas.openxmlformats.org/officeDocument/2006/relationships/image" Target="../media/image196.emf"/><Relationship Id="rId7" Type="http://schemas.openxmlformats.org/officeDocument/2006/relationships/image" Target="../media/image198.emf"/><Relationship Id="rId12" Type="http://schemas.openxmlformats.org/officeDocument/2006/relationships/oleObject" Target="../embeddings/oleObject196.bin"/><Relationship Id="rId17" Type="http://schemas.openxmlformats.org/officeDocument/2006/relationships/image" Target="../media/image203.emf"/><Relationship Id="rId2" Type="http://schemas.openxmlformats.org/officeDocument/2006/relationships/oleObject" Target="../embeddings/oleObject191.bin"/><Relationship Id="rId16" Type="http://schemas.openxmlformats.org/officeDocument/2006/relationships/oleObject" Target="../embeddings/oleObject1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200.emf"/><Relationship Id="rId5" Type="http://schemas.openxmlformats.org/officeDocument/2006/relationships/image" Target="../media/image197.emf"/><Relationship Id="rId15" Type="http://schemas.openxmlformats.org/officeDocument/2006/relationships/image" Target="../media/image202.emf"/><Relationship Id="rId10" Type="http://schemas.openxmlformats.org/officeDocument/2006/relationships/oleObject" Target="../embeddings/oleObject195.bin"/><Relationship Id="rId19" Type="http://schemas.openxmlformats.org/officeDocument/2006/relationships/image" Target="../media/image204.emf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199.emf"/><Relationship Id="rId14" Type="http://schemas.openxmlformats.org/officeDocument/2006/relationships/oleObject" Target="../embeddings/oleObject19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jpe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07.wmf"/><Relationship Id="rId4" Type="http://schemas.openxmlformats.org/officeDocument/2006/relationships/oleObject" Target="../embeddings/oleObject20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jpeg"/><Relationship Id="rId3" Type="http://schemas.openxmlformats.org/officeDocument/2006/relationships/image" Target="../media/image209.wmf"/><Relationship Id="rId7" Type="http://schemas.openxmlformats.org/officeDocument/2006/relationships/image" Target="../media/image211.wmf"/><Relationship Id="rId2" Type="http://schemas.openxmlformats.org/officeDocument/2006/relationships/oleObject" Target="../embeddings/oleObject2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3.bin"/><Relationship Id="rId5" Type="http://schemas.openxmlformats.org/officeDocument/2006/relationships/image" Target="../media/image210.wmf"/><Relationship Id="rId10" Type="http://schemas.openxmlformats.org/officeDocument/2006/relationships/image" Target="../media/image214.jpeg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21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emf"/><Relationship Id="rId2" Type="http://schemas.openxmlformats.org/officeDocument/2006/relationships/oleObject" Target="../embeddings/oleObject204.bin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emf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9.bin"/><Relationship Id="rId13" Type="http://schemas.openxmlformats.org/officeDocument/2006/relationships/image" Target="../media/image222.emf"/><Relationship Id="rId3" Type="http://schemas.openxmlformats.org/officeDocument/2006/relationships/image" Target="../media/image217.emf"/><Relationship Id="rId7" Type="http://schemas.openxmlformats.org/officeDocument/2006/relationships/image" Target="../media/image219.emf"/><Relationship Id="rId12" Type="http://schemas.openxmlformats.org/officeDocument/2006/relationships/oleObject" Target="../embeddings/oleObject211.bin"/><Relationship Id="rId2" Type="http://schemas.openxmlformats.org/officeDocument/2006/relationships/oleObject" Target="../embeddings/oleObject206.bin"/><Relationship Id="rId16" Type="http://schemas.openxmlformats.org/officeDocument/2006/relationships/image" Target="../media/image224.png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221.emf"/><Relationship Id="rId5" Type="http://schemas.openxmlformats.org/officeDocument/2006/relationships/image" Target="../media/image218.emf"/><Relationship Id="rId15" Type="http://schemas.openxmlformats.org/officeDocument/2006/relationships/image" Target="../media/image223.emf"/><Relationship Id="rId10" Type="http://schemas.openxmlformats.org/officeDocument/2006/relationships/oleObject" Target="../embeddings/oleObject210.bin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220.emf"/><Relationship Id="rId14" Type="http://schemas.openxmlformats.org/officeDocument/2006/relationships/oleObject" Target="../embeddings/oleObject212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emf"/><Relationship Id="rId7" Type="http://schemas.openxmlformats.org/officeDocument/2006/relationships/image" Target="../media/image227.emf"/><Relationship Id="rId2" Type="http://schemas.openxmlformats.org/officeDocument/2006/relationships/oleObject" Target="../embeddings/oleObject21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5.bin"/><Relationship Id="rId5" Type="http://schemas.openxmlformats.org/officeDocument/2006/relationships/image" Target="../media/image226.emf"/><Relationship Id="rId4" Type="http://schemas.openxmlformats.org/officeDocument/2006/relationships/oleObject" Target="../embeddings/oleObject21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3" Type="http://schemas.openxmlformats.org/officeDocument/2006/relationships/image" Target="../media/image228.emf"/><Relationship Id="rId7" Type="http://schemas.openxmlformats.org/officeDocument/2006/relationships/image" Target="../media/image230.emf"/><Relationship Id="rId2" Type="http://schemas.openxmlformats.org/officeDocument/2006/relationships/oleObject" Target="../embeddings/oleObject21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8.bin"/><Relationship Id="rId5" Type="http://schemas.openxmlformats.org/officeDocument/2006/relationships/image" Target="../media/image229.emf"/><Relationship Id="rId4" Type="http://schemas.openxmlformats.org/officeDocument/2006/relationships/oleObject" Target="../embeddings/oleObject217.bin"/><Relationship Id="rId9" Type="http://schemas.openxmlformats.org/officeDocument/2006/relationships/image" Target="../media/image23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32.wmf"/><Relationship Id="rId7" Type="http://schemas.openxmlformats.org/officeDocument/2006/relationships/image" Target="../media/image234.wmf"/><Relationship Id="rId2" Type="http://schemas.openxmlformats.org/officeDocument/2006/relationships/oleObject" Target="../embeddings/oleObject2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2.bin"/><Relationship Id="rId5" Type="http://schemas.openxmlformats.org/officeDocument/2006/relationships/image" Target="../media/image233.wmf"/><Relationship Id="rId4" Type="http://schemas.openxmlformats.org/officeDocument/2006/relationships/oleObject" Target="../embeddings/oleObject22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emf"/><Relationship Id="rId2" Type="http://schemas.openxmlformats.org/officeDocument/2006/relationships/oleObject" Target="../embeddings/oleObject223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emf"/><Relationship Id="rId2" Type="http://schemas.openxmlformats.org/officeDocument/2006/relationships/oleObject" Target="../embeddings/oleObject22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emf"/><Relationship Id="rId2" Type="http://schemas.openxmlformats.org/officeDocument/2006/relationships/oleObject" Target="../embeddings/oleObject225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13" Type="http://schemas.openxmlformats.org/officeDocument/2006/relationships/image" Target="../media/image245.emf"/><Relationship Id="rId18" Type="http://schemas.openxmlformats.org/officeDocument/2006/relationships/oleObject" Target="../embeddings/oleObject234.bin"/><Relationship Id="rId3" Type="http://schemas.openxmlformats.org/officeDocument/2006/relationships/image" Target="../media/image240.emf"/><Relationship Id="rId21" Type="http://schemas.openxmlformats.org/officeDocument/2006/relationships/image" Target="../media/image249.wmf"/><Relationship Id="rId7" Type="http://schemas.openxmlformats.org/officeDocument/2006/relationships/image" Target="../media/image242.emf"/><Relationship Id="rId12" Type="http://schemas.openxmlformats.org/officeDocument/2006/relationships/oleObject" Target="../embeddings/oleObject231.bin"/><Relationship Id="rId17" Type="http://schemas.openxmlformats.org/officeDocument/2006/relationships/image" Target="../media/image247.emf"/><Relationship Id="rId2" Type="http://schemas.openxmlformats.org/officeDocument/2006/relationships/oleObject" Target="../embeddings/oleObject226.bin"/><Relationship Id="rId16" Type="http://schemas.openxmlformats.org/officeDocument/2006/relationships/oleObject" Target="../embeddings/oleObject233.bin"/><Relationship Id="rId20" Type="http://schemas.openxmlformats.org/officeDocument/2006/relationships/oleObject" Target="../embeddings/oleObject23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244.emf"/><Relationship Id="rId5" Type="http://schemas.openxmlformats.org/officeDocument/2006/relationships/image" Target="../media/image241.emf"/><Relationship Id="rId15" Type="http://schemas.openxmlformats.org/officeDocument/2006/relationships/image" Target="../media/image246.emf"/><Relationship Id="rId10" Type="http://schemas.openxmlformats.org/officeDocument/2006/relationships/oleObject" Target="../embeddings/oleObject230.bin"/><Relationship Id="rId19" Type="http://schemas.openxmlformats.org/officeDocument/2006/relationships/image" Target="../media/image248.emf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43.emf"/><Relationship Id="rId14" Type="http://schemas.openxmlformats.org/officeDocument/2006/relationships/oleObject" Target="../embeddings/oleObject23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55.emf"/><Relationship Id="rId18" Type="http://schemas.openxmlformats.org/officeDocument/2006/relationships/oleObject" Target="../embeddings/oleObject244.bin"/><Relationship Id="rId3" Type="http://schemas.openxmlformats.org/officeDocument/2006/relationships/image" Target="../media/image250.emf"/><Relationship Id="rId7" Type="http://schemas.openxmlformats.org/officeDocument/2006/relationships/image" Target="../media/image252.emf"/><Relationship Id="rId12" Type="http://schemas.openxmlformats.org/officeDocument/2006/relationships/oleObject" Target="../embeddings/oleObject241.bin"/><Relationship Id="rId17" Type="http://schemas.openxmlformats.org/officeDocument/2006/relationships/image" Target="../media/image257.emf"/><Relationship Id="rId2" Type="http://schemas.openxmlformats.org/officeDocument/2006/relationships/oleObject" Target="../embeddings/oleObject236.bin"/><Relationship Id="rId16" Type="http://schemas.openxmlformats.org/officeDocument/2006/relationships/oleObject" Target="../embeddings/oleObject24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54.emf"/><Relationship Id="rId5" Type="http://schemas.openxmlformats.org/officeDocument/2006/relationships/image" Target="../media/image251.emf"/><Relationship Id="rId15" Type="http://schemas.openxmlformats.org/officeDocument/2006/relationships/image" Target="../media/image256.emf"/><Relationship Id="rId10" Type="http://schemas.openxmlformats.org/officeDocument/2006/relationships/oleObject" Target="../embeddings/oleObject240.bin"/><Relationship Id="rId19" Type="http://schemas.openxmlformats.org/officeDocument/2006/relationships/image" Target="../media/image258.wmf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53.emf"/><Relationship Id="rId14" Type="http://schemas.openxmlformats.org/officeDocument/2006/relationships/oleObject" Target="../embeddings/oleObject24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image" Target="../media/image264.emf"/><Relationship Id="rId18" Type="http://schemas.openxmlformats.org/officeDocument/2006/relationships/oleObject" Target="../embeddings/oleObject252.bin"/><Relationship Id="rId3" Type="http://schemas.openxmlformats.org/officeDocument/2006/relationships/image" Target="../media/image259.emf"/><Relationship Id="rId21" Type="http://schemas.openxmlformats.org/officeDocument/2006/relationships/image" Target="../media/image268.emf"/><Relationship Id="rId7" Type="http://schemas.openxmlformats.org/officeDocument/2006/relationships/image" Target="../media/image261.emf"/><Relationship Id="rId12" Type="http://schemas.openxmlformats.org/officeDocument/2006/relationships/oleObject" Target="../embeddings/oleObject249.bin"/><Relationship Id="rId17" Type="http://schemas.openxmlformats.org/officeDocument/2006/relationships/image" Target="../media/image266.emf"/><Relationship Id="rId2" Type="http://schemas.openxmlformats.org/officeDocument/2006/relationships/oleObject" Target="../embeddings/oleObject245.bin"/><Relationship Id="rId16" Type="http://schemas.openxmlformats.org/officeDocument/2006/relationships/oleObject" Target="../embeddings/oleObject251.bin"/><Relationship Id="rId20" Type="http://schemas.openxmlformats.org/officeDocument/2006/relationships/oleObject" Target="../embeddings/oleObject2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6.bin"/><Relationship Id="rId11" Type="http://schemas.openxmlformats.org/officeDocument/2006/relationships/image" Target="../media/image263.emf"/><Relationship Id="rId5" Type="http://schemas.openxmlformats.org/officeDocument/2006/relationships/image" Target="../media/image260.emf"/><Relationship Id="rId15" Type="http://schemas.openxmlformats.org/officeDocument/2006/relationships/image" Target="../media/image265.emf"/><Relationship Id="rId23" Type="http://schemas.openxmlformats.org/officeDocument/2006/relationships/image" Target="../media/image269.emf"/><Relationship Id="rId10" Type="http://schemas.openxmlformats.org/officeDocument/2006/relationships/oleObject" Target="../embeddings/oleObject248.bin"/><Relationship Id="rId19" Type="http://schemas.openxmlformats.org/officeDocument/2006/relationships/image" Target="../media/image267.emf"/><Relationship Id="rId4" Type="http://schemas.openxmlformats.org/officeDocument/2006/relationships/oleObject" Target="../embeddings/oleObject212.bin"/><Relationship Id="rId9" Type="http://schemas.openxmlformats.org/officeDocument/2006/relationships/image" Target="../media/image262.emf"/><Relationship Id="rId14" Type="http://schemas.openxmlformats.org/officeDocument/2006/relationships/oleObject" Target="../embeddings/oleObject250.bin"/><Relationship Id="rId22" Type="http://schemas.openxmlformats.org/officeDocument/2006/relationships/oleObject" Target="../embeddings/oleObject25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13" Type="http://schemas.openxmlformats.org/officeDocument/2006/relationships/image" Target="../media/image275.emf"/><Relationship Id="rId3" Type="http://schemas.openxmlformats.org/officeDocument/2006/relationships/image" Target="../media/image270.emf"/><Relationship Id="rId7" Type="http://schemas.openxmlformats.org/officeDocument/2006/relationships/image" Target="../media/image272.emf"/><Relationship Id="rId12" Type="http://schemas.openxmlformats.org/officeDocument/2006/relationships/oleObject" Target="../embeddings/oleObject260.bin"/><Relationship Id="rId2" Type="http://schemas.openxmlformats.org/officeDocument/2006/relationships/oleObject" Target="../embeddings/oleObject25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57.bin"/><Relationship Id="rId11" Type="http://schemas.openxmlformats.org/officeDocument/2006/relationships/image" Target="../media/image274.emf"/><Relationship Id="rId5" Type="http://schemas.openxmlformats.org/officeDocument/2006/relationships/image" Target="../media/image271.emf"/><Relationship Id="rId10" Type="http://schemas.openxmlformats.org/officeDocument/2006/relationships/oleObject" Target="../embeddings/oleObject259.bin"/><Relationship Id="rId4" Type="http://schemas.openxmlformats.org/officeDocument/2006/relationships/oleObject" Target="../embeddings/oleObject256.bin"/><Relationship Id="rId9" Type="http://schemas.openxmlformats.org/officeDocument/2006/relationships/image" Target="../media/image273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emf"/><Relationship Id="rId7" Type="http://schemas.openxmlformats.org/officeDocument/2006/relationships/image" Target="../media/image278.emf"/><Relationship Id="rId2" Type="http://schemas.openxmlformats.org/officeDocument/2006/relationships/oleObject" Target="../embeddings/oleObject2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3.bin"/><Relationship Id="rId5" Type="http://schemas.openxmlformats.org/officeDocument/2006/relationships/image" Target="../media/image277.emf"/><Relationship Id="rId4" Type="http://schemas.openxmlformats.org/officeDocument/2006/relationships/oleObject" Target="../embeddings/oleObject262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79.wmf"/><Relationship Id="rId7" Type="http://schemas.openxmlformats.org/officeDocument/2006/relationships/image" Target="../media/image281.wmf"/><Relationship Id="rId2" Type="http://schemas.openxmlformats.org/officeDocument/2006/relationships/oleObject" Target="../embeddings/oleObject26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66.bin"/><Relationship Id="rId5" Type="http://schemas.openxmlformats.org/officeDocument/2006/relationships/image" Target="../media/image280.wmf"/><Relationship Id="rId4" Type="http://schemas.openxmlformats.org/officeDocument/2006/relationships/oleObject" Target="../embeddings/oleObject265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13" Type="http://schemas.openxmlformats.org/officeDocument/2006/relationships/image" Target="../media/image287.emf"/><Relationship Id="rId3" Type="http://schemas.openxmlformats.org/officeDocument/2006/relationships/image" Target="../media/image282.emf"/><Relationship Id="rId7" Type="http://schemas.openxmlformats.org/officeDocument/2006/relationships/image" Target="../media/image284.emf"/><Relationship Id="rId12" Type="http://schemas.openxmlformats.org/officeDocument/2006/relationships/oleObject" Target="../embeddings/oleObject272.bin"/><Relationship Id="rId2" Type="http://schemas.openxmlformats.org/officeDocument/2006/relationships/oleObject" Target="../embeddings/oleObject2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9.bin"/><Relationship Id="rId11" Type="http://schemas.openxmlformats.org/officeDocument/2006/relationships/image" Target="../media/image286.emf"/><Relationship Id="rId5" Type="http://schemas.openxmlformats.org/officeDocument/2006/relationships/image" Target="../media/image283.emf"/><Relationship Id="rId15" Type="http://schemas.openxmlformats.org/officeDocument/2006/relationships/image" Target="../media/image288.emf"/><Relationship Id="rId10" Type="http://schemas.openxmlformats.org/officeDocument/2006/relationships/oleObject" Target="../embeddings/oleObject271.bin"/><Relationship Id="rId4" Type="http://schemas.openxmlformats.org/officeDocument/2006/relationships/oleObject" Target="../embeddings/oleObject268.bin"/><Relationship Id="rId9" Type="http://schemas.openxmlformats.org/officeDocument/2006/relationships/image" Target="../media/image285.emf"/><Relationship Id="rId14" Type="http://schemas.openxmlformats.org/officeDocument/2006/relationships/oleObject" Target="../embeddings/oleObject273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wmf"/><Relationship Id="rId7" Type="http://schemas.openxmlformats.org/officeDocument/2006/relationships/image" Target="../media/image291.wmf"/><Relationship Id="rId2" Type="http://schemas.openxmlformats.org/officeDocument/2006/relationships/oleObject" Target="../embeddings/oleObject2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6.bin"/><Relationship Id="rId5" Type="http://schemas.openxmlformats.org/officeDocument/2006/relationships/image" Target="../media/image290.wmf"/><Relationship Id="rId4" Type="http://schemas.openxmlformats.org/officeDocument/2006/relationships/oleObject" Target="../embeddings/oleObject275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wmf"/><Relationship Id="rId7" Type="http://schemas.openxmlformats.org/officeDocument/2006/relationships/image" Target="../media/image294.wmf"/><Relationship Id="rId2" Type="http://schemas.openxmlformats.org/officeDocument/2006/relationships/oleObject" Target="../embeddings/oleObject27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9.bin"/><Relationship Id="rId5" Type="http://schemas.openxmlformats.org/officeDocument/2006/relationships/image" Target="../media/image293.wmf"/><Relationship Id="rId4" Type="http://schemas.openxmlformats.org/officeDocument/2006/relationships/oleObject" Target="../embeddings/oleObject278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emf"/><Relationship Id="rId2" Type="http://schemas.openxmlformats.org/officeDocument/2006/relationships/oleObject" Target="../embeddings/oleObject28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6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3" Type="http://schemas.openxmlformats.org/officeDocument/2006/relationships/image" Target="../media/image297.emf"/><Relationship Id="rId7" Type="http://schemas.openxmlformats.org/officeDocument/2006/relationships/image" Target="../media/image299.emf"/><Relationship Id="rId2" Type="http://schemas.openxmlformats.org/officeDocument/2006/relationships/oleObject" Target="../embeddings/oleObject2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3.bin"/><Relationship Id="rId5" Type="http://schemas.openxmlformats.org/officeDocument/2006/relationships/image" Target="../media/image298.emf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300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5.bin"/><Relationship Id="rId2" Type="http://schemas.openxmlformats.org/officeDocument/2006/relationships/image" Target="../media/image30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image" Target="../media/image303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9.bin"/><Relationship Id="rId13" Type="http://schemas.openxmlformats.org/officeDocument/2006/relationships/image" Target="../media/image310.emf"/><Relationship Id="rId3" Type="http://schemas.openxmlformats.org/officeDocument/2006/relationships/image" Target="../media/image305.emf"/><Relationship Id="rId7" Type="http://schemas.openxmlformats.org/officeDocument/2006/relationships/image" Target="../media/image307.emf"/><Relationship Id="rId12" Type="http://schemas.openxmlformats.org/officeDocument/2006/relationships/oleObject" Target="../embeddings/oleObject291.bin"/><Relationship Id="rId17" Type="http://schemas.openxmlformats.org/officeDocument/2006/relationships/image" Target="../media/image312.wmf"/><Relationship Id="rId2" Type="http://schemas.openxmlformats.org/officeDocument/2006/relationships/oleObject" Target="../embeddings/oleObject286.bin"/><Relationship Id="rId16" Type="http://schemas.openxmlformats.org/officeDocument/2006/relationships/oleObject" Target="../embeddings/oleObject29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88.bin"/><Relationship Id="rId11" Type="http://schemas.openxmlformats.org/officeDocument/2006/relationships/image" Target="../media/image309.emf"/><Relationship Id="rId5" Type="http://schemas.openxmlformats.org/officeDocument/2006/relationships/image" Target="../media/image306.emf"/><Relationship Id="rId15" Type="http://schemas.openxmlformats.org/officeDocument/2006/relationships/image" Target="../media/image311.wmf"/><Relationship Id="rId10" Type="http://schemas.openxmlformats.org/officeDocument/2006/relationships/oleObject" Target="../embeddings/oleObject290.bin"/><Relationship Id="rId4" Type="http://schemas.openxmlformats.org/officeDocument/2006/relationships/oleObject" Target="../embeddings/oleObject287.bin"/><Relationship Id="rId9" Type="http://schemas.openxmlformats.org/officeDocument/2006/relationships/image" Target="../media/image308.emf"/><Relationship Id="rId14" Type="http://schemas.openxmlformats.org/officeDocument/2006/relationships/oleObject" Target="../embeddings/oleObject292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7.bin"/><Relationship Id="rId13" Type="http://schemas.openxmlformats.org/officeDocument/2006/relationships/image" Target="../media/image311.wmf"/><Relationship Id="rId3" Type="http://schemas.openxmlformats.org/officeDocument/2006/relationships/image" Target="../media/image313.emf"/><Relationship Id="rId7" Type="http://schemas.openxmlformats.org/officeDocument/2006/relationships/image" Target="../media/image315.emf"/><Relationship Id="rId12" Type="http://schemas.openxmlformats.org/officeDocument/2006/relationships/oleObject" Target="../embeddings/oleObject299.bin"/><Relationship Id="rId2" Type="http://schemas.openxmlformats.org/officeDocument/2006/relationships/oleObject" Target="../embeddings/oleObject294.bin"/><Relationship Id="rId16" Type="http://schemas.openxmlformats.org/officeDocument/2006/relationships/image" Target="../media/image319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6.bin"/><Relationship Id="rId11" Type="http://schemas.openxmlformats.org/officeDocument/2006/relationships/image" Target="../media/image317.emf"/><Relationship Id="rId5" Type="http://schemas.openxmlformats.org/officeDocument/2006/relationships/image" Target="../media/image314.emf"/><Relationship Id="rId15" Type="http://schemas.openxmlformats.org/officeDocument/2006/relationships/image" Target="../media/image318.emf"/><Relationship Id="rId10" Type="http://schemas.openxmlformats.org/officeDocument/2006/relationships/oleObject" Target="../embeddings/oleObject298.bin"/><Relationship Id="rId4" Type="http://schemas.openxmlformats.org/officeDocument/2006/relationships/oleObject" Target="../embeddings/oleObject295.bin"/><Relationship Id="rId9" Type="http://schemas.openxmlformats.org/officeDocument/2006/relationships/image" Target="../media/image316.emf"/><Relationship Id="rId14" Type="http://schemas.openxmlformats.org/officeDocument/2006/relationships/oleObject" Target="../embeddings/oleObject300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13" Type="http://schemas.openxmlformats.org/officeDocument/2006/relationships/image" Target="../media/image325.emf"/><Relationship Id="rId3" Type="http://schemas.openxmlformats.org/officeDocument/2006/relationships/image" Target="../media/image320.emf"/><Relationship Id="rId7" Type="http://schemas.openxmlformats.org/officeDocument/2006/relationships/image" Target="../media/image322.emf"/><Relationship Id="rId12" Type="http://schemas.openxmlformats.org/officeDocument/2006/relationships/oleObject" Target="../embeddings/oleObject306.bin"/><Relationship Id="rId2" Type="http://schemas.openxmlformats.org/officeDocument/2006/relationships/oleObject" Target="../embeddings/oleObject30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324.emf"/><Relationship Id="rId5" Type="http://schemas.openxmlformats.org/officeDocument/2006/relationships/image" Target="../media/image321.emf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323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0.bin"/><Relationship Id="rId13" Type="http://schemas.openxmlformats.org/officeDocument/2006/relationships/image" Target="../media/image311.wmf"/><Relationship Id="rId3" Type="http://schemas.openxmlformats.org/officeDocument/2006/relationships/image" Target="../media/image326.emf"/><Relationship Id="rId7" Type="http://schemas.openxmlformats.org/officeDocument/2006/relationships/image" Target="../media/image328.emf"/><Relationship Id="rId12" Type="http://schemas.openxmlformats.org/officeDocument/2006/relationships/oleObject" Target="../embeddings/oleObject299.bin"/><Relationship Id="rId2" Type="http://schemas.openxmlformats.org/officeDocument/2006/relationships/oleObject" Target="../embeddings/oleObject3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330.emf"/><Relationship Id="rId5" Type="http://schemas.openxmlformats.org/officeDocument/2006/relationships/image" Target="../media/image327.emf"/><Relationship Id="rId15" Type="http://schemas.openxmlformats.org/officeDocument/2006/relationships/image" Target="../media/image331.emf"/><Relationship Id="rId10" Type="http://schemas.openxmlformats.org/officeDocument/2006/relationships/oleObject" Target="../embeddings/oleObject311.bin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329.emf"/><Relationship Id="rId14" Type="http://schemas.openxmlformats.org/officeDocument/2006/relationships/oleObject" Target="../embeddings/oleObject312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6.bin"/><Relationship Id="rId3" Type="http://schemas.openxmlformats.org/officeDocument/2006/relationships/image" Target="../media/image332.emf"/><Relationship Id="rId7" Type="http://schemas.openxmlformats.org/officeDocument/2006/relationships/image" Target="../media/image334.emf"/><Relationship Id="rId2" Type="http://schemas.openxmlformats.org/officeDocument/2006/relationships/oleObject" Target="../embeddings/oleObject31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5.bin"/><Relationship Id="rId5" Type="http://schemas.openxmlformats.org/officeDocument/2006/relationships/image" Target="../media/image333.emf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33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emf"/><Relationship Id="rId7" Type="http://schemas.openxmlformats.org/officeDocument/2006/relationships/image" Target="../media/image338.png"/><Relationship Id="rId2" Type="http://schemas.openxmlformats.org/officeDocument/2006/relationships/oleObject" Target="../embeddings/oleObject31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9.bin"/><Relationship Id="rId5" Type="http://schemas.openxmlformats.org/officeDocument/2006/relationships/image" Target="../media/image337.emf"/><Relationship Id="rId4" Type="http://schemas.openxmlformats.org/officeDocument/2006/relationships/oleObject" Target="../embeddings/oleObject318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Rot="1"/>
          </p:cNvSpPr>
          <p:nvPr>
            <p:ph type="subTitle" idx="1"/>
          </p:nvPr>
        </p:nvSpPr>
        <p:spPr>
          <a:xfrm>
            <a:off x="1331913" y="4292600"/>
            <a:ext cx="6400800" cy="9144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Pct val="75000"/>
            </a:pPr>
            <a:r>
              <a:rPr lang="en-US" altLang="zh-CN" sz="3600" b="1" kern="12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Wuqiong Luo</a:t>
            </a:r>
          </a:p>
        </p:txBody>
      </p:sp>
      <p:sp>
        <p:nvSpPr>
          <p:cNvPr id="2052" name="Rectangle 4"/>
          <p:cNvSpPr>
            <a:spLocks noRot="1" noChangeArrowheads="1"/>
          </p:cNvSpPr>
          <p:nvPr/>
        </p:nvSpPr>
        <p:spPr bwMode="auto">
          <a:xfrm>
            <a:off x="250825" y="1268413"/>
            <a:ext cx="8569325" cy="23764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Chapter 2</a:t>
            </a:r>
            <a:br>
              <a:rPr kumimoji="0" lang="en-US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</a:br>
            <a:r>
              <a:rPr kumimoji="0" lang="en-US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Vector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3"/>
          <p:cNvSpPr/>
          <p:nvPr/>
        </p:nvSpPr>
        <p:spPr>
          <a:xfrm>
            <a:off x="1116013" y="3746500"/>
            <a:ext cx="6911975" cy="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2195513" y="549275"/>
            <a:ext cx="47244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rPr>
              <a:t>Contents</a:t>
            </a:r>
          </a:p>
        </p:txBody>
      </p:sp>
      <p:sp>
        <p:nvSpPr>
          <p:cNvPr id="5124" name="Text Box 5"/>
          <p:cNvSpPr txBox="1"/>
          <p:nvPr/>
        </p:nvSpPr>
        <p:spPr>
          <a:xfrm>
            <a:off x="1692275" y="1484313"/>
            <a:ext cx="6408738" cy="469106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2.1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Vector algebra</a:t>
            </a:r>
          </a:p>
          <a:p>
            <a:pPr marL="0" lvl="0" indent="0" eaLnBrk="1" hangingPunct="1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2.2   Orthogonal Coordinate Systems</a:t>
            </a:r>
          </a:p>
          <a:p>
            <a:pPr marL="0" lvl="0" indent="0" eaLnBrk="1" hangingPunct="1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2.3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Gradient of a Scalar Field</a:t>
            </a:r>
          </a:p>
          <a:p>
            <a:pPr marL="0" lvl="0" indent="0" eaLnBrk="1" hangingPunct="1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2.4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Divergence of a Vector Field</a:t>
            </a:r>
          </a:p>
          <a:p>
            <a:pPr marL="0" lvl="0" indent="0" eaLnBrk="1" hangingPunct="1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2.5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Curl of a Vector Field</a:t>
            </a:r>
          </a:p>
          <a:p>
            <a:pPr marL="0" lvl="0" indent="0" eaLnBrk="1" hangingPunct="1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2.6   Solenoidal and irrotational fields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2.7   Laplacian Operations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2.8</a:t>
            </a:r>
            <a:r>
              <a:rPr lang="en-US" altLang="zh-CN" sz="2800" b="1">
                <a:solidFill>
                  <a:srgbClr val="000000"/>
                </a:solidFill>
                <a:ea typeface="楷体_GB2312" pitchFamily="49" charset="-122"/>
              </a:rPr>
              <a:t>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Helmholtz’s Theorem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95288" y="333375"/>
            <a:ext cx="8281988" cy="7191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幼圆" panose="02010509060101010101" pitchFamily="49" charset="-122"/>
                <a:cs typeface="+mn-cs"/>
              </a:rPr>
              <a:t>2.1 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23850" y="1125538"/>
            <a:ext cx="73914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1.</a:t>
            </a: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 </a:t>
            </a:r>
            <a:r>
              <a:rPr kumimoji="1" lang="en-US" altLang="zh-CN" sz="2800" b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Scalars and Vectors</a:t>
            </a:r>
          </a:p>
        </p:txBody>
      </p:sp>
      <p:sp>
        <p:nvSpPr>
          <p:cNvPr id="16390" name="Text Box 6"/>
          <p:cNvSpPr txBox="1"/>
          <p:nvPr/>
        </p:nvSpPr>
        <p:spPr>
          <a:xfrm>
            <a:off x="684213" y="1700213"/>
            <a:ext cx="7272337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</a:rPr>
              <a:t>Scalar</a:t>
            </a: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 quantity has only magnitude (Length, area, volume, temperature, density, energy…).</a:t>
            </a:r>
          </a:p>
        </p:txBody>
      </p:sp>
      <p:sp>
        <p:nvSpPr>
          <p:cNvPr id="16391" name="Text Box 7"/>
          <p:cNvSpPr txBox="1"/>
          <p:nvPr/>
        </p:nvSpPr>
        <p:spPr>
          <a:xfrm>
            <a:off x="611188" y="3213100"/>
            <a:ext cx="8208962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</a:rPr>
              <a:t>Vector</a:t>
            </a: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A quantity has both magnitude and direction (Force, displacement, velocity, acceleration, electric field intensity, magnetic field intensity…).</a:t>
            </a:r>
          </a:p>
        </p:txBody>
      </p:sp>
      <p:sp>
        <p:nvSpPr>
          <p:cNvPr id="16392" name="Text Box 8"/>
          <p:cNvSpPr txBox="1"/>
          <p:nvPr/>
        </p:nvSpPr>
        <p:spPr>
          <a:xfrm>
            <a:off x="611188" y="5013325"/>
            <a:ext cx="8135937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</a:rPr>
              <a:t>Fields</a:t>
            </a: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The distribution of a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quantity in space will constitute a field. Hence, there are scalar fields and vector fields.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  <p:bldP spid="16390" grpId="0"/>
      <p:bldP spid="16391" grpId="0"/>
      <p:bldP spid="163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50825" y="549275"/>
            <a:ext cx="73914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1. </a:t>
            </a:r>
            <a:r>
              <a:rPr kumimoji="1" lang="en-US" altLang="zh-CN" sz="3200" b="1" kern="1200" cap="none" spc="0" normalizeH="0" baseline="0" noProof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Scalars and Vectors</a:t>
            </a:r>
          </a:p>
        </p:txBody>
      </p:sp>
      <p:grpSp>
        <p:nvGrpSpPr>
          <p:cNvPr id="18435" name="Group 3"/>
          <p:cNvGrpSpPr/>
          <p:nvPr/>
        </p:nvGrpSpPr>
        <p:grpSpPr>
          <a:xfrm>
            <a:off x="539750" y="3357563"/>
            <a:ext cx="3657600" cy="1039812"/>
            <a:chOff x="485" y="2504"/>
            <a:chExt cx="2304" cy="655"/>
          </a:xfrm>
        </p:grpSpPr>
        <p:sp>
          <p:nvSpPr>
            <p:cNvPr id="9234" name="Text Box 4"/>
            <p:cNvSpPr txBox="1"/>
            <p:nvPr/>
          </p:nvSpPr>
          <p:spPr>
            <a:xfrm>
              <a:off x="485" y="2526"/>
              <a:ext cx="230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Magnitude 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of Vector</a:t>
              </a:r>
              <a:r>
                <a:rPr lang="zh-CN" altLang="en-US" sz="2400" b="1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：</a:t>
              </a:r>
            </a:p>
          </p:txBody>
        </p:sp>
        <p:graphicFrame>
          <p:nvGraphicFramePr>
            <p:cNvPr id="9235" name="Object 5"/>
            <p:cNvGraphicFramePr>
              <a:graphicFrameLocks noChangeAspect="1"/>
            </p:cNvGraphicFramePr>
            <p:nvPr/>
          </p:nvGraphicFramePr>
          <p:xfrm>
            <a:off x="1973" y="2504"/>
            <a:ext cx="556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18135" imgH="191135" progId="Equation.DSMT4">
                    <p:embed/>
                  </p:oleObj>
                </mc:Choice>
                <mc:Fallback>
                  <p:oleObj r:id="rId2" imgW="318135" imgH="191135" progId="Equation.DSMT4">
                    <p:embed/>
                    <p:pic>
                      <p:nvPicPr>
                        <p:cNvPr id="9235" name="Object 5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73" y="2504"/>
                          <a:ext cx="556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8" name="Text Box 6"/>
          <p:cNvSpPr txBox="1"/>
          <p:nvPr/>
        </p:nvSpPr>
        <p:spPr>
          <a:xfrm>
            <a:off x="539750" y="4652963"/>
            <a:ext cx="215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anose="02020603050405020304" pitchFamily="18" charset="0"/>
              </a:rPr>
              <a:t>Unit Vector</a:t>
            </a:r>
            <a:r>
              <a:rPr lang="zh-CN" altLang="en-US" sz="2400" b="1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2987675" y="4437063"/>
          <a:ext cx="103346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5915" imgH="295275" progId="Equation.DSMT4">
                  <p:embed/>
                </p:oleObj>
              </mc:Choice>
              <mc:Fallback>
                <p:oleObj r:id="rId4" imgW="335915" imgH="295275" progId="Equation.DSMT4">
                  <p:embed/>
                  <p:pic>
                    <p:nvPicPr>
                      <p:cNvPr id="18439" name="Object 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4437063"/>
                        <a:ext cx="1033463" cy="808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0" name="Group 8"/>
          <p:cNvGrpSpPr/>
          <p:nvPr/>
        </p:nvGrpSpPr>
        <p:grpSpPr>
          <a:xfrm>
            <a:off x="539750" y="2276475"/>
            <a:ext cx="4537075" cy="884238"/>
            <a:chOff x="476" y="2341"/>
            <a:chExt cx="2858" cy="557"/>
          </a:xfrm>
        </p:grpSpPr>
        <p:sp>
          <p:nvSpPr>
            <p:cNvPr id="9232" name="Text Box 9"/>
            <p:cNvSpPr txBox="1"/>
            <p:nvPr/>
          </p:nvSpPr>
          <p:spPr>
            <a:xfrm>
              <a:off x="476" y="2341"/>
              <a:ext cx="1860" cy="5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990000"/>
                  </a:solidFill>
                  <a:latin typeface="Times New Roman" panose="02020603050405020304" pitchFamily="18" charset="0"/>
                </a:rPr>
                <a:t>Algebraic representation</a:t>
              </a:r>
              <a:r>
                <a:rPr lang="en-US" altLang="zh-CN" sz="2800" b="1">
                  <a:solidFill>
                    <a:srgbClr val="99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>
                  <a:solidFill>
                    <a:srgbClr val="99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：</a:t>
              </a:r>
            </a:p>
          </p:txBody>
        </p:sp>
        <p:graphicFrame>
          <p:nvGraphicFramePr>
            <p:cNvPr id="9233" name="Object 10"/>
            <p:cNvGraphicFramePr>
              <a:graphicFrameLocks noChangeAspect="1"/>
            </p:cNvGraphicFramePr>
            <p:nvPr/>
          </p:nvGraphicFramePr>
          <p:xfrm>
            <a:off x="1980" y="2341"/>
            <a:ext cx="135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04545" imgH="161925" progId="Equation.DSMT4">
                    <p:embed/>
                  </p:oleObj>
                </mc:Choice>
                <mc:Fallback>
                  <p:oleObj r:id="rId6" imgW="804545" imgH="161925" progId="Equation.DSMT4">
                    <p:embed/>
                    <p:pic>
                      <p:nvPicPr>
                        <p:cNvPr id="9233" name="Object 10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80" y="2341"/>
                          <a:ext cx="1354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43" name="Text Box 11"/>
          <p:cNvSpPr txBox="1"/>
          <p:nvPr/>
        </p:nvSpPr>
        <p:spPr>
          <a:xfrm>
            <a:off x="468313" y="1196975"/>
            <a:ext cx="7905750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Graphical representation of Vector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</a:p>
          <a:p>
            <a:pPr marL="0" lvl="0" indent="0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A segment of a directed straight-line.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1547813" y="5876925"/>
            <a:ext cx="69135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i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Thinking</a:t>
            </a:r>
            <a:r>
              <a:rPr kumimoji="1" lang="zh-CN" altLang="en-US" sz="2400" b="1" i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： </a:t>
            </a:r>
            <a:r>
              <a:rPr kumimoji="1" lang="en-US" altLang="zh-CN" sz="2400" b="1" i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Unit Vector = Constant Vector ?</a:t>
            </a:r>
          </a:p>
        </p:txBody>
      </p:sp>
      <p:grpSp>
        <p:nvGrpSpPr>
          <p:cNvPr id="18445" name="Group 13"/>
          <p:cNvGrpSpPr/>
          <p:nvPr/>
        </p:nvGrpSpPr>
        <p:grpSpPr>
          <a:xfrm>
            <a:off x="5940425" y="2420938"/>
            <a:ext cx="2160588" cy="2016125"/>
            <a:chOff x="4014" y="2387"/>
            <a:chExt cx="1361" cy="1270"/>
          </a:xfrm>
        </p:grpSpPr>
        <p:sp>
          <p:nvSpPr>
            <p:cNvPr id="9228" name="Rectangle 14"/>
            <p:cNvSpPr/>
            <p:nvPr/>
          </p:nvSpPr>
          <p:spPr>
            <a:xfrm>
              <a:off x="4014" y="2387"/>
              <a:ext cx="1361" cy="1270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DA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9229" name="Line 15"/>
            <p:cNvSpPr/>
            <p:nvPr/>
          </p:nvSpPr>
          <p:spPr>
            <a:xfrm flipV="1">
              <a:off x="4468" y="2523"/>
              <a:ext cx="544" cy="63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30" name="Object 16"/>
            <p:cNvGraphicFramePr>
              <a:graphicFrameLocks noChangeAspect="1"/>
            </p:cNvGraphicFramePr>
            <p:nvPr/>
          </p:nvGraphicFramePr>
          <p:xfrm>
            <a:off x="4649" y="2478"/>
            <a:ext cx="16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7785" imgH="86995" progId="Equation.DSMT4">
                    <p:embed/>
                  </p:oleObj>
                </mc:Choice>
                <mc:Fallback>
                  <p:oleObj r:id="rId8" imgW="57785" imgH="86995" progId="Equation.DSMT4">
                    <p:embed/>
                    <p:pic>
                      <p:nvPicPr>
                        <p:cNvPr id="9230" name="Object 16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EA162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49" y="2478"/>
                          <a:ext cx="168" cy="2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1" name="Text Box 17"/>
            <p:cNvSpPr txBox="1"/>
            <p:nvPr/>
          </p:nvSpPr>
          <p:spPr>
            <a:xfrm>
              <a:off x="4059" y="3340"/>
              <a:ext cx="127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Vector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</a:t>
              </a:r>
              <a:endParaRPr lang="en-US" altLang="zh-CN" sz="200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18450" name="Text Box 18"/>
          <p:cNvSpPr txBox="1"/>
          <p:nvPr/>
        </p:nvSpPr>
        <p:spPr>
          <a:xfrm>
            <a:off x="539750" y="5300663"/>
            <a:ext cx="8604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Constant Vector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with constant magnitude and fixed direction.</a:t>
            </a:r>
            <a:endParaRPr lang="en-US" altLang="zh-CN" sz="240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8" grpId="0"/>
      <p:bldP spid="18443" grpId="0"/>
      <p:bldP spid="18444" grpId="0"/>
      <p:bldP spid="184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4427538" y="1268413"/>
          <a:ext cx="31686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9035" imgH="161925" progId="Equation.DSMT4">
                  <p:embed/>
                </p:oleObj>
              </mc:Choice>
              <mc:Fallback>
                <p:oleObj r:id="rId2" imgW="1169035" imgH="161925" progId="Equation.DSMT4">
                  <p:embed/>
                  <p:pic>
                    <p:nvPicPr>
                      <p:cNvPr id="19458" name="Object 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1268413"/>
                        <a:ext cx="3168650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4500563" y="2276475"/>
          <a:ext cx="225266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48335" imgH="544195" progId="Equation.DSMT4">
                  <p:embed/>
                </p:oleObj>
              </mc:Choice>
              <mc:Fallback>
                <p:oleObj r:id="rId4" imgW="648335" imgH="544195" progId="Equation.DSMT4">
                  <p:embed/>
                  <p:pic>
                    <p:nvPicPr>
                      <p:cNvPr id="19459" name="Object 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2276475"/>
                        <a:ext cx="2252662" cy="1495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4211638" y="4221163"/>
          <a:ext cx="493236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98015" imgH="161925" progId="Equation.DSMT4">
                  <p:embed/>
                </p:oleObj>
              </mc:Choice>
              <mc:Fallback>
                <p:oleObj r:id="rId6" imgW="1898015" imgH="161925" progId="Equation.DSMT4">
                  <p:embed/>
                  <p:pic>
                    <p:nvPicPr>
                      <p:cNvPr id="19460" name="Object 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4221163"/>
                        <a:ext cx="4932362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/>
          <p:nvPr/>
        </p:nvSpPr>
        <p:spPr>
          <a:xfrm>
            <a:off x="539750" y="1125538"/>
            <a:ext cx="36004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Vector in Cartesian Coordinates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4284663" y="5300663"/>
          <a:ext cx="4252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41805" imgH="127635" progId="Equation.DSMT4">
                  <p:embed/>
                </p:oleObj>
              </mc:Choice>
              <mc:Fallback>
                <p:oleObj r:id="rId8" imgW="1741805" imgH="127635" progId="Equation.DSMT4">
                  <p:embed/>
                  <p:pic>
                    <p:nvPicPr>
                      <p:cNvPr id="19462" name="Object 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5300663"/>
                        <a:ext cx="4252912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7" name="Group 7"/>
          <p:cNvGrpSpPr/>
          <p:nvPr/>
        </p:nvGrpSpPr>
        <p:grpSpPr>
          <a:xfrm>
            <a:off x="611188" y="2276475"/>
            <a:ext cx="3168650" cy="3457575"/>
            <a:chOff x="249" y="1207"/>
            <a:chExt cx="1996" cy="2178"/>
          </a:xfrm>
        </p:grpSpPr>
        <p:grpSp>
          <p:nvGrpSpPr>
            <p:cNvPr id="10249" name="Group 8"/>
            <p:cNvGrpSpPr/>
            <p:nvPr/>
          </p:nvGrpSpPr>
          <p:grpSpPr>
            <a:xfrm>
              <a:off x="249" y="1207"/>
              <a:ext cx="1996" cy="2178"/>
              <a:chOff x="249" y="1207"/>
              <a:chExt cx="1996" cy="2178"/>
            </a:xfrm>
          </p:grpSpPr>
          <p:sp>
            <p:nvSpPr>
              <p:cNvPr id="10257" name="Rectangle 9"/>
              <p:cNvSpPr/>
              <p:nvPr/>
            </p:nvSpPr>
            <p:spPr>
              <a:xfrm>
                <a:off x="249" y="1207"/>
                <a:ext cx="1996" cy="2178"/>
              </a:xfrm>
              <a:prstGeom prst="rect">
                <a:avLst/>
              </a:prstGeom>
              <a:solidFill>
                <a:srgbClr val="CCFFFF"/>
              </a:solidFill>
              <a:ln w="25400" cap="flat" cmpd="sng">
                <a:solidFill>
                  <a:srgbClr val="99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58" name="Text Box 10"/>
              <p:cNvSpPr txBox="1"/>
              <p:nvPr/>
            </p:nvSpPr>
            <p:spPr>
              <a:xfrm>
                <a:off x="1011" y="1282"/>
                <a:ext cx="2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10259" name="Line 11"/>
              <p:cNvSpPr/>
              <p:nvPr/>
            </p:nvSpPr>
            <p:spPr>
              <a:xfrm flipV="1">
                <a:off x="1012" y="1445"/>
                <a:ext cx="0" cy="10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60" name="Line 12"/>
              <p:cNvSpPr/>
              <p:nvPr/>
            </p:nvSpPr>
            <p:spPr>
              <a:xfrm>
                <a:off x="1012" y="2453"/>
                <a:ext cx="1152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61" name="Line 13"/>
              <p:cNvSpPr/>
              <p:nvPr/>
            </p:nvSpPr>
            <p:spPr>
              <a:xfrm flipH="1">
                <a:off x="388" y="2453"/>
                <a:ext cx="624" cy="62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62" name="Line 14"/>
              <p:cNvSpPr/>
              <p:nvPr/>
            </p:nvSpPr>
            <p:spPr>
              <a:xfrm flipV="1">
                <a:off x="1012" y="1925"/>
                <a:ext cx="384" cy="52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0263" name="Line 15"/>
              <p:cNvSpPr/>
              <p:nvPr/>
            </p:nvSpPr>
            <p:spPr>
              <a:xfrm flipH="1">
                <a:off x="772" y="2693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0264" name="Line 16"/>
              <p:cNvSpPr/>
              <p:nvPr/>
            </p:nvSpPr>
            <p:spPr>
              <a:xfrm>
                <a:off x="1396" y="1973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0265" name="Line 17"/>
              <p:cNvSpPr/>
              <p:nvPr/>
            </p:nvSpPr>
            <p:spPr>
              <a:xfrm flipV="1">
                <a:off x="1396" y="2453"/>
                <a:ext cx="240" cy="24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0266" name="Line 18"/>
              <p:cNvSpPr/>
              <p:nvPr/>
            </p:nvSpPr>
            <p:spPr>
              <a:xfrm flipH="1" flipV="1">
                <a:off x="1012" y="1685"/>
                <a:ext cx="384" cy="24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dash"/>
                <a:headEnd type="none" w="med" len="med"/>
                <a:tailEnd type="none" w="med" len="med"/>
              </a:ln>
            </p:spPr>
          </p:sp>
          <p:graphicFrame>
            <p:nvGraphicFramePr>
              <p:cNvPr id="10267" name="Object 19"/>
              <p:cNvGraphicFramePr>
                <a:graphicFrameLocks noChangeAspect="1"/>
              </p:cNvGraphicFramePr>
              <p:nvPr/>
            </p:nvGraphicFramePr>
            <p:xfrm>
              <a:off x="521" y="2416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92710" imgH="92710" progId="Equation.3">
                      <p:embed/>
                    </p:oleObj>
                  </mc:Choice>
                  <mc:Fallback>
                    <p:oleObj r:id="rId10" imgW="92710" imgH="92710" progId="Equation.3">
                      <p:embed/>
                      <p:pic>
                        <p:nvPicPr>
                          <p:cNvPr id="10267" name="Object 19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EA162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1" y="2416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8" name="Object 20"/>
              <p:cNvGraphicFramePr>
                <a:graphicFrameLocks noChangeAspect="1"/>
              </p:cNvGraphicFramePr>
              <p:nvPr/>
            </p:nvGraphicFramePr>
            <p:xfrm>
              <a:off x="1383" y="1706"/>
              <a:ext cx="230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57785" imgH="86995" progId="Equation.3">
                      <p:embed/>
                    </p:oleObj>
                  </mc:Choice>
                  <mc:Fallback>
                    <p:oleObj r:id="rId12" imgW="57785" imgH="86995" progId="Equation.3">
                      <p:embed/>
                      <p:pic>
                        <p:nvPicPr>
                          <p:cNvPr id="10268" name="Object 20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EA162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383" y="1706"/>
                            <a:ext cx="230" cy="29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9" name="Object 21"/>
              <p:cNvGraphicFramePr>
                <a:graphicFrameLocks noChangeAspect="1"/>
              </p:cNvGraphicFramePr>
              <p:nvPr/>
            </p:nvGraphicFramePr>
            <p:xfrm>
              <a:off x="1561" y="2160"/>
              <a:ext cx="27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92710" imgH="127635" progId="Equation.DSMT4">
                      <p:embed/>
                    </p:oleObj>
                  </mc:Choice>
                  <mc:Fallback>
                    <p:oleObj r:id="rId14" imgW="92710" imgH="127635" progId="Equation.DSMT4">
                      <p:embed/>
                      <p:pic>
                        <p:nvPicPr>
                          <p:cNvPr id="10269" name="Object 21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EA162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561" y="2160"/>
                            <a:ext cx="276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70" name="Object 22"/>
              <p:cNvGraphicFramePr>
                <a:graphicFrameLocks noChangeAspect="1"/>
              </p:cNvGraphicFramePr>
              <p:nvPr/>
            </p:nvGraphicFramePr>
            <p:xfrm>
              <a:off x="752" y="1570"/>
              <a:ext cx="238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92710" imgH="92710" progId="Equation.3">
                      <p:embed/>
                    </p:oleObj>
                  </mc:Choice>
                  <mc:Fallback>
                    <p:oleObj r:id="rId16" imgW="92710" imgH="92710" progId="Equation.3">
                      <p:embed/>
                      <p:pic>
                        <p:nvPicPr>
                          <p:cNvPr id="10270" name="Object 22"/>
                          <p:cNvPicPr/>
                          <p:nvPr/>
                        </p:nvPicPr>
                        <p:blipFill>
                          <a:blip r:embed="rId17">
                            <a:clrChange>
                              <a:clrFrom>
                                <a:srgbClr val="000000"/>
                              </a:clrFrom>
                              <a:clrTo>
                                <a:srgbClr val="EA162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52" y="1570"/>
                            <a:ext cx="238" cy="2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71" name="Text Box 23"/>
              <p:cNvSpPr txBox="1"/>
              <p:nvPr/>
            </p:nvSpPr>
            <p:spPr>
              <a:xfrm>
                <a:off x="340" y="2976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0272" name="Text Box 24"/>
              <p:cNvSpPr txBox="1"/>
              <p:nvPr/>
            </p:nvSpPr>
            <p:spPr>
              <a:xfrm>
                <a:off x="1999" y="2387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y</a:t>
                </a:r>
              </a:p>
            </p:txBody>
          </p:sp>
        </p:grpSp>
        <p:sp>
          <p:nvSpPr>
            <p:cNvPr id="10250" name="Arc 25"/>
            <p:cNvSpPr/>
            <p:nvPr/>
          </p:nvSpPr>
          <p:spPr>
            <a:xfrm flipH="1">
              <a:off x="875" y="2296"/>
              <a:ext cx="227" cy="2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58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Arc 26"/>
            <p:cNvSpPr/>
            <p:nvPr/>
          </p:nvSpPr>
          <p:spPr>
            <a:xfrm>
              <a:off x="1020" y="2206"/>
              <a:ext cx="127" cy="2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2087" h="21600" fill="none">
                  <a:moveTo>
                    <a:pt x="-1" y="0"/>
                  </a:moveTo>
                  <a:cubicBezTo>
                    <a:pt x="4307" y="0"/>
                    <a:pt x="8516" y="1287"/>
                    <a:pt x="12086" y="3698"/>
                  </a:cubicBezTo>
                </a:path>
                <a:path w="12087" h="21600" stroke="0">
                  <a:moveTo>
                    <a:pt x="-1" y="0"/>
                  </a:moveTo>
                  <a:cubicBezTo>
                    <a:pt x="4307" y="0"/>
                    <a:pt x="8516" y="1287"/>
                    <a:pt x="12086" y="369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58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Arc 27"/>
            <p:cNvSpPr/>
            <p:nvPr/>
          </p:nvSpPr>
          <p:spPr>
            <a:xfrm>
              <a:off x="1139" y="2296"/>
              <a:ext cx="109" cy="2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8991" h="21600" fill="none">
                  <a:moveTo>
                    <a:pt x="-1" y="0"/>
                  </a:moveTo>
                  <a:cubicBezTo>
                    <a:pt x="7925" y="0"/>
                    <a:pt x="15214" y="4340"/>
                    <a:pt x="18990" y="11309"/>
                  </a:cubicBezTo>
                </a:path>
                <a:path w="18991" h="21600" stroke="0">
                  <a:moveTo>
                    <a:pt x="-1" y="0"/>
                  </a:moveTo>
                  <a:cubicBezTo>
                    <a:pt x="7925" y="0"/>
                    <a:pt x="15214" y="4340"/>
                    <a:pt x="18990" y="1130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58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53" name="Object 28"/>
            <p:cNvGraphicFramePr>
              <a:graphicFrameLocks noChangeAspect="1"/>
            </p:cNvGraphicFramePr>
            <p:nvPr/>
          </p:nvGraphicFramePr>
          <p:xfrm>
            <a:off x="748" y="2251"/>
            <a:ext cx="204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57785" imgH="40640" progId="Equation.3">
                    <p:embed/>
                  </p:oleObj>
                </mc:Choice>
                <mc:Fallback>
                  <p:oleObj r:id="rId18" imgW="57785" imgH="40640" progId="Equation.3">
                    <p:embed/>
                    <p:pic>
                      <p:nvPicPr>
                        <p:cNvPr id="10253" name="Object 28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EA162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8" y="2251"/>
                          <a:ext cx="204" cy="1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4" name="Object 29"/>
            <p:cNvGraphicFramePr>
              <a:graphicFrameLocks noChangeAspect="1"/>
            </p:cNvGraphicFramePr>
            <p:nvPr/>
          </p:nvGraphicFramePr>
          <p:xfrm>
            <a:off x="1202" y="2160"/>
            <a:ext cx="20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57785" imgH="92710" progId="Equation.3">
                    <p:embed/>
                  </p:oleObj>
                </mc:Choice>
                <mc:Fallback>
                  <p:oleObj r:id="rId20" imgW="57785" imgH="92710" progId="Equation.3">
                    <p:embed/>
                    <p:pic>
                      <p:nvPicPr>
                        <p:cNvPr id="10254" name="Object 29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EA162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02" y="2160"/>
                          <a:ext cx="204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5" name="Object 30"/>
            <p:cNvGraphicFramePr>
              <a:graphicFrameLocks noChangeAspect="1"/>
            </p:cNvGraphicFramePr>
            <p:nvPr/>
          </p:nvGraphicFramePr>
          <p:xfrm>
            <a:off x="1056" y="2024"/>
            <a:ext cx="170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2860" imgH="57785" progId="Equation.3">
                    <p:embed/>
                  </p:oleObj>
                </mc:Choice>
                <mc:Fallback>
                  <p:oleObj r:id="rId22" imgW="22860" imgH="57785" progId="Equation.3">
                    <p:embed/>
                    <p:pic>
                      <p:nvPicPr>
                        <p:cNvPr id="10255" name="Object 30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EA162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6" y="2024"/>
                          <a:ext cx="170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6" name="Object 31"/>
            <p:cNvGraphicFramePr>
              <a:graphicFrameLocks noChangeAspect="1"/>
            </p:cNvGraphicFramePr>
            <p:nvPr/>
          </p:nvGraphicFramePr>
          <p:xfrm>
            <a:off x="930" y="2432"/>
            <a:ext cx="19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57785" imgH="74930" progId="Equation.3">
                    <p:embed/>
                  </p:oleObj>
                </mc:Choice>
                <mc:Fallback>
                  <p:oleObj r:id="rId24" imgW="57785" imgH="74930" progId="Equation.3">
                    <p:embed/>
                    <p:pic>
                      <p:nvPicPr>
                        <p:cNvPr id="10256" name="Object 31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30" y="2432"/>
                          <a:ext cx="196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矩形 33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07950" y="1341438"/>
            <a:ext cx="59769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1" lang="en-US" altLang="zh-CN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Addition and Subtraction of Vectors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468313" y="2205038"/>
          <a:ext cx="58166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23490" imgH="161925" progId="Equation.DSMT4">
                  <p:embed/>
                </p:oleObj>
              </mc:Choice>
              <mc:Fallback>
                <p:oleObj r:id="rId2" imgW="2523490" imgH="161925" progId="Equation.DSMT4">
                  <p:embed/>
                  <p:pic>
                    <p:nvPicPr>
                      <p:cNvPr id="20483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2205038"/>
                        <a:ext cx="5816600" cy="534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50825" y="549275"/>
            <a:ext cx="662463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Algebraic operation of vectors</a:t>
            </a:r>
            <a:r>
              <a:rPr kumimoji="1" lang="en-US" altLang="zh-CN" sz="2800" b="1" kern="1200" cap="none" spc="0" normalizeH="0" baseline="0" noProof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pSp>
        <p:nvGrpSpPr>
          <p:cNvPr id="20485" name="Group 5"/>
          <p:cNvGrpSpPr/>
          <p:nvPr/>
        </p:nvGrpSpPr>
        <p:grpSpPr>
          <a:xfrm>
            <a:off x="6588125" y="1412875"/>
            <a:ext cx="2249488" cy="2087563"/>
            <a:chOff x="4241" y="709"/>
            <a:chExt cx="1326" cy="1224"/>
          </a:xfrm>
        </p:grpSpPr>
        <p:sp>
          <p:nvSpPr>
            <p:cNvPr id="11290" name="AutoShape 6"/>
            <p:cNvSpPr>
              <a:spLocks noChangeAspect="1" noTextEdit="1"/>
            </p:cNvSpPr>
            <p:nvPr/>
          </p:nvSpPr>
          <p:spPr>
            <a:xfrm>
              <a:off x="4241" y="709"/>
              <a:ext cx="1326" cy="12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Rectangle 7"/>
            <p:cNvSpPr/>
            <p:nvPr/>
          </p:nvSpPr>
          <p:spPr>
            <a:xfrm>
              <a:off x="4287" y="1734"/>
              <a:ext cx="1224" cy="17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Addition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2" name="Line 8"/>
            <p:cNvSpPr/>
            <p:nvPr/>
          </p:nvSpPr>
          <p:spPr>
            <a:xfrm flipV="1">
              <a:off x="4476" y="789"/>
              <a:ext cx="852" cy="703"/>
            </a:xfrm>
            <a:prstGeom prst="line">
              <a:avLst/>
            </a:prstGeom>
            <a:ln w="444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Line 9"/>
            <p:cNvSpPr/>
            <p:nvPr/>
          </p:nvSpPr>
          <p:spPr>
            <a:xfrm flipV="1">
              <a:off x="4460" y="1237"/>
              <a:ext cx="816" cy="271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10"/>
            <p:cNvSpPr/>
            <p:nvPr/>
          </p:nvSpPr>
          <p:spPr>
            <a:xfrm flipV="1">
              <a:off x="4467" y="1047"/>
              <a:ext cx="46" cy="454"/>
            </a:xfrm>
            <a:prstGeom prst="line">
              <a:avLst/>
            </a:prstGeom>
            <a:ln w="44450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Line 11"/>
            <p:cNvSpPr/>
            <p:nvPr/>
          </p:nvSpPr>
          <p:spPr>
            <a:xfrm flipV="1">
              <a:off x="4513" y="783"/>
              <a:ext cx="816" cy="27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Line 12"/>
            <p:cNvSpPr/>
            <p:nvPr/>
          </p:nvSpPr>
          <p:spPr>
            <a:xfrm flipV="1">
              <a:off x="5271" y="791"/>
              <a:ext cx="46" cy="454"/>
            </a:xfrm>
            <a:prstGeom prst="line">
              <a:avLst/>
            </a:prstGeom>
            <a:ln w="15875" cap="flat" cmpd="sng">
              <a:solidFill>
                <a:srgbClr val="FF00FF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97" name="Object 13"/>
            <p:cNvGraphicFramePr>
              <a:graphicFrameLocks noChangeAspect="1"/>
            </p:cNvGraphicFramePr>
            <p:nvPr/>
          </p:nvGraphicFramePr>
          <p:xfrm>
            <a:off x="5039" y="965"/>
            <a:ext cx="45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66065" imgH="92710" progId="Equation.3">
                    <p:embed/>
                  </p:oleObj>
                </mc:Choice>
                <mc:Fallback>
                  <p:oleObj r:id="rId4" imgW="266065" imgH="92710" progId="Equation.3">
                    <p:embed/>
                    <p:pic>
                      <p:nvPicPr>
                        <p:cNvPr id="11297" name="Object 13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39" y="965"/>
                          <a:ext cx="453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8" name="Object 14"/>
            <p:cNvGraphicFramePr>
              <a:graphicFrameLocks noChangeAspect="1"/>
            </p:cNvGraphicFramePr>
            <p:nvPr/>
          </p:nvGraphicFramePr>
          <p:xfrm>
            <a:off x="4921" y="1344"/>
            <a:ext cx="21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57785" imgH="92710" progId="Equation.3">
                    <p:embed/>
                  </p:oleObj>
                </mc:Choice>
                <mc:Fallback>
                  <p:oleObj r:id="rId6" imgW="57785" imgH="92710" progId="Equation.3">
                    <p:embed/>
                    <p:pic>
                      <p:nvPicPr>
                        <p:cNvPr id="11298" name="Object 14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21" y="1344"/>
                          <a:ext cx="216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9" name="Object 15"/>
            <p:cNvGraphicFramePr>
              <a:graphicFrameLocks noChangeAspect="1"/>
            </p:cNvGraphicFramePr>
            <p:nvPr/>
          </p:nvGraphicFramePr>
          <p:xfrm>
            <a:off x="4286" y="1117"/>
            <a:ext cx="193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7785" imgH="92710" progId="Equation.3">
                    <p:embed/>
                  </p:oleObj>
                </mc:Choice>
                <mc:Fallback>
                  <p:oleObj r:id="rId8" imgW="57785" imgH="92710" progId="Equation.3">
                    <p:embed/>
                    <p:pic>
                      <p:nvPicPr>
                        <p:cNvPr id="11299" name="Object 15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1117"/>
                          <a:ext cx="193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96" name="Group 16"/>
          <p:cNvGrpSpPr/>
          <p:nvPr/>
        </p:nvGrpSpPr>
        <p:grpSpPr>
          <a:xfrm>
            <a:off x="6588125" y="3860800"/>
            <a:ext cx="2249488" cy="2016125"/>
            <a:chOff x="4241" y="2251"/>
            <a:chExt cx="1326" cy="1224"/>
          </a:xfrm>
        </p:grpSpPr>
        <p:sp>
          <p:nvSpPr>
            <p:cNvPr id="11278" name="AutoShape 17"/>
            <p:cNvSpPr>
              <a:spLocks noChangeAspect="1" noTextEdit="1"/>
            </p:cNvSpPr>
            <p:nvPr/>
          </p:nvSpPr>
          <p:spPr>
            <a:xfrm>
              <a:off x="4241" y="2251"/>
              <a:ext cx="1326" cy="12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Rectangle 18"/>
            <p:cNvSpPr/>
            <p:nvPr/>
          </p:nvSpPr>
          <p:spPr>
            <a:xfrm>
              <a:off x="4286" y="3276"/>
              <a:ext cx="1225" cy="18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Subtraction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80" name="Line 19"/>
            <p:cNvSpPr/>
            <p:nvPr/>
          </p:nvSpPr>
          <p:spPr>
            <a:xfrm flipV="1">
              <a:off x="4596" y="2507"/>
              <a:ext cx="816" cy="271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20"/>
            <p:cNvSpPr/>
            <p:nvPr/>
          </p:nvSpPr>
          <p:spPr>
            <a:xfrm flipV="1">
              <a:off x="4603" y="2317"/>
              <a:ext cx="46" cy="454"/>
            </a:xfrm>
            <a:prstGeom prst="line">
              <a:avLst/>
            </a:prstGeom>
            <a:ln w="44450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21"/>
            <p:cNvSpPr/>
            <p:nvPr/>
          </p:nvSpPr>
          <p:spPr>
            <a:xfrm flipV="1">
              <a:off x="4558" y="2940"/>
              <a:ext cx="816" cy="27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Line 22"/>
            <p:cNvSpPr/>
            <p:nvPr/>
          </p:nvSpPr>
          <p:spPr>
            <a:xfrm flipV="1">
              <a:off x="5375" y="2498"/>
              <a:ext cx="46" cy="454"/>
            </a:xfrm>
            <a:prstGeom prst="line">
              <a:avLst/>
            </a:prstGeom>
            <a:ln w="15875" cap="flat" cmpd="sng">
              <a:solidFill>
                <a:srgbClr val="FF00FF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84" name="Object 23"/>
            <p:cNvGraphicFramePr>
              <a:graphicFrameLocks noChangeAspect="1"/>
            </p:cNvGraphicFramePr>
            <p:nvPr/>
          </p:nvGraphicFramePr>
          <p:xfrm>
            <a:off x="4980" y="2652"/>
            <a:ext cx="438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60350" imgH="92710" progId="Equation.3">
                    <p:embed/>
                  </p:oleObj>
                </mc:Choice>
                <mc:Fallback>
                  <p:oleObj r:id="rId10" imgW="260350" imgH="92710" progId="Equation.3">
                    <p:embed/>
                    <p:pic>
                      <p:nvPicPr>
                        <p:cNvPr id="11284" name="Object 2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80" y="2652"/>
                          <a:ext cx="438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Object 24"/>
            <p:cNvGraphicFramePr>
              <a:graphicFrameLocks noChangeAspect="1"/>
            </p:cNvGraphicFramePr>
            <p:nvPr/>
          </p:nvGraphicFramePr>
          <p:xfrm>
            <a:off x="5012" y="2341"/>
            <a:ext cx="21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7785" imgH="92710" progId="Equation.3">
                    <p:embed/>
                  </p:oleObj>
                </mc:Choice>
                <mc:Fallback>
                  <p:oleObj r:id="rId12" imgW="57785" imgH="92710" progId="Equation.3">
                    <p:embed/>
                    <p:pic>
                      <p:nvPicPr>
                        <p:cNvPr id="11285" name="Object 2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12" y="2341"/>
                          <a:ext cx="216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6" name="Object 25"/>
            <p:cNvGraphicFramePr>
              <a:graphicFrameLocks noChangeAspect="1"/>
            </p:cNvGraphicFramePr>
            <p:nvPr/>
          </p:nvGraphicFramePr>
          <p:xfrm>
            <a:off x="4422" y="2387"/>
            <a:ext cx="193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57785" imgH="92710" progId="Equation.3">
                    <p:embed/>
                  </p:oleObj>
                </mc:Choice>
                <mc:Fallback>
                  <p:oleObj r:id="rId14" imgW="57785" imgH="92710" progId="Equation.3">
                    <p:embed/>
                    <p:pic>
                      <p:nvPicPr>
                        <p:cNvPr id="11286" name="Object 2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2" y="2387"/>
                          <a:ext cx="193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7" name="Line 26"/>
            <p:cNvSpPr/>
            <p:nvPr/>
          </p:nvSpPr>
          <p:spPr>
            <a:xfrm rot="-10800000" flipV="1">
              <a:off x="4555" y="2773"/>
              <a:ext cx="46" cy="454"/>
            </a:xfrm>
            <a:prstGeom prst="line">
              <a:avLst/>
            </a:prstGeom>
            <a:ln w="44450" cap="flat" cmpd="sng">
              <a:solidFill>
                <a:srgbClr val="80008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27"/>
            <p:cNvSpPr/>
            <p:nvPr/>
          </p:nvSpPr>
          <p:spPr>
            <a:xfrm>
              <a:off x="4604" y="2786"/>
              <a:ext cx="771" cy="159"/>
            </a:xfrm>
            <a:prstGeom prst="line">
              <a:avLst/>
            </a:prstGeom>
            <a:ln w="38100" cap="flat" cmpd="sng">
              <a:solidFill>
                <a:srgbClr val="3366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89" name="Object 28"/>
            <p:cNvGraphicFramePr>
              <a:graphicFrameLocks noChangeAspect="1"/>
            </p:cNvGraphicFramePr>
            <p:nvPr/>
          </p:nvGraphicFramePr>
          <p:xfrm>
            <a:off x="4241" y="2840"/>
            <a:ext cx="32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44780" imgH="92710" progId="Equation.3">
                    <p:embed/>
                  </p:oleObj>
                </mc:Choice>
                <mc:Fallback>
                  <p:oleObj r:id="rId16" imgW="144780" imgH="92710" progId="Equation.3">
                    <p:embed/>
                    <p:pic>
                      <p:nvPicPr>
                        <p:cNvPr id="11289" name="Object 28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8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2840"/>
                          <a:ext cx="321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09" name="Group 29"/>
          <p:cNvGrpSpPr/>
          <p:nvPr/>
        </p:nvGrpSpPr>
        <p:grpSpPr>
          <a:xfrm>
            <a:off x="395288" y="4437063"/>
            <a:ext cx="4620408" cy="1114425"/>
            <a:chOff x="612" y="3413"/>
            <a:chExt cx="2139" cy="702"/>
          </a:xfrm>
        </p:grpSpPr>
        <p:sp>
          <p:nvSpPr>
            <p:cNvPr id="11276" name="Text Box 30"/>
            <p:cNvSpPr txBox="1"/>
            <p:nvPr/>
          </p:nvSpPr>
          <p:spPr>
            <a:xfrm>
              <a:off x="612" y="3413"/>
              <a:ext cx="917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Associative law</a:t>
              </a:r>
            </a:p>
          </p:txBody>
        </p:sp>
        <p:graphicFrame>
          <p:nvGraphicFramePr>
            <p:cNvPr id="11277" name="Object 31"/>
            <p:cNvGraphicFramePr>
              <a:graphicFrameLocks noChangeAspect="1"/>
            </p:cNvGraphicFramePr>
            <p:nvPr/>
          </p:nvGraphicFramePr>
          <p:xfrm>
            <a:off x="1384" y="3489"/>
            <a:ext cx="136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342390" imgH="127635" progId="Equation.DSMT4">
                    <p:embed/>
                  </p:oleObj>
                </mc:Choice>
                <mc:Fallback>
                  <p:oleObj r:id="rId18" imgW="1342390" imgH="127635" progId="Equation.DSMT4">
                    <p:embed/>
                    <p:pic>
                      <p:nvPicPr>
                        <p:cNvPr id="11277" name="Object 31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4" y="3489"/>
                          <a:ext cx="1367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12" name="Group 32"/>
          <p:cNvGrpSpPr/>
          <p:nvPr/>
        </p:nvGrpSpPr>
        <p:grpSpPr>
          <a:xfrm>
            <a:off x="468313" y="3068638"/>
            <a:ext cx="3532715" cy="1114425"/>
            <a:chOff x="612" y="2959"/>
            <a:chExt cx="1362" cy="702"/>
          </a:xfrm>
        </p:grpSpPr>
        <p:graphicFrame>
          <p:nvGraphicFramePr>
            <p:cNvPr id="11274" name="Object 33"/>
            <p:cNvGraphicFramePr>
              <a:graphicFrameLocks noChangeAspect="1"/>
            </p:cNvGraphicFramePr>
            <p:nvPr/>
          </p:nvGraphicFramePr>
          <p:xfrm>
            <a:off x="1362" y="3078"/>
            <a:ext cx="61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717550" imgH="92710" progId="Equation.DSMT4">
                    <p:embed/>
                  </p:oleObj>
                </mc:Choice>
                <mc:Fallback>
                  <p:oleObj r:id="rId20" imgW="717550" imgH="92710" progId="Equation.DSMT4">
                    <p:embed/>
                    <p:pic>
                      <p:nvPicPr>
                        <p:cNvPr id="11274" name="Object 33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62" y="3078"/>
                          <a:ext cx="612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5" name="Text Box 34"/>
            <p:cNvSpPr txBox="1"/>
            <p:nvPr/>
          </p:nvSpPr>
          <p:spPr>
            <a:xfrm>
              <a:off x="612" y="2959"/>
              <a:ext cx="917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Commutative law</a:t>
              </a:r>
            </a:p>
          </p:txBody>
        </p:sp>
      </p:grpSp>
      <p:sp>
        <p:nvSpPr>
          <p:cNvPr id="37" name="矩形 36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/>
          <p:nvPr/>
        </p:nvSpPr>
        <p:spPr>
          <a:xfrm>
            <a:off x="250825" y="620713"/>
            <a:ext cx="5329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 vector multiplied by a scalar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50825" y="1997075"/>
            <a:ext cx="51133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1" lang="en-US" altLang="zh-CN" sz="24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Scalar product (dot product)</a:t>
            </a: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187450" y="1341438"/>
          <a:ext cx="30654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77315" imgH="161925" progId="Equation.DSMT4">
                  <p:embed/>
                </p:oleObj>
              </mc:Choice>
              <mc:Fallback>
                <p:oleObj r:id="rId2" imgW="1377315" imgH="161925" progId="Equation.DSMT4">
                  <p:embed/>
                  <p:pic>
                    <p:nvPicPr>
                      <p:cNvPr id="21508" name="Object 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1341438"/>
                        <a:ext cx="3065463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042988" y="2565400"/>
          <a:ext cx="48244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37080" imgH="144780" progId="Equation.DSMT4">
                  <p:embed/>
                </p:oleObj>
              </mc:Choice>
              <mc:Fallback>
                <p:oleObj r:id="rId4" imgW="2037080" imgH="144780" progId="Equation.DSMT4">
                  <p:embed/>
                  <p:pic>
                    <p:nvPicPr>
                      <p:cNvPr id="21509" name="Object 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2565400"/>
                        <a:ext cx="4824412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042988" y="3238500"/>
          <a:ext cx="15478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13410" imgH="86995" progId="Equation.DSMT4">
                  <p:embed/>
                </p:oleObj>
              </mc:Choice>
              <mc:Fallback>
                <p:oleObj r:id="rId6" imgW="613410" imgH="86995" progId="Equation.DSMT4">
                  <p:embed/>
                  <p:pic>
                    <p:nvPicPr>
                      <p:cNvPr id="21510" name="Object 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3238500"/>
                        <a:ext cx="1547812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7"/>
          <p:cNvSpPr txBox="1"/>
          <p:nvPr/>
        </p:nvSpPr>
        <p:spPr>
          <a:xfrm>
            <a:off x="2574925" y="3213100"/>
            <a:ext cx="4589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——Commutative law</a:t>
            </a:r>
          </a:p>
        </p:txBody>
      </p:sp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1116013" y="5229225"/>
          <a:ext cx="35290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08100" imgH="127635" progId="Equation.DSMT4">
                  <p:embed/>
                </p:oleObj>
              </mc:Choice>
              <mc:Fallback>
                <p:oleObj r:id="rId8" imgW="1308100" imgH="127635" progId="Equation.DSMT4">
                  <p:embed/>
                  <p:pic>
                    <p:nvPicPr>
                      <p:cNvPr id="21512" name="Object 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5229225"/>
                        <a:ext cx="3529012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1116013" y="4572000"/>
          <a:ext cx="361156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342390" imgH="127635" progId="Equation.DSMT4">
                  <p:embed/>
                </p:oleObj>
              </mc:Choice>
              <mc:Fallback>
                <p:oleObj r:id="rId10" imgW="1342390" imgH="127635" progId="Equation.DSMT4">
                  <p:embed/>
                  <p:pic>
                    <p:nvPicPr>
                      <p:cNvPr id="21513" name="Object 9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4572000"/>
                        <a:ext cx="3611562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4" name="Group 10"/>
          <p:cNvGrpSpPr/>
          <p:nvPr/>
        </p:nvGrpSpPr>
        <p:grpSpPr>
          <a:xfrm>
            <a:off x="6300788" y="1485900"/>
            <a:ext cx="2355850" cy="2014538"/>
            <a:chOff x="4276" y="890"/>
            <a:chExt cx="1484" cy="1269"/>
          </a:xfrm>
        </p:grpSpPr>
        <p:sp>
          <p:nvSpPr>
            <p:cNvPr id="12308" name="AutoShape 11"/>
            <p:cNvSpPr>
              <a:spLocks noChangeAspect="1" noTextEdit="1"/>
            </p:cNvSpPr>
            <p:nvPr/>
          </p:nvSpPr>
          <p:spPr>
            <a:xfrm>
              <a:off x="4276" y="890"/>
              <a:ext cx="1484" cy="1269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12"/>
            <p:cNvSpPr/>
            <p:nvPr/>
          </p:nvSpPr>
          <p:spPr>
            <a:xfrm flipV="1">
              <a:off x="4632" y="1275"/>
              <a:ext cx="913" cy="281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Line 13"/>
            <p:cNvSpPr/>
            <p:nvPr/>
          </p:nvSpPr>
          <p:spPr>
            <a:xfrm flipV="1">
              <a:off x="4640" y="1078"/>
              <a:ext cx="51" cy="470"/>
            </a:xfrm>
            <a:prstGeom prst="line">
              <a:avLst/>
            </a:prstGeom>
            <a:ln w="44450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11" name="Object 14"/>
            <p:cNvGraphicFramePr>
              <a:graphicFrameLocks noChangeAspect="1"/>
            </p:cNvGraphicFramePr>
            <p:nvPr/>
          </p:nvGraphicFramePr>
          <p:xfrm>
            <a:off x="5148" y="1386"/>
            <a:ext cx="24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7785" imgH="92710" progId="Equation.3">
                    <p:embed/>
                  </p:oleObj>
                </mc:Choice>
                <mc:Fallback>
                  <p:oleObj r:id="rId12" imgW="57785" imgH="92710" progId="Equation.3">
                    <p:embed/>
                    <p:pic>
                      <p:nvPicPr>
                        <p:cNvPr id="12311" name="Object 1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48" y="1386"/>
                          <a:ext cx="242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2" name="Object 15"/>
            <p:cNvGraphicFramePr>
              <a:graphicFrameLocks noChangeAspect="1"/>
            </p:cNvGraphicFramePr>
            <p:nvPr/>
          </p:nvGraphicFramePr>
          <p:xfrm>
            <a:off x="4437" y="1150"/>
            <a:ext cx="21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57785" imgH="92710" progId="Equation.3">
                    <p:embed/>
                  </p:oleObj>
                </mc:Choice>
                <mc:Fallback>
                  <p:oleObj r:id="rId14" imgW="57785" imgH="92710" progId="Equation.3">
                    <p:embed/>
                    <p:pic>
                      <p:nvPicPr>
                        <p:cNvPr id="12312" name="Object 1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37" y="1150"/>
                          <a:ext cx="216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3" name="Rectangle 16"/>
            <p:cNvSpPr/>
            <p:nvPr/>
          </p:nvSpPr>
          <p:spPr>
            <a:xfrm>
              <a:off x="4742" y="1280"/>
              <a:ext cx="8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000FF"/>
                  </a:solidFill>
                  <a:latin typeface="Symbol" panose="05050102010706020507" pitchFamily="18" charset="2"/>
                </a:rPr>
                <a:t>q</a:t>
              </a:r>
              <a:endParaRPr lang="en-US" altLang="zh-CN" sz="2800"/>
            </a:p>
          </p:txBody>
        </p:sp>
        <p:sp>
          <p:nvSpPr>
            <p:cNvPr id="12314" name="Freeform 17"/>
            <p:cNvSpPr/>
            <p:nvPr/>
          </p:nvSpPr>
          <p:spPr>
            <a:xfrm>
              <a:off x="4659" y="1408"/>
              <a:ext cx="134" cy="9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0" b="0"/>
              <a:pathLst>
                <a:path w="229" h="143">
                  <a:moveTo>
                    <a:pt x="0" y="6"/>
                  </a:moveTo>
                  <a:lnTo>
                    <a:pt x="11" y="4"/>
                  </a:lnTo>
                  <a:lnTo>
                    <a:pt x="22" y="1"/>
                  </a:lnTo>
                  <a:lnTo>
                    <a:pt x="33" y="0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0"/>
                  </a:lnTo>
                  <a:lnTo>
                    <a:pt x="80" y="3"/>
                  </a:lnTo>
                  <a:lnTo>
                    <a:pt x="85" y="4"/>
                  </a:lnTo>
                  <a:lnTo>
                    <a:pt x="91" y="6"/>
                  </a:lnTo>
                  <a:lnTo>
                    <a:pt x="97" y="9"/>
                  </a:lnTo>
                  <a:lnTo>
                    <a:pt x="104" y="11"/>
                  </a:lnTo>
                  <a:lnTo>
                    <a:pt x="108" y="14"/>
                  </a:lnTo>
                  <a:lnTo>
                    <a:pt x="115" y="19"/>
                  </a:lnTo>
                  <a:lnTo>
                    <a:pt x="127" y="26"/>
                  </a:lnTo>
                  <a:lnTo>
                    <a:pt x="140" y="36"/>
                  </a:lnTo>
                  <a:lnTo>
                    <a:pt x="152" y="45"/>
                  </a:lnTo>
                  <a:lnTo>
                    <a:pt x="163" y="56"/>
                  </a:lnTo>
                  <a:lnTo>
                    <a:pt x="174" y="66"/>
                  </a:lnTo>
                  <a:lnTo>
                    <a:pt x="184" y="74"/>
                  </a:lnTo>
                  <a:lnTo>
                    <a:pt x="192" y="83"/>
                  </a:lnTo>
                  <a:lnTo>
                    <a:pt x="198" y="91"/>
                  </a:lnTo>
                  <a:lnTo>
                    <a:pt x="204" y="100"/>
                  </a:lnTo>
                  <a:lnTo>
                    <a:pt x="211" y="108"/>
                  </a:lnTo>
                  <a:lnTo>
                    <a:pt x="215" y="118"/>
                  </a:lnTo>
                  <a:lnTo>
                    <a:pt x="220" y="126"/>
                  </a:lnTo>
                  <a:lnTo>
                    <a:pt x="229" y="143"/>
                  </a:lnTo>
                </a:path>
              </a:pathLst>
            </a:custGeom>
            <a:noFill/>
            <a:ln w="142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15" name="Group 18"/>
            <p:cNvGrpSpPr/>
            <p:nvPr/>
          </p:nvGrpSpPr>
          <p:grpSpPr>
            <a:xfrm>
              <a:off x="4296" y="1842"/>
              <a:ext cx="1464" cy="231"/>
              <a:chOff x="4296" y="1842"/>
              <a:chExt cx="1464" cy="231"/>
            </a:xfrm>
          </p:grpSpPr>
          <p:sp>
            <p:nvSpPr>
              <p:cNvPr id="12316" name="Rectangle 19"/>
              <p:cNvSpPr/>
              <p:nvPr/>
            </p:nvSpPr>
            <p:spPr>
              <a:xfrm>
                <a:off x="4296" y="1842"/>
                <a:ext cx="146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ngle</a:t>
                </a:r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</a:t>
                </a:r>
              </a:p>
            </p:txBody>
          </p:sp>
          <p:graphicFrame>
            <p:nvGraphicFramePr>
              <p:cNvPr id="12317" name="Object 20"/>
              <p:cNvGraphicFramePr/>
              <p:nvPr/>
            </p:nvGraphicFramePr>
            <p:xfrm>
              <a:off x="4633" y="1852"/>
              <a:ext cx="19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57785" imgH="92710" progId="Equation.3">
                      <p:embed/>
                    </p:oleObj>
                  </mc:Choice>
                  <mc:Fallback>
                    <p:oleObj r:id="rId16" imgW="57785" imgH="92710" progId="Equation.3">
                      <p:embed/>
                      <p:pic>
                        <p:nvPicPr>
                          <p:cNvPr id="12317" name="Object 20"/>
                          <p:cNvPicPr/>
                          <p:nvPr/>
                        </p:nvPicPr>
                        <p:blipFill>
                          <a:blip r:embed="rId17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33" y="1852"/>
                            <a:ext cx="193" cy="2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8" name="Object 21"/>
              <p:cNvGraphicFramePr/>
              <p:nvPr/>
            </p:nvGraphicFramePr>
            <p:xfrm>
              <a:off x="4950" y="1852"/>
              <a:ext cx="19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57785" imgH="92710" progId="Equation.3">
                      <p:embed/>
                    </p:oleObj>
                  </mc:Choice>
                  <mc:Fallback>
                    <p:oleObj r:id="rId18" imgW="57785" imgH="92710" progId="Equation.3">
                      <p:embed/>
                      <p:pic>
                        <p:nvPicPr>
                          <p:cNvPr id="12318" name="Object 21"/>
                          <p:cNvPicPr/>
                          <p:nvPr/>
                        </p:nvPicPr>
                        <p:blipFill>
                          <a:blip r:embed="rId19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50" y="1852"/>
                            <a:ext cx="193" cy="2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1526" name="Group 22"/>
          <p:cNvGrpSpPr/>
          <p:nvPr/>
        </p:nvGrpSpPr>
        <p:grpSpPr>
          <a:xfrm>
            <a:off x="1042988" y="3933825"/>
            <a:ext cx="2560637" cy="425450"/>
            <a:chOff x="1086" y="2478"/>
            <a:chExt cx="1613" cy="268"/>
          </a:xfrm>
        </p:grpSpPr>
        <p:graphicFrame>
          <p:nvGraphicFramePr>
            <p:cNvPr id="12305" name="Object 23"/>
            <p:cNvGraphicFramePr>
              <a:graphicFrameLocks noChangeAspect="1"/>
            </p:cNvGraphicFramePr>
            <p:nvPr/>
          </p:nvGraphicFramePr>
          <p:xfrm>
            <a:off x="1086" y="2506"/>
            <a:ext cx="44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31775" imgH="86995" progId="Equation.DSMT4">
                    <p:embed/>
                  </p:oleObj>
                </mc:Choice>
                <mc:Fallback>
                  <p:oleObj r:id="rId20" imgW="231775" imgH="86995" progId="Equation.DSMT4">
                    <p:embed/>
                    <p:pic>
                      <p:nvPicPr>
                        <p:cNvPr id="12305" name="Object 23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86" y="2506"/>
                          <a:ext cx="44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24"/>
            <p:cNvGraphicFramePr>
              <a:graphicFrameLocks noChangeAspect="1"/>
            </p:cNvGraphicFramePr>
            <p:nvPr/>
          </p:nvGraphicFramePr>
          <p:xfrm>
            <a:off x="1989" y="2478"/>
            <a:ext cx="71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422275" imgH="86995" progId="Equation.DSMT4">
                    <p:embed/>
                  </p:oleObj>
                </mc:Choice>
                <mc:Fallback>
                  <p:oleObj r:id="rId22" imgW="422275" imgH="86995" progId="Equation.DSMT4">
                    <p:embed/>
                    <p:pic>
                      <p:nvPicPr>
                        <p:cNvPr id="12306" name="Object 24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89" y="2478"/>
                          <a:ext cx="71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AutoShape 25"/>
            <p:cNvSpPr/>
            <p:nvPr/>
          </p:nvSpPr>
          <p:spPr>
            <a:xfrm>
              <a:off x="1565" y="2568"/>
              <a:ext cx="409" cy="136"/>
            </a:xfrm>
            <a:prstGeom prst="rightArrow">
              <a:avLst>
                <a:gd name="adj1" fmla="val 50000"/>
                <a:gd name="adj2" fmla="val 75183"/>
              </a:avLst>
            </a:prstGeom>
            <a:solidFill>
              <a:srgbClr val="FFCC99">
                <a:alpha val="98822"/>
              </a:srgbClr>
            </a:solidFill>
            <a:ln w="2222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1530" name="Group 26"/>
          <p:cNvGrpSpPr/>
          <p:nvPr/>
        </p:nvGrpSpPr>
        <p:grpSpPr>
          <a:xfrm>
            <a:off x="4222750" y="3933825"/>
            <a:ext cx="2725738" cy="430213"/>
            <a:chOff x="2977" y="2480"/>
            <a:chExt cx="1717" cy="271"/>
          </a:xfrm>
        </p:grpSpPr>
        <p:graphicFrame>
          <p:nvGraphicFramePr>
            <p:cNvPr id="12302" name="Object 27"/>
            <p:cNvGraphicFramePr>
              <a:graphicFrameLocks noChangeAspect="1"/>
            </p:cNvGraphicFramePr>
            <p:nvPr/>
          </p:nvGraphicFramePr>
          <p:xfrm>
            <a:off x="2977" y="2480"/>
            <a:ext cx="40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60350" imgH="109855" progId="Equation.DSMT4">
                    <p:embed/>
                  </p:oleObj>
                </mc:Choice>
                <mc:Fallback>
                  <p:oleObj r:id="rId24" imgW="260350" imgH="109855" progId="Equation.DSMT4">
                    <p:embed/>
                    <p:pic>
                      <p:nvPicPr>
                        <p:cNvPr id="12302" name="Object 27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7" y="2480"/>
                          <a:ext cx="402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Object 28"/>
            <p:cNvGraphicFramePr>
              <a:graphicFrameLocks noChangeAspect="1"/>
            </p:cNvGraphicFramePr>
            <p:nvPr/>
          </p:nvGraphicFramePr>
          <p:xfrm>
            <a:off x="3805" y="2496"/>
            <a:ext cx="88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544195" imgH="86995" progId="Equation.DSMT4">
                    <p:embed/>
                  </p:oleObj>
                </mc:Choice>
                <mc:Fallback>
                  <p:oleObj r:id="rId26" imgW="544195" imgH="86995" progId="Equation.DSMT4">
                    <p:embed/>
                    <p:pic>
                      <p:nvPicPr>
                        <p:cNvPr id="12303" name="Object 28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05" y="2496"/>
                          <a:ext cx="889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4" name="AutoShape 29"/>
            <p:cNvSpPr/>
            <p:nvPr/>
          </p:nvSpPr>
          <p:spPr>
            <a:xfrm>
              <a:off x="3424" y="2568"/>
              <a:ext cx="409" cy="136"/>
            </a:xfrm>
            <a:prstGeom prst="rightArrow">
              <a:avLst>
                <a:gd name="adj1" fmla="val 50000"/>
                <a:gd name="adj2" fmla="val 75183"/>
              </a:avLst>
            </a:prstGeom>
            <a:solidFill>
              <a:srgbClr val="FFCC99">
                <a:alpha val="98822"/>
              </a:srgbClr>
            </a:solidFill>
            <a:ln w="2222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2" name="矩形 31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15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/>
          <p:nvPr/>
        </p:nvSpPr>
        <p:spPr>
          <a:xfrm>
            <a:off x="250825" y="620713"/>
            <a:ext cx="59769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Vector product (cross product)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195638" y="1246188"/>
          <a:ext cx="23844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55040" imgH="144780" progId="Equation.DSMT4">
                  <p:embed/>
                </p:oleObj>
              </mc:Choice>
              <mc:Fallback>
                <p:oleObj r:id="rId2" imgW="955040" imgH="144780" progId="Equation.DSMT4">
                  <p:embed/>
                  <p:pic>
                    <p:nvPicPr>
                      <p:cNvPr id="22531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95638" y="1246188"/>
                        <a:ext cx="238442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082675" y="2249488"/>
          <a:ext cx="75215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21685" imgH="161925" progId="Equation.DSMT4">
                  <p:embed/>
                </p:oleObj>
              </mc:Choice>
              <mc:Fallback>
                <p:oleObj r:id="rId4" imgW="3321685" imgH="161925" progId="Equation.DSMT4">
                  <p:embed/>
                  <p:pic>
                    <p:nvPicPr>
                      <p:cNvPr id="22532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82675" y="2249488"/>
                        <a:ext cx="7521575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1547813" y="3141663"/>
          <a:ext cx="2673350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34110" imgH="578485" progId="Equation.DSMT4">
                  <p:embed/>
                </p:oleObj>
              </mc:Choice>
              <mc:Fallback>
                <p:oleObj r:id="rId6" imgW="1134110" imgH="578485" progId="Equation.DSMT4">
                  <p:embed/>
                  <p:pic>
                    <p:nvPicPr>
                      <p:cNvPr id="22533" name="Object 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3141663"/>
                        <a:ext cx="2673350" cy="1476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1476375" y="4791075"/>
          <a:ext cx="20161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69620" imgH="92710" progId="Equation.DSMT4">
                  <p:embed/>
                </p:oleObj>
              </mc:Choice>
              <mc:Fallback>
                <p:oleObj r:id="rId8" imgW="769620" imgH="92710" progId="Equation.DSMT4">
                  <p:embed/>
                  <p:pic>
                    <p:nvPicPr>
                      <p:cNvPr id="22534" name="Object 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4791075"/>
                        <a:ext cx="20161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35" name="Group 7"/>
          <p:cNvGrpSpPr/>
          <p:nvPr/>
        </p:nvGrpSpPr>
        <p:grpSpPr>
          <a:xfrm>
            <a:off x="5508625" y="3284538"/>
            <a:ext cx="2881313" cy="2376487"/>
            <a:chOff x="3606" y="2206"/>
            <a:chExt cx="1633" cy="1406"/>
          </a:xfrm>
        </p:grpSpPr>
        <p:sp>
          <p:nvSpPr>
            <p:cNvPr id="13328" name="Rectangle 8"/>
            <p:cNvSpPr/>
            <p:nvPr/>
          </p:nvSpPr>
          <p:spPr>
            <a:xfrm>
              <a:off x="3606" y="2206"/>
              <a:ext cx="1633" cy="140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212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29" name="Freeform 9"/>
            <p:cNvSpPr/>
            <p:nvPr/>
          </p:nvSpPr>
          <p:spPr>
            <a:xfrm>
              <a:off x="3800" y="2958"/>
              <a:ext cx="1101" cy="186"/>
            </a:xfrm>
            <a:custGeom>
              <a:avLst/>
              <a:gdLst/>
              <a:ahLst/>
              <a:cxnLst>
                <a:cxn ang="0">
                  <a:pos x="275" y="0"/>
                </a:cxn>
                <a:cxn ang="0">
                  <a:pos x="0" y="186"/>
                </a:cxn>
                <a:cxn ang="0">
                  <a:pos x="825" y="186"/>
                </a:cxn>
                <a:cxn ang="0">
                  <a:pos x="1101" y="0"/>
                </a:cxn>
                <a:cxn ang="0">
                  <a:pos x="275" y="0"/>
                </a:cxn>
              </a:cxnLst>
              <a:rect l="0" t="0" r="0" b="0"/>
              <a:pathLst>
                <a:path w="1101" h="186">
                  <a:moveTo>
                    <a:pt x="275" y="0"/>
                  </a:moveTo>
                  <a:lnTo>
                    <a:pt x="0" y="186"/>
                  </a:lnTo>
                  <a:lnTo>
                    <a:pt x="825" y="186"/>
                  </a:lnTo>
                  <a:lnTo>
                    <a:pt x="1101" y="0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D9ADB7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Freeform 10"/>
            <p:cNvSpPr/>
            <p:nvPr/>
          </p:nvSpPr>
          <p:spPr>
            <a:xfrm>
              <a:off x="4043" y="2795"/>
              <a:ext cx="1100" cy="185"/>
            </a:xfrm>
            <a:custGeom>
              <a:avLst/>
              <a:gdLst/>
              <a:ahLst/>
              <a:cxnLst>
                <a:cxn ang="0">
                  <a:pos x="274" y="0"/>
                </a:cxn>
                <a:cxn ang="0">
                  <a:pos x="0" y="185"/>
                </a:cxn>
                <a:cxn ang="0">
                  <a:pos x="825" y="185"/>
                </a:cxn>
                <a:cxn ang="0">
                  <a:pos x="1100" y="0"/>
                </a:cxn>
                <a:cxn ang="0">
                  <a:pos x="274" y="0"/>
                </a:cxn>
              </a:cxnLst>
              <a:rect l="0" t="0" r="0" b="0"/>
              <a:pathLst>
                <a:path w="1100" h="185">
                  <a:moveTo>
                    <a:pt x="274" y="0"/>
                  </a:moveTo>
                  <a:lnTo>
                    <a:pt x="0" y="185"/>
                  </a:lnTo>
                  <a:lnTo>
                    <a:pt x="825" y="185"/>
                  </a:lnTo>
                  <a:lnTo>
                    <a:pt x="1100" y="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9ADB7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Freeform 11"/>
            <p:cNvSpPr/>
            <p:nvPr/>
          </p:nvSpPr>
          <p:spPr>
            <a:xfrm>
              <a:off x="3912" y="3072"/>
              <a:ext cx="110" cy="6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1" y="4"/>
                </a:cxn>
                <a:cxn ang="0">
                  <a:pos x="21" y="2"/>
                </a:cxn>
                <a:cxn ang="0">
                  <a:pos x="31" y="0"/>
                </a:cxn>
                <a:cxn ang="0">
                  <a:pos x="41" y="0"/>
                </a:cxn>
                <a:cxn ang="0">
                  <a:pos x="51" y="0"/>
                </a:cxn>
                <a:cxn ang="0">
                  <a:pos x="59" y="0"/>
                </a:cxn>
                <a:cxn ang="0">
                  <a:pos x="66" y="3"/>
                </a:cxn>
                <a:cxn ang="0">
                  <a:pos x="70" y="4"/>
                </a:cxn>
                <a:cxn ang="0">
                  <a:pos x="74" y="5"/>
                </a:cxn>
                <a:cxn ang="0">
                  <a:pos x="78" y="8"/>
                </a:cxn>
                <a:cxn ang="0">
                  <a:pos x="81" y="9"/>
                </a:cxn>
                <a:cxn ang="0">
                  <a:pos x="86" y="16"/>
                </a:cxn>
                <a:cxn ang="0">
                  <a:pos x="91" y="22"/>
                </a:cxn>
                <a:cxn ang="0">
                  <a:pos x="96" y="29"/>
                </a:cxn>
                <a:cxn ang="0">
                  <a:pos x="100" y="37"/>
                </a:cxn>
                <a:cxn ang="0">
                  <a:pos x="104" y="46"/>
                </a:cxn>
                <a:cxn ang="0">
                  <a:pos x="108" y="55"/>
                </a:cxn>
                <a:cxn ang="0">
                  <a:pos x="110" y="64"/>
                </a:cxn>
              </a:cxnLst>
              <a:rect l="0" t="0" r="0" b="0"/>
              <a:pathLst>
                <a:path w="110" h="64">
                  <a:moveTo>
                    <a:pt x="0" y="5"/>
                  </a:moveTo>
                  <a:lnTo>
                    <a:pt x="11" y="4"/>
                  </a:lnTo>
                  <a:lnTo>
                    <a:pt x="21" y="2"/>
                  </a:lnTo>
                  <a:lnTo>
                    <a:pt x="31" y="0"/>
                  </a:lnTo>
                  <a:lnTo>
                    <a:pt x="41" y="0"/>
                  </a:lnTo>
                  <a:lnTo>
                    <a:pt x="51" y="0"/>
                  </a:lnTo>
                  <a:lnTo>
                    <a:pt x="59" y="0"/>
                  </a:lnTo>
                  <a:lnTo>
                    <a:pt x="66" y="3"/>
                  </a:lnTo>
                  <a:lnTo>
                    <a:pt x="70" y="4"/>
                  </a:lnTo>
                  <a:lnTo>
                    <a:pt x="74" y="5"/>
                  </a:lnTo>
                  <a:lnTo>
                    <a:pt x="78" y="8"/>
                  </a:lnTo>
                  <a:lnTo>
                    <a:pt x="81" y="9"/>
                  </a:lnTo>
                  <a:lnTo>
                    <a:pt x="86" y="16"/>
                  </a:lnTo>
                  <a:lnTo>
                    <a:pt x="91" y="22"/>
                  </a:lnTo>
                  <a:lnTo>
                    <a:pt x="96" y="29"/>
                  </a:lnTo>
                  <a:lnTo>
                    <a:pt x="100" y="37"/>
                  </a:lnTo>
                  <a:lnTo>
                    <a:pt x="104" y="46"/>
                  </a:lnTo>
                  <a:lnTo>
                    <a:pt x="108" y="55"/>
                  </a:lnTo>
                  <a:lnTo>
                    <a:pt x="110" y="64"/>
                  </a:lnTo>
                </a:path>
              </a:pathLst>
            </a:custGeom>
            <a:noFill/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Rectangle 12"/>
            <p:cNvSpPr/>
            <p:nvPr/>
          </p:nvSpPr>
          <p:spPr>
            <a:xfrm>
              <a:off x="4032" y="2982"/>
              <a:ext cx="63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700" i="1">
                  <a:solidFill>
                    <a:srgbClr val="0000FF"/>
                  </a:solidFill>
                  <a:latin typeface="Symbol" panose="05050102010706020507" pitchFamily="18" charset="2"/>
                </a:rPr>
                <a:t>q</a:t>
              </a:r>
              <a:endParaRPr lang="en-US" altLang="zh-CN" sz="2800"/>
            </a:p>
          </p:txBody>
        </p:sp>
        <p:sp>
          <p:nvSpPr>
            <p:cNvPr id="13333" name="Rectangle 13"/>
            <p:cNvSpPr/>
            <p:nvPr/>
          </p:nvSpPr>
          <p:spPr>
            <a:xfrm>
              <a:off x="4535" y="2852"/>
              <a:ext cx="143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sin</a:t>
              </a:r>
              <a:endParaRPr lang="en-US" altLang="zh-CN" sz="2800"/>
            </a:p>
          </p:txBody>
        </p:sp>
        <p:sp>
          <p:nvSpPr>
            <p:cNvPr id="13334" name="Rectangle 14"/>
            <p:cNvSpPr/>
            <p:nvPr/>
          </p:nvSpPr>
          <p:spPr>
            <a:xfrm>
              <a:off x="4340" y="2852"/>
              <a:ext cx="150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2800"/>
            </a:p>
          </p:txBody>
        </p:sp>
        <p:sp>
          <p:nvSpPr>
            <p:cNvPr id="13335" name="Rectangle 15"/>
            <p:cNvSpPr/>
            <p:nvPr/>
          </p:nvSpPr>
          <p:spPr>
            <a:xfrm>
              <a:off x="4716" y="2864"/>
              <a:ext cx="64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7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 sz="2800"/>
            </a:p>
          </p:txBody>
        </p:sp>
        <p:sp>
          <p:nvSpPr>
            <p:cNvPr id="13336" name="Line 16"/>
            <p:cNvSpPr/>
            <p:nvPr/>
          </p:nvSpPr>
          <p:spPr>
            <a:xfrm>
              <a:off x="3833" y="3158"/>
              <a:ext cx="81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17"/>
            <p:cNvSpPr>
              <a:spLocks noChangeAspect="1"/>
            </p:cNvSpPr>
            <p:nvPr/>
          </p:nvSpPr>
          <p:spPr>
            <a:xfrm flipV="1">
              <a:off x="3827" y="2782"/>
              <a:ext cx="517" cy="363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18"/>
            <p:cNvSpPr/>
            <p:nvPr/>
          </p:nvSpPr>
          <p:spPr>
            <a:xfrm>
              <a:off x="4308" y="2795"/>
              <a:ext cx="816" cy="0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19"/>
            <p:cNvSpPr/>
            <p:nvPr/>
          </p:nvSpPr>
          <p:spPr>
            <a:xfrm flipV="1">
              <a:off x="3833" y="2296"/>
              <a:ext cx="0" cy="862"/>
            </a:xfrm>
            <a:prstGeom prst="line">
              <a:avLst/>
            </a:prstGeom>
            <a:ln w="38100" cap="flat" cmpd="sng">
              <a:solidFill>
                <a:srgbClr val="80008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20"/>
            <p:cNvSpPr>
              <a:spLocks noChangeAspect="1"/>
            </p:cNvSpPr>
            <p:nvPr/>
          </p:nvSpPr>
          <p:spPr>
            <a:xfrm flipV="1">
              <a:off x="4610" y="2795"/>
              <a:ext cx="517" cy="363"/>
            </a:xfrm>
            <a:prstGeom prst="line">
              <a:avLst/>
            </a:prstGeom>
            <a:ln w="15875" cap="flat" cmpd="sng">
              <a:solidFill>
                <a:srgbClr val="FF00FF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41" name="Object 21"/>
            <p:cNvGraphicFramePr>
              <a:graphicFrameLocks noChangeAspect="1"/>
            </p:cNvGraphicFramePr>
            <p:nvPr/>
          </p:nvGraphicFramePr>
          <p:xfrm>
            <a:off x="3878" y="2251"/>
            <a:ext cx="39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48920" imgH="92710" progId="Equation.3">
                    <p:embed/>
                  </p:oleObj>
                </mc:Choice>
                <mc:Fallback>
                  <p:oleObj r:id="rId10" imgW="248920" imgH="92710" progId="Equation.3">
                    <p:embed/>
                    <p:pic>
                      <p:nvPicPr>
                        <p:cNvPr id="13341" name="Object 21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800000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78" y="2251"/>
                          <a:ext cx="398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22"/>
            <p:cNvGraphicFramePr>
              <a:graphicFrameLocks noChangeAspect="1"/>
            </p:cNvGraphicFramePr>
            <p:nvPr/>
          </p:nvGraphicFramePr>
          <p:xfrm>
            <a:off x="4014" y="2659"/>
            <a:ext cx="19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7785" imgH="92710" progId="Equation.3">
                    <p:embed/>
                  </p:oleObj>
                </mc:Choice>
                <mc:Fallback>
                  <p:oleObj r:id="rId12" imgW="57785" imgH="92710" progId="Equation.3">
                    <p:embed/>
                    <p:pic>
                      <p:nvPicPr>
                        <p:cNvPr id="13342" name="Object 22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14" y="2659"/>
                          <a:ext cx="194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3" name="Object 23"/>
            <p:cNvGraphicFramePr>
              <a:graphicFrameLocks noChangeAspect="1"/>
            </p:cNvGraphicFramePr>
            <p:nvPr/>
          </p:nvGraphicFramePr>
          <p:xfrm>
            <a:off x="4286" y="3158"/>
            <a:ext cx="16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57785" imgH="92710" progId="Equation.3">
                    <p:embed/>
                  </p:oleObj>
                </mc:Choice>
                <mc:Fallback>
                  <p:oleObj r:id="rId14" imgW="57785" imgH="92710" progId="Equation.3">
                    <p:embed/>
                    <p:pic>
                      <p:nvPicPr>
                        <p:cNvPr id="13343" name="Object 23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3158"/>
                          <a:ext cx="165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44" name="Group 24"/>
            <p:cNvGrpSpPr/>
            <p:nvPr/>
          </p:nvGrpSpPr>
          <p:grpSpPr>
            <a:xfrm>
              <a:off x="3787" y="3362"/>
              <a:ext cx="1270" cy="204"/>
              <a:chOff x="3787" y="3362"/>
              <a:chExt cx="1270" cy="204"/>
            </a:xfrm>
          </p:grpSpPr>
          <p:sp>
            <p:nvSpPr>
              <p:cNvPr id="13345" name="Rectangle 25"/>
              <p:cNvSpPr/>
              <p:nvPr/>
            </p:nvSpPr>
            <p:spPr>
              <a:xfrm>
                <a:off x="3787" y="3412"/>
                <a:ext cx="1270" cy="1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        X</a:t>
                </a:r>
              </a:p>
            </p:txBody>
          </p:sp>
          <p:graphicFrame>
            <p:nvGraphicFramePr>
              <p:cNvPr id="13346" name="Object 26"/>
              <p:cNvGraphicFramePr/>
              <p:nvPr/>
            </p:nvGraphicFramePr>
            <p:xfrm>
              <a:off x="4128" y="3362"/>
              <a:ext cx="159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57785" imgH="92710" progId="Equation.3">
                      <p:embed/>
                    </p:oleObj>
                  </mc:Choice>
                  <mc:Fallback>
                    <p:oleObj r:id="rId16" imgW="57785" imgH="92710" progId="Equation.3">
                      <p:embed/>
                      <p:pic>
                        <p:nvPicPr>
                          <p:cNvPr id="13346" name="Object 26"/>
                          <p:cNvPicPr/>
                          <p:nvPr/>
                        </p:nvPicPr>
                        <p:blipFill>
                          <a:blip r:embed="rId17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28" y="3362"/>
                            <a:ext cx="159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47" name="Object 27"/>
              <p:cNvGraphicFramePr/>
              <p:nvPr/>
            </p:nvGraphicFramePr>
            <p:xfrm>
              <a:off x="4393" y="3362"/>
              <a:ext cx="159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57785" imgH="92710" progId="Equation.DSMT4">
                      <p:embed/>
                    </p:oleObj>
                  </mc:Choice>
                  <mc:Fallback>
                    <p:oleObj r:id="rId18" imgW="57785" imgH="92710" progId="Equation.DSMT4">
                      <p:embed/>
                      <p:pic>
                        <p:nvPicPr>
                          <p:cNvPr id="13347" name="Object 27"/>
                          <p:cNvPicPr/>
                          <p:nvPr/>
                        </p:nvPicPr>
                        <p:blipFill>
                          <a:blip r:embed="rId19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93" y="3362"/>
                            <a:ext cx="159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556" name="Text Box 28"/>
          <p:cNvSpPr txBox="1"/>
          <p:nvPr/>
        </p:nvSpPr>
        <p:spPr>
          <a:xfrm>
            <a:off x="327025" y="1738313"/>
            <a:ext cx="5108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 components:</a:t>
            </a:r>
          </a:p>
        </p:txBody>
      </p:sp>
      <p:sp>
        <p:nvSpPr>
          <p:cNvPr id="22557" name="Text Box 29"/>
          <p:cNvSpPr txBox="1"/>
          <p:nvPr/>
        </p:nvSpPr>
        <p:spPr>
          <a:xfrm>
            <a:off x="327025" y="2755900"/>
            <a:ext cx="36687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 determinant:</a:t>
            </a:r>
          </a:p>
        </p:txBody>
      </p:sp>
      <p:grpSp>
        <p:nvGrpSpPr>
          <p:cNvPr id="22558" name="Group 30"/>
          <p:cNvGrpSpPr/>
          <p:nvPr/>
        </p:nvGrpSpPr>
        <p:grpSpPr>
          <a:xfrm>
            <a:off x="1403350" y="5516563"/>
            <a:ext cx="3382963" cy="576262"/>
            <a:chOff x="613" y="3702"/>
            <a:chExt cx="2131" cy="363"/>
          </a:xfrm>
        </p:grpSpPr>
        <p:graphicFrame>
          <p:nvGraphicFramePr>
            <p:cNvPr id="13325" name="Object 31"/>
            <p:cNvGraphicFramePr>
              <a:graphicFrameLocks noChangeAspect="1"/>
            </p:cNvGraphicFramePr>
            <p:nvPr/>
          </p:nvGraphicFramePr>
          <p:xfrm>
            <a:off x="902" y="3702"/>
            <a:ext cx="4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60350" imgH="109855" progId="Equation.DSMT4">
                    <p:embed/>
                  </p:oleObj>
                </mc:Choice>
                <mc:Fallback>
                  <p:oleObj r:id="rId20" imgW="260350" imgH="109855" progId="Equation.DSMT4">
                    <p:embed/>
                    <p:pic>
                      <p:nvPicPr>
                        <p:cNvPr id="13325" name="Object 31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02" y="3702"/>
                          <a:ext cx="4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32"/>
            <p:cNvGraphicFramePr>
              <a:graphicFrameLocks noChangeAspect="1"/>
            </p:cNvGraphicFramePr>
            <p:nvPr/>
          </p:nvGraphicFramePr>
          <p:xfrm>
            <a:off x="1894" y="3725"/>
            <a:ext cx="71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492125" imgH="191135" progId="Equation.DSMT4">
                    <p:embed/>
                  </p:oleObj>
                </mc:Choice>
                <mc:Fallback>
                  <p:oleObj r:id="rId22" imgW="492125" imgH="191135" progId="Equation.DSMT4">
                    <p:embed/>
                    <p:pic>
                      <p:nvPicPr>
                        <p:cNvPr id="13326" name="Object 32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94" y="3725"/>
                          <a:ext cx="714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7" name="Text Box 33"/>
            <p:cNvSpPr txBox="1"/>
            <p:nvPr/>
          </p:nvSpPr>
          <p:spPr>
            <a:xfrm>
              <a:off x="613" y="3725"/>
              <a:ext cx="21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If            ,then</a:t>
              </a:r>
            </a:p>
          </p:txBody>
        </p:sp>
      </p:grpSp>
      <p:sp>
        <p:nvSpPr>
          <p:cNvPr id="36" name="矩形 35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324" name="图片 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46975" y="3017838"/>
            <a:ext cx="828675" cy="990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6" grpId="0"/>
      <p:bldP spid="225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/>
          <p:nvPr/>
        </p:nvSpPr>
        <p:spPr>
          <a:xfrm>
            <a:off x="395288" y="765175"/>
            <a:ext cx="36718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Vector Operations</a:t>
            </a: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900113" y="1665288"/>
          <a:ext cx="29432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08100" imgH="127635" progId="Equation.DSMT4">
                  <p:embed/>
                </p:oleObj>
              </mc:Choice>
              <mc:Fallback>
                <p:oleObj r:id="rId2" imgW="1308100" imgH="127635" progId="Equation.DSMT4">
                  <p:embed/>
                  <p:pic>
                    <p:nvPicPr>
                      <p:cNvPr id="23555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1665288"/>
                        <a:ext cx="2943225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827088" y="2673350"/>
          <a:ext cx="322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29385" imgH="127635" progId="Equation.DSMT4">
                  <p:embed/>
                </p:oleObj>
              </mc:Choice>
              <mc:Fallback>
                <p:oleObj r:id="rId4" imgW="1429385" imgH="127635" progId="Equation.DSMT4">
                  <p:embed/>
                  <p:pic>
                    <p:nvPicPr>
                      <p:cNvPr id="23556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673350"/>
                        <a:ext cx="3221037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827088" y="3752850"/>
          <a:ext cx="42497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98015" imgH="127635" progId="Equation.DSMT4">
                  <p:embed/>
                </p:oleObj>
              </mc:Choice>
              <mc:Fallback>
                <p:oleObj r:id="rId6" imgW="1898015" imgH="127635" progId="Equation.DSMT4">
                  <p:embed/>
                  <p:pic>
                    <p:nvPicPr>
                      <p:cNvPr id="23557" name="Object 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752850"/>
                        <a:ext cx="4249737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827088" y="4905375"/>
          <a:ext cx="3829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07515" imgH="127635" progId="Equation.DSMT4">
                  <p:embed/>
                </p:oleObj>
              </mc:Choice>
              <mc:Fallback>
                <p:oleObj r:id="rId8" imgW="1707515" imgH="127635" progId="Equation.DSMT4">
                  <p:embed/>
                  <p:pic>
                    <p:nvPicPr>
                      <p:cNvPr id="23558" name="Object 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905375"/>
                        <a:ext cx="382905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7"/>
          <p:cNvSpPr txBox="1"/>
          <p:nvPr/>
        </p:nvSpPr>
        <p:spPr>
          <a:xfrm>
            <a:off x="5219700" y="1676400"/>
            <a:ext cx="33131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sz="2400" b="1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Distributive law</a:t>
            </a:r>
          </a:p>
        </p:txBody>
      </p:sp>
      <p:sp>
        <p:nvSpPr>
          <p:cNvPr id="23560" name="Text Box 8"/>
          <p:cNvSpPr txBox="1"/>
          <p:nvPr/>
        </p:nvSpPr>
        <p:spPr>
          <a:xfrm>
            <a:off x="5219700" y="2611438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Distributive law</a:t>
            </a:r>
          </a:p>
        </p:txBody>
      </p:sp>
      <p:sp>
        <p:nvSpPr>
          <p:cNvPr id="23561" name="Text Box 9"/>
          <p:cNvSpPr txBox="1"/>
          <p:nvPr/>
        </p:nvSpPr>
        <p:spPr>
          <a:xfrm>
            <a:off x="5219700" y="3763963"/>
            <a:ext cx="3851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Scalar triple product</a:t>
            </a:r>
          </a:p>
        </p:txBody>
      </p:sp>
      <p:sp>
        <p:nvSpPr>
          <p:cNvPr id="23562" name="Text Box 10"/>
          <p:cNvSpPr txBox="1"/>
          <p:nvPr/>
        </p:nvSpPr>
        <p:spPr>
          <a:xfrm>
            <a:off x="5219700" y="4843463"/>
            <a:ext cx="3779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Vector triple product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539750" y="3573463"/>
            <a:ext cx="4537075" cy="1800225"/>
          </a:xfrm>
          <a:prstGeom prst="wedgeRoundRectCallout">
            <a:avLst>
              <a:gd name="adj1" fmla="val 47260"/>
              <a:gd name="adj2" fmla="val 73272"/>
              <a:gd name="adj3" fmla="val 16667"/>
            </a:avLst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76825" y="5595938"/>
            <a:ext cx="18716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Prove them after class</a:t>
            </a:r>
            <a:endParaRPr lang="zh-CN" altLang="en-US" sz="2000" b="1"/>
          </a:p>
        </p:txBody>
      </p:sp>
      <p:sp>
        <p:nvSpPr>
          <p:cNvPr id="15" name="矩形 14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/>
      <p:bldP spid="23560" grpId="0"/>
      <p:bldP spid="23561" grpId="0"/>
      <p:bldP spid="235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9" name="对象 1"/>
          <p:cNvGraphicFramePr/>
          <p:nvPr/>
        </p:nvGraphicFramePr>
        <p:xfrm>
          <a:off x="431697" y="1819859"/>
          <a:ext cx="2817813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41600" imgH="17983200" progId="Equation.DSMT4">
                  <p:embed/>
                </p:oleObj>
              </mc:Choice>
              <mc:Fallback>
                <p:oleObj name="Equation" r:id="rId2" imgW="28041600" imgH="17983200" progId="Equation.DSMT4">
                  <p:embed/>
                  <p:pic>
                    <p:nvPicPr>
                      <p:cNvPr id="14339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1697" y="1819859"/>
                        <a:ext cx="2817813" cy="16779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5436096" y="601345"/>
          <a:ext cx="2721610" cy="162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68400" imgH="749300" progId="Equation.DSMT4">
                  <p:embed/>
                </p:oleObj>
              </mc:Choice>
              <mc:Fallback>
                <p:oleObj r:id="rId4" imgW="1168400" imgH="7493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36096" y="601345"/>
                        <a:ext cx="2721610" cy="162052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5436096" y="2643886"/>
          <a:ext cx="2624455" cy="169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68400" imgH="749300" progId="Equation.DSMT4">
                  <p:embed/>
                </p:oleObj>
              </mc:Choice>
              <mc:Fallback>
                <p:oleObj r:id="rId6" imgW="1168400" imgH="7493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36096" y="2643886"/>
                        <a:ext cx="2624455" cy="169164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259840" y="838200"/>
            <a:ext cx="2609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Exercise</a:t>
            </a:r>
            <a:r>
              <a:rPr lang="zh-CN" altLang="en-US" sz="2800"/>
              <a:t>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5" y="478155"/>
            <a:ext cx="914400" cy="93345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H="1">
            <a:off x="5521068" y="4531837"/>
            <a:ext cx="737403" cy="7200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7032789" y="4468213"/>
            <a:ext cx="909950" cy="78370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953665" y="5305177"/>
            <a:ext cx="1872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1. Express in three components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7306574" y="5467941"/>
            <a:ext cx="1872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2. Express in magnitude and phase</a:t>
            </a:r>
            <a:endParaRPr lang="zh-CN" altLang="en-US" b="1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827839" y="3669482"/>
            <a:ext cx="737403" cy="7200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339560" y="3605858"/>
            <a:ext cx="909950" cy="78370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-36704" y="4605586"/>
            <a:ext cx="1872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1. Result in value</a:t>
            </a:r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2541904" y="4537845"/>
            <a:ext cx="1872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2. Result in graph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body" sz="half" idx="1" hasCustomPrompt="1"/>
          </p:nvPr>
        </p:nvSpPr>
        <p:spPr>
          <a:xfrm>
            <a:off x="250825" y="908050"/>
            <a:ext cx="4897438" cy="576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1. Cartesian Coordinates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4579" name="Group 3"/>
          <p:cNvGrpSpPr/>
          <p:nvPr/>
        </p:nvGrpSpPr>
        <p:grpSpPr>
          <a:xfrm>
            <a:off x="539750" y="2636838"/>
            <a:ext cx="4418013" cy="503237"/>
            <a:chOff x="273" y="1570"/>
            <a:chExt cx="2783" cy="317"/>
          </a:xfrm>
        </p:grpSpPr>
        <p:graphicFrame>
          <p:nvGraphicFramePr>
            <p:cNvPr id="15475" name="Object 4"/>
            <p:cNvGraphicFramePr>
              <a:graphicFrameLocks noChangeAspect="1"/>
            </p:cNvGraphicFramePr>
            <p:nvPr/>
          </p:nvGraphicFramePr>
          <p:xfrm>
            <a:off x="1560" y="1570"/>
            <a:ext cx="149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955040" imgH="127635" progId="Equation.DSMT4">
                    <p:embed/>
                  </p:oleObj>
                </mc:Choice>
                <mc:Fallback>
                  <p:oleObj r:id="rId2" imgW="955040" imgH="127635" progId="Equation.DSMT4">
                    <p:embed/>
                    <p:pic>
                      <p:nvPicPr>
                        <p:cNvPr id="15475" name="Object 4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60" y="1570"/>
                          <a:ext cx="1496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76" name="Text Box 5"/>
            <p:cNvSpPr txBox="1"/>
            <p:nvPr/>
          </p:nvSpPr>
          <p:spPr>
            <a:xfrm>
              <a:off x="273" y="1570"/>
              <a:ext cx="11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Position</a:t>
              </a:r>
            </a:p>
          </p:txBody>
        </p:sp>
      </p:grpSp>
      <p:sp>
        <p:nvSpPr>
          <p:cNvPr id="24582" name="Text Box 6"/>
          <p:cNvSpPr txBox="1"/>
          <p:nvPr/>
        </p:nvSpPr>
        <p:spPr>
          <a:xfrm>
            <a:off x="539750" y="3933825"/>
            <a:ext cx="1871663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Surface element</a:t>
            </a:r>
          </a:p>
        </p:txBody>
      </p:sp>
      <p:grpSp>
        <p:nvGrpSpPr>
          <p:cNvPr id="24583" name="Group 7"/>
          <p:cNvGrpSpPr/>
          <p:nvPr/>
        </p:nvGrpSpPr>
        <p:grpSpPr>
          <a:xfrm>
            <a:off x="539750" y="3213100"/>
            <a:ext cx="4684713" cy="539750"/>
            <a:chOff x="279" y="1956"/>
            <a:chExt cx="2951" cy="340"/>
          </a:xfrm>
        </p:grpSpPr>
        <p:sp>
          <p:nvSpPr>
            <p:cNvPr id="15473" name="Text Box 8"/>
            <p:cNvSpPr txBox="1"/>
            <p:nvPr/>
          </p:nvSpPr>
          <p:spPr>
            <a:xfrm>
              <a:off x="279" y="1956"/>
              <a:ext cx="11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Line element</a:t>
              </a:r>
            </a:p>
          </p:txBody>
        </p:sp>
        <p:graphicFrame>
          <p:nvGraphicFramePr>
            <p:cNvPr id="15474" name="Object 9"/>
            <p:cNvGraphicFramePr>
              <a:graphicFrameLocks noChangeAspect="1"/>
            </p:cNvGraphicFramePr>
            <p:nvPr/>
          </p:nvGraphicFramePr>
          <p:xfrm>
            <a:off x="1559" y="1979"/>
            <a:ext cx="167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98245" imgH="161925" progId="Equation.DSMT4">
                    <p:embed/>
                  </p:oleObj>
                </mc:Choice>
                <mc:Fallback>
                  <p:oleObj r:id="rId4" imgW="1198245" imgH="161925" progId="Equation.DSMT4">
                    <p:embed/>
                    <p:pic>
                      <p:nvPicPr>
                        <p:cNvPr id="15474" name="Object 9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59" y="1979"/>
                          <a:ext cx="1671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2555875" y="3933825"/>
          <a:ext cx="27574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77315" imgH="179705" progId="Equation.DSMT4">
                  <p:embed/>
                </p:oleObj>
              </mc:Choice>
              <mc:Fallback>
                <p:oleObj r:id="rId6" imgW="1377315" imgH="179705" progId="Equation.DSMT4">
                  <p:embed/>
                  <p:pic>
                    <p:nvPicPr>
                      <p:cNvPr id="24586" name="Object 1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3933825"/>
                        <a:ext cx="2757488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2555875" y="5229225"/>
          <a:ext cx="27924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77315" imgH="179705" progId="Equation.DSMT4">
                  <p:embed/>
                </p:oleObj>
              </mc:Choice>
              <mc:Fallback>
                <p:oleObj r:id="rId8" imgW="1377315" imgH="179705" progId="Equation.DSMT4">
                  <p:embed/>
                  <p:pic>
                    <p:nvPicPr>
                      <p:cNvPr id="24587" name="Object 11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5229225"/>
                        <a:ext cx="2792413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8" name="Group 12"/>
          <p:cNvGrpSpPr/>
          <p:nvPr/>
        </p:nvGrpSpPr>
        <p:grpSpPr>
          <a:xfrm>
            <a:off x="627063" y="5775325"/>
            <a:ext cx="3944937" cy="822325"/>
            <a:chOff x="299" y="3497"/>
            <a:chExt cx="2485" cy="518"/>
          </a:xfrm>
        </p:grpSpPr>
        <p:sp>
          <p:nvSpPr>
            <p:cNvPr id="15471" name="Text Box 13"/>
            <p:cNvSpPr txBox="1"/>
            <p:nvPr/>
          </p:nvSpPr>
          <p:spPr>
            <a:xfrm>
              <a:off x="299" y="3497"/>
              <a:ext cx="113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Volume element</a:t>
              </a:r>
            </a:p>
          </p:txBody>
        </p:sp>
        <p:graphicFrame>
          <p:nvGraphicFramePr>
            <p:cNvPr id="15472" name="Object 14"/>
            <p:cNvGraphicFramePr>
              <a:graphicFrameLocks noChangeAspect="1"/>
            </p:cNvGraphicFramePr>
            <p:nvPr/>
          </p:nvGraphicFramePr>
          <p:xfrm>
            <a:off x="1519" y="3540"/>
            <a:ext cx="1265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769620" imgH="127635" progId="Equation.DSMT4">
                    <p:embed/>
                  </p:oleObj>
                </mc:Choice>
                <mc:Fallback>
                  <p:oleObj r:id="rId10" imgW="769620" imgH="127635" progId="Equation.DSMT4">
                    <p:embed/>
                    <p:pic>
                      <p:nvPicPr>
                        <p:cNvPr id="15472" name="Object 14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3540"/>
                          <a:ext cx="1265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91" name="Object 15"/>
          <p:cNvGraphicFramePr>
            <a:graphicFrameLocks noChangeAspect="1"/>
          </p:cNvGraphicFramePr>
          <p:nvPr/>
        </p:nvGraphicFramePr>
        <p:xfrm>
          <a:off x="2555875" y="4581525"/>
          <a:ext cx="27527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238250" imgH="161925" progId="Equation.DSMT4">
                  <p:embed/>
                </p:oleObj>
              </mc:Choice>
              <mc:Fallback>
                <p:oleObj r:id="rId12" imgW="1238250" imgH="161925" progId="Equation.DSMT4">
                  <p:embed/>
                  <p:pic>
                    <p:nvPicPr>
                      <p:cNvPr id="24591" name="Object 15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4581525"/>
                        <a:ext cx="27527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92" name="Group 16"/>
          <p:cNvGrpSpPr/>
          <p:nvPr/>
        </p:nvGrpSpPr>
        <p:grpSpPr>
          <a:xfrm>
            <a:off x="539750" y="1557338"/>
            <a:ext cx="2846388" cy="457200"/>
            <a:chOff x="271" y="799"/>
            <a:chExt cx="1793" cy="288"/>
          </a:xfrm>
        </p:grpSpPr>
        <p:sp>
          <p:nvSpPr>
            <p:cNvPr id="15469" name="Text Box 17"/>
            <p:cNvSpPr txBox="1"/>
            <p:nvPr/>
          </p:nvSpPr>
          <p:spPr>
            <a:xfrm>
              <a:off x="271" y="799"/>
              <a:ext cx="12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Variable</a:t>
              </a:r>
            </a:p>
          </p:txBody>
        </p:sp>
        <p:graphicFrame>
          <p:nvGraphicFramePr>
            <p:cNvPr id="15470" name="Object 18"/>
            <p:cNvGraphicFramePr>
              <a:graphicFrameLocks noChangeAspect="1"/>
            </p:cNvGraphicFramePr>
            <p:nvPr/>
          </p:nvGraphicFramePr>
          <p:xfrm>
            <a:off x="1536" y="844"/>
            <a:ext cx="52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18135" imgH="86995" progId="Equation.DSMT4">
                    <p:embed/>
                  </p:oleObj>
                </mc:Choice>
                <mc:Fallback>
                  <p:oleObj r:id="rId14" imgW="318135" imgH="86995" progId="Equation.DSMT4">
                    <p:embed/>
                    <p:pic>
                      <p:nvPicPr>
                        <p:cNvPr id="15470" name="Object 18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36" y="844"/>
                          <a:ext cx="52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595" name="Group 19"/>
          <p:cNvGrpSpPr/>
          <p:nvPr/>
        </p:nvGrpSpPr>
        <p:grpSpPr>
          <a:xfrm>
            <a:off x="539750" y="2060575"/>
            <a:ext cx="3063875" cy="469900"/>
            <a:chOff x="270" y="1184"/>
            <a:chExt cx="1930" cy="296"/>
          </a:xfrm>
        </p:grpSpPr>
        <p:sp>
          <p:nvSpPr>
            <p:cNvPr id="15467" name="Text Box 20"/>
            <p:cNvSpPr txBox="1"/>
            <p:nvPr/>
          </p:nvSpPr>
          <p:spPr>
            <a:xfrm>
              <a:off x="270" y="1184"/>
              <a:ext cx="1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Unit vector</a:t>
              </a:r>
            </a:p>
          </p:txBody>
        </p:sp>
        <p:graphicFrame>
          <p:nvGraphicFramePr>
            <p:cNvPr id="15468" name="Object 21"/>
            <p:cNvGraphicFramePr>
              <a:graphicFrameLocks noChangeAspect="1"/>
            </p:cNvGraphicFramePr>
            <p:nvPr/>
          </p:nvGraphicFramePr>
          <p:xfrm>
            <a:off x="1568" y="1185"/>
            <a:ext cx="63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87985" imgH="127635" progId="Equation.DSMT4">
                    <p:embed/>
                  </p:oleObj>
                </mc:Choice>
                <mc:Fallback>
                  <p:oleObj r:id="rId16" imgW="387985" imgH="127635" progId="Equation.DSMT4">
                    <p:embed/>
                    <p:pic>
                      <p:nvPicPr>
                        <p:cNvPr id="15468" name="Object 21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68" y="1185"/>
                          <a:ext cx="63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2" name="Rectangle 22"/>
          <p:cNvSpPr/>
          <p:nvPr/>
        </p:nvSpPr>
        <p:spPr>
          <a:xfrm>
            <a:off x="8893175" y="6542088"/>
            <a:ext cx="41275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sz="13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/>
          </a:p>
        </p:txBody>
      </p:sp>
      <p:grpSp>
        <p:nvGrpSpPr>
          <p:cNvPr id="15373" name="Group 23"/>
          <p:cNvGrpSpPr/>
          <p:nvPr/>
        </p:nvGrpSpPr>
        <p:grpSpPr>
          <a:xfrm>
            <a:off x="5795963" y="981075"/>
            <a:ext cx="3097212" cy="2808288"/>
            <a:chOff x="3651" y="391"/>
            <a:chExt cx="1951" cy="1769"/>
          </a:xfrm>
        </p:grpSpPr>
        <p:sp>
          <p:nvSpPr>
            <p:cNvPr id="15411" name="AutoShape 24"/>
            <p:cNvSpPr>
              <a:spLocks noChangeAspect="1" noTextEdit="1"/>
            </p:cNvSpPr>
            <p:nvPr/>
          </p:nvSpPr>
          <p:spPr>
            <a:xfrm>
              <a:off x="3652" y="392"/>
              <a:ext cx="1950" cy="1768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Rectangle 25"/>
            <p:cNvSpPr/>
            <p:nvPr/>
          </p:nvSpPr>
          <p:spPr>
            <a:xfrm>
              <a:off x="4849" y="1242"/>
              <a:ext cx="112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点</a:t>
              </a:r>
              <a:endParaRPr lang="zh-CN" altLang="en-US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413" name="Rectangle 26"/>
            <p:cNvSpPr/>
            <p:nvPr/>
          </p:nvSpPr>
          <p:spPr>
            <a:xfrm>
              <a:off x="4967" y="1239"/>
              <a:ext cx="593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1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zh-CN" sz="1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,z</a:t>
              </a:r>
              <a:r>
                <a:rPr lang="en-US" altLang="zh-CN" sz="140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2800"/>
            </a:p>
          </p:txBody>
        </p:sp>
        <p:sp>
          <p:nvSpPr>
            <p:cNvPr id="15414" name="Rectangle 27"/>
            <p:cNvSpPr/>
            <p:nvPr/>
          </p:nvSpPr>
          <p:spPr>
            <a:xfrm>
              <a:off x="4898" y="1667"/>
              <a:ext cx="36" cy="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7F003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/>
            </a:p>
          </p:txBody>
        </p:sp>
        <p:sp>
          <p:nvSpPr>
            <p:cNvPr id="15415" name="Rectangle 28"/>
            <p:cNvSpPr/>
            <p:nvPr/>
          </p:nvSpPr>
          <p:spPr>
            <a:xfrm>
              <a:off x="4848" y="1601"/>
              <a:ext cx="50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i="1">
                  <a:solidFill>
                    <a:srgbClr val="7F003F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/>
            </a:p>
          </p:txBody>
        </p:sp>
        <p:sp>
          <p:nvSpPr>
            <p:cNvPr id="15416" name="Rectangle 29"/>
            <p:cNvSpPr/>
            <p:nvPr/>
          </p:nvSpPr>
          <p:spPr>
            <a:xfrm>
              <a:off x="4663" y="1592"/>
              <a:ext cx="5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7F003F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/>
            </a:p>
          </p:txBody>
        </p:sp>
        <p:sp>
          <p:nvSpPr>
            <p:cNvPr id="15417" name="Rectangle 30"/>
            <p:cNvSpPr/>
            <p:nvPr/>
          </p:nvSpPr>
          <p:spPr>
            <a:xfrm>
              <a:off x="4749" y="1590"/>
              <a:ext cx="61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7F003F"/>
                  </a:solidFill>
                  <a:latin typeface="Symbol" panose="05050102010706020507" pitchFamily="18" charset="2"/>
                </a:rPr>
                <a:t>=</a:t>
              </a:r>
              <a:endParaRPr lang="en-US" altLang="zh-CN" sz="2800"/>
            </a:p>
          </p:txBody>
        </p:sp>
        <p:sp>
          <p:nvSpPr>
            <p:cNvPr id="15418" name="Rectangle 31"/>
            <p:cNvSpPr/>
            <p:nvPr/>
          </p:nvSpPr>
          <p:spPr>
            <a:xfrm>
              <a:off x="4932" y="1623"/>
              <a:ext cx="43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zh-CN" altLang="en-US" sz="1200" b="1">
                  <a:solidFill>
                    <a:srgbClr val="993366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1200" b="1">
                  <a:solidFill>
                    <a:srgbClr val="993366"/>
                  </a:solidFill>
                  <a:latin typeface="楷体_GB2312" pitchFamily="49" charset="-122"/>
                  <a:ea typeface="楷体_GB2312" pitchFamily="49" charset="-122"/>
                </a:rPr>
                <a:t>plane</a:t>
              </a:r>
              <a:r>
                <a:rPr lang="zh-CN" altLang="en-US" sz="1200" b="1">
                  <a:solidFill>
                    <a:srgbClr val="993366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  <a:endParaRPr lang="zh-CN" altLang="en-US" sz="12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419" name="Freeform 32"/>
            <p:cNvSpPr>
              <a:spLocks noEditPoints="1"/>
            </p:cNvSpPr>
            <p:nvPr/>
          </p:nvSpPr>
          <p:spPr>
            <a:xfrm>
              <a:off x="4192" y="1397"/>
              <a:ext cx="882" cy="40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791" y="13"/>
                </a:cxn>
                <a:cxn ang="0">
                  <a:pos x="791" y="27"/>
                </a:cxn>
                <a:cxn ang="0">
                  <a:pos x="0" y="27"/>
                </a:cxn>
                <a:cxn ang="0">
                  <a:pos x="0" y="13"/>
                </a:cxn>
                <a:cxn ang="0">
                  <a:pos x="781" y="0"/>
                </a:cxn>
                <a:cxn ang="0">
                  <a:pos x="882" y="21"/>
                </a:cxn>
                <a:cxn ang="0">
                  <a:pos x="781" y="40"/>
                </a:cxn>
                <a:cxn ang="0">
                  <a:pos x="781" y="0"/>
                </a:cxn>
              </a:cxnLst>
              <a:rect l="0" t="0" r="0" b="0"/>
              <a:pathLst>
                <a:path w="882" h="40">
                  <a:moveTo>
                    <a:pt x="0" y="13"/>
                  </a:moveTo>
                  <a:lnTo>
                    <a:pt x="791" y="13"/>
                  </a:lnTo>
                  <a:lnTo>
                    <a:pt x="791" y="27"/>
                  </a:lnTo>
                  <a:lnTo>
                    <a:pt x="0" y="27"/>
                  </a:lnTo>
                  <a:lnTo>
                    <a:pt x="0" y="13"/>
                  </a:lnTo>
                  <a:close/>
                  <a:moveTo>
                    <a:pt x="781" y="0"/>
                  </a:moveTo>
                  <a:lnTo>
                    <a:pt x="882" y="21"/>
                  </a:lnTo>
                  <a:lnTo>
                    <a:pt x="781" y="40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33"/>
            <p:cNvSpPr>
              <a:spLocks noEditPoints="1"/>
            </p:cNvSpPr>
            <p:nvPr/>
          </p:nvSpPr>
          <p:spPr>
            <a:xfrm>
              <a:off x="3682" y="1404"/>
              <a:ext cx="524" cy="435"/>
            </a:xfrm>
            <a:custGeom>
              <a:avLst/>
              <a:gdLst/>
              <a:ahLst/>
              <a:cxnLst>
                <a:cxn ang="0">
                  <a:pos x="524" y="10"/>
                </a:cxn>
                <a:cxn ang="0">
                  <a:pos x="73" y="382"/>
                </a:cxn>
                <a:cxn ang="0">
                  <a:pos x="66" y="373"/>
                </a:cxn>
                <a:cxn ang="0">
                  <a:pos x="517" y="0"/>
                </a:cxn>
                <a:cxn ang="0">
                  <a:pos x="524" y="10"/>
                </a:cxn>
                <a:cxn ang="0">
                  <a:pos x="90" y="386"/>
                </a:cxn>
                <a:cxn ang="0">
                  <a:pos x="0" y="435"/>
                </a:cxn>
                <a:cxn ang="0">
                  <a:pos x="64" y="356"/>
                </a:cxn>
                <a:cxn ang="0">
                  <a:pos x="90" y="386"/>
                </a:cxn>
              </a:cxnLst>
              <a:rect l="0" t="0" r="0" b="0"/>
              <a:pathLst>
                <a:path w="524" h="435">
                  <a:moveTo>
                    <a:pt x="524" y="10"/>
                  </a:moveTo>
                  <a:lnTo>
                    <a:pt x="73" y="382"/>
                  </a:lnTo>
                  <a:lnTo>
                    <a:pt x="66" y="373"/>
                  </a:lnTo>
                  <a:lnTo>
                    <a:pt x="517" y="0"/>
                  </a:lnTo>
                  <a:lnTo>
                    <a:pt x="524" y="10"/>
                  </a:lnTo>
                  <a:close/>
                  <a:moveTo>
                    <a:pt x="90" y="386"/>
                  </a:moveTo>
                  <a:lnTo>
                    <a:pt x="0" y="435"/>
                  </a:lnTo>
                  <a:lnTo>
                    <a:pt x="64" y="356"/>
                  </a:lnTo>
                  <a:lnTo>
                    <a:pt x="90" y="386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34"/>
            <p:cNvSpPr>
              <a:spLocks noEditPoints="1"/>
            </p:cNvSpPr>
            <p:nvPr/>
          </p:nvSpPr>
          <p:spPr>
            <a:xfrm>
              <a:off x="4178" y="487"/>
              <a:ext cx="42" cy="926"/>
            </a:xfrm>
            <a:custGeom>
              <a:avLst/>
              <a:gdLst/>
              <a:ahLst/>
              <a:cxnLst>
                <a:cxn ang="0">
                  <a:pos x="14" y="926"/>
                </a:cxn>
                <a:cxn ang="0">
                  <a:pos x="15" y="90"/>
                </a:cxn>
                <a:cxn ang="0">
                  <a:pos x="27" y="90"/>
                </a:cxn>
                <a:cxn ang="0">
                  <a:pos x="27" y="926"/>
                </a:cxn>
                <a:cxn ang="0">
                  <a:pos x="14" y="926"/>
                </a:cxn>
                <a:cxn ang="0">
                  <a:pos x="0" y="99"/>
                </a:cxn>
                <a:cxn ang="0">
                  <a:pos x="21" y="0"/>
                </a:cxn>
                <a:cxn ang="0">
                  <a:pos x="42" y="99"/>
                </a:cxn>
                <a:cxn ang="0">
                  <a:pos x="0" y="99"/>
                </a:cxn>
              </a:cxnLst>
              <a:rect l="0" t="0" r="0" b="0"/>
              <a:pathLst>
                <a:path w="42" h="926">
                  <a:moveTo>
                    <a:pt x="14" y="926"/>
                  </a:moveTo>
                  <a:lnTo>
                    <a:pt x="15" y="90"/>
                  </a:lnTo>
                  <a:lnTo>
                    <a:pt x="27" y="90"/>
                  </a:lnTo>
                  <a:lnTo>
                    <a:pt x="27" y="926"/>
                  </a:lnTo>
                  <a:lnTo>
                    <a:pt x="14" y="926"/>
                  </a:lnTo>
                  <a:close/>
                  <a:moveTo>
                    <a:pt x="0" y="99"/>
                  </a:moveTo>
                  <a:lnTo>
                    <a:pt x="21" y="0"/>
                  </a:lnTo>
                  <a:lnTo>
                    <a:pt x="42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35"/>
            <p:cNvSpPr/>
            <p:nvPr/>
          </p:nvSpPr>
          <p:spPr>
            <a:xfrm>
              <a:off x="3989" y="1416"/>
              <a:ext cx="812" cy="168"/>
            </a:xfrm>
            <a:custGeom>
              <a:avLst/>
              <a:gdLst/>
              <a:ahLst/>
              <a:cxnLst>
                <a:cxn ang="0">
                  <a:pos x="203" y="0"/>
                </a:cxn>
                <a:cxn ang="0">
                  <a:pos x="0" y="168"/>
                </a:cxn>
                <a:cxn ang="0">
                  <a:pos x="609" y="168"/>
                </a:cxn>
                <a:cxn ang="0">
                  <a:pos x="812" y="0"/>
                </a:cxn>
                <a:cxn ang="0">
                  <a:pos x="203" y="0"/>
                </a:cxn>
              </a:cxnLst>
              <a:rect l="0" t="0" r="0" b="0"/>
              <a:pathLst>
                <a:path w="812" h="168">
                  <a:moveTo>
                    <a:pt x="203" y="0"/>
                  </a:moveTo>
                  <a:lnTo>
                    <a:pt x="0" y="168"/>
                  </a:lnTo>
                  <a:lnTo>
                    <a:pt x="609" y="168"/>
                  </a:lnTo>
                  <a:lnTo>
                    <a:pt x="812" y="0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Freeform 36"/>
            <p:cNvSpPr/>
            <p:nvPr/>
          </p:nvSpPr>
          <p:spPr>
            <a:xfrm>
              <a:off x="3989" y="1416"/>
              <a:ext cx="812" cy="168"/>
            </a:xfrm>
            <a:custGeom>
              <a:avLst/>
              <a:gdLst/>
              <a:ahLst/>
              <a:cxnLst>
                <a:cxn ang="0">
                  <a:pos x="203" y="0"/>
                </a:cxn>
                <a:cxn ang="0">
                  <a:pos x="0" y="168"/>
                </a:cxn>
                <a:cxn ang="0">
                  <a:pos x="609" y="168"/>
                </a:cxn>
                <a:cxn ang="0">
                  <a:pos x="812" y="0"/>
                </a:cxn>
                <a:cxn ang="0">
                  <a:pos x="203" y="0"/>
                </a:cxn>
              </a:cxnLst>
              <a:rect l="0" t="0" r="0" b="0"/>
              <a:pathLst>
                <a:path w="812" h="168">
                  <a:moveTo>
                    <a:pt x="203" y="0"/>
                  </a:moveTo>
                  <a:lnTo>
                    <a:pt x="0" y="168"/>
                  </a:lnTo>
                  <a:lnTo>
                    <a:pt x="609" y="168"/>
                  </a:lnTo>
                  <a:lnTo>
                    <a:pt x="812" y="0"/>
                  </a:lnTo>
                  <a:lnTo>
                    <a:pt x="203" y="0"/>
                  </a:lnTo>
                  <a:close/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37"/>
            <p:cNvSpPr/>
            <p:nvPr/>
          </p:nvSpPr>
          <p:spPr>
            <a:xfrm>
              <a:off x="4591" y="917"/>
              <a:ext cx="212" cy="666"/>
            </a:xfrm>
            <a:custGeom>
              <a:avLst/>
              <a:gdLst/>
              <a:ahLst/>
              <a:cxnLst>
                <a:cxn ang="0">
                  <a:pos x="212" y="499"/>
                </a:cxn>
                <a:cxn ang="0">
                  <a:pos x="0" y="666"/>
                </a:cxn>
                <a:cxn ang="0">
                  <a:pos x="0" y="166"/>
                </a:cxn>
                <a:cxn ang="0">
                  <a:pos x="212" y="0"/>
                </a:cxn>
                <a:cxn ang="0">
                  <a:pos x="212" y="499"/>
                </a:cxn>
              </a:cxnLst>
              <a:rect l="0" t="0" r="0" b="0"/>
              <a:pathLst>
                <a:path w="212" h="666">
                  <a:moveTo>
                    <a:pt x="212" y="499"/>
                  </a:moveTo>
                  <a:lnTo>
                    <a:pt x="0" y="666"/>
                  </a:lnTo>
                  <a:lnTo>
                    <a:pt x="0" y="166"/>
                  </a:lnTo>
                  <a:lnTo>
                    <a:pt x="212" y="0"/>
                  </a:lnTo>
                  <a:lnTo>
                    <a:pt x="212" y="499"/>
                  </a:lnTo>
                  <a:close/>
                </a:path>
              </a:pathLst>
            </a:custGeom>
            <a:solidFill>
              <a:srgbClr val="C1636C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38"/>
            <p:cNvSpPr/>
            <p:nvPr/>
          </p:nvSpPr>
          <p:spPr>
            <a:xfrm>
              <a:off x="4591" y="917"/>
              <a:ext cx="212" cy="666"/>
            </a:xfrm>
            <a:custGeom>
              <a:avLst/>
              <a:gdLst/>
              <a:ahLst/>
              <a:cxnLst>
                <a:cxn ang="0">
                  <a:pos x="212" y="499"/>
                </a:cxn>
                <a:cxn ang="0">
                  <a:pos x="0" y="666"/>
                </a:cxn>
                <a:cxn ang="0">
                  <a:pos x="0" y="166"/>
                </a:cxn>
                <a:cxn ang="0">
                  <a:pos x="212" y="0"/>
                </a:cxn>
                <a:cxn ang="0">
                  <a:pos x="212" y="499"/>
                </a:cxn>
              </a:cxnLst>
              <a:rect l="0" t="0" r="0" b="0"/>
              <a:pathLst>
                <a:path w="212" h="666">
                  <a:moveTo>
                    <a:pt x="212" y="499"/>
                  </a:moveTo>
                  <a:lnTo>
                    <a:pt x="0" y="666"/>
                  </a:lnTo>
                  <a:lnTo>
                    <a:pt x="0" y="166"/>
                  </a:lnTo>
                  <a:lnTo>
                    <a:pt x="212" y="0"/>
                  </a:lnTo>
                  <a:lnTo>
                    <a:pt x="212" y="499"/>
                  </a:lnTo>
                  <a:close/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39"/>
            <p:cNvSpPr/>
            <p:nvPr/>
          </p:nvSpPr>
          <p:spPr>
            <a:xfrm>
              <a:off x="4001" y="911"/>
              <a:ext cx="801" cy="160"/>
            </a:xfrm>
            <a:custGeom>
              <a:avLst/>
              <a:gdLst/>
              <a:ahLst/>
              <a:cxnLst>
                <a:cxn ang="0">
                  <a:pos x="199" y="0"/>
                </a:cxn>
                <a:cxn ang="0">
                  <a:pos x="0" y="160"/>
                </a:cxn>
                <a:cxn ang="0">
                  <a:pos x="600" y="160"/>
                </a:cxn>
                <a:cxn ang="0">
                  <a:pos x="801" y="0"/>
                </a:cxn>
                <a:cxn ang="0">
                  <a:pos x="199" y="0"/>
                </a:cxn>
              </a:cxnLst>
              <a:rect l="0" t="0" r="0" b="0"/>
              <a:pathLst>
                <a:path w="801" h="160">
                  <a:moveTo>
                    <a:pt x="199" y="0"/>
                  </a:moveTo>
                  <a:lnTo>
                    <a:pt x="0" y="160"/>
                  </a:lnTo>
                  <a:lnTo>
                    <a:pt x="600" y="160"/>
                  </a:lnTo>
                  <a:lnTo>
                    <a:pt x="801" y="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59B7FD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Freeform 40"/>
            <p:cNvSpPr/>
            <p:nvPr/>
          </p:nvSpPr>
          <p:spPr>
            <a:xfrm>
              <a:off x="4001" y="911"/>
              <a:ext cx="801" cy="160"/>
            </a:xfrm>
            <a:custGeom>
              <a:avLst/>
              <a:gdLst/>
              <a:ahLst/>
              <a:cxnLst>
                <a:cxn ang="0">
                  <a:pos x="199" y="0"/>
                </a:cxn>
                <a:cxn ang="0">
                  <a:pos x="0" y="160"/>
                </a:cxn>
                <a:cxn ang="0">
                  <a:pos x="600" y="160"/>
                </a:cxn>
                <a:cxn ang="0">
                  <a:pos x="801" y="0"/>
                </a:cxn>
                <a:cxn ang="0">
                  <a:pos x="199" y="0"/>
                </a:cxn>
              </a:cxnLst>
              <a:rect l="0" t="0" r="0" b="0"/>
              <a:pathLst>
                <a:path w="801" h="160">
                  <a:moveTo>
                    <a:pt x="199" y="0"/>
                  </a:moveTo>
                  <a:lnTo>
                    <a:pt x="0" y="160"/>
                  </a:lnTo>
                  <a:lnTo>
                    <a:pt x="600" y="160"/>
                  </a:lnTo>
                  <a:lnTo>
                    <a:pt x="801" y="0"/>
                  </a:lnTo>
                  <a:lnTo>
                    <a:pt x="199" y="0"/>
                  </a:lnTo>
                  <a:close/>
                </a:path>
              </a:pathLst>
            </a:custGeom>
            <a:noFill/>
            <a:ln w="158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Rectangle 41"/>
            <p:cNvSpPr/>
            <p:nvPr/>
          </p:nvSpPr>
          <p:spPr>
            <a:xfrm>
              <a:off x="3997" y="1076"/>
              <a:ext cx="590" cy="512"/>
            </a:xfrm>
            <a:prstGeom prst="rect">
              <a:avLst/>
            </a:prstGeom>
            <a:solidFill>
              <a:srgbClr val="89B2FD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429" name="Rectangle 42"/>
            <p:cNvSpPr/>
            <p:nvPr/>
          </p:nvSpPr>
          <p:spPr>
            <a:xfrm>
              <a:off x="3997" y="1076"/>
              <a:ext cx="590" cy="512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430" name="Freeform 43"/>
            <p:cNvSpPr>
              <a:spLocks noEditPoints="1"/>
            </p:cNvSpPr>
            <p:nvPr/>
          </p:nvSpPr>
          <p:spPr>
            <a:xfrm>
              <a:off x="4197" y="856"/>
              <a:ext cx="11" cy="562"/>
            </a:xfrm>
            <a:custGeom>
              <a:avLst/>
              <a:gdLst/>
              <a:ahLst/>
              <a:cxnLst>
                <a:cxn ang="0">
                  <a:pos x="0" y="562"/>
                </a:cxn>
                <a:cxn ang="0">
                  <a:pos x="0" y="522"/>
                </a:cxn>
                <a:cxn ang="0">
                  <a:pos x="9" y="522"/>
                </a:cxn>
                <a:cxn ang="0">
                  <a:pos x="9" y="562"/>
                </a:cxn>
                <a:cxn ang="0">
                  <a:pos x="0" y="562"/>
                </a:cxn>
                <a:cxn ang="0">
                  <a:pos x="0" y="493"/>
                </a:cxn>
                <a:cxn ang="0">
                  <a:pos x="0" y="452"/>
                </a:cxn>
                <a:cxn ang="0">
                  <a:pos x="9" y="452"/>
                </a:cxn>
                <a:cxn ang="0">
                  <a:pos x="9" y="493"/>
                </a:cxn>
                <a:cxn ang="0">
                  <a:pos x="0" y="493"/>
                </a:cxn>
                <a:cxn ang="0">
                  <a:pos x="0" y="422"/>
                </a:cxn>
                <a:cxn ang="0">
                  <a:pos x="0" y="383"/>
                </a:cxn>
                <a:cxn ang="0">
                  <a:pos x="9" y="383"/>
                </a:cxn>
                <a:cxn ang="0">
                  <a:pos x="9" y="422"/>
                </a:cxn>
                <a:cxn ang="0">
                  <a:pos x="0" y="422"/>
                </a:cxn>
                <a:cxn ang="0">
                  <a:pos x="0" y="353"/>
                </a:cxn>
                <a:cxn ang="0">
                  <a:pos x="0" y="314"/>
                </a:cxn>
                <a:cxn ang="0">
                  <a:pos x="9" y="314"/>
                </a:cxn>
                <a:cxn ang="0">
                  <a:pos x="9" y="353"/>
                </a:cxn>
                <a:cxn ang="0">
                  <a:pos x="0" y="353"/>
                </a:cxn>
                <a:cxn ang="0">
                  <a:pos x="0" y="284"/>
                </a:cxn>
                <a:cxn ang="0">
                  <a:pos x="0" y="244"/>
                </a:cxn>
                <a:cxn ang="0">
                  <a:pos x="9" y="244"/>
                </a:cxn>
                <a:cxn ang="0">
                  <a:pos x="9" y="284"/>
                </a:cxn>
                <a:cxn ang="0">
                  <a:pos x="0" y="284"/>
                </a:cxn>
                <a:cxn ang="0">
                  <a:pos x="0" y="214"/>
                </a:cxn>
                <a:cxn ang="0">
                  <a:pos x="0" y="175"/>
                </a:cxn>
                <a:cxn ang="0">
                  <a:pos x="11" y="175"/>
                </a:cxn>
                <a:cxn ang="0">
                  <a:pos x="9" y="214"/>
                </a:cxn>
                <a:cxn ang="0">
                  <a:pos x="0" y="214"/>
                </a:cxn>
                <a:cxn ang="0">
                  <a:pos x="0" y="145"/>
                </a:cxn>
                <a:cxn ang="0">
                  <a:pos x="0" y="106"/>
                </a:cxn>
                <a:cxn ang="0">
                  <a:pos x="11" y="106"/>
                </a:cxn>
                <a:cxn ang="0">
                  <a:pos x="11" y="145"/>
                </a:cxn>
                <a:cxn ang="0">
                  <a:pos x="0" y="145"/>
                </a:cxn>
                <a:cxn ang="0">
                  <a:pos x="0" y="76"/>
                </a:cxn>
                <a:cxn ang="0">
                  <a:pos x="0" y="36"/>
                </a:cxn>
                <a:cxn ang="0">
                  <a:pos x="11" y="36"/>
                </a:cxn>
                <a:cxn ang="0">
                  <a:pos x="11" y="76"/>
                </a:cxn>
                <a:cxn ang="0">
                  <a:pos x="0" y="7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11" y="0"/>
                </a:cxn>
                <a:cxn ang="0">
                  <a:pos x="11" y="6"/>
                </a:cxn>
                <a:cxn ang="0">
                  <a:pos x="0" y="6"/>
                </a:cxn>
              </a:cxnLst>
              <a:rect l="0" t="0" r="0" b="0"/>
              <a:pathLst>
                <a:path w="11" h="562">
                  <a:moveTo>
                    <a:pt x="0" y="562"/>
                  </a:moveTo>
                  <a:lnTo>
                    <a:pt x="0" y="522"/>
                  </a:lnTo>
                  <a:lnTo>
                    <a:pt x="9" y="522"/>
                  </a:lnTo>
                  <a:lnTo>
                    <a:pt x="9" y="562"/>
                  </a:lnTo>
                  <a:lnTo>
                    <a:pt x="0" y="562"/>
                  </a:lnTo>
                  <a:close/>
                  <a:moveTo>
                    <a:pt x="0" y="493"/>
                  </a:moveTo>
                  <a:lnTo>
                    <a:pt x="0" y="452"/>
                  </a:lnTo>
                  <a:lnTo>
                    <a:pt x="9" y="452"/>
                  </a:lnTo>
                  <a:lnTo>
                    <a:pt x="9" y="493"/>
                  </a:lnTo>
                  <a:lnTo>
                    <a:pt x="0" y="493"/>
                  </a:lnTo>
                  <a:close/>
                  <a:moveTo>
                    <a:pt x="0" y="422"/>
                  </a:moveTo>
                  <a:lnTo>
                    <a:pt x="0" y="383"/>
                  </a:lnTo>
                  <a:lnTo>
                    <a:pt x="9" y="383"/>
                  </a:lnTo>
                  <a:lnTo>
                    <a:pt x="9" y="422"/>
                  </a:lnTo>
                  <a:lnTo>
                    <a:pt x="0" y="422"/>
                  </a:lnTo>
                  <a:close/>
                  <a:moveTo>
                    <a:pt x="0" y="353"/>
                  </a:moveTo>
                  <a:lnTo>
                    <a:pt x="0" y="314"/>
                  </a:lnTo>
                  <a:lnTo>
                    <a:pt x="9" y="314"/>
                  </a:lnTo>
                  <a:lnTo>
                    <a:pt x="9" y="353"/>
                  </a:lnTo>
                  <a:lnTo>
                    <a:pt x="0" y="353"/>
                  </a:lnTo>
                  <a:close/>
                  <a:moveTo>
                    <a:pt x="0" y="284"/>
                  </a:moveTo>
                  <a:lnTo>
                    <a:pt x="0" y="244"/>
                  </a:lnTo>
                  <a:lnTo>
                    <a:pt x="9" y="244"/>
                  </a:lnTo>
                  <a:lnTo>
                    <a:pt x="9" y="284"/>
                  </a:lnTo>
                  <a:lnTo>
                    <a:pt x="0" y="284"/>
                  </a:lnTo>
                  <a:close/>
                  <a:moveTo>
                    <a:pt x="0" y="214"/>
                  </a:moveTo>
                  <a:lnTo>
                    <a:pt x="0" y="175"/>
                  </a:lnTo>
                  <a:lnTo>
                    <a:pt x="11" y="175"/>
                  </a:lnTo>
                  <a:lnTo>
                    <a:pt x="9" y="214"/>
                  </a:lnTo>
                  <a:lnTo>
                    <a:pt x="0" y="214"/>
                  </a:lnTo>
                  <a:close/>
                  <a:moveTo>
                    <a:pt x="0" y="145"/>
                  </a:moveTo>
                  <a:lnTo>
                    <a:pt x="0" y="106"/>
                  </a:lnTo>
                  <a:lnTo>
                    <a:pt x="11" y="106"/>
                  </a:lnTo>
                  <a:lnTo>
                    <a:pt x="11" y="145"/>
                  </a:lnTo>
                  <a:lnTo>
                    <a:pt x="0" y="145"/>
                  </a:lnTo>
                  <a:close/>
                  <a:moveTo>
                    <a:pt x="0" y="76"/>
                  </a:moveTo>
                  <a:lnTo>
                    <a:pt x="0" y="36"/>
                  </a:lnTo>
                  <a:lnTo>
                    <a:pt x="11" y="36"/>
                  </a:lnTo>
                  <a:lnTo>
                    <a:pt x="11" y="76"/>
                  </a:lnTo>
                  <a:lnTo>
                    <a:pt x="0" y="76"/>
                  </a:lnTo>
                  <a:close/>
                  <a:moveTo>
                    <a:pt x="0" y="6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66FF">
                <a:alpha val="100000"/>
              </a:srgbClr>
            </a:solidFill>
            <a:ln w="1588" cap="flat" cmpd="sng">
              <a:solidFill>
                <a:srgbClr val="3366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Freeform 44"/>
            <p:cNvSpPr>
              <a:spLocks noEditPoints="1"/>
            </p:cNvSpPr>
            <p:nvPr/>
          </p:nvSpPr>
          <p:spPr>
            <a:xfrm>
              <a:off x="3952" y="1410"/>
              <a:ext cx="252" cy="210"/>
            </a:xfrm>
            <a:custGeom>
              <a:avLst/>
              <a:gdLst/>
              <a:ahLst/>
              <a:cxnLst>
                <a:cxn ang="0">
                  <a:pos x="252" y="8"/>
                </a:cxn>
                <a:cxn ang="0">
                  <a:pos x="220" y="34"/>
                </a:cxn>
                <a:cxn ang="0">
                  <a:pos x="214" y="25"/>
                </a:cxn>
                <a:cxn ang="0">
                  <a:pos x="245" y="0"/>
                </a:cxn>
                <a:cxn ang="0">
                  <a:pos x="252" y="8"/>
                </a:cxn>
                <a:cxn ang="0">
                  <a:pos x="197" y="53"/>
                </a:cxn>
                <a:cxn ang="0">
                  <a:pos x="167" y="78"/>
                </a:cxn>
                <a:cxn ang="0">
                  <a:pos x="160" y="71"/>
                </a:cxn>
                <a:cxn ang="0">
                  <a:pos x="191" y="44"/>
                </a:cxn>
                <a:cxn ang="0">
                  <a:pos x="197" y="53"/>
                </a:cxn>
                <a:cxn ang="0">
                  <a:pos x="143" y="97"/>
                </a:cxn>
                <a:cxn ang="0">
                  <a:pos x="112" y="123"/>
                </a:cxn>
                <a:cxn ang="0">
                  <a:pos x="106" y="116"/>
                </a:cxn>
                <a:cxn ang="0">
                  <a:pos x="136" y="90"/>
                </a:cxn>
                <a:cxn ang="0">
                  <a:pos x="143" y="97"/>
                </a:cxn>
                <a:cxn ang="0">
                  <a:pos x="89" y="142"/>
                </a:cxn>
                <a:cxn ang="0">
                  <a:pos x="59" y="168"/>
                </a:cxn>
                <a:cxn ang="0">
                  <a:pos x="51" y="160"/>
                </a:cxn>
                <a:cxn ang="0">
                  <a:pos x="83" y="135"/>
                </a:cxn>
                <a:cxn ang="0">
                  <a:pos x="89" y="142"/>
                </a:cxn>
                <a:cxn ang="0">
                  <a:pos x="34" y="187"/>
                </a:cxn>
                <a:cxn ang="0">
                  <a:pos x="6" y="210"/>
                </a:cxn>
                <a:cxn ang="0">
                  <a:pos x="0" y="203"/>
                </a:cxn>
                <a:cxn ang="0">
                  <a:pos x="28" y="179"/>
                </a:cxn>
                <a:cxn ang="0">
                  <a:pos x="34" y="187"/>
                </a:cxn>
              </a:cxnLst>
              <a:rect l="0" t="0" r="0" b="0"/>
              <a:pathLst>
                <a:path w="252" h="210">
                  <a:moveTo>
                    <a:pt x="252" y="8"/>
                  </a:moveTo>
                  <a:lnTo>
                    <a:pt x="220" y="34"/>
                  </a:lnTo>
                  <a:lnTo>
                    <a:pt x="214" y="25"/>
                  </a:lnTo>
                  <a:lnTo>
                    <a:pt x="245" y="0"/>
                  </a:lnTo>
                  <a:lnTo>
                    <a:pt x="252" y="8"/>
                  </a:lnTo>
                  <a:close/>
                  <a:moveTo>
                    <a:pt x="197" y="53"/>
                  </a:moveTo>
                  <a:lnTo>
                    <a:pt x="167" y="78"/>
                  </a:lnTo>
                  <a:lnTo>
                    <a:pt x="160" y="71"/>
                  </a:lnTo>
                  <a:lnTo>
                    <a:pt x="191" y="44"/>
                  </a:lnTo>
                  <a:lnTo>
                    <a:pt x="197" y="53"/>
                  </a:lnTo>
                  <a:close/>
                  <a:moveTo>
                    <a:pt x="143" y="97"/>
                  </a:moveTo>
                  <a:lnTo>
                    <a:pt x="112" y="123"/>
                  </a:lnTo>
                  <a:lnTo>
                    <a:pt x="106" y="116"/>
                  </a:lnTo>
                  <a:lnTo>
                    <a:pt x="136" y="90"/>
                  </a:lnTo>
                  <a:lnTo>
                    <a:pt x="143" y="97"/>
                  </a:lnTo>
                  <a:close/>
                  <a:moveTo>
                    <a:pt x="89" y="142"/>
                  </a:moveTo>
                  <a:lnTo>
                    <a:pt x="59" y="168"/>
                  </a:lnTo>
                  <a:lnTo>
                    <a:pt x="51" y="160"/>
                  </a:lnTo>
                  <a:lnTo>
                    <a:pt x="83" y="135"/>
                  </a:lnTo>
                  <a:lnTo>
                    <a:pt x="89" y="142"/>
                  </a:lnTo>
                  <a:close/>
                  <a:moveTo>
                    <a:pt x="34" y="187"/>
                  </a:moveTo>
                  <a:lnTo>
                    <a:pt x="6" y="210"/>
                  </a:lnTo>
                  <a:lnTo>
                    <a:pt x="0" y="203"/>
                  </a:lnTo>
                  <a:lnTo>
                    <a:pt x="28" y="179"/>
                  </a:lnTo>
                  <a:lnTo>
                    <a:pt x="34" y="187"/>
                  </a:lnTo>
                  <a:close/>
                </a:path>
              </a:pathLst>
            </a:custGeom>
            <a:solidFill>
              <a:srgbClr val="3366FF">
                <a:alpha val="100000"/>
              </a:srgbClr>
            </a:solidFill>
            <a:ln w="1588" cap="flat" cmpd="sng">
              <a:solidFill>
                <a:srgbClr val="3366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Freeform 45"/>
            <p:cNvSpPr>
              <a:spLocks noEditPoints="1"/>
            </p:cNvSpPr>
            <p:nvPr/>
          </p:nvSpPr>
          <p:spPr>
            <a:xfrm>
              <a:off x="4195" y="1412"/>
              <a:ext cx="602" cy="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" y="0"/>
                </a:cxn>
                <a:cxn ang="0">
                  <a:pos x="41" y="10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71" y="0"/>
                </a:cxn>
                <a:cxn ang="0">
                  <a:pos x="112" y="0"/>
                </a:cxn>
                <a:cxn ang="0">
                  <a:pos x="112" y="10"/>
                </a:cxn>
                <a:cxn ang="0">
                  <a:pos x="71" y="10"/>
                </a:cxn>
                <a:cxn ang="0">
                  <a:pos x="71" y="0"/>
                </a:cxn>
                <a:cxn ang="0">
                  <a:pos x="143" y="0"/>
                </a:cxn>
                <a:cxn ang="0">
                  <a:pos x="183" y="0"/>
                </a:cxn>
                <a:cxn ang="0">
                  <a:pos x="183" y="10"/>
                </a:cxn>
                <a:cxn ang="0">
                  <a:pos x="143" y="10"/>
                </a:cxn>
                <a:cxn ang="0">
                  <a:pos x="143" y="0"/>
                </a:cxn>
                <a:cxn ang="0">
                  <a:pos x="213" y="0"/>
                </a:cxn>
                <a:cxn ang="0">
                  <a:pos x="253" y="0"/>
                </a:cxn>
                <a:cxn ang="0">
                  <a:pos x="253" y="10"/>
                </a:cxn>
                <a:cxn ang="0">
                  <a:pos x="213" y="10"/>
                </a:cxn>
                <a:cxn ang="0">
                  <a:pos x="213" y="0"/>
                </a:cxn>
                <a:cxn ang="0">
                  <a:pos x="284" y="0"/>
                </a:cxn>
                <a:cxn ang="0">
                  <a:pos x="325" y="0"/>
                </a:cxn>
                <a:cxn ang="0">
                  <a:pos x="325" y="10"/>
                </a:cxn>
                <a:cxn ang="0">
                  <a:pos x="284" y="10"/>
                </a:cxn>
                <a:cxn ang="0">
                  <a:pos x="284" y="0"/>
                </a:cxn>
                <a:cxn ang="0">
                  <a:pos x="355" y="0"/>
                </a:cxn>
                <a:cxn ang="0">
                  <a:pos x="396" y="0"/>
                </a:cxn>
                <a:cxn ang="0">
                  <a:pos x="396" y="10"/>
                </a:cxn>
                <a:cxn ang="0">
                  <a:pos x="355" y="10"/>
                </a:cxn>
                <a:cxn ang="0">
                  <a:pos x="355" y="0"/>
                </a:cxn>
                <a:cxn ang="0">
                  <a:pos x="426" y="0"/>
                </a:cxn>
                <a:cxn ang="0">
                  <a:pos x="466" y="0"/>
                </a:cxn>
                <a:cxn ang="0">
                  <a:pos x="466" y="10"/>
                </a:cxn>
                <a:cxn ang="0">
                  <a:pos x="426" y="10"/>
                </a:cxn>
                <a:cxn ang="0">
                  <a:pos x="426" y="0"/>
                </a:cxn>
                <a:cxn ang="0">
                  <a:pos x="496" y="0"/>
                </a:cxn>
                <a:cxn ang="0">
                  <a:pos x="538" y="1"/>
                </a:cxn>
                <a:cxn ang="0">
                  <a:pos x="538" y="10"/>
                </a:cxn>
                <a:cxn ang="0">
                  <a:pos x="496" y="10"/>
                </a:cxn>
                <a:cxn ang="0">
                  <a:pos x="496" y="0"/>
                </a:cxn>
                <a:cxn ang="0">
                  <a:pos x="568" y="1"/>
                </a:cxn>
                <a:cxn ang="0">
                  <a:pos x="602" y="1"/>
                </a:cxn>
                <a:cxn ang="0">
                  <a:pos x="602" y="10"/>
                </a:cxn>
                <a:cxn ang="0">
                  <a:pos x="568" y="10"/>
                </a:cxn>
                <a:cxn ang="0">
                  <a:pos x="568" y="1"/>
                </a:cxn>
              </a:cxnLst>
              <a:rect l="0" t="0" r="0" b="0"/>
              <a:pathLst>
                <a:path w="602" h="10">
                  <a:moveTo>
                    <a:pt x="0" y="0"/>
                  </a:moveTo>
                  <a:lnTo>
                    <a:pt x="41" y="0"/>
                  </a:lnTo>
                  <a:lnTo>
                    <a:pt x="41" y="1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71" y="0"/>
                  </a:moveTo>
                  <a:lnTo>
                    <a:pt x="112" y="0"/>
                  </a:lnTo>
                  <a:lnTo>
                    <a:pt x="112" y="10"/>
                  </a:lnTo>
                  <a:lnTo>
                    <a:pt x="71" y="10"/>
                  </a:lnTo>
                  <a:lnTo>
                    <a:pt x="71" y="0"/>
                  </a:lnTo>
                  <a:close/>
                  <a:moveTo>
                    <a:pt x="143" y="0"/>
                  </a:moveTo>
                  <a:lnTo>
                    <a:pt x="183" y="0"/>
                  </a:lnTo>
                  <a:lnTo>
                    <a:pt x="183" y="10"/>
                  </a:lnTo>
                  <a:lnTo>
                    <a:pt x="143" y="10"/>
                  </a:lnTo>
                  <a:lnTo>
                    <a:pt x="143" y="0"/>
                  </a:lnTo>
                  <a:close/>
                  <a:moveTo>
                    <a:pt x="213" y="0"/>
                  </a:moveTo>
                  <a:lnTo>
                    <a:pt x="253" y="0"/>
                  </a:lnTo>
                  <a:lnTo>
                    <a:pt x="253" y="10"/>
                  </a:lnTo>
                  <a:lnTo>
                    <a:pt x="213" y="10"/>
                  </a:lnTo>
                  <a:lnTo>
                    <a:pt x="213" y="0"/>
                  </a:lnTo>
                  <a:close/>
                  <a:moveTo>
                    <a:pt x="284" y="0"/>
                  </a:moveTo>
                  <a:lnTo>
                    <a:pt x="325" y="0"/>
                  </a:lnTo>
                  <a:lnTo>
                    <a:pt x="325" y="10"/>
                  </a:lnTo>
                  <a:lnTo>
                    <a:pt x="284" y="10"/>
                  </a:lnTo>
                  <a:lnTo>
                    <a:pt x="284" y="0"/>
                  </a:lnTo>
                  <a:close/>
                  <a:moveTo>
                    <a:pt x="355" y="0"/>
                  </a:moveTo>
                  <a:lnTo>
                    <a:pt x="396" y="0"/>
                  </a:lnTo>
                  <a:lnTo>
                    <a:pt x="396" y="10"/>
                  </a:lnTo>
                  <a:lnTo>
                    <a:pt x="355" y="10"/>
                  </a:lnTo>
                  <a:lnTo>
                    <a:pt x="355" y="0"/>
                  </a:lnTo>
                  <a:close/>
                  <a:moveTo>
                    <a:pt x="426" y="0"/>
                  </a:moveTo>
                  <a:lnTo>
                    <a:pt x="466" y="0"/>
                  </a:lnTo>
                  <a:lnTo>
                    <a:pt x="466" y="10"/>
                  </a:lnTo>
                  <a:lnTo>
                    <a:pt x="426" y="10"/>
                  </a:lnTo>
                  <a:lnTo>
                    <a:pt x="426" y="0"/>
                  </a:lnTo>
                  <a:close/>
                  <a:moveTo>
                    <a:pt x="496" y="0"/>
                  </a:moveTo>
                  <a:lnTo>
                    <a:pt x="538" y="1"/>
                  </a:lnTo>
                  <a:lnTo>
                    <a:pt x="538" y="10"/>
                  </a:lnTo>
                  <a:lnTo>
                    <a:pt x="496" y="10"/>
                  </a:lnTo>
                  <a:lnTo>
                    <a:pt x="496" y="0"/>
                  </a:lnTo>
                  <a:close/>
                  <a:moveTo>
                    <a:pt x="568" y="1"/>
                  </a:moveTo>
                  <a:lnTo>
                    <a:pt x="602" y="1"/>
                  </a:lnTo>
                  <a:lnTo>
                    <a:pt x="602" y="10"/>
                  </a:lnTo>
                  <a:lnTo>
                    <a:pt x="568" y="10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3366FF">
                <a:alpha val="100000"/>
              </a:srgbClr>
            </a:solidFill>
            <a:ln w="1588" cap="flat" cmpd="sng">
              <a:solidFill>
                <a:srgbClr val="3366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Freeform 46"/>
            <p:cNvSpPr>
              <a:spLocks noEditPoints="1"/>
            </p:cNvSpPr>
            <p:nvPr/>
          </p:nvSpPr>
          <p:spPr>
            <a:xfrm>
              <a:off x="4412" y="1066"/>
              <a:ext cx="185" cy="155"/>
            </a:xfrm>
            <a:custGeom>
              <a:avLst/>
              <a:gdLst/>
              <a:ahLst/>
              <a:cxnLst>
                <a:cxn ang="0">
                  <a:pos x="185" y="11"/>
                </a:cxn>
                <a:cxn ang="0">
                  <a:pos x="74" y="103"/>
                </a:cxn>
                <a:cxn ang="0">
                  <a:pos x="64" y="92"/>
                </a:cxn>
                <a:cxn ang="0">
                  <a:pos x="175" y="0"/>
                </a:cxn>
                <a:cxn ang="0">
                  <a:pos x="185" y="11"/>
                </a:cxn>
                <a:cxn ang="0">
                  <a:pos x="90" y="107"/>
                </a:cxn>
                <a:cxn ang="0">
                  <a:pos x="0" y="155"/>
                </a:cxn>
                <a:cxn ang="0">
                  <a:pos x="63" y="77"/>
                </a:cxn>
                <a:cxn ang="0">
                  <a:pos x="90" y="107"/>
                </a:cxn>
              </a:cxnLst>
              <a:rect l="0" t="0" r="0" b="0"/>
              <a:pathLst>
                <a:path w="185" h="155">
                  <a:moveTo>
                    <a:pt x="185" y="11"/>
                  </a:moveTo>
                  <a:lnTo>
                    <a:pt x="74" y="103"/>
                  </a:lnTo>
                  <a:lnTo>
                    <a:pt x="64" y="92"/>
                  </a:lnTo>
                  <a:lnTo>
                    <a:pt x="175" y="0"/>
                  </a:lnTo>
                  <a:lnTo>
                    <a:pt x="185" y="11"/>
                  </a:lnTo>
                  <a:close/>
                  <a:moveTo>
                    <a:pt x="90" y="107"/>
                  </a:moveTo>
                  <a:lnTo>
                    <a:pt x="0" y="155"/>
                  </a:lnTo>
                  <a:lnTo>
                    <a:pt x="63" y="77"/>
                  </a:lnTo>
                  <a:lnTo>
                    <a:pt x="90" y="107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Freeform 47"/>
            <p:cNvSpPr>
              <a:spLocks noEditPoints="1"/>
            </p:cNvSpPr>
            <p:nvPr/>
          </p:nvSpPr>
          <p:spPr>
            <a:xfrm>
              <a:off x="4599" y="1063"/>
              <a:ext cx="221" cy="39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130" y="14"/>
                </a:cxn>
                <a:cxn ang="0">
                  <a:pos x="130" y="26"/>
                </a:cxn>
                <a:cxn ang="0">
                  <a:pos x="0" y="26"/>
                </a:cxn>
                <a:cxn ang="0">
                  <a:pos x="0" y="13"/>
                </a:cxn>
                <a:cxn ang="0">
                  <a:pos x="120" y="0"/>
                </a:cxn>
                <a:cxn ang="0">
                  <a:pos x="221" y="20"/>
                </a:cxn>
                <a:cxn ang="0">
                  <a:pos x="119" y="39"/>
                </a:cxn>
                <a:cxn ang="0">
                  <a:pos x="120" y="0"/>
                </a:cxn>
              </a:cxnLst>
              <a:rect l="0" t="0" r="0" b="0"/>
              <a:pathLst>
                <a:path w="221" h="39">
                  <a:moveTo>
                    <a:pt x="0" y="13"/>
                  </a:moveTo>
                  <a:lnTo>
                    <a:pt x="130" y="14"/>
                  </a:lnTo>
                  <a:lnTo>
                    <a:pt x="130" y="26"/>
                  </a:lnTo>
                  <a:lnTo>
                    <a:pt x="0" y="26"/>
                  </a:lnTo>
                  <a:lnTo>
                    <a:pt x="0" y="13"/>
                  </a:lnTo>
                  <a:close/>
                  <a:moveTo>
                    <a:pt x="120" y="0"/>
                  </a:moveTo>
                  <a:lnTo>
                    <a:pt x="221" y="20"/>
                  </a:lnTo>
                  <a:lnTo>
                    <a:pt x="119" y="3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Freeform 48"/>
            <p:cNvSpPr>
              <a:spLocks noEditPoints="1"/>
            </p:cNvSpPr>
            <p:nvPr/>
          </p:nvSpPr>
          <p:spPr>
            <a:xfrm>
              <a:off x="4567" y="860"/>
              <a:ext cx="41" cy="216"/>
            </a:xfrm>
            <a:custGeom>
              <a:avLst/>
              <a:gdLst/>
              <a:ahLst/>
              <a:cxnLst>
                <a:cxn ang="0">
                  <a:pos x="14" y="216"/>
                </a:cxn>
                <a:cxn ang="0">
                  <a:pos x="15" y="89"/>
                </a:cxn>
                <a:cxn ang="0">
                  <a:pos x="27" y="89"/>
                </a:cxn>
                <a:cxn ang="0">
                  <a:pos x="27" y="216"/>
                </a:cxn>
                <a:cxn ang="0">
                  <a:pos x="14" y="216"/>
                </a:cxn>
                <a:cxn ang="0">
                  <a:pos x="0" y="98"/>
                </a:cxn>
                <a:cxn ang="0">
                  <a:pos x="21" y="0"/>
                </a:cxn>
                <a:cxn ang="0">
                  <a:pos x="41" y="98"/>
                </a:cxn>
                <a:cxn ang="0">
                  <a:pos x="0" y="98"/>
                </a:cxn>
              </a:cxnLst>
              <a:rect l="0" t="0" r="0" b="0"/>
              <a:pathLst>
                <a:path w="41" h="216">
                  <a:moveTo>
                    <a:pt x="14" y="216"/>
                  </a:moveTo>
                  <a:lnTo>
                    <a:pt x="15" y="89"/>
                  </a:lnTo>
                  <a:lnTo>
                    <a:pt x="27" y="89"/>
                  </a:lnTo>
                  <a:lnTo>
                    <a:pt x="27" y="216"/>
                  </a:lnTo>
                  <a:lnTo>
                    <a:pt x="14" y="216"/>
                  </a:lnTo>
                  <a:close/>
                  <a:moveTo>
                    <a:pt x="0" y="98"/>
                  </a:moveTo>
                  <a:lnTo>
                    <a:pt x="21" y="0"/>
                  </a:lnTo>
                  <a:lnTo>
                    <a:pt x="41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Rectangle 49"/>
            <p:cNvSpPr/>
            <p:nvPr/>
          </p:nvSpPr>
          <p:spPr>
            <a:xfrm>
              <a:off x="4722" y="780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437" name="Rectangle 50"/>
            <p:cNvSpPr/>
            <p:nvPr/>
          </p:nvSpPr>
          <p:spPr>
            <a:xfrm>
              <a:off x="4130" y="1314"/>
              <a:ext cx="6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800"/>
            </a:p>
          </p:txBody>
        </p:sp>
        <p:sp>
          <p:nvSpPr>
            <p:cNvPr id="15438" name="Rectangle 51"/>
            <p:cNvSpPr/>
            <p:nvPr/>
          </p:nvSpPr>
          <p:spPr>
            <a:xfrm>
              <a:off x="4214" y="1327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439" name="Rectangle 52"/>
            <p:cNvSpPr/>
            <p:nvPr/>
          </p:nvSpPr>
          <p:spPr>
            <a:xfrm>
              <a:off x="3749" y="1770"/>
              <a:ext cx="5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800"/>
            </a:p>
          </p:txBody>
        </p:sp>
        <p:sp>
          <p:nvSpPr>
            <p:cNvPr id="15440" name="Rectangle 53"/>
            <p:cNvSpPr/>
            <p:nvPr/>
          </p:nvSpPr>
          <p:spPr>
            <a:xfrm>
              <a:off x="3826" y="1781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441" name="Rectangle 54"/>
            <p:cNvSpPr/>
            <p:nvPr/>
          </p:nvSpPr>
          <p:spPr>
            <a:xfrm>
              <a:off x="5042" y="1402"/>
              <a:ext cx="5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/>
            </a:p>
          </p:txBody>
        </p:sp>
        <p:sp>
          <p:nvSpPr>
            <p:cNvPr id="15442" name="Rectangle 55"/>
            <p:cNvSpPr/>
            <p:nvPr/>
          </p:nvSpPr>
          <p:spPr>
            <a:xfrm>
              <a:off x="5122" y="1412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443" name="Rectangle 56"/>
            <p:cNvSpPr/>
            <p:nvPr/>
          </p:nvSpPr>
          <p:spPr>
            <a:xfrm>
              <a:off x="4243" y="391"/>
              <a:ext cx="4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800"/>
            </a:p>
          </p:txBody>
        </p:sp>
        <p:sp>
          <p:nvSpPr>
            <p:cNvPr id="15444" name="Rectangle 57"/>
            <p:cNvSpPr/>
            <p:nvPr/>
          </p:nvSpPr>
          <p:spPr>
            <a:xfrm>
              <a:off x="4244" y="1845"/>
              <a:ext cx="36" cy="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007FB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/>
            </a:p>
          </p:txBody>
        </p:sp>
        <p:sp>
          <p:nvSpPr>
            <p:cNvPr id="15445" name="Rectangle 58"/>
            <p:cNvSpPr/>
            <p:nvPr/>
          </p:nvSpPr>
          <p:spPr>
            <a:xfrm>
              <a:off x="4195" y="1779"/>
              <a:ext cx="50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i="1">
                  <a:solidFill>
                    <a:srgbClr val="007FBF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800"/>
            </a:p>
          </p:txBody>
        </p:sp>
        <p:sp>
          <p:nvSpPr>
            <p:cNvPr id="15446" name="Rectangle 59"/>
            <p:cNvSpPr/>
            <p:nvPr/>
          </p:nvSpPr>
          <p:spPr>
            <a:xfrm>
              <a:off x="4017" y="1770"/>
              <a:ext cx="5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7FBF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800"/>
            </a:p>
          </p:txBody>
        </p:sp>
        <p:sp>
          <p:nvSpPr>
            <p:cNvPr id="15447" name="Rectangle 60"/>
            <p:cNvSpPr/>
            <p:nvPr/>
          </p:nvSpPr>
          <p:spPr>
            <a:xfrm>
              <a:off x="4101" y="1768"/>
              <a:ext cx="61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7FBF"/>
                  </a:solidFill>
                  <a:latin typeface="Symbol" panose="05050102010706020507" pitchFamily="18" charset="2"/>
                </a:rPr>
                <a:t>=</a:t>
              </a:r>
              <a:endParaRPr lang="en-US" altLang="zh-CN" sz="2800"/>
            </a:p>
          </p:txBody>
        </p:sp>
        <p:sp>
          <p:nvSpPr>
            <p:cNvPr id="15448" name="Rectangle 61"/>
            <p:cNvSpPr/>
            <p:nvPr/>
          </p:nvSpPr>
          <p:spPr>
            <a:xfrm>
              <a:off x="4295" y="1799"/>
              <a:ext cx="43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zh-CN" altLang="en-US" sz="1200" b="1">
                  <a:solidFill>
                    <a:srgbClr val="5DAEFF"/>
                  </a:solidFill>
                  <a:latin typeface="宋体" panose="02010600030101010101" pitchFamily="2" charset="-122"/>
                  <a:ea typeface="楷体_GB2312" pitchFamily="49" charset="-122"/>
                </a:rPr>
                <a:t>（</a:t>
              </a:r>
              <a:r>
                <a:rPr lang="en-US" altLang="zh-CN" sz="1200" b="1">
                  <a:solidFill>
                    <a:srgbClr val="5DAEFF"/>
                  </a:solidFill>
                  <a:latin typeface="宋体" panose="02010600030101010101" pitchFamily="2" charset="-122"/>
                  <a:ea typeface="楷体_GB2312" pitchFamily="49" charset="-122"/>
                </a:rPr>
                <a:t>plane</a:t>
              </a:r>
              <a:r>
                <a:rPr lang="zh-CN" altLang="en-US" sz="1200" b="1">
                  <a:solidFill>
                    <a:srgbClr val="5DAEFF"/>
                  </a:solidFill>
                  <a:latin typeface="宋体" panose="02010600030101010101" pitchFamily="2" charset="-122"/>
                  <a:ea typeface="楷体_GB2312" pitchFamily="49" charset="-122"/>
                </a:rPr>
                <a:t>）</a:t>
              </a:r>
              <a:endParaRPr lang="zh-CN" altLang="en-US" sz="1200" b="1">
                <a:ea typeface="楷体_GB2312" pitchFamily="49" charset="-122"/>
              </a:endParaRPr>
            </a:p>
          </p:txBody>
        </p:sp>
        <p:sp>
          <p:nvSpPr>
            <p:cNvPr id="15449" name="Freeform 62"/>
            <p:cNvSpPr>
              <a:spLocks noEditPoints="1"/>
            </p:cNvSpPr>
            <p:nvPr/>
          </p:nvSpPr>
          <p:spPr>
            <a:xfrm>
              <a:off x="4109" y="1516"/>
              <a:ext cx="71" cy="235"/>
            </a:xfrm>
            <a:custGeom>
              <a:avLst/>
              <a:gdLst/>
              <a:ahLst/>
              <a:cxnLst>
                <a:cxn ang="0">
                  <a:pos x="0" y="231"/>
                </a:cxn>
                <a:cxn ang="0">
                  <a:pos x="46" y="29"/>
                </a:cxn>
                <a:cxn ang="0">
                  <a:pos x="58" y="31"/>
                </a:cxn>
                <a:cxn ang="0">
                  <a:pos x="12" y="235"/>
                </a:cxn>
                <a:cxn ang="0">
                  <a:pos x="0" y="231"/>
                </a:cxn>
                <a:cxn ang="0">
                  <a:pos x="31" y="35"/>
                </a:cxn>
                <a:cxn ang="0">
                  <a:pos x="60" y="0"/>
                </a:cxn>
                <a:cxn ang="0">
                  <a:pos x="71" y="44"/>
                </a:cxn>
                <a:cxn ang="0">
                  <a:pos x="31" y="35"/>
                </a:cxn>
              </a:cxnLst>
              <a:rect l="0" t="0" r="0" b="0"/>
              <a:pathLst>
                <a:path w="71" h="235">
                  <a:moveTo>
                    <a:pt x="0" y="231"/>
                  </a:moveTo>
                  <a:lnTo>
                    <a:pt x="46" y="29"/>
                  </a:lnTo>
                  <a:lnTo>
                    <a:pt x="58" y="31"/>
                  </a:lnTo>
                  <a:lnTo>
                    <a:pt x="12" y="235"/>
                  </a:lnTo>
                  <a:lnTo>
                    <a:pt x="0" y="231"/>
                  </a:lnTo>
                  <a:close/>
                  <a:moveTo>
                    <a:pt x="31" y="35"/>
                  </a:moveTo>
                  <a:lnTo>
                    <a:pt x="60" y="0"/>
                  </a:lnTo>
                  <a:lnTo>
                    <a:pt x="71" y="44"/>
                  </a:lnTo>
                  <a:lnTo>
                    <a:pt x="31" y="35"/>
                  </a:lnTo>
                  <a:close/>
                </a:path>
              </a:pathLst>
            </a:custGeom>
            <a:solidFill>
              <a:srgbClr val="00CCFF">
                <a:alpha val="100000"/>
              </a:srgbClr>
            </a:solidFill>
            <a:ln w="1588" cap="flat" cmpd="sng">
              <a:solidFill>
                <a:srgbClr val="00CC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0" name="Rectangle 63"/>
            <p:cNvSpPr/>
            <p:nvPr/>
          </p:nvSpPr>
          <p:spPr>
            <a:xfrm>
              <a:off x="4502" y="697"/>
              <a:ext cx="36" cy="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900">
                  <a:solidFill>
                    <a:srgbClr val="FF00F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/>
            </a:p>
          </p:txBody>
        </p:sp>
        <p:sp>
          <p:nvSpPr>
            <p:cNvPr id="15451" name="Rectangle 64"/>
            <p:cNvSpPr/>
            <p:nvPr/>
          </p:nvSpPr>
          <p:spPr>
            <a:xfrm>
              <a:off x="4457" y="631"/>
              <a:ext cx="44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i="1">
                  <a:solidFill>
                    <a:srgbClr val="FF00FF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800"/>
            </a:p>
          </p:txBody>
        </p:sp>
        <p:sp>
          <p:nvSpPr>
            <p:cNvPr id="15452" name="Rectangle 65"/>
            <p:cNvSpPr/>
            <p:nvPr/>
          </p:nvSpPr>
          <p:spPr>
            <a:xfrm>
              <a:off x="4282" y="622"/>
              <a:ext cx="4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FF00FF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800"/>
            </a:p>
          </p:txBody>
        </p:sp>
        <p:sp>
          <p:nvSpPr>
            <p:cNvPr id="15453" name="Rectangle 66"/>
            <p:cNvSpPr/>
            <p:nvPr/>
          </p:nvSpPr>
          <p:spPr>
            <a:xfrm>
              <a:off x="4362" y="620"/>
              <a:ext cx="61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FF00FF"/>
                  </a:solidFill>
                  <a:latin typeface="Symbol" panose="05050102010706020507" pitchFamily="18" charset="2"/>
                </a:rPr>
                <a:t>=</a:t>
              </a:r>
              <a:endParaRPr lang="en-US" altLang="zh-CN" sz="2800"/>
            </a:p>
          </p:txBody>
        </p:sp>
        <p:sp>
          <p:nvSpPr>
            <p:cNvPr id="15454" name="Rectangle 67"/>
            <p:cNvSpPr/>
            <p:nvPr/>
          </p:nvSpPr>
          <p:spPr>
            <a:xfrm>
              <a:off x="4560" y="653"/>
              <a:ext cx="42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zh-CN" altLang="en-US" sz="1200" b="1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1200" b="1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</a:rPr>
                <a:t>plane</a:t>
              </a:r>
              <a:r>
                <a:rPr lang="zh-CN" altLang="en-US" sz="1100">
                  <a:solidFill>
                    <a:srgbClr val="FF00FF"/>
                  </a:solidFill>
                  <a:latin typeface="宋体" panose="02010600030101010101" pitchFamily="2" charset="-122"/>
                </a:rPr>
                <a:t>）</a:t>
              </a:r>
              <a:endParaRPr lang="zh-CN" altLang="en-US" sz="2800"/>
            </a:p>
          </p:txBody>
        </p:sp>
        <p:sp>
          <p:nvSpPr>
            <p:cNvPr id="15455" name="Freeform 68"/>
            <p:cNvSpPr>
              <a:spLocks noEditPoints="1"/>
            </p:cNvSpPr>
            <p:nvPr/>
          </p:nvSpPr>
          <p:spPr>
            <a:xfrm>
              <a:off x="4638" y="1324"/>
              <a:ext cx="70" cy="233"/>
            </a:xfrm>
            <a:custGeom>
              <a:avLst/>
              <a:gdLst/>
              <a:ahLst/>
              <a:cxnLst>
                <a:cxn ang="0">
                  <a:pos x="58" y="233"/>
                </a:cxn>
                <a:cxn ang="0">
                  <a:pos x="11" y="31"/>
                </a:cxn>
                <a:cxn ang="0">
                  <a:pos x="24" y="27"/>
                </a:cxn>
                <a:cxn ang="0">
                  <a:pos x="70" y="230"/>
                </a:cxn>
                <a:cxn ang="0">
                  <a:pos x="58" y="233"/>
                </a:cxn>
                <a:cxn ang="0">
                  <a:pos x="0" y="42"/>
                </a:cxn>
                <a:cxn ang="0">
                  <a:pos x="11" y="0"/>
                </a:cxn>
                <a:cxn ang="0">
                  <a:pos x="40" y="34"/>
                </a:cxn>
                <a:cxn ang="0">
                  <a:pos x="0" y="42"/>
                </a:cxn>
              </a:cxnLst>
              <a:rect l="0" t="0" r="0" b="0"/>
              <a:pathLst>
                <a:path w="70" h="233">
                  <a:moveTo>
                    <a:pt x="58" y="233"/>
                  </a:moveTo>
                  <a:lnTo>
                    <a:pt x="11" y="31"/>
                  </a:lnTo>
                  <a:lnTo>
                    <a:pt x="24" y="27"/>
                  </a:lnTo>
                  <a:lnTo>
                    <a:pt x="70" y="230"/>
                  </a:lnTo>
                  <a:lnTo>
                    <a:pt x="58" y="233"/>
                  </a:lnTo>
                  <a:close/>
                  <a:moveTo>
                    <a:pt x="0" y="42"/>
                  </a:moveTo>
                  <a:lnTo>
                    <a:pt x="11" y="0"/>
                  </a:lnTo>
                  <a:lnTo>
                    <a:pt x="40" y="34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89B2FD">
                <a:alpha val="100000"/>
              </a:srgbClr>
            </a:solidFill>
            <a:ln w="1588" cap="flat" cmpd="sng">
              <a:solidFill>
                <a:srgbClr val="89B2FD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6" name="Freeform 69"/>
            <p:cNvSpPr>
              <a:spLocks noEditPoints="1"/>
            </p:cNvSpPr>
            <p:nvPr/>
          </p:nvSpPr>
          <p:spPr>
            <a:xfrm>
              <a:off x="4306" y="742"/>
              <a:ext cx="71" cy="23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60" y="203"/>
                </a:cxn>
                <a:cxn ang="0">
                  <a:pos x="47" y="206"/>
                </a:cxn>
                <a:cxn ang="0">
                  <a:pos x="0" y="4"/>
                </a:cxn>
                <a:cxn ang="0">
                  <a:pos x="12" y="0"/>
                </a:cxn>
                <a:cxn ang="0">
                  <a:pos x="71" y="190"/>
                </a:cxn>
                <a:cxn ang="0">
                  <a:pos x="60" y="233"/>
                </a:cxn>
                <a:cxn ang="0">
                  <a:pos x="32" y="200"/>
                </a:cxn>
                <a:cxn ang="0">
                  <a:pos x="71" y="190"/>
                </a:cxn>
              </a:cxnLst>
              <a:rect l="0" t="0" r="0" b="0"/>
              <a:pathLst>
                <a:path w="71" h="233">
                  <a:moveTo>
                    <a:pt x="12" y="0"/>
                  </a:moveTo>
                  <a:lnTo>
                    <a:pt x="60" y="203"/>
                  </a:lnTo>
                  <a:lnTo>
                    <a:pt x="47" y="206"/>
                  </a:lnTo>
                  <a:lnTo>
                    <a:pt x="0" y="4"/>
                  </a:lnTo>
                  <a:lnTo>
                    <a:pt x="12" y="0"/>
                  </a:lnTo>
                  <a:close/>
                  <a:moveTo>
                    <a:pt x="71" y="190"/>
                  </a:moveTo>
                  <a:lnTo>
                    <a:pt x="60" y="233"/>
                  </a:lnTo>
                  <a:lnTo>
                    <a:pt x="32" y="200"/>
                  </a:lnTo>
                  <a:lnTo>
                    <a:pt x="71" y="19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  <a:ln w="1588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7" name="Freeform 70"/>
            <p:cNvSpPr>
              <a:spLocks noEditPoints="1"/>
            </p:cNvSpPr>
            <p:nvPr/>
          </p:nvSpPr>
          <p:spPr>
            <a:xfrm>
              <a:off x="4609" y="1092"/>
              <a:ext cx="225" cy="238"/>
            </a:xfrm>
            <a:custGeom>
              <a:avLst/>
              <a:gdLst/>
              <a:ahLst/>
              <a:cxnLst>
                <a:cxn ang="0">
                  <a:pos x="215" y="238"/>
                </a:cxn>
                <a:cxn ang="0">
                  <a:pos x="16" y="26"/>
                </a:cxn>
                <a:cxn ang="0">
                  <a:pos x="25" y="18"/>
                </a:cxn>
                <a:cxn ang="0">
                  <a:pos x="225" y="229"/>
                </a:cxn>
                <a:cxn ang="0">
                  <a:pos x="215" y="238"/>
                </a:cxn>
                <a:cxn ang="0">
                  <a:pos x="12" y="42"/>
                </a:cxn>
                <a:cxn ang="0">
                  <a:pos x="0" y="0"/>
                </a:cxn>
                <a:cxn ang="0">
                  <a:pos x="42" y="15"/>
                </a:cxn>
                <a:cxn ang="0">
                  <a:pos x="12" y="42"/>
                </a:cxn>
              </a:cxnLst>
              <a:rect l="0" t="0" r="0" b="0"/>
              <a:pathLst>
                <a:path w="225" h="238">
                  <a:moveTo>
                    <a:pt x="215" y="238"/>
                  </a:moveTo>
                  <a:lnTo>
                    <a:pt x="16" y="26"/>
                  </a:lnTo>
                  <a:lnTo>
                    <a:pt x="25" y="18"/>
                  </a:lnTo>
                  <a:lnTo>
                    <a:pt x="225" y="229"/>
                  </a:lnTo>
                  <a:lnTo>
                    <a:pt x="215" y="238"/>
                  </a:lnTo>
                  <a:close/>
                  <a:moveTo>
                    <a:pt x="12" y="42"/>
                  </a:moveTo>
                  <a:lnTo>
                    <a:pt x="0" y="0"/>
                  </a:lnTo>
                  <a:lnTo>
                    <a:pt x="42" y="15"/>
                  </a:lnTo>
                  <a:lnTo>
                    <a:pt x="12" y="42"/>
                  </a:lnTo>
                  <a:close/>
                </a:path>
              </a:pathLst>
            </a:custGeom>
            <a:solidFill>
              <a:srgbClr val="59B7FD">
                <a:alpha val="100000"/>
              </a:srgbClr>
            </a:solidFill>
            <a:ln w="1588" cap="flat" cmpd="sng">
              <a:solidFill>
                <a:srgbClr val="59B7FD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8" name="Rectangle 71"/>
            <p:cNvSpPr/>
            <p:nvPr/>
          </p:nvSpPr>
          <p:spPr>
            <a:xfrm>
              <a:off x="4452" y="969"/>
              <a:ext cx="7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2800"/>
            </a:p>
          </p:txBody>
        </p:sp>
        <p:sp>
          <p:nvSpPr>
            <p:cNvPr id="15459" name="Rectangle 72"/>
            <p:cNvSpPr/>
            <p:nvPr/>
          </p:nvSpPr>
          <p:spPr>
            <a:xfrm>
              <a:off x="4552" y="982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460" name="Rectangle 73"/>
            <p:cNvSpPr/>
            <p:nvPr/>
          </p:nvSpPr>
          <p:spPr>
            <a:xfrm>
              <a:off x="3651" y="1981"/>
              <a:ext cx="1905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endParaRPr lang="zh-CN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461" name="Rectangle 74"/>
            <p:cNvSpPr/>
            <p:nvPr/>
          </p:nvSpPr>
          <p:spPr>
            <a:xfrm>
              <a:off x="4848" y="1955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462" name="Freeform 75"/>
            <p:cNvSpPr/>
            <p:nvPr/>
          </p:nvSpPr>
          <p:spPr>
            <a:xfrm>
              <a:off x="4566" y="1058"/>
              <a:ext cx="43" cy="43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17" y="2"/>
                </a:cxn>
                <a:cxn ang="0">
                  <a:pos x="12" y="3"/>
                </a:cxn>
                <a:cxn ang="0">
                  <a:pos x="9" y="4"/>
                </a:cxn>
                <a:cxn ang="0">
                  <a:pos x="6" y="8"/>
                </a:cxn>
                <a:cxn ang="0">
                  <a:pos x="4" y="10"/>
                </a:cxn>
                <a:cxn ang="0">
                  <a:pos x="1" y="13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7"/>
                </a:cxn>
                <a:cxn ang="0">
                  <a:pos x="1" y="30"/>
                </a:cxn>
                <a:cxn ang="0">
                  <a:pos x="4" y="34"/>
                </a:cxn>
                <a:cxn ang="0">
                  <a:pos x="6" y="37"/>
                </a:cxn>
                <a:cxn ang="0">
                  <a:pos x="9" y="40"/>
                </a:cxn>
                <a:cxn ang="0">
                  <a:pos x="12" y="42"/>
                </a:cxn>
                <a:cxn ang="0">
                  <a:pos x="17" y="43"/>
                </a:cxn>
                <a:cxn ang="0">
                  <a:pos x="21" y="43"/>
                </a:cxn>
                <a:cxn ang="0">
                  <a:pos x="26" y="43"/>
                </a:cxn>
                <a:cxn ang="0">
                  <a:pos x="29" y="42"/>
                </a:cxn>
                <a:cxn ang="0">
                  <a:pos x="33" y="40"/>
                </a:cxn>
                <a:cxn ang="0">
                  <a:pos x="37" y="37"/>
                </a:cxn>
                <a:cxn ang="0">
                  <a:pos x="39" y="34"/>
                </a:cxn>
                <a:cxn ang="0">
                  <a:pos x="42" y="30"/>
                </a:cxn>
                <a:cxn ang="0">
                  <a:pos x="43" y="27"/>
                </a:cxn>
                <a:cxn ang="0">
                  <a:pos x="43" y="22"/>
                </a:cxn>
                <a:cxn ang="0">
                  <a:pos x="43" y="18"/>
                </a:cxn>
                <a:cxn ang="0">
                  <a:pos x="42" y="13"/>
                </a:cxn>
                <a:cxn ang="0">
                  <a:pos x="39" y="10"/>
                </a:cxn>
                <a:cxn ang="0">
                  <a:pos x="37" y="8"/>
                </a:cxn>
                <a:cxn ang="0">
                  <a:pos x="33" y="4"/>
                </a:cxn>
                <a:cxn ang="0">
                  <a:pos x="29" y="3"/>
                </a:cxn>
                <a:cxn ang="0">
                  <a:pos x="26" y="2"/>
                </a:cxn>
                <a:cxn ang="0">
                  <a:pos x="21" y="0"/>
                </a:cxn>
              </a:cxnLst>
              <a:rect l="0" t="0" r="0" b="0"/>
              <a:pathLst>
                <a:path w="43" h="43">
                  <a:moveTo>
                    <a:pt x="21" y="0"/>
                  </a:moveTo>
                  <a:lnTo>
                    <a:pt x="17" y="2"/>
                  </a:lnTo>
                  <a:lnTo>
                    <a:pt x="12" y="3"/>
                  </a:lnTo>
                  <a:lnTo>
                    <a:pt x="9" y="4"/>
                  </a:lnTo>
                  <a:lnTo>
                    <a:pt x="6" y="8"/>
                  </a:lnTo>
                  <a:lnTo>
                    <a:pt x="4" y="10"/>
                  </a:lnTo>
                  <a:lnTo>
                    <a:pt x="1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0"/>
                  </a:lnTo>
                  <a:lnTo>
                    <a:pt x="4" y="34"/>
                  </a:lnTo>
                  <a:lnTo>
                    <a:pt x="6" y="37"/>
                  </a:lnTo>
                  <a:lnTo>
                    <a:pt x="9" y="40"/>
                  </a:lnTo>
                  <a:lnTo>
                    <a:pt x="12" y="42"/>
                  </a:lnTo>
                  <a:lnTo>
                    <a:pt x="17" y="43"/>
                  </a:lnTo>
                  <a:lnTo>
                    <a:pt x="21" y="43"/>
                  </a:lnTo>
                  <a:lnTo>
                    <a:pt x="26" y="43"/>
                  </a:lnTo>
                  <a:lnTo>
                    <a:pt x="29" y="42"/>
                  </a:lnTo>
                  <a:lnTo>
                    <a:pt x="33" y="40"/>
                  </a:lnTo>
                  <a:lnTo>
                    <a:pt x="37" y="37"/>
                  </a:lnTo>
                  <a:lnTo>
                    <a:pt x="39" y="34"/>
                  </a:lnTo>
                  <a:lnTo>
                    <a:pt x="42" y="30"/>
                  </a:lnTo>
                  <a:lnTo>
                    <a:pt x="43" y="27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2" y="13"/>
                  </a:lnTo>
                  <a:lnTo>
                    <a:pt x="39" y="10"/>
                  </a:lnTo>
                  <a:lnTo>
                    <a:pt x="37" y="8"/>
                  </a:lnTo>
                  <a:lnTo>
                    <a:pt x="33" y="4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" name="Freeform 76"/>
            <p:cNvSpPr/>
            <p:nvPr/>
          </p:nvSpPr>
          <p:spPr>
            <a:xfrm>
              <a:off x="4566" y="1058"/>
              <a:ext cx="43" cy="43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17" y="2"/>
                </a:cxn>
                <a:cxn ang="0">
                  <a:pos x="12" y="3"/>
                </a:cxn>
                <a:cxn ang="0">
                  <a:pos x="9" y="4"/>
                </a:cxn>
                <a:cxn ang="0">
                  <a:pos x="6" y="8"/>
                </a:cxn>
                <a:cxn ang="0">
                  <a:pos x="4" y="10"/>
                </a:cxn>
                <a:cxn ang="0">
                  <a:pos x="1" y="13"/>
                </a:cxn>
                <a:cxn ang="0">
                  <a:pos x="0" y="18"/>
                </a:cxn>
                <a:cxn ang="0">
                  <a:pos x="0" y="22"/>
                </a:cxn>
                <a:cxn ang="0">
                  <a:pos x="0" y="27"/>
                </a:cxn>
                <a:cxn ang="0">
                  <a:pos x="1" y="30"/>
                </a:cxn>
                <a:cxn ang="0">
                  <a:pos x="4" y="34"/>
                </a:cxn>
                <a:cxn ang="0">
                  <a:pos x="6" y="37"/>
                </a:cxn>
                <a:cxn ang="0">
                  <a:pos x="9" y="40"/>
                </a:cxn>
                <a:cxn ang="0">
                  <a:pos x="12" y="42"/>
                </a:cxn>
                <a:cxn ang="0">
                  <a:pos x="17" y="43"/>
                </a:cxn>
                <a:cxn ang="0">
                  <a:pos x="21" y="43"/>
                </a:cxn>
                <a:cxn ang="0">
                  <a:pos x="26" y="43"/>
                </a:cxn>
                <a:cxn ang="0">
                  <a:pos x="29" y="42"/>
                </a:cxn>
                <a:cxn ang="0">
                  <a:pos x="33" y="40"/>
                </a:cxn>
                <a:cxn ang="0">
                  <a:pos x="37" y="37"/>
                </a:cxn>
                <a:cxn ang="0">
                  <a:pos x="39" y="34"/>
                </a:cxn>
                <a:cxn ang="0">
                  <a:pos x="42" y="30"/>
                </a:cxn>
                <a:cxn ang="0">
                  <a:pos x="43" y="27"/>
                </a:cxn>
                <a:cxn ang="0">
                  <a:pos x="43" y="22"/>
                </a:cxn>
                <a:cxn ang="0">
                  <a:pos x="43" y="18"/>
                </a:cxn>
                <a:cxn ang="0">
                  <a:pos x="42" y="13"/>
                </a:cxn>
                <a:cxn ang="0">
                  <a:pos x="39" y="10"/>
                </a:cxn>
                <a:cxn ang="0">
                  <a:pos x="37" y="8"/>
                </a:cxn>
                <a:cxn ang="0">
                  <a:pos x="33" y="4"/>
                </a:cxn>
                <a:cxn ang="0">
                  <a:pos x="29" y="3"/>
                </a:cxn>
                <a:cxn ang="0">
                  <a:pos x="26" y="2"/>
                </a:cxn>
                <a:cxn ang="0">
                  <a:pos x="21" y="0"/>
                </a:cxn>
              </a:cxnLst>
              <a:rect l="0" t="0" r="0" b="0"/>
              <a:pathLst>
                <a:path w="43" h="43">
                  <a:moveTo>
                    <a:pt x="21" y="0"/>
                  </a:moveTo>
                  <a:lnTo>
                    <a:pt x="17" y="2"/>
                  </a:lnTo>
                  <a:lnTo>
                    <a:pt x="12" y="3"/>
                  </a:lnTo>
                  <a:lnTo>
                    <a:pt x="9" y="4"/>
                  </a:lnTo>
                  <a:lnTo>
                    <a:pt x="6" y="8"/>
                  </a:lnTo>
                  <a:lnTo>
                    <a:pt x="4" y="10"/>
                  </a:lnTo>
                  <a:lnTo>
                    <a:pt x="1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0"/>
                  </a:lnTo>
                  <a:lnTo>
                    <a:pt x="4" y="34"/>
                  </a:lnTo>
                  <a:lnTo>
                    <a:pt x="6" y="37"/>
                  </a:lnTo>
                  <a:lnTo>
                    <a:pt x="9" y="40"/>
                  </a:lnTo>
                  <a:lnTo>
                    <a:pt x="12" y="42"/>
                  </a:lnTo>
                  <a:lnTo>
                    <a:pt x="17" y="43"/>
                  </a:lnTo>
                  <a:lnTo>
                    <a:pt x="21" y="43"/>
                  </a:lnTo>
                  <a:lnTo>
                    <a:pt x="26" y="43"/>
                  </a:lnTo>
                  <a:lnTo>
                    <a:pt x="29" y="42"/>
                  </a:lnTo>
                  <a:lnTo>
                    <a:pt x="33" y="40"/>
                  </a:lnTo>
                  <a:lnTo>
                    <a:pt x="37" y="37"/>
                  </a:lnTo>
                  <a:lnTo>
                    <a:pt x="39" y="34"/>
                  </a:lnTo>
                  <a:lnTo>
                    <a:pt x="42" y="30"/>
                  </a:lnTo>
                  <a:lnTo>
                    <a:pt x="43" y="27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2" y="13"/>
                  </a:lnTo>
                  <a:lnTo>
                    <a:pt x="39" y="10"/>
                  </a:lnTo>
                  <a:lnTo>
                    <a:pt x="37" y="8"/>
                  </a:lnTo>
                  <a:lnTo>
                    <a:pt x="33" y="4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1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464" name="Object 77"/>
            <p:cNvGraphicFramePr>
              <a:graphicFrameLocks noChangeAspect="1"/>
            </p:cNvGraphicFramePr>
            <p:nvPr/>
          </p:nvGraphicFramePr>
          <p:xfrm>
            <a:off x="4286" y="1117"/>
            <a:ext cx="145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65100" imgH="228600" progId="Equation.3">
                    <p:embed/>
                  </p:oleObj>
                </mc:Choice>
                <mc:Fallback>
                  <p:oleObj r:id="rId18" imgW="165100" imgH="228600" progId="Equation.3">
                    <p:embed/>
                    <p:pic>
                      <p:nvPicPr>
                        <p:cNvPr id="15464" name="Object 77"/>
                        <p:cNvPicPr/>
                        <p:nvPr/>
                      </p:nvPicPr>
                      <p:blipFill>
                        <a:blip r:embed="rId19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1117"/>
                          <a:ext cx="145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5" name="Object 78"/>
            <p:cNvGraphicFramePr>
              <a:graphicFrameLocks noChangeAspect="1"/>
            </p:cNvGraphicFramePr>
            <p:nvPr/>
          </p:nvGraphicFramePr>
          <p:xfrm>
            <a:off x="4558" y="709"/>
            <a:ext cx="14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52400" imgH="215900" progId="Equation.3">
                    <p:embed/>
                  </p:oleObj>
                </mc:Choice>
                <mc:Fallback>
                  <p:oleObj r:id="rId20" imgW="152400" imgH="215900" progId="Equation.3">
                    <p:embed/>
                    <p:pic>
                      <p:nvPicPr>
                        <p:cNvPr id="15465" name="Object 78"/>
                        <p:cNvPicPr/>
                        <p:nvPr/>
                      </p:nvPicPr>
                      <p:blipFill>
                        <a:blip r:embed="rId21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58" y="709"/>
                          <a:ext cx="145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66" name="Object 79"/>
            <p:cNvGraphicFramePr>
              <a:graphicFrameLocks noChangeAspect="1"/>
            </p:cNvGraphicFramePr>
            <p:nvPr/>
          </p:nvGraphicFramePr>
          <p:xfrm>
            <a:off x="4830" y="935"/>
            <a:ext cx="14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65100" imgH="241300" progId="Equation.3">
                    <p:embed/>
                  </p:oleObj>
                </mc:Choice>
                <mc:Fallback>
                  <p:oleObj r:id="rId22" imgW="165100" imgH="241300" progId="Equation.3">
                    <p:embed/>
                    <p:pic>
                      <p:nvPicPr>
                        <p:cNvPr id="15466" name="Object 79"/>
                        <p:cNvPicPr/>
                        <p:nvPr/>
                      </p:nvPicPr>
                      <p:blipFill>
                        <a:blip r:embed="rId23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30" y="935"/>
                          <a:ext cx="141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74" name="Group 80"/>
          <p:cNvGrpSpPr/>
          <p:nvPr/>
        </p:nvGrpSpPr>
        <p:grpSpPr>
          <a:xfrm>
            <a:off x="5795963" y="3933825"/>
            <a:ext cx="3194050" cy="2881313"/>
            <a:chOff x="3651" y="2271"/>
            <a:chExt cx="2012" cy="1815"/>
          </a:xfrm>
        </p:grpSpPr>
        <p:sp>
          <p:nvSpPr>
            <p:cNvPr id="15376" name="AutoShape 81"/>
            <p:cNvSpPr>
              <a:spLocks noChangeAspect="1" noTextEdit="1"/>
            </p:cNvSpPr>
            <p:nvPr/>
          </p:nvSpPr>
          <p:spPr>
            <a:xfrm>
              <a:off x="3651" y="2271"/>
              <a:ext cx="1950" cy="1815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Freeform 82"/>
            <p:cNvSpPr>
              <a:spLocks noEditPoints="1"/>
            </p:cNvSpPr>
            <p:nvPr/>
          </p:nvSpPr>
          <p:spPr>
            <a:xfrm>
              <a:off x="4192" y="3329"/>
              <a:ext cx="1109" cy="37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2357" y="12"/>
                </a:cxn>
                <a:cxn ang="0">
                  <a:pos x="12357" y="24"/>
                </a:cxn>
                <a:cxn ang="0">
                  <a:pos x="0" y="24"/>
                </a:cxn>
                <a:cxn ang="0">
                  <a:pos x="0" y="12"/>
                </a:cxn>
                <a:cxn ang="0">
                  <a:pos x="12202" y="0"/>
                </a:cxn>
                <a:cxn ang="0">
                  <a:pos x="13771" y="18"/>
                </a:cxn>
                <a:cxn ang="0">
                  <a:pos x="12202" y="37"/>
                </a:cxn>
                <a:cxn ang="0">
                  <a:pos x="12202" y="0"/>
                </a:cxn>
              </a:cxnLst>
              <a:rect l="0" t="0" r="0" b="0"/>
              <a:pathLst>
                <a:path w="882" h="37">
                  <a:moveTo>
                    <a:pt x="0" y="12"/>
                  </a:moveTo>
                  <a:lnTo>
                    <a:pt x="791" y="12"/>
                  </a:lnTo>
                  <a:lnTo>
                    <a:pt x="791" y="24"/>
                  </a:lnTo>
                  <a:lnTo>
                    <a:pt x="0" y="24"/>
                  </a:lnTo>
                  <a:lnTo>
                    <a:pt x="0" y="12"/>
                  </a:lnTo>
                  <a:close/>
                  <a:moveTo>
                    <a:pt x="781" y="0"/>
                  </a:moveTo>
                  <a:lnTo>
                    <a:pt x="882" y="18"/>
                  </a:lnTo>
                  <a:lnTo>
                    <a:pt x="781" y="37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651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Freeform 83"/>
            <p:cNvSpPr>
              <a:spLocks noChangeAspect="1" noEditPoints="1"/>
            </p:cNvSpPr>
            <p:nvPr/>
          </p:nvSpPr>
          <p:spPr>
            <a:xfrm>
              <a:off x="3738" y="3334"/>
              <a:ext cx="467" cy="373"/>
            </a:xfrm>
            <a:custGeom>
              <a:avLst/>
              <a:gdLst/>
              <a:ahLst/>
              <a:cxnLst>
                <a:cxn ang="0">
                  <a:pos x="132" y="4"/>
                </a:cxn>
                <a:cxn ang="0">
                  <a:pos x="18" y="91"/>
                </a:cxn>
                <a:cxn ang="0">
                  <a:pos x="16" y="89"/>
                </a:cxn>
                <a:cxn ang="0">
                  <a:pos x="130" y="0"/>
                </a:cxn>
                <a:cxn ang="0">
                  <a:pos x="132" y="4"/>
                </a:cxn>
                <a:cxn ang="0">
                  <a:pos x="23" y="93"/>
                </a:cxn>
                <a:cxn ang="0">
                  <a:pos x="0" y="105"/>
                </a:cxn>
                <a:cxn ang="0">
                  <a:pos x="16" y="84"/>
                </a:cxn>
                <a:cxn ang="0">
                  <a:pos x="23" y="93"/>
                </a:cxn>
              </a:cxnLst>
              <a:rect l="0" t="0" r="0" b="0"/>
              <a:pathLst>
                <a:path w="524" h="419">
                  <a:moveTo>
                    <a:pt x="524" y="10"/>
                  </a:moveTo>
                  <a:lnTo>
                    <a:pt x="73" y="367"/>
                  </a:lnTo>
                  <a:lnTo>
                    <a:pt x="66" y="359"/>
                  </a:lnTo>
                  <a:lnTo>
                    <a:pt x="517" y="0"/>
                  </a:lnTo>
                  <a:lnTo>
                    <a:pt x="524" y="10"/>
                  </a:lnTo>
                  <a:close/>
                  <a:moveTo>
                    <a:pt x="90" y="372"/>
                  </a:moveTo>
                  <a:lnTo>
                    <a:pt x="0" y="419"/>
                  </a:lnTo>
                  <a:lnTo>
                    <a:pt x="64" y="342"/>
                  </a:lnTo>
                  <a:lnTo>
                    <a:pt x="90" y="3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651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Freeform 84"/>
            <p:cNvSpPr>
              <a:spLocks noEditPoints="1"/>
            </p:cNvSpPr>
            <p:nvPr/>
          </p:nvSpPr>
          <p:spPr>
            <a:xfrm>
              <a:off x="4178" y="2454"/>
              <a:ext cx="42" cy="888"/>
            </a:xfrm>
            <a:custGeom>
              <a:avLst/>
              <a:gdLst/>
              <a:ahLst/>
              <a:cxnLst>
                <a:cxn ang="0">
                  <a:pos x="14" y="888"/>
                </a:cxn>
                <a:cxn ang="0">
                  <a:pos x="15" y="86"/>
                </a:cxn>
                <a:cxn ang="0">
                  <a:pos x="27" y="86"/>
                </a:cxn>
                <a:cxn ang="0">
                  <a:pos x="27" y="888"/>
                </a:cxn>
                <a:cxn ang="0">
                  <a:pos x="14" y="888"/>
                </a:cxn>
                <a:cxn ang="0">
                  <a:pos x="0" y="95"/>
                </a:cxn>
                <a:cxn ang="0">
                  <a:pos x="21" y="0"/>
                </a:cxn>
                <a:cxn ang="0">
                  <a:pos x="42" y="95"/>
                </a:cxn>
                <a:cxn ang="0">
                  <a:pos x="0" y="95"/>
                </a:cxn>
              </a:cxnLst>
              <a:rect l="0" t="0" r="0" b="0"/>
              <a:pathLst>
                <a:path w="42" h="888">
                  <a:moveTo>
                    <a:pt x="14" y="888"/>
                  </a:moveTo>
                  <a:lnTo>
                    <a:pt x="15" y="86"/>
                  </a:lnTo>
                  <a:lnTo>
                    <a:pt x="27" y="86"/>
                  </a:lnTo>
                  <a:lnTo>
                    <a:pt x="27" y="888"/>
                  </a:lnTo>
                  <a:lnTo>
                    <a:pt x="14" y="888"/>
                  </a:lnTo>
                  <a:close/>
                  <a:moveTo>
                    <a:pt x="0" y="95"/>
                  </a:moveTo>
                  <a:lnTo>
                    <a:pt x="21" y="0"/>
                  </a:lnTo>
                  <a:lnTo>
                    <a:pt x="42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85"/>
            <p:cNvSpPr/>
            <p:nvPr/>
          </p:nvSpPr>
          <p:spPr>
            <a:xfrm>
              <a:off x="4773" y="2622"/>
              <a:ext cx="102" cy="349"/>
            </a:xfrm>
            <a:custGeom>
              <a:avLst/>
              <a:gdLst/>
              <a:ahLst/>
              <a:cxnLst>
                <a:cxn ang="0">
                  <a:pos x="102" y="262"/>
                </a:cxn>
                <a:cxn ang="0">
                  <a:pos x="0" y="349"/>
                </a:cxn>
                <a:cxn ang="0">
                  <a:pos x="0" y="87"/>
                </a:cxn>
                <a:cxn ang="0">
                  <a:pos x="102" y="0"/>
                </a:cxn>
                <a:cxn ang="0">
                  <a:pos x="102" y="262"/>
                </a:cxn>
              </a:cxnLst>
              <a:rect l="0" t="0" r="0" b="0"/>
              <a:pathLst>
                <a:path w="102" h="349">
                  <a:moveTo>
                    <a:pt x="102" y="262"/>
                  </a:moveTo>
                  <a:lnTo>
                    <a:pt x="0" y="349"/>
                  </a:lnTo>
                  <a:lnTo>
                    <a:pt x="0" y="87"/>
                  </a:lnTo>
                  <a:lnTo>
                    <a:pt x="102" y="0"/>
                  </a:lnTo>
                  <a:lnTo>
                    <a:pt x="102" y="262"/>
                  </a:lnTo>
                  <a:close/>
                </a:path>
              </a:pathLst>
            </a:custGeom>
            <a:solidFill>
              <a:srgbClr val="C1636C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86"/>
            <p:cNvSpPr/>
            <p:nvPr/>
          </p:nvSpPr>
          <p:spPr>
            <a:xfrm>
              <a:off x="4773" y="2622"/>
              <a:ext cx="102" cy="349"/>
            </a:xfrm>
            <a:custGeom>
              <a:avLst/>
              <a:gdLst/>
              <a:ahLst/>
              <a:cxnLst>
                <a:cxn ang="0">
                  <a:pos x="102" y="262"/>
                </a:cxn>
                <a:cxn ang="0">
                  <a:pos x="0" y="349"/>
                </a:cxn>
                <a:cxn ang="0">
                  <a:pos x="0" y="87"/>
                </a:cxn>
                <a:cxn ang="0">
                  <a:pos x="102" y="0"/>
                </a:cxn>
                <a:cxn ang="0">
                  <a:pos x="102" y="262"/>
                </a:cxn>
              </a:cxnLst>
              <a:rect l="0" t="0" r="0" b="0"/>
              <a:pathLst>
                <a:path w="102" h="349">
                  <a:moveTo>
                    <a:pt x="102" y="262"/>
                  </a:moveTo>
                  <a:lnTo>
                    <a:pt x="0" y="349"/>
                  </a:lnTo>
                  <a:lnTo>
                    <a:pt x="0" y="87"/>
                  </a:lnTo>
                  <a:lnTo>
                    <a:pt x="102" y="0"/>
                  </a:lnTo>
                  <a:lnTo>
                    <a:pt x="102" y="262"/>
                  </a:lnTo>
                  <a:close/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87"/>
            <p:cNvSpPr/>
            <p:nvPr/>
          </p:nvSpPr>
          <p:spPr>
            <a:xfrm>
              <a:off x="4486" y="2616"/>
              <a:ext cx="384" cy="85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85"/>
                </a:cxn>
                <a:cxn ang="0">
                  <a:pos x="288" y="85"/>
                </a:cxn>
                <a:cxn ang="0">
                  <a:pos x="384" y="0"/>
                </a:cxn>
                <a:cxn ang="0">
                  <a:pos x="96" y="0"/>
                </a:cxn>
              </a:cxnLst>
              <a:rect l="0" t="0" r="0" b="0"/>
              <a:pathLst>
                <a:path w="384" h="85">
                  <a:moveTo>
                    <a:pt x="96" y="0"/>
                  </a:moveTo>
                  <a:lnTo>
                    <a:pt x="0" y="85"/>
                  </a:lnTo>
                  <a:lnTo>
                    <a:pt x="288" y="85"/>
                  </a:lnTo>
                  <a:lnTo>
                    <a:pt x="384" y="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59B7FD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Freeform 88"/>
            <p:cNvSpPr/>
            <p:nvPr/>
          </p:nvSpPr>
          <p:spPr>
            <a:xfrm>
              <a:off x="4486" y="2616"/>
              <a:ext cx="384" cy="85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85"/>
                </a:cxn>
                <a:cxn ang="0">
                  <a:pos x="288" y="85"/>
                </a:cxn>
                <a:cxn ang="0">
                  <a:pos x="384" y="0"/>
                </a:cxn>
                <a:cxn ang="0">
                  <a:pos x="96" y="0"/>
                </a:cxn>
              </a:cxnLst>
              <a:rect l="0" t="0" r="0" b="0"/>
              <a:pathLst>
                <a:path w="384" h="85">
                  <a:moveTo>
                    <a:pt x="96" y="0"/>
                  </a:moveTo>
                  <a:lnTo>
                    <a:pt x="0" y="85"/>
                  </a:lnTo>
                  <a:lnTo>
                    <a:pt x="288" y="85"/>
                  </a:lnTo>
                  <a:lnTo>
                    <a:pt x="384" y="0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158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Rectangle 89"/>
            <p:cNvSpPr/>
            <p:nvPr/>
          </p:nvSpPr>
          <p:spPr>
            <a:xfrm>
              <a:off x="4485" y="2704"/>
              <a:ext cx="282" cy="268"/>
            </a:xfrm>
            <a:prstGeom prst="rect">
              <a:avLst/>
            </a:prstGeom>
            <a:solidFill>
              <a:srgbClr val="89B2FD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5" name="Rectangle 90"/>
            <p:cNvSpPr/>
            <p:nvPr/>
          </p:nvSpPr>
          <p:spPr>
            <a:xfrm>
              <a:off x="4485" y="2704"/>
              <a:ext cx="282" cy="268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6" name="Rectangle 91"/>
            <p:cNvSpPr/>
            <p:nvPr/>
          </p:nvSpPr>
          <p:spPr>
            <a:xfrm>
              <a:off x="3749" y="3653"/>
              <a:ext cx="6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/>
            </a:p>
          </p:txBody>
        </p:sp>
        <p:sp>
          <p:nvSpPr>
            <p:cNvPr id="15387" name="Rectangle 92"/>
            <p:cNvSpPr/>
            <p:nvPr/>
          </p:nvSpPr>
          <p:spPr>
            <a:xfrm>
              <a:off x="3826" y="3697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388" name="Rectangle 93"/>
            <p:cNvSpPr/>
            <p:nvPr/>
          </p:nvSpPr>
          <p:spPr>
            <a:xfrm>
              <a:off x="5265" y="3298"/>
              <a:ext cx="6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/>
            </a:p>
          </p:txBody>
        </p:sp>
        <p:sp>
          <p:nvSpPr>
            <p:cNvPr id="15389" name="Rectangle 94"/>
            <p:cNvSpPr/>
            <p:nvPr/>
          </p:nvSpPr>
          <p:spPr>
            <a:xfrm>
              <a:off x="4243" y="2361"/>
              <a:ext cx="5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/>
            </a:p>
          </p:txBody>
        </p:sp>
        <p:sp>
          <p:nvSpPr>
            <p:cNvPr id="15390" name="Rectangle 95"/>
            <p:cNvSpPr/>
            <p:nvPr/>
          </p:nvSpPr>
          <p:spPr>
            <a:xfrm>
              <a:off x="3667" y="3879"/>
              <a:ext cx="1996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endParaRPr lang="zh-CN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391" name="Rectangle 96"/>
            <p:cNvSpPr/>
            <p:nvPr/>
          </p:nvSpPr>
          <p:spPr>
            <a:xfrm>
              <a:off x="5529" y="3940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5392" name="Freeform 97"/>
            <p:cNvSpPr>
              <a:spLocks noEditPoints="1"/>
            </p:cNvSpPr>
            <p:nvPr/>
          </p:nvSpPr>
          <p:spPr>
            <a:xfrm>
              <a:off x="4588" y="2616"/>
              <a:ext cx="11" cy="270"/>
            </a:xfrm>
            <a:custGeom>
              <a:avLst/>
              <a:gdLst/>
              <a:ahLst/>
              <a:cxnLst>
                <a:cxn ang="0">
                  <a:pos x="0" y="270"/>
                </a:cxn>
                <a:cxn ang="0">
                  <a:pos x="0" y="233"/>
                </a:cxn>
                <a:cxn ang="0">
                  <a:pos x="11" y="233"/>
                </a:cxn>
                <a:cxn ang="0">
                  <a:pos x="11" y="270"/>
                </a:cxn>
                <a:cxn ang="0">
                  <a:pos x="0" y="270"/>
                </a:cxn>
                <a:cxn ang="0">
                  <a:pos x="0" y="204"/>
                </a:cxn>
                <a:cxn ang="0">
                  <a:pos x="1" y="166"/>
                </a:cxn>
                <a:cxn ang="0">
                  <a:pos x="11" y="166"/>
                </a:cxn>
                <a:cxn ang="0">
                  <a:pos x="11" y="204"/>
                </a:cxn>
                <a:cxn ang="0">
                  <a:pos x="0" y="204"/>
                </a:cxn>
                <a:cxn ang="0">
                  <a:pos x="1" y="138"/>
                </a:cxn>
                <a:cxn ang="0">
                  <a:pos x="1" y="99"/>
                </a:cxn>
                <a:cxn ang="0">
                  <a:pos x="11" y="99"/>
                </a:cxn>
                <a:cxn ang="0">
                  <a:pos x="11" y="138"/>
                </a:cxn>
                <a:cxn ang="0">
                  <a:pos x="1" y="138"/>
                </a:cxn>
                <a:cxn ang="0">
                  <a:pos x="1" y="70"/>
                </a:cxn>
                <a:cxn ang="0">
                  <a:pos x="1" y="32"/>
                </a:cxn>
                <a:cxn ang="0">
                  <a:pos x="11" y="32"/>
                </a:cxn>
                <a:cxn ang="0">
                  <a:pos x="11" y="70"/>
                </a:cxn>
                <a:cxn ang="0">
                  <a:pos x="1" y="70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1" y="0"/>
                </a:cxn>
                <a:cxn ang="0">
                  <a:pos x="11" y="4"/>
                </a:cxn>
                <a:cxn ang="0">
                  <a:pos x="1" y="4"/>
                </a:cxn>
              </a:cxnLst>
              <a:rect l="0" t="0" r="0" b="0"/>
              <a:pathLst>
                <a:path w="11" h="270">
                  <a:moveTo>
                    <a:pt x="0" y="270"/>
                  </a:moveTo>
                  <a:lnTo>
                    <a:pt x="0" y="233"/>
                  </a:lnTo>
                  <a:lnTo>
                    <a:pt x="11" y="233"/>
                  </a:lnTo>
                  <a:lnTo>
                    <a:pt x="11" y="270"/>
                  </a:lnTo>
                  <a:lnTo>
                    <a:pt x="0" y="270"/>
                  </a:lnTo>
                  <a:close/>
                  <a:moveTo>
                    <a:pt x="0" y="204"/>
                  </a:moveTo>
                  <a:lnTo>
                    <a:pt x="1" y="166"/>
                  </a:lnTo>
                  <a:lnTo>
                    <a:pt x="11" y="166"/>
                  </a:lnTo>
                  <a:lnTo>
                    <a:pt x="11" y="204"/>
                  </a:lnTo>
                  <a:lnTo>
                    <a:pt x="0" y="204"/>
                  </a:lnTo>
                  <a:close/>
                  <a:moveTo>
                    <a:pt x="1" y="138"/>
                  </a:moveTo>
                  <a:lnTo>
                    <a:pt x="1" y="99"/>
                  </a:lnTo>
                  <a:lnTo>
                    <a:pt x="11" y="99"/>
                  </a:lnTo>
                  <a:lnTo>
                    <a:pt x="11" y="138"/>
                  </a:lnTo>
                  <a:lnTo>
                    <a:pt x="1" y="138"/>
                  </a:lnTo>
                  <a:close/>
                  <a:moveTo>
                    <a:pt x="1" y="70"/>
                  </a:moveTo>
                  <a:lnTo>
                    <a:pt x="1" y="32"/>
                  </a:lnTo>
                  <a:lnTo>
                    <a:pt x="11" y="32"/>
                  </a:lnTo>
                  <a:lnTo>
                    <a:pt x="11" y="70"/>
                  </a:lnTo>
                  <a:lnTo>
                    <a:pt x="1" y="70"/>
                  </a:lnTo>
                  <a:close/>
                  <a:moveTo>
                    <a:pt x="1" y="4"/>
                  </a:moveTo>
                  <a:lnTo>
                    <a:pt x="1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3366FF">
                <a:alpha val="100000"/>
              </a:srgbClr>
            </a:solidFill>
            <a:ln w="1588" cap="flat" cmpd="sng">
              <a:solidFill>
                <a:srgbClr val="3366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98"/>
            <p:cNvSpPr>
              <a:spLocks noEditPoints="1"/>
            </p:cNvSpPr>
            <p:nvPr/>
          </p:nvSpPr>
          <p:spPr>
            <a:xfrm>
              <a:off x="4476" y="2860"/>
              <a:ext cx="139" cy="113"/>
            </a:xfrm>
            <a:custGeom>
              <a:avLst/>
              <a:gdLst/>
              <a:ahLst/>
              <a:cxnLst>
                <a:cxn ang="0">
                  <a:pos x="139" y="8"/>
                </a:cxn>
                <a:cxn ang="0">
                  <a:pos x="108" y="32"/>
                </a:cxn>
                <a:cxn ang="0">
                  <a:pos x="101" y="25"/>
                </a:cxn>
                <a:cxn ang="0">
                  <a:pos x="133" y="0"/>
                </a:cxn>
                <a:cxn ang="0">
                  <a:pos x="139" y="8"/>
                </a:cxn>
                <a:cxn ang="0">
                  <a:pos x="85" y="50"/>
                </a:cxn>
                <a:cxn ang="0">
                  <a:pos x="54" y="75"/>
                </a:cxn>
                <a:cxn ang="0">
                  <a:pos x="48" y="67"/>
                </a:cxn>
                <a:cxn ang="0">
                  <a:pos x="78" y="43"/>
                </a:cxn>
                <a:cxn ang="0">
                  <a:pos x="85" y="50"/>
                </a:cxn>
                <a:cxn ang="0">
                  <a:pos x="31" y="94"/>
                </a:cxn>
                <a:cxn ang="0">
                  <a:pos x="8" y="113"/>
                </a:cxn>
                <a:cxn ang="0">
                  <a:pos x="0" y="105"/>
                </a:cxn>
                <a:cxn ang="0">
                  <a:pos x="25" y="87"/>
                </a:cxn>
                <a:cxn ang="0">
                  <a:pos x="31" y="94"/>
                </a:cxn>
              </a:cxnLst>
              <a:rect l="0" t="0" r="0" b="0"/>
              <a:pathLst>
                <a:path w="139" h="113">
                  <a:moveTo>
                    <a:pt x="139" y="8"/>
                  </a:moveTo>
                  <a:lnTo>
                    <a:pt x="108" y="32"/>
                  </a:lnTo>
                  <a:lnTo>
                    <a:pt x="101" y="25"/>
                  </a:lnTo>
                  <a:lnTo>
                    <a:pt x="133" y="0"/>
                  </a:lnTo>
                  <a:lnTo>
                    <a:pt x="139" y="8"/>
                  </a:lnTo>
                  <a:close/>
                  <a:moveTo>
                    <a:pt x="85" y="50"/>
                  </a:moveTo>
                  <a:lnTo>
                    <a:pt x="54" y="75"/>
                  </a:lnTo>
                  <a:lnTo>
                    <a:pt x="48" y="67"/>
                  </a:lnTo>
                  <a:lnTo>
                    <a:pt x="78" y="43"/>
                  </a:lnTo>
                  <a:lnTo>
                    <a:pt x="85" y="50"/>
                  </a:lnTo>
                  <a:close/>
                  <a:moveTo>
                    <a:pt x="31" y="94"/>
                  </a:moveTo>
                  <a:lnTo>
                    <a:pt x="8" y="113"/>
                  </a:lnTo>
                  <a:lnTo>
                    <a:pt x="0" y="105"/>
                  </a:lnTo>
                  <a:lnTo>
                    <a:pt x="25" y="87"/>
                  </a:lnTo>
                  <a:lnTo>
                    <a:pt x="31" y="94"/>
                  </a:lnTo>
                  <a:close/>
                </a:path>
              </a:pathLst>
            </a:custGeom>
            <a:solidFill>
              <a:srgbClr val="3366FF">
                <a:alpha val="100000"/>
              </a:srgbClr>
            </a:solidFill>
            <a:ln w="1588" cap="flat" cmpd="sng">
              <a:solidFill>
                <a:srgbClr val="3366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99"/>
            <p:cNvSpPr>
              <a:spLocks noEditPoints="1"/>
            </p:cNvSpPr>
            <p:nvPr/>
          </p:nvSpPr>
          <p:spPr>
            <a:xfrm>
              <a:off x="4578" y="2874"/>
              <a:ext cx="297" cy="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9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71" y="0"/>
                </a:cxn>
                <a:cxn ang="0">
                  <a:pos x="112" y="0"/>
                </a:cxn>
                <a:cxn ang="0">
                  <a:pos x="112" y="9"/>
                </a:cxn>
                <a:cxn ang="0">
                  <a:pos x="71" y="9"/>
                </a:cxn>
                <a:cxn ang="0">
                  <a:pos x="71" y="0"/>
                </a:cxn>
                <a:cxn ang="0">
                  <a:pos x="143" y="0"/>
                </a:cxn>
                <a:cxn ang="0">
                  <a:pos x="183" y="0"/>
                </a:cxn>
                <a:cxn ang="0">
                  <a:pos x="183" y="9"/>
                </a:cxn>
                <a:cxn ang="0">
                  <a:pos x="143" y="9"/>
                </a:cxn>
                <a:cxn ang="0">
                  <a:pos x="143" y="0"/>
                </a:cxn>
                <a:cxn ang="0">
                  <a:pos x="213" y="0"/>
                </a:cxn>
                <a:cxn ang="0">
                  <a:pos x="253" y="0"/>
                </a:cxn>
                <a:cxn ang="0">
                  <a:pos x="253" y="9"/>
                </a:cxn>
                <a:cxn ang="0">
                  <a:pos x="213" y="9"/>
                </a:cxn>
                <a:cxn ang="0">
                  <a:pos x="213" y="0"/>
                </a:cxn>
                <a:cxn ang="0">
                  <a:pos x="284" y="0"/>
                </a:cxn>
                <a:cxn ang="0">
                  <a:pos x="297" y="0"/>
                </a:cxn>
                <a:cxn ang="0">
                  <a:pos x="297" y="9"/>
                </a:cxn>
                <a:cxn ang="0">
                  <a:pos x="284" y="9"/>
                </a:cxn>
                <a:cxn ang="0">
                  <a:pos x="284" y="0"/>
                </a:cxn>
              </a:cxnLst>
              <a:rect l="0" t="0" r="0" b="0"/>
              <a:pathLst>
                <a:path w="297" h="9">
                  <a:moveTo>
                    <a:pt x="0" y="0"/>
                  </a:moveTo>
                  <a:lnTo>
                    <a:pt x="40" y="0"/>
                  </a:lnTo>
                  <a:lnTo>
                    <a:pt x="40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71" y="0"/>
                  </a:moveTo>
                  <a:lnTo>
                    <a:pt x="112" y="0"/>
                  </a:lnTo>
                  <a:lnTo>
                    <a:pt x="112" y="9"/>
                  </a:lnTo>
                  <a:lnTo>
                    <a:pt x="71" y="9"/>
                  </a:lnTo>
                  <a:lnTo>
                    <a:pt x="71" y="0"/>
                  </a:lnTo>
                  <a:close/>
                  <a:moveTo>
                    <a:pt x="143" y="0"/>
                  </a:moveTo>
                  <a:lnTo>
                    <a:pt x="183" y="0"/>
                  </a:lnTo>
                  <a:lnTo>
                    <a:pt x="183" y="9"/>
                  </a:lnTo>
                  <a:lnTo>
                    <a:pt x="143" y="9"/>
                  </a:lnTo>
                  <a:lnTo>
                    <a:pt x="143" y="0"/>
                  </a:lnTo>
                  <a:close/>
                  <a:moveTo>
                    <a:pt x="213" y="0"/>
                  </a:moveTo>
                  <a:lnTo>
                    <a:pt x="253" y="0"/>
                  </a:lnTo>
                  <a:lnTo>
                    <a:pt x="253" y="9"/>
                  </a:lnTo>
                  <a:lnTo>
                    <a:pt x="213" y="9"/>
                  </a:lnTo>
                  <a:lnTo>
                    <a:pt x="213" y="0"/>
                  </a:lnTo>
                  <a:close/>
                  <a:moveTo>
                    <a:pt x="284" y="0"/>
                  </a:moveTo>
                  <a:lnTo>
                    <a:pt x="297" y="0"/>
                  </a:lnTo>
                  <a:lnTo>
                    <a:pt x="297" y="9"/>
                  </a:lnTo>
                  <a:lnTo>
                    <a:pt x="284" y="9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3366FF">
                <a:alpha val="100000"/>
              </a:srgbClr>
            </a:solidFill>
            <a:ln w="1588" cap="flat" cmpd="sng">
              <a:solidFill>
                <a:srgbClr val="3366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100"/>
            <p:cNvSpPr>
              <a:spLocks noEditPoints="1"/>
            </p:cNvSpPr>
            <p:nvPr/>
          </p:nvSpPr>
          <p:spPr>
            <a:xfrm>
              <a:off x="4837" y="2924"/>
              <a:ext cx="200" cy="70"/>
            </a:xfrm>
            <a:custGeom>
              <a:avLst/>
              <a:gdLst/>
              <a:ahLst/>
              <a:cxnLst>
                <a:cxn ang="0">
                  <a:pos x="196" y="70"/>
                </a:cxn>
                <a:cxn ang="0">
                  <a:pos x="27" y="21"/>
                </a:cxn>
                <a:cxn ang="0">
                  <a:pos x="31" y="9"/>
                </a:cxn>
                <a:cxn ang="0">
                  <a:pos x="200" y="58"/>
                </a:cxn>
                <a:cxn ang="0">
                  <a:pos x="196" y="70"/>
                </a:cxn>
                <a:cxn ang="0">
                  <a:pos x="32" y="37"/>
                </a:cxn>
                <a:cxn ang="0">
                  <a:pos x="0" y="7"/>
                </a:cxn>
                <a:cxn ang="0">
                  <a:pos x="44" y="0"/>
                </a:cxn>
                <a:cxn ang="0">
                  <a:pos x="32" y="37"/>
                </a:cxn>
              </a:cxnLst>
              <a:rect l="0" t="0" r="0" b="0"/>
              <a:pathLst>
                <a:path w="200" h="70">
                  <a:moveTo>
                    <a:pt x="196" y="70"/>
                  </a:moveTo>
                  <a:lnTo>
                    <a:pt x="27" y="21"/>
                  </a:lnTo>
                  <a:lnTo>
                    <a:pt x="31" y="9"/>
                  </a:lnTo>
                  <a:lnTo>
                    <a:pt x="200" y="58"/>
                  </a:lnTo>
                  <a:lnTo>
                    <a:pt x="196" y="70"/>
                  </a:lnTo>
                  <a:close/>
                  <a:moveTo>
                    <a:pt x="32" y="37"/>
                  </a:moveTo>
                  <a:lnTo>
                    <a:pt x="0" y="7"/>
                  </a:lnTo>
                  <a:lnTo>
                    <a:pt x="44" y="0"/>
                  </a:lnTo>
                  <a:lnTo>
                    <a:pt x="32" y="37"/>
                  </a:lnTo>
                  <a:close/>
                </a:path>
              </a:pathLst>
            </a:custGeom>
            <a:solidFill>
              <a:srgbClr val="59B7FD">
                <a:alpha val="100000"/>
              </a:srgbClr>
            </a:solidFill>
            <a:ln w="1588" cap="flat" cmpd="sng">
              <a:solidFill>
                <a:srgbClr val="59B7FD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Rectangle 101"/>
            <p:cNvSpPr/>
            <p:nvPr/>
          </p:nvSpPr>
          <p:spPr>
            <a:xfrm>
              <a:off x="4094" y="3199"/>
              <a:ext cx="7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rgbClr val="FF3D3D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1800"/>
            </a:p>
          </p:txBody>
        </p:sp>
        <p:sp>
          <p:nvSpPr>
            <p:cNvPr id="15397" name="Rectangle 102"/>
            <p:cNvSpPr/>
            <p:nvPr/>
          </p:nvSpPr>
          <p:spPr>
            <a:xfrm>
              <a:off x="3901" y="2591"/>
              <a:ext cx="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3F7F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1600"/>
            </a:p>
          </p:txBody>
        </p:sp>
        <p:sp>
          <p:nvSpPr>
            <p:cNvPr id="15398" name="Rectangle 103"/>
            <p:cNvSpPr/>
            <p:nvPr/>
          </p:nvSpPr>
          <p:spPr>
            <a:xfrm>
              <a:off x="3957" y="2591"/>
              <a:ext cx="50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003F7F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600"/>
            </a:p>
          </p:txBody>
        </p:sp>
        <p:sp>
          <p:nvSpPr>
            <p:cNvPr id="15399" name="Freeform 104"/>
            <p:cNvSpPr>
              <a:spLocks noEditPoints="1"/>
            </p:cNvSpPr>
            <p:nvPr/>
          </p:nvSpPr>
          <p:spPr>
            <a:xfrm>
              <a:off x="4045" y="2685"/>
              <a:ext cx="428" cy="15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01" y="140"/>
                </a:cxn>
                <a:cxn ang="0">
                  <a:pos x="396" y="150"/>
                </a:cxn>
                <a:cxn ang="0">
                  <a:pos x="0" y="11"/>
                </a:cxn>
                <a:cxn ang="0">
                  <a:pos x="3" y="0"/>
                </a:cxn>
                <a:cxn ang="0">
                  <a:pos x="396" y="124"/>
                </a:cxn>
                <a:cxn ang="0">
                  <a:pos x="428" y="154"/>
                </a:cxn>
                <a:cxn ang="0">
                  <a:pos x="383" y="159"/>
                </a:cxn>
                <a:cxn ang="0">
                  <a:pos x="396" y="124"/>
                </a:cxn>
              </a:cxnLst>
              <a:rect l="0" t="0" r="0" b="0"/>
              <a:pathLst>
                <a:path w="428" h="159">
                  <a:moveTo>
                    <a:pt x="3" y="0"/>
                  </a:moveTo>
                  <a:lnTo>
                    <a:pt x="401" y="140"/>
                  </a:lnTo>
                  <a:lnTo>
                    <a:pt x="396" y="150"/>
                  </a:lnTo>
                  <a:lnTo>
                    <a:pt x="0" y="11"/>
                  </a:lnTo>
                  <a:lnTo>
                    <a:pt x="3" y="0"/>
                  </a:lnTo>
                  <a:close/>
                  <a:moveTo>
                    <a:pt x="396" y="124"/>
                  </a:moveTo>
                  <a:lnTo>
                    <a:pt x="428" y="154"/>
                  </a:lnTo>
                  <a:lnTo>
                    <a:pt x="383" y="159"/>
                  </a:lnTo>
                  <a:lnTo>
                    <a:pt x="396" y="124"/>
                  </a:lnTo>
                  <a:close/>
                </a:path>
              </a:pathLst>
            </a:custGeom>
            <a:solidFill>
              <a:srgbClr val="59B7FD">
                <a:alpha val="100000"/>
              </a:srgbClr>
            </a:solidFill>
            <a:ln w="1588" cap="flat" cmpd="sng">
              <a:solidFill>
                <a:srgbClr val="59B7FD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Freeform 105"/>
            <p:cNvSpPr>
              <a:spLocks noEditPoints="1"/>
            </p:cNvSpPr>
            <p:nvPr/>
          </p:nvSpPr>
          <p:spPr>
            <a:xfrm>
              <a:off x="4468" y="2986"/>
              <a:ext cx="112" cy="152"/>
            </a:xfrm>
            <a:custGeom>
              <a:avLst/>
              <a:gdLst/>
              <a:ahLst/>
              <a:cxnLst>
                <a:cxn ang="0">
                  <a:pos x="0" y="145"/>
                </a:cxn>
                <a:cxn ang="0">
                  <a:pos x="90" y="21"/>
                </a:cxn>
                <a:cxn ang="0">
                  <a:pos x="101" y="28"/>
                </a:cxn>
                <a:cxn ang="0">
                  <a:pos x="11" y="152"/>
                </a:cxn>
                <a:cxn ang="0">
                  <a:pos x="0" y="145"/>
                </a:cxn>
                <a:cxn ang="0">
                  <a:pos x="73" y="22"/>
                </a:cxn>
                <a:cxn ang="0">
                  <a:pos x="112" y="0"/>
                </a:cxn>
                <a:cxn ang="0">
                  <a:pos x="107" y="43"/>
                </a:cxn>
                <a:cxn ang="0">
                  <a:pos x="73" y="22"/>
                </a:cxn>
              </a:cxnLst>
              <a:rect l="0" t="0" r="0" b="0"/>
              <a:pathLst>
                <a:path w="112" h="152">
                  <a:moveTo>
                    <a:pt x="0" y="145"/>
                  </a:moveTo>
                  <a:lnTo>
                    <a:pt x="90" y="21"/>
                  </a:lnTo>
                  <a:lnTo>
                    <a:pt x="101" y="28"/>
                  </a:lnTo>
                  <a:lnTo>
                    <a:pt x="11" y="152"/>
                  </a:lnTo>
                  <a:lnTo>
                    <a:pt x="0" y="145"/>
                  </a:lnTo>
                  <a:close/>
                  <a:moveTo>
                    <a:pt x="73" y="22"/>
                  </a:moveTo>
                  <a:lnTo>
                    <a:pt x="112" y="0"/>
                  </a:lnTo>
                  <a:lnTo>
                    <a:pt x="107" y="43"/>
                  </a:lnTo>
                  <a:lnTo>
                    <a:pt x="73" y="22"/>
                  </a:lnTo>
                  <a:close/>
                </a:path>
              </a:pathLst>
            </a:custGeom>
            <a:solidFill>
              <a:srgbClr val="59B7FD">
                <a:alpha val="100000"/>
              </a:srgbClr>
            </a:solidFill>
            <a:ln w="1588" cap="flat" cmpd="sng">
              <a:solidFill>
                <a:srgbClr val="59B7FD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Rectangle 106"/>
            <p:cNvSpPr/>
            <p:nvPr/>
          </p:nvSpPr>
          <p:spPr>
            <a:xfrm>
              <a:off x="4378" y="3128"/>
              <a:ext cx="9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3F7F"/>
                  </a:solidFill>
                  <a:latin typeface="Times New Roman" panose="02020603050405020304" pitchFamily="18" charset="0"/>
                </a:rPr>
                <a:t>d </a:t>
              </a:r>
              <a:endParaRPr lang="en-US" altLang="zh-CN" sz="1600"/>
            </a:p>
          </p:txBody>
        </p:sp>
        <p:sp>
          <p:nvSpPr>
            <p:cNvPr id="15402" name="Rectangle 107"/>
            <p:cNvSpPr/>
            <p:nvPr/>
          </p:nvSpPr>
          <p:spPr>
            <a:xfrm>
              <a:off x="4450" y="3128"/>
              <a:ext cx="5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003F7F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/>
            </a:p>
          </p:txBody>
        </p:sp>
        <p:sp>
          <p:nvSpPr>
            <p:cNvPr id="15403" name="Rectangle 108"/>
            <p:cNvSpPr/>
            <p:nvPr/>
          </p:nvSpPr>
          <p:spPr>
            <a:xfrm>
              <a:off x="5073" y="2949"/>
              <a:ext cx="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3F7F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1600"/>
            </a:p>
          </p:txBody>
        </p:sp>
        <p:sp>
          <p:nvSpPr>
            <p:cNvPr id="15404" name="Rectangle 109"/>
            <p:cNvSpPr/>
            <p:nvPr/>
          </p:nvSpPr>
          <p:spPr>
            <a:xfrm>
              <a:off x="5128" y="2949"/>
              <a:ext cx="5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003F7F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/>
            </a:p>
          </p:txBody>
        </p:sp>
        <p:graphicFrame>
          <p:nvGraphicFramePr>
            <p:cNvPr id="15405" name="Object 110"/>
            <p:cNvGraphicFramePr>
              <a:graphicFrameLocks noChangeAspect="1"/>
            </p:cNvGraphicFramePr>
            <p:nvPr/>
          </p:nvGraphicFramePr>
          <p:xfrm>
            <a:off x="4558" y="3131"/>
            <a:ext cx="65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825500" imgH="254000" progId="Equation.3">
                    <p:embed/>
                  </p:oleObj>
                </mc:Choice>
                <mc:Fallback>
                  <p:oleObj r:id="rId24" imgW="825500" imgH="254000" progId="Equation.3">
                    <p:embed/>
                    <p:pic>
                      <p:nvPicPr>
                        <p:cNvPr id="15405" name="Object 110"/>
                        <p:cNvPicPr/>
                        <p:nvPr/>
                      </p:nvPicPr>
                      <p:blipFill>
                        <a:blip r:embed="rId25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58" y="3131"/>
                          <a:ext cx="657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6" name="Object 111"/>
            <p:cNvGraphicFramePr>
              <a:graphicFrameLocks noChangeAspect="1"/>
            </p:cNvGraphicFramePr>
            <p:nvPr/>
          </p:nvGraphicFramePr>
          <p:xfrm>
            <a:off x="4513" y="2315"/>
            <a:ext cx="703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825500" imgH="241300" progId="Equation.3">
                    <p:embed/>
                  </p:oleObj>
                </mc:Choice>
                <mc:Fallback>
                  <p:oleObj r:id="rId26" imgW="825500" imgH="241300" progId="Equation.3">
                    <p:embed/>
                    <p:pic>
                      <p:nvPicPr>
                        <p:cNvPr id="15406" name="Object 111"/>
                        <p:cNvPicPr/>
                        <p:nvPr/>
                      </p:nvPicPr>
                      <p:blipFill>
                        <a:blip r:embed="rId27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13" y="2315"/>
                          <a:ext cx="703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7" name="Object 112"/>
            <p:cNvGraphicFramePr>
              <a:graphicFrameLocks noChangeAspect="1"/>
            </p:cNvGraphicFramePr>
            <p:nvPr/>
          </p:nvGraphicFramePr>
          <p:xfrm>
            <a:off x="4967" y="2564"/>
            <a:ext cx="63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824865" imgH="266700" progId="Equation.3">
                    <p:embed/>
                  </p:oleObj>
                </mc:Choice>
                <mc:Fallback>
                  <p:oleObj r:id="rId28" imgW="824865" imgH="266700" progId="Equation.3">
                    <p:embed/>
                    <p:pic>
                      <p:nvPicPr>
                        <p:cNvPr id="15407" name="Object 112"/>
                        <p:cNvPicPr/>
                        <p:nvPr/>
                      </p:nvPicPr>
                      <p:blipFill>
                        <a:blip r:embed="rId29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67" y="2564"/>
                          <a:ext cx="630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8" name="Line 113"/>
            <p:cNvSpPr/>
            <p:nvPr/>
          </p:nvSpPr>
          <p:spPr>
            <a:xfrm flipH="1">
              <a:off x="4831" y="2700"/>
              <a:ext cx="136" cy="9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409" name="Line 114"/>
            <p:cNvSpPr/>
            <p:nvPr/>
          </p:nvSpPr>
          <p:spPr>
            <a:xfrm flipH="1" flipV="1">
              <a:off x="4649" y="2836"/>
              <a:ext cx="45" cy="272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15410" name="Line 115"/>
            <p:cNvSpPr/>
            <p:nvPr/>
          </p:nvSpPr>
          <p:spPr>
            <a:xfrm>
              <a:off x="4633" y="2495"/>
              <a:ext cx="45" cy="18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</p:grpSp>
      <p:sp>
        <p:nvSpPr>
          <p:cNvPr id="15375" name="Rectangle 117"/>
          <p:cNvSpPr>
            <a:spLocks noGrp="1"/>
          </p:cNvSpPr>
          <p:nvPr>
            <p:ph type="title"/>
          </p:nvPr>
        </p:nvSpPr>
        <p:spPr>
          <a:xfrm>
            <a:off x="326662" y="115888"/>
            <a:ext cx="8388350" cy="6477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b="1">
                <a:solidFill>
                  <a:srgbClr val="990000"/>
                </a:solidFill>
              </a:rPr>
              <a:t>2.2  Orthogonal Coordinate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/>
          </p:cNvSpPr>
          <p:nvPr>
            <p:ph type="body" sz="half" idx="1" hasCustomPrompt="1"/>
          </p:nvPr>
        </p:nvSpPr>
        <p:spPr>
          <a:xfrm>
            <a:off x="323850" y="476250"/>
            <a:ext cx="5327650" cy="5762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2.  Cylindrical Coordinates</a:t>
            </a:r>
          </a:p>
        </p:txBody>
      </p:sp>
      <p:pic>
        <p:nvPicPr>
          <p:cNvPr id="16387" name="Picture 3" descr="圆柱坐标系1"/>
          <p:cNvPicPr>
            <a:picLocks noGrp="1" noChangeAspect="1"/>
          </p:cNvPicPr>
          <p:nvPr>
            <p:ph sz="quarter" idx="2" hasCustomPrompt="1"/>
          </p:nvPr>
        </p:nvPicPr>
        <p:blipFill>
          <a:blip r:embed="rId2"/>
          <a:srcRect/>
          <a:stretch>
            <a:fillRect/>
          </a:stretch>
        </p:blipFill>
        <p:spPr>
          <a:xfrm>
            <a:off x="5795963" y="549275"/>
            <a:ext cx="3097212" cy="2762250"/>
          </a:xfrm>
        </p:spPr>
      </p:pic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555875" y="3830638"/>
          <a:ext cx="2936875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60170" imgH="665480" progId="Equation.DSMT4">
                  <p:embed/>
                </p:oleObj>
              </mc:Choice>
              <mc:Fallback>
                <p:oleObj r:id="rId3" imgW="1360170" imgH="665480" progId="Equation.DSMT4">
                  <p:embed/>
                  <p:pic>
                    <p:nvPicPr>
                      <p:cNvPr id="25604" name="Object 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3830638"/>
                        <a:ext cx="2936875" cy="1543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9" name="Picture 5" descr="圆柱坐标系的体积元"/>
          <p:cNvPicPr>
            <a:picLocks noGrp="1" noChangeAspect="1"/>
          </p:cNvPicPr>
          <p:nvPr>
            <p:ph sz="quarter" idx="3" hasCustomPrompt="1"/>
          </p:nvPr>
        </p:nvPicPr>
        <p:blipFill>
          <a:blip r:embed="rId5"/>
          <a:srcRect t="2255"/>
          <a:stretch>
            <a:fillRect/>
          </a:stretch>
        </p:blipFill>
        <p:spPr>
          <a:xfrm>
            <a:off x="5795963" y="3429000"/>
            <a:ext cx="3087687" cy="3097213"/>
          </a:xfrm>
        </p:spPr>
      </p:pic>
      <p:grpSp>
        <p:nvGrpSpPr>
          <p:cNvPr id="25606" name="Group 6"/>
          <p:cNvGrpSpPr/>
          <p:nvPr/>
        </p:nvGrpSpPr>
        <p:grpSpPr>
          <a:xfrm>
            <a:off x="611188" y="1196975"/>
            <a:ext cx="3062287" cy="457200"/>
            <a:chOff x="271" y="799"/>
            <a:chExt cx="1929" cy="288"/>
          </a:xfrm>
        </p:grpSpPr>
        <p:graphicFrame>
          <p:nvGraphicFramePr>
            <p:cNvPr id="16407" name="Object 7"/>
            <p:cNvGraphicFramePr>
              <a:graphicFrameLocks noChangeAspect="1"/>
            </p:cNvGraphicFramePr>
            <p:nvPr/>
          </p:nvGraphicFramePr>
          <p:xfrm>
            <a:off x="1581" y="843"/>
            <a:ext cx="619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35915" imgH="109855" progId="Equation.DSMT4">
                    <p:embed/>
                  </p:oleObj>
                </mc:Choice>
                <mc:Fallback>
                  <p:oleObj r:id="rId6" imgW="335915" imgH="109855" progId="Equation.DSMT4">
                    <p:embed/>
                    <p:pic>
                      <p:nvPicPr>
                        <p:cNvPr id="16407" name="Object 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81" y="843"/>
                          <a:ext cx="619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8" name="Text Box 8"/>
            <p:cNvSpPr txBox="1"/>
            <p:nvPr/>
          </p:nvSpPr>
          <p:spPr>
            <a:xfrm>
              <a:off x="271" y="799"/>
              <a:ext cx="12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Variable</a:t>
              </a:r>
              <a:endParaRPr lang="en-US" altLang="zh-CN" sz="24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5609" name="Group 9"/>
          <p:cNvGrpSpPr/>
          <p:nvPr/>
        </p:nvGrpSpPr>
        <p:grpSpPr>
          <a:xfrm>
            <a:off x="611188" y="1773238"/>
            <a:ext cx="3106737" cy="541337"/>
            <a:chOff x="270" y="1184"/>
            <a:chExt cx="1957" cy="341"/>
          </a:xfrm>
        </p:grpSpPr>
        <p:graphicFrame>
          <p:nvGraphicFramePr>
            <p:cNvPr id="16405" name="Object 10"/>
            <p:cNvGraphicFramePr>
              <a:graphicFrameLocks noChangeAspect="1"/>
            </p:cNvGraphicFramePr>
            <p:nvPr/>
          </p:nvGraphicFramePr>
          <p:xfrm>
            <a:off x="1576" y="1230"/>
            <a:ext cx="65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05130" imgH="127635" progId="Equation.DSMT4">
                    <p:embed/>
                  </p:oleObj>
                </mc:Choice>
                <mc:Fallback>
                  <p:oleObj r:id="rId8" imgW="405130" imgH="127635" progId="Equation.DSMT4">
                    <p:embed/>
                    <p:pic>
                      <p:nvPicPr>
                        <p:cNvPr id="16405" name="Object 1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76" y="1230"/>
                          <a:ext cx="651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Text Box 11"/>
            <p:cNvSpPr txBox="1"/>
            <p:nvPr/>
          </p:nvSpPr>
          <p:spPr>
            <a:xfrm>
              <a:off x="270" y="1184"/>
              <a:ext cx="1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Unit vector</a:t>
              </a:r>
            </a:p>
          </p:txBody>
        </p:sp>
      </p:grpSp>
      <p:grpSp>
        <p:nvGrpSpPr>
          <p:cNvPr id="25612" name="Group 12"/>
          <p:cNvGrpSpPr/>
          <p:nvPr/>
        </p:nvGrpSpPr>
        <p:grpSpPr>
          <a:xfrm>
            <a:off x="611188" y="2492375"/>
            <a:ext cx="3748087" cy="504825"/>
            <a:chOff x="273" y="1570"/>
            <a:chExt cx="2361" cy="318"/>
          </a:xfrm>
        </p:grpSpPr>
        <p:graphicFrame>
          <p:nvGraphicFramePr>
            <p:cNvPr id="16403" name="Object 13"/>
            <p:cNvGraphicFramePr>
              <a:graphicFrameLocks noChangeAspect="1"/>
            </p:cNvGraphicFramePr>
            <p:nvPr/>
          </p:nvGraphicFramePr>
          <p:xfrm>
            <a:off x="1587" y="1593"/>
            <a:ext cx="104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682625" imgH="127635" progId="Equation.DSMT4">
                    <p:embed/>
                  </p:oleObj>
                </mc:Choice>
                <mc:Fallback>
                  <p:oleObj r:id="rId10" imgW="682625" imgH="127635" progId="Equation.DSMT4">
                    <p:embed/>
                    <p:pic>
                      <p:nvPicPr>
                        <p:cNvPr id="16403" name="Object 1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87" y="1593"/>
                          <a:ext cx="1047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Text Box 14"/>
            <p:cNvSpPr txBox="1"/>
            <p:nvPr/>
          </p:nvSpPr>
          <p:spPr>
            <a:xfrm>
              <a:off x="273" y="1570"/>
              <a:ext cx="11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Position</a:t>
              </a:r>
            </a:p>
          </p:txBody>
        </p:sp>
      </p:grpSp>
      <p:grpSp>
        <p:nvGrpSpPr>
          <p:cNvPr id="25615" name="Group 15"/>
          <p:cNvGrpSpPr/>
          <p:nvPr/>
        </p:nvGrpSpPr>
        <p:grpSpPr>
          <a:xfrm>
            <a:off x="611188" y="3141663"/>
            <a:ext cx="4921250" cy="539750"/>
            <a:chOff x="279" y="1956"/>
            <a:chExt cx="3100" cy="340"/>
          </a:xfrm>
        </p:grpSpPr>
        <p:graphicFrame>
          <p:nvGraphicFramePr>
            <p:cNvPr id="16401" name="Object 16"/>
            <p:cNvGraphicFramePr>
              <a:graphicFrameLocks noChangeAspect="1"/>
            </p:cNvGraphicFramePr>
            <p:nvPr/>
          </p:nvGraphicFramePr>
          <p:xfrm>
            <a:off x="1534" y="1978"/>
            <a:ext cx="184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342390" imgH="161925" progId="Equation.DSMT4">
                    <p:embed/>
                  </p:oleObj>
                </mc:Choice>
                <mc:Fallback>
                  <p:oleObj r:id="rId12" imgW="1342390" imgH="161925" progId="Equation.DSMT4">
                    <p:embed/>
                    <p:pic>
                      <p:nvPicPr>
                        <p:cNvPr id="16401" name="Object 16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34" y="1978"/>
                          <a:ext cx="1845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2" name="Text Box 17"/>
            <p:cNvSpPr txBox="1"/>
            <p:nvPr/>
          </p:nvSpPr>
          <p:spPr>
            <a:xfrm>
              <a:off x="279" y="1956"/>
              <a:ext cx="11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Line element</a:t>
              </a:r>
            </a:p>
          </p:txBody>
        </p:sp>
      </p:grpSp>
      <p:grpSp>
        <p:nvGrpSpPr>
          <p:cNvPr id="25618" name="Group 18"/>
          <p:cNvGrpSpPr/>
          <p:nvPr/>
        </p:nvGrpSpPr>
        <p:grpSpPr>
          <a:xfrm>
            <a:off x="574675" y="5373688"/>
            <a:ext cx="3997325" cy="822325"/>
            <a:chOff x="299" y="3497"/>
            <a:chExt cx="2518" cy="518"/>
          </a:xfrm>
        </p:grpSpPr>
        <p:graphicFrame>
          <p:nvGraphicFramePr>
            <p:cNvPr id="16399" name="Object 19"/>
            <p:cNvGraphicFramePr>
              <a:graphicFrameLocks noChangeAspect="1"/>
            </p:cNvGraphicFramePr>
            <p:nvPr/>
          </p:nvGraphicFramePr>
          <p:xfrm>
            <a:off x="1570" y="3566"/>
            <a:ext cx="124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891540" imgH="109855" progId="Equation.DSMT4">
                    <p:embed/>
                  </p:oleObj>
                </mc:Choice>
                <mc:Fallback>
                  <p:oleObj r:id="rId14" imgW="891540" imgH="109855" progId="Equation.DSMT4">
                    <p:embed/>
                    <p:pic>
                      <p:nvPicPr>
                        <p:cNvPr id="16399" name="Object 19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70" y="3566"/>
                          <a:ext cx="124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0" name="Text Box 20"/>
            <p:cNvSpPr txBox="1"/>
            <p:nvPr/>
          </p:nvSpPr>
          <p:spPr>
            <a:xfrm>
              <a:off x="299" y="3497"/>
              <a:ext cx="113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Volume element</a:t>
              </a:r>
            </a:p>
          </p:txBody>
        </p:sp>
      </p:grpSp>
      <p:sp>
        <p:nvSpPr>
          <p:cNvPr id="25621" name="Text Box 21"/>
          <p:cNvSpPr txBox="1"/>
          <p:nvPr/>
        </p:nvSpPr>
        <p:spPr>
          <a:xfrm>
            <a:off x="611188" y="3933825"/>
            <a:ext cx="1524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Surface element</a:t>
            </a:r>
          </a:p>
        </p:txBody>
      </p:sp>
      <p:sp>
        <p:nvSpPr>
          <p:cNvPr id="16396" name="Rectangle 22"/>
          <p:cNvSpPr/>
          <p:nvPr/>
        </p:nvSpPr>
        <p:spPr>
          <a:xfrm>
            <a:off x="5795963" y="6237288"/>
            <a:ext cx="3097212" cy="360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ctr" eaLnBrk="1" hangingPunct="1">
              <a:buClrTx/>
              <a:buSzTx/>
              <a:buFontTx/>
              <a:buNone/>
            </a:pPr>
            <a:endParaRPr lang="zh-CN" altLang="zh-CN" sz="1400" b="1">
              <a:ea typeface="楷体_GB2312" pitchFamily="49" charset="-122"/>
            </a:endParaRPr>
          </a:p>
        </p:txBody>
      </p:sp>
      <p:sp>
        <p:nvSpPr>
          <p:cNvPr id="16397" name="Rectangle 23"/>
          <p:cNvSpPr/>
          <p:nvPr/>
        </p:nvSpPr>
        <p:spPr>
          <a:xfrm>
            <a:off x="6372225" y="2997200"/>
            <a:ext cx="2160588" cy="2873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ctr" eaLnBrk="1" hangingPunct="1">
              <a:buClrTx/>
              <a:buSzTx/>
              <a:buFontTx/>
              <a:buNone/>
            </a:pPr>
            <a:endParaRPr lang="zh-CN" altLang="zh-CN" sz="1400" b="1">
              <a:ea typeface="楷体_GB2312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7" name="对象 171016"/>
          <p:cNvGraphicFramePr/>
          <p:nvPr/>
        </p:nvGraphicFramePr>
        <p:xfrm>
          <a:off x="803593" y="1493520"/>
          <a:ext cx="57896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93060" imgH="254000" progId="Equation.DSMT4">
                  <p:embed/>
                </p:oleObj>
              </mc:Choice>
              <mc:Fallback>
                <p:oleObj r:id="rId2" imgW="2893060" imgH="254000" progId="Equation.DSMT4">
                  <p:embed/>
                  <p:pic>
                    <p:nvPicPr>
                      <p:cNvPr id="18437" name="对象 17101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3593" y="1493520"/>
                        <a:ext cx="5789612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对象 171017"/>
          <p:cNvGraphicFramePr/>
          <p:nvPr/>
        </p:nvGraphicFramePr>
        <p:xfrm>
          <a:off x="841693" y="2309495"/>
          <a:ext cx="61499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80360" imgH="254000" progId="Equation.DSMT4">
                  <p:embed/>
                </p:oleObj>
              </mc:Choice>
              <mc:Fallback>
                <p:oleObj r:id="rId4" imgW="2880360" imgH="254000" progId="Equation.DSMT4">
                  <p:embed/>
                  <p:pic>
                    <p:nvPicPr>
                      <p:cNvPr id="18438" name="对象 1710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1693" y="2309495"/>
                        <a:ext cx="6149975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对象 171018"/>
          <p:cNvGraphicFramePr/>
          <p:nvPr/>
        </p:nvGraphicFramePr>
        <p:xfrm>
          <a:off x="802005" y="3061970"/>
          <a:ext cx="622935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921000" imgH="508000" progId="Equation.DSMT4">
                  <p:embed/>
                </p:oleObj>
              </mc:Choice>
              <mc:Fallback>
                <p:oleObj r:id="rId6" imgW="2921000" imgH="508000" progId="Equation.DSMT4">
                  <p:embed/>
                  <p:pic>
                    <p:nvPicPr>
                      <p:cNvPr id="18439" name="对象 1710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2005" y="3061970"/>
                        <a:ext cx="6229350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对象 171019"/>
          <p:cNvGraphicFramePr/>
          <p:nvPr/>
        </p:nvGraphicFramePr>
        <p:xfrm>
          <a:off x="805180" y="4158933"/>
          <a:ext cx="7667625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594100" imgH="787400" progId="Equation.DSMT4">
                  <p:embed/>
                </p:oleObj>
              </mc:Choice>
              <mc:Fallback>
                <p:oleObj r:id="rId8" imgW="3594100" imgH="787400" progId="Equation.DSMT4">
                  <p:embed/>
                  <p:pic>
                    <p:nvPicPr>
                      <p:cNvPr id="18440" name="对象 17101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5180" y="4158933"/>
                        <a:ext cx="7667625" cy="167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对象 171020"/>
          <p:cNvGraphicFramePr/>
          <p:nvPr/>
        </p:nvGraphicFramePr>
        <p:xfrm>
          <a:off x="3673793" y="5679758"/>
          <a:ext cx="23098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55065" imgH="241300" progId="Equation.DSMT4">
                  <p:embed/>
                </p:oleObj>
              </mc:Choice>
              <mc:Fallback>
                <p:oleObj r:id="rId10" imgW="1155065" imgH="241300" progId="Equation.DSMT4">
                  <p:embed/>
                  <p:pic>
                    <p:nvPicPr>
                      <p:cNvPr id="18441" name="对象 17102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73793" y="5679758"/>
                        <a:ext cx="2309812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95605" y="764540"/>
            <a:ext cx="7313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Operation in cylindrical coordinate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9" name="对象 1"/>
          <p:cNvGraphicFramePr/>
          <p:nvPr/>
        </p:nvGraphicFramePr>
        <p:xfrm>
          <a:off x="107315" y="1628775"/>
          <a:ext cx="2607310" cy="155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81100" imgH="711200" progId="Equation.DSMT4">
                  <p:embed/>
                </p:oleObj>
              </mc:Choice>
              <mc:Fallback>
                <p:oleObj r:id="rId2" imgW="1181100" imgH="711200" progId="Equation.DSMT4">
                  <p:embed/>
                  <p:pic>
                    <p:nvPicPr>
                      <p:cNvPr id="19459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315" y="1628775"/>
                        <a:ext cx="2607310" cy="155448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204210" y="1581150"/>
          <a:ext cx="2606675" cy="163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81100" imgH="749300" progId="Equation.DSMT4">
                  <p:embed/>
                </p:oleObj>
              </mc:Choice>
              <mc:Fallback>
                <p:oleObj r:id="rId4" imgW="1181100" imgH="7493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04210" y="1581150"/>
                        <a:ext cx="2606675" cy="163703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6156325" y="1581150"/>
          <a:ext cx="2607310" cy="163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81100" imgH="749300" progId="Equation.DSMT4">
                  <p:embed/>
                </p:oleObj>
              </mc:Choice>
              <mc:Fallback>
                <p:oleObj r:id="rId6" imgW="1181100" imgH="7493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6325" y="1581150"/>
                        <a:ext cx="2607310" cy="163703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59840" y="838200"/>
            <a:ext cx="2609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Exercise</a:t>
            </a:r>
            <a:r>
              <a:rPr lang="zh-CN" altLang="en-US" sz="2800"/>
              <a:t>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5" y="478155"/>
            <a:ext cx="914400" cy="93345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00" y="3523615"/>
            <a:ext cx="9342120" cy="3153410"/>
            <a:chOff x="20" y="5400"/>
            <a:chExt cx="15130" cy="5115"/>
          </a:xfrm>
        </p:grpSpPr>
        <p:graphicFrame>
          <p:nvGraphicFramePr>
            <p:cNvPr id="11" name="对象 10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139" y="5635"/>
            <a:ext cx="7443" cy="4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3340000" imgH="36576000" progId="Equation.DSMT4">
                    <p:embed/>
                  </p:oleObj>
                </mc:Choice>
                <mc:Fallback>
                  <p:oleObj name="Equation" r:id="rId9" imgW="53340000" imgH="36576000" progId="Equation.DSMT4">
                    <p:embed/>
                    <p:pic>
                      <p:nvPicPr>
                        <p:cNvPr id="11" name="对象 10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139" y="5635"/>
                          <a:ext cx="7443" cy="44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组合 11" descr="7b0a202020202274657874626f78223a2022220a7d0a"/>
            <p:cNvGrpSpPr/>
            <p:nvPr/>
          </p:nvGrpSpPr>
          <p:grpSpPr>
            <a:xfrm>
              <a:off x="20" y="5400"/>
              <a:ext cx="15130" cy="5115"/>
              <a:chOff x="5402" y="3594"/>
              <a:chExt cx="8283" cy="3613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5402" y="3594"/>
                <a:ext cx="8283" cy="3613"/>
                <a:chOff x="5402" y="3594"/>
                <a:chExt cx="8283" cy="3613"/>
              </a:xfrm>
            </p:grpSpPr>
            <p:sp>
              <p:nvSpPr>
                <p:cNvPr id="181" name="Freeform 107"/>
                <p:cNvSpPr>
                  <a:spLocks noEditPoints="1"/>
                </p:cNvSpPr>
                <p:nvPr/>
              </p:nvSpPr>
              <p:spPr bwMode="auto">
                <a:xfrm>
                  <a:off x="13134" y="6734"/>
                  <a:ext cx="124" cy="128"/>
                </a:xfrm>
                <a:custGeom>
                  <a:avLst/>
                  <a:gdLst>
                    <a:gd name="T0" fmla="*/ 18 w 19"/>
                    <a:gd name="T1" fmla="*/ 15 h 20"/>
                    <a:gd name="T2" fmla="*/ 19 w 19"/>
                    <a:gd name="T3" fmla="*/ 13 h 20"/>
                    <a:gd name="T4" fmla="*/ 17 w 19"/>
                    <a:gd name="T5" fmla="*/ 11 h 20"/>
                    <a:gd name="T6" fmla="*/ 17 w 19"/>
                    <a:gd name="T7" fmla="*/ 9 h 20"/>
                    <a:gd name="T8" fmla="*/ 19 w 19"/>
                    <a:gd name="T9" fmla="*/ 7 h 20"/>
                    <a:gd name="T10" fmla="*/ 18 w 19"/>
                    <a:gd name="T11" fmla="*/ 5 h 20"/>
                    <a:gd name="T12" fmla="*/ 15 w 19"/>
                    <a:gd name="T13" fmla="*/ 5 h 20"/>
                    <a:gd name="T14" fmla="*/ 14 w 19"/>
                    <a:gd name="T15" fmla="*/ 4 h 20"/>
                    <a:gd name="T16" fmla="*/ 14 w 19"/>
                    <a:gd name="T17" fmla="*/ 1 h 20"/>
                    <a:gd name="T18" fmla="*/ 12 w 19"/>
                    <a:gd name="T19" fmla="*/ 0 h 20"/>
                    <a:gd name="T20" fmla="*/ 10 w 19"/>
                    <a:gd name="T21" fmla="*/ 2 h 20"/>
                    <a:gd name="T22" fmla="*/ 8 w 19"/>
                    <a:gd name="T23" fmla="*/ 2 h 20"/>
                    <a:gd name="T24" fmla="*/ 7 w 19"/>
                    <a:gd name="T25" fmla="*/ 0 h 20"/>
                    <a:gd name="T26" fmla="*/ 4 w 19"/>
                    <a:gd name="T27" fmla="*/ 1 h 20"/>
                    <a:gd name="T28" fmla="*/ 5 w 19"/>
                    <a:gd name="T29" fmla="*/ 4 h 20"/>
                    <a:gd name="T30" fmla="*/ 3 w 19"/>
                    <a:gd name="T31" fmla="*/ 5 h 20"/>
                    <a:gd name="T32" fmla="*/ 0 w 19"/>
                    <a:gd name="T33" fmla="*/ 5 h 20"/>
                    <a:gd name="T34" fmla="*/ 0 w 19"/>
                    <a:gd name="T35" fmla="*/ 7 h 20"/>
                    <a:gd name="T36" fmla="*/ 2 w 19"/>
                    <a:gd name="T37" fmla="*/ 9 h 20"/>
                    <a:gd name="T38" fmla="*/ 2 w 19"/>
                    <a:gd name="T39" fmla="*/ 11 h 20"/>
                    <a:gd name="T40" fmla="*/ 0 w 19"/>
                    <a:gd name="T41" fmla="*/ 13 h 20"/>
                    <a:gd name="T42" fmla="*/ 1 w 19"/>
                    <a:gd name="T43" fmla="*/ 15 h 20"/>
                    <a:gd name="T44" fmla="*/ 3 w 19"/>
                    <a:gd name="T45" fmla="*/ 15 h 20"/>
                    <a:gd name="T46" fmla="*/ 5 w 19"/>
                    <a:gd name="T47" fmla="*/ 16 h 20"/>
                    <a:gd name="T48" fmla="*/ 4 w 19"/>
                    <a:gd name="T49" fmla="*/ 19 h 20"/>
                    <a:gd name="T50" fmla="*/ 7 w 19"/>
                    <a:gd name="T51" fmla="*/ 20 h 20"/>
                    <a:gd name="T52" fmla="*/ 9 w 19"/>
                    <a:gd name="T53" fmla="*/ 18 h 20"/>
                    <a:gd name="T54" fmla="*/ 10 w 19"/>
                    <a:gd name="T55" fmla="*/ 18 h 20"/>
                    <a:gd name="T56" fmla="*/ 12 w 19"/>
                    <a:gd name="T57" fmla="*/ 20 h 20"/>
                    <a:gd name="T58" fmla="*/ 14 w 19"/>
                    <a:gd name="T59" fmla="*/ 19 h 20"/>
                    <a:gd name="T60" fmla="*/ 14 w 19"/>
                    <a:gd name="T61" fmla="*/ 16 h 20"/>
                    <a:gd name="T62" fmla="*/ 15 w 19"/>
                    <a:gd name="T63" fmla="*/ 15 h 20"/>
                    <a:gd name="T64" fmla="*/ 18 w 19"/>
                    <a:gd name="T65" fmla="*/ 15 h 20"/>
                    <a:gd name="T66" fmla="*/ 8 w 19"/>
                    <a:gd name="T67" fmla="*/ 13 h 20"/>
                    <a:gd name="T68" fmla="*/ 6 w 19"/>
                    <a:gd name="T69" fmla="*/ 9 h 20"/>
                    <a:gd name="T70" fmla="*/ 11 w 19"/>
                    <a:gd name="T71" fmla="*/ 6 h 20"/>
                    <a:gd name="T72" fmla="*/ 13 w 19"/>
                    <a:gd name="T73" fmla="*/ 11 h 20"/>
                    <a:gd name="T74" fmla="*/ 8 w 19"/>
                    <a:gd name="T75" fmla="*/ 13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9" h="20">
                      <a:moveTo>
                        <a:pt x="18" y="15"/>
                      </a:move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0"/>
                        <a:pt x="17" y="10"/>
                        <a:pt x="17" y="9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8" y="5"/>
                        <a:pt x="18" y="5"/>
                        <a:pt x="18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4"/>
                        <a:pt x="14" y="4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2"/>
                        <a:pt x="9" y="2"/>
                        <a:pt x="8" y="2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4" y="4"/>
                        <a:pt x="4" y="5"/>
                        <a:pt x="3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10"/>
                        <a:pt x="2" y="10"/>
                        <a:pt x="2" y="11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4" y="15"/>
                        <a:pt x="4" y="16"/>
                        <a:pt x="5" y="16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9" y="18"/>
                        <a:pt x="9" y="18"/>
                        <a:pt x="9" y="18"/>
                      </a:cubicBezTo>
                      <a:cubicBezTo>
                        <a:pt x="9" y="18"/>
                        <a:pt x="10" y="18"/>
                        <a:pt x="10" y="18"/>
                      </a:cubicBezTo>
                      <a:cubicBezTo>
                        <a:pt x="12" y="20"/>
                        <a:pt x="12" y="20"/>
                        <a:pt x="12" y="20"/>
                      </a:cubicBezTo>
                      <a:cubicBezTo>
                        <a:pt x="14" y="19"/>
                        <a:pt x="14" y="19"/>
                        <a:pt x="14" y="19"/>
                      </a:cubicBezTo>
                      <a:cubicBezTo>
                        <a:pt x="14" y="16"/>
                        <a:pt x="14" y="16"/>
                        <a:pt x="14" y="16"/>
                      </a:cubicBezTo>
                      <a:cubicBezTo>
                        <a:pt x="15" y="16"/>
                        <a:pt x="15" y="15"/>
                        <a:pt x="15" y="15"/>
                      </a:cubicBezTo>
                      <a:lnTo>
                        <a:pt x="18" y="15"/>
                      </a:lnTo>
                      <a:close/>
                      <a:moveTo>
                        <a:pt x="8" y="13"/>
                      </a:moveTo>
                      <a:cubicBezTo>
                        <a:pt x="6" y="13"/>
                        <a:pt x="5" y="10"/>
                        <a:pt x="6" y="9"/>
                      </a:cubicBezTo>
                      <a:cubicBezTo>
                        <a:pt x="7" y="7"/>
                        <a:pt x="9" y="6"/>
                        <a:pt x="11" y="6"/>
                      </a:cubicBezTo>
                      <a:cubicBezTo>
                        <a:pt x="13" y="7"/>
                        <a:pt x="14" y="9"/>
                        <a:pt x="13" y="11"/>
                      </a:cubicBezTo>
                      <a:cubicBezTo>
                        <a:pt x="12" y="13"/>
                        <a:pt x="10" y="14"/>
                        <a:pt x="8" y="13"/>
                      </a:cubicBezTo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2" name="Freeform 108"/>
                <p:cNvSpPr>
                  <a:spLocks noEditPoints="1"/>
                </p:cNvSpPr>
                <p:nvPr/>
              </p:nvSpPr>
              <p:spPr bwMode="auto">
                <a:xfrm>
                  <a:off x="5757" y="3807"/>
                  <a:ext cx="186" cy="188"/>
                </a:xfrm>
                <a:custGeom>
                  <a:avLst/>
                  <a:gdLst>
                    <a:gd name="T0" fmla="*/ 23 w 29"/>
                    <a:gd name="T1" fmla="*/ 26 h 29"/>
                    <a:gd name="T2" fmla="*/ 26 w 29"/>
                    <a:gd name="T3" fmla="*/ 24 h 29"/>
                    <a:gd name="T4" fmla="*/ 24 w 29"/>
                    <a:gd name="T5" fmla="*/ 20 h 29"/>
                    <a:gd name="T6" fmla="*/ 25 w 29"/>
                    <a:gd name="T7" fmla="*/ 18 h 29"/>
                    <a:gd name="T8" fmla="*/ 29 w 29"/>
                    <a:gd name="T9" fmla="*/ 17 h 29"/>
                    <a:gd name="T10" fmla="*/ 29 w 29"/>
                    <a:gd name="T11" fmla="*/ 13 h 29"/>
                    <a:gd name="T12" fmla="*/ 25 w 29"/>
                    <a:gd name="T13" fmla="*/ 12 h 29"/>
                    <a:gd name="T14" fmla="*/ 24 w 29"/>
                    <a:gd name="T15" fmla="*/ 10 h 29"/>
                    <a:gd name="T16" fmla="*/ 26 w 29"/>
                    <a:gd name="T17" fmla="*/ 6 h 29"/>
                    <a:gd name="T18" fmla="*/ 24 w 29"/>
                    <a:gd name="T19" fmla="*/ 3 h 29"/>
                    <a:gd name="T20" fmla="*/ 20 w 29"/>
                    <a:gd name="T21" fmla="*/ 5 h 29"/>
                    <a:gd name="T22" fmla="*/ 18 w 29"/>
                    <a:gd name="T23" fmla="*/ 4 h 29"/>
                    <a:gd name="T24" fmla="*/ 17 w 29"/>
                    <a:gd name="T25" fmla="*/ 0 h 29"/>
                    <a:gd name="T26" fmla="*/ 13 w 29"/>
                    <a:gd name="T27" fmla="*/ 0 h 29"/>
                    <a:gd name="T28" fmla="*/ 12 w 29"/>
                    <a:gd name="T29" fmla="*/ 4 h 29"/>
                    <a:gd name="T30" fmla="*/ 10 w 29"/>
                    <a:gd name="T31" fmla="*/ 5 h 29"/>
                    <a:gd name="T32" fmla="*/ 6 w 29"/>
                    <a:gd name="T33" fmla="*/ 3 h 29"/>
                    <a:gd name="T34" fmla="*/ 4 w 29"/>
                    <a:gd name="T35" fmla="*/ 5 h 29"/>
                    <a:gd name="T36" fmla="*/ 5 w 29"/>
                    <a:gd name="T37" fmla="*/ 9 h 29"/>
                    <a:gd name="T38" fmla="*/ 4 w 29"/>
                    <a:gd name="T39" fmla="*/ 11 h 29"/>
                    <a:gd name="T40" fmla="*/ 0 w 29"/>
                    <a:gd name="T41" fmla="*/ 12 h 29"/>
                    <a:gd name="T42" fmla="*/ 0 w 29"/>
                    <a:gd name="T43" fmla="*/ 16 h 29"/>
                    <a:gd name="T44" fmla="*/ 4 w 29"/>
                    <a:gd name="T45" fmla="*/ 17 h 29"/>
                    <a:gd name="T46" fmla="*/ 5 w 29"/>
                    <a:gd name="T47" fmla="*/ 19 h 29"/>
                    <a:gd name="T48" fmla="*/ 3 w 29"/>
                    <a:gd name="T49" fmla="*/ 23 h 29"/>
                    <a:gd name="T50" fmla="*/ 5 w 29"/>
                    <a:gd name="T51" fmla="*/ 25 h 29"/>
                    <a:gd name="T52" fmla="*/ 9 w 29"/>
                    <a:gd name="T53" fmla="*/ 24 h 29"/>
                    <a:gd name="T54" fmla="*/ 11 w 29"/>
                    <a:gd name="T55" fmla="*/ 25 h 29"/>
                    <a:gd name="T56" fmla="*/ 12 w 29"/>
                    <a:gd name="T57" fmla="*/ 29 h 29"/>
                    <a:gd name="T58" fmla="*/ 16 w 29"/>
                    <a:gd name="T59" fmla="*/ 29 h 29"/>
                    <a:gd name="T60" fmla="*/ 17 w 29"/>
                    <a:gd name="T61" fmla="*/ 25 h 29"/>
                    <a:gd name="T62" fmla="*/ 20 w 29"/>
                    <a:gd name="T63" fmla="*/ 24 h 29"/>
                    <a:gd name="T64" fmla="*/ 23 w 29"/>
                    <a:gd name="T65" fmla="*/ 26 h 29"/>
                    <a:gd name="T66" fmla="*/ 11 w 29"/>
                    <a:gd name="T67" fmla="*/ 18 h 29"/>
                    <a:gd name="T68" fmla="*/ 11 w 29"/>
                    <a:gd name="T69" fmla="*/ 11 h 29"/>
                    <a:gd name="T70" fmla="*/ 19 w 29"/>
                    <a:gd name="T71" fmla="*/ 11 h 29"/>
                    <a:gd name="T72" fmla="*/ 18 w 29"/>
                    <a:gd name="T73" fmla="*/ 18 h 29"/>
                    <a:gd name="T74" fmla="*/ 11 w 29"/>
                    <a:gd name="T75" fmla="*/ 18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9" h="29">
                      <a:moveTo>
                        <a:pt x="23" y="26"/>
                      </a:moveTo>
                      <a:cubicBezTo>
                        <a:pt x="26" y="24"/>
                        <a:pt x="26" y="24"/>
                        <a:pt x="26" y="24"/>
                      </a:cubicBezTo>
                      <a:cubicBezTo>
                        <a:pt x="24" y="20"/>
                        <a:pt x="24" y="20"/>
                        <a:pt x="24" y="20"/>
                      </a:cubicBezTo>
                      <a:cubicBezTo>
                        <a:pt x="24" y="19"/>
                        <a:pt x="25" y="19"/>
                        <a:pt x="25" y="18"/>
                      </a:cubicBezTo>
                      <a:cubicBezTo>
                        <a:pt x="29" y="17"/>
                        <a:pt x="29" y="17"/>
                        <a:pt x="29" y="17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5" y="12"/>
                        <a:pt x="25" y="12"/>
                        <a:pt x="25" y="12"/>
                      </a:cubicBezTo>
                      <a:cubicBezTo>
                        <a:pt x="25" y="11"/>
                        <a:pt x="25" y="10"/>
                        <a:pt x="24" y="10"/>
                      </a:cubicBezTo>
                      <a:cubicBezTo>
                        <a:pt x="26" y="6"/>
                        <a:pt x="26" y="6"/>
                        <a:pt x="26" y="6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0" y="5"/>
                        <a:pt x="20" y="5"/>
                        <a:pt x="20" y="5"/>
                      </a:cubicBezTo>
                      <a:cubicBezTo>
                        <a:pt x="20" y="5"/>
                        <a:pt x="19" y="4"/>
                        <a:pt x="18" y="4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4"/>
                        <a:pt x="11" y="4"/>
                        <a:pt x="10" y="5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5" y="9"/>
                        <a:pt x="5" y="10"/>
                        <a:pt x="4" y="11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4" y="18"/>
                        <a:pt x="5" y="19"/>
                        <a:pt x="5" y="19"/>
                      </a:cubicBezTo>
                      <a:cubicBezTo>
                        <a:pt x="3" y="23"/>
                        <a:pt x="3" y="23"/>
                        <a:pt x="3" y="23"/>
                      </a:cubicBezTo>
                      <a:cubicBezTo>
                        <a:pt x="5" y="25"/>
                        <a:pt x="5" y="25"/>
                        <a:pt x="5" y="25"/>
                      </a:cubicBez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10" y="24"/>
                        <a:pt x="10" y="24"/>
                        <a:pt x="11" y="25"/>
                      </a:cubicBezTo>
                      <a:cubicBezTo>
                        <a:pt x="12" y="29"/>
                        <a:pt x="12" y="29"/>
                        <a:pt x="12" y="29"/>
                      </a:cubicBezTo>
                      <a:cubicBezTo>
                        <a:pt x="16" y="29"/>
                        <a:pt x="16" y="29"/>
                        <a:pt x="16" y="29"/>
                      </a:cubicBezTo>
                      <a:cubicBezTo>
                        <a:pt x="17" y="25"/>
                        <a:pt x="17" y="25"/>
                        <a:pt x="17" y="25"/>
                      </a:cubicBezTo>
                      <a:cubicBezTo>
                        <a:pt x="18" y="25"/>
                        <a:pt x="19" y="24"/>
                        <a:pt x="20" y="24"/>
                      </a:cubicBezTo>
                      <a:lnTo>
                        <a:pt x="23" y="26"/>
                      </a:lnTo>
                      <a:close/>
                      <a:moveTo>
                        <a:pt x="11" y="18"/>
                      </a:moveTo>
                      <a:cubicBezTo>
                        <a:pt x="9" y="16"/>
                        <a:pt x="9" y="12"/>
                        <a:pt x="11" y="11"/>
                      </a:cubicBezTo>
                      <a:cubicBezTo>
                        <a:pt x="13" y="9"/>
                        <a:pt x="17" y="9"/>
                        <a:pt x="19" y="11"/>
                      </a:cubicBezTo>
                      <a:cubicBezTo>
                        <a:pt x="21" y="13"/>
                        <a:pt x="20" y="16"/>
                        <a:pt x="18" y="18"/>
                      </a:cubicBezTo>
                      <a:cubicBezTo>
                        <a:pt x="16" y="20"/>
                        <a:pt x="13" y="20"/>
                        <a:pt x="11" y="18"/>
                      </a:cubicBezTo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3" name="Freeform 109"/>
                <p:cNvSpPr>
                  <a:spLocks noEditPoints="1"/>
                </p:cNvSpPr>
                <p:nvPr/>
              </p:nvSpPr>
              <p:spPr bwMode="auto">
                <a:xfrm>
                  <a:off x="5646" y="3969"/>
                  <a:ext cx="97" cy="92"/>
                </a:xfrm>
                <a:custGeom>
                  <a:avLst/>
                  <a:gdLst>
                    <a:gd name="T0" fmla="*/ 12 w 15"/>
                    <a:gd name="T1" fmla="*/ 13 h 14"/>
                    <a:gd name="T2" fmla="*/ 13 w 15"/>
                    <a:gd name="T3" fmla="*/ 12 h 14"/>
                    <a:gd name="T4" fmla="*/ 12 w 15"/>
                    <a:gd name="T5" fmla="*/ 10 h 14"/>
                    <a:gd name="T6" fmla="*/ 13 w 15"/>
                    <a:gd name="T7" fmla="*/ 9 h 14"/>
                    <a:gd name="T8" fmla="*/ 15 w 15"/>
                    <a:gd name="T9" fmla="*/ 8 h 14"/>
                    <a:gd name="T10" fmla="*/ 15 w 15"/>
                    <a:gd name="T11" fmla="*/ 6 h 14"/>
                    <a:gd name="T12" fmla="*/ 13 w 15"/>
                    <a:gd name="T13" fmla="*/ 6 h 14"/>
                    <a:gd name="T14" fmla="*/ 12 w 15"/>
                    <a:gd name="T15" fmla="*/ 5 h 14"/>
                    <a:gd name="T16" fmla="*/ 14 w 15"/>
                    <a:gd name="T17" fmla="*/ 3 h 14"/>
                    <a:gd name="T18" fmla="*/ 12 w 15"/>
                    <a:gd name="T19" fmla="*/ 2 h 14"/>
                    <a:gd name="T20" fmla="*/ 10 w 15"/>
                    <a:gd name="T21" fmla="*/ 2 h 14"/>
                    <a:gd name="T22" fmla="*/ 9 w 15"/>
                    <a:gd name="T23" fmla="*/ 2 h 14"/>
                    <a:gd name="T24" fmla="*/ 9 w 15"/>
                    <a:gd name="T25" fmla="*/ 0 h 14"/>
                    <a:gd name="T26" fmla="*/ 7 w 15"/>
                    <a:gd name="T27" fmla="*/ 0 h 14"/>
                    <a:gd name="T28" fmla="*/ 6 w 15"/>
                    <a:gd name="T29" fmla="*/ 2 h 14"/>
                    <a:gd name="T30" fmla="*/ 5 w 15"/>
                    <a:gd name="T31" fmla="*/ 2 h 14"/>
                    <a:gd name="T32" fmla="*/ 3 w 15"/>
                    <a:gd name="T33" fmla="*/ 1 h 14"/>
                    <a:gd name="T34" fmla="*/ 2 w 15"/>
                    <a:gd name="T35" fmla="*/ 2 h 14"/>
                    <a:gd name="T36" fmla="*/ 3 w 15"/>
                    <a:gd name="T37" fmla="*/ 4 h 14"/>
                    <a:gd name="T38" fmla="*/ 2 w 15"/>
                    <a:gd name="T39" fmla="*/ 5 h 14"/>
                    <a:gd name="T40" fmla="*/ 0 w 15"/>
                    <a:gd name="T41" fmla="*/ 6 h 14"/>
                    <a:gd name="T42" fmla="*/ 0 w 15"/>
                    <a:gd name="T43" fmla="*/ 8 h 14"/>
                    <a:gd name="T44" fmla="*/ 2 w 15"/>
                    <a:gd name="T45" fmla="*/ 8 h 14"/>
                    <a:gd name="T46" fmla="*/ 3 w 15"/>
                    <a:gd name="T47" fmla="*/ 9 h 14"/>
                    <a:gd name="T48" fmla="*/ 2 w 15"/>
                    <a:gd name="T49" fmla="*/ 11 h 14"/>
                    <a:gd name="T50" fmla="*/ 3 w 15"/>
                    <a:gd name="T51" fmla="*/ 13 h 14"/>
                    <a:gd name="T52" fmla="*/ 5 w 15"/>
                    <a:gd name="T53" fmla="*/ 12 h 14"/>
                    <a:gd name="T54" fmla="*/ 6 w 15"/>
                    <a:gd name="T55" fmla="*/ 12 h 14"/>
                    <a:gd name="T56" fmla="*/ 6 w 15"/>
                    <a:gd name="T57" fmla="*/ 14 h 14"/>
                    <a:gd name="T58" fmla="*/ 8 w 15"/>
                    <a:gd name="T59" fmla="*/ 14 h 14"/>
                    <a:gd name="T60" fmla="*/ 9 w 15"/>
                    <a:gd name="T61" fmla="*/ 12 h 14"/>
                    <a:gd name="T62" fmla="*/ 10 w 15"/>
                    <a:gd name="T63" fmla="*/ 12 h 14"/>
                    <a:gd name="T64" fmla="*/ 12 w 15"/>
                    <a:gd name="T65" fmla="*/ 13 h 14"/>
                    <a:gd name="T66" fmla="*/ 6 w 15"/>
                    <a:gd name="T67" fmla="*/ 9 h 14"/>
                    <a:gd name="T68" fmla="*/ 6 w 15"/>
                    <a:gd name="T69" fmla="*/ 5 h 14"/>
                    <a:gd name="T70" fmla="*/ 10 w 15"/>
                    <a:gd name="T71" fmla="*/ 5 h 14"/>
                    <a:gd name="T72" fmla="*/ 9 w 15"/>
                    <a:gd name="T73" fmla="*/ 9 h 14"/>
                    <a:gd name="T74" fmla="*/ 6 w 15"/>
                    <a:gd name="T75" fmla="*/ 9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5" h="14">
                      <a:moveTo>
                        <a:pt x="12" y="13"/>
                      </a:move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3" y="9"/>
                        <a:pt x="13" y="9"/>
                      </a:cubicBezTo>
                      <a:cubicBezTo>
                        <a:pt x="15" y="8"/>
                        <a:pt x="15" y="8"/>
                        <a:pt x="15" y="8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5"/>
                        <a:pt x="13" y="5"/>
                        <a:pt x="12" y="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5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5"/>
                        <a:pt x="3" y="5"/>
                        <a:pt x="2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3" y="9"/>
                        <a:pt x="3" y="9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6" y="12"/>
                        <a:pt x="6" y="12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9" y="12"/>
                        <a:pt x="10" y="12"/>
                        <a:pt x="10" y="12"/>
                      </a:cubicBezTo>
                      <a:lnTo>
                        <a:pt x="12" y="13"/>
                      </a:lnTo>
                      <a:close/>
                      <a:moveTo>
                        <a:pt x="6" y="9"/>
                      </a:moveTo>
                      <a:cubicBezTo>
                        <a:pt x="5" y="8"/>
                        <a:pt x="5" y="6"/>
                        <a:pt x="6" y="5"/>
                      </a:cubicBezTo>
                      <a:cubicBezTo>
                        <a:pt x="7" y="4"/>
                        <a:pt x="9" y="4"/>
                        <a:pt x="10" y="5"/>
                      </a:cubicBezTo>
                      <a:cubicBezTo>
                        <a:pt x="11" y="6"/>
                        <a:pt x="10" y="8"/>
                        <a:pt x="9" y="9"/>
                      </a:cubicBezTo>
                      <a:cubicBezTo>
                        <a:pt x="8" y="10"/>
                        <a:pt x="7" y="10"/>
                        <a:pt x="6" y="9"/>
                      </a:cubicBezTo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4" name="Line 110"/>
                <p:cNvSpPr>
                  <a:spLocks noChangeShapeType="1"/>
                </p:cNvSpPr>
                <p:nvPr/>
              </p:nvSpPr>
              <p:spPr bwMode="auto">
                <a:xfrm>
                  <a:off x="12651" y="7051"/>
                  <a:ext cx="0" cy="0"/>
                </a:xfrm>
                <a:prstGeom prst="line">
                  <a:avLst/>
                </a:prstGeom>
                <a:solidFill>
                  <a:srgbClr val="4A7CC6"/>
                </a:solidFill>
                <a:ln w="34925" cap="flat">
                  <a:solidFill>
                    <a:srgbClr val="172A88"/>
                  </a:solidFill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5" name="Freeform 111"/>
                <p:cNvSpPr/>
                <p:nvPr/>
              </p:nvSpPr>
              <p:spPr bwMode="auto">
                <a:xfrm>
                  <a:off x="5402" y="3594"/>
                  <a:ext cx="7577" cy="3483"/>
                </a:xfrm>
                <a:custGeom>
                  <a:avLst/>
                  <a:gdLst>
                    <a:gd name="T0" fmla="*/ 1236 w 1302"/>
                    <a:gd name="T1" fmla="*/ 538 h 538"/>
                    <a:gd name="T2" fmla="*/ 1201 w 1302"/>
                    <a:gd name="T3" fmla="*/ 538 h 538"/>
                    <a:gd name="T4" fmla="*/ 1201 w 1302"/>
                    <a:gd name="T5" fmla="*/ 530 h 538"/>
                    <a:gd name="T6" fmla="*/ 1236 w 1302"/>
                    <a:gd name="T7" fmla="*/ 530 h 538"/>
                    <a:gd name="T8" fmla="*/ 1294 w 1302"/>
                    <a:gd name="T9" fmla="*/ 472 h 538"/>
                    <a:gd name="T10" fmla="*/ 1294 w 1302"/>
                    <a:gd name="T11" fmla="*/ 67 h 538"/>
                    <a:gd name="T12" fmla="*/ 1236 w 1302"/>
                    <a:gd name="T13" fmla="*/ 8 h 538"/>
                    <a:gd name="T14" fmla="*/ 66 w 1302"/>
                    <a:gd name="T15" fmla="*/ 8 h 538"/>
                    <a:gd name="T16" fmla="*/ 8 w 1302"/>
                    <a:gd name="T17" fmla="*/ 67 h 538"/>
                    <a:gd name="T18" fmla="*/ 8 w 1302"/>
                    <a:gd name="T19" fmla="*/ 472 h 538"/>
                    <a:gd name="T20" fmla="*/ 66 w 1302"/>
                    <a:gd name="T21" fmla="*/ 530 h 538"/>
                    <a:gd name="T22" fmla="*/ 1124 w 1302"/>
                    <a:gd name="T23" fmla="*/ 530 h 538"/>
                    <a:gd name="T24" fmla="*/ 1124 w 1302"/>
                    <a:gd name="T25" fmla="*/ 538 h 538"/>
                    <a:gd name="T26" fmla="*/ 66 w 1302"/>
                    <a:gd name="T27" fmla="*/ 538 h 538"/>
                    <a:gd name="T28" fmla="*/ 0 w 1302"/>
                    <a:gd name="T29" fmla="*/ 472 h 538"/>
                    <a:gd name="T30" fmla="*/ 0 w 1302"/>
                    <a:gd name="T31" fmla="*/ 67 h 538"/>
                    <a:gd name="T32" fmla="*/ 66 w 1302"/>
                    <a:gd name="T33" fmla="*/ 0 h 538"/>
                    <a:gd name="T34" fmla="*/ 1236 w 1302"/>
                    <a:gd name="T35" fmla="*/ 0 h 538"/>
                    <a:gd name="T36" fmla="*/ 1302 w 1302"/>
                    <a:gd name="T37" fmla="*/ 67 h 538"/>
                    <a:gd name="T38" fmla="*/ 1302 w 1302"/>
                    <a:gd name="T39" fmla="*/ 472 h 538"/>
                    <a:gd name="T40" fmla="*/ 1236 w 1302"/>
                    <a:gd name="T41" fmla="*/ 538 h 5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302" h="538">
                      <a:moveTo>
                        <a:pt x="1236" y="538"/>
                      </a:moveTo>
                      <a:cubicBezTo>
                        <a:pt x="1201" y="538"/>
                        <a:pt x="1201" y="538"/>
                        <a:pt x="1201" y="538"/>
                      </a:cubicBezTo>
                      <a:cubicBezTo>
                        <a:pt x="1201" y="530"/>
                        <a:pt x="1201" y="530"/>
                        <a:pt x="1201" y="530"/>
                      </a:cubicBezTo>
                      <a:cubicBezTo>
                        <a:pt x="1236" y="530"/>
                        <a:pt x="1236" y="530"/>
                        <a:pt x="1236" y="530"/>
                      </a:cubicBezTo>
                      <a:cubicBezTo>
                        <a:pt x="1268" y="530"/>
                        <a:pt x="1294" y="504"/>
                        <a:pt x="1294" y="472"/>
                      </a:cubicBezTo>
                      <a:cubicBezTo>
                        <a:pt x="1294" y="67"/>
                        <a:pt x="1294" y="67"/>
                        <a:pt x="1294" y="67"/>
                      </a:cubicBezTo>
                      <a:cubicBezTo>
                        <a:pt x="1294" y="35"/>
                        <a:pt x="1268" y="8"/>
                        <a:pt x="1236" y="8"/>
                      </a:cubicBezTo>
                      <a:cubicBezTo>
                        <a:pt x="66" y="8"/>
                        <a:pt x="66" y="8"/>
                        <a:pt x="66" y="8"/>
                      </a:cubicBezTo>
                      <a:cubicBezTo>
                        <a:pt x="34" y="8"/>
                        <a:pt x="8" y="35"/>
                        <a:pt x="8" y="67"/>
                      </a:cubicBezTo>
                      <a:cubicBezTo>
                        <a:pt x="8" y="472"/>
                        <a:pt x="8" y="472"/>
                        <a:pt x="8" y="472"/>
                      </a:cubicBezTo>
                      <a:cubicBezTo>
                        <a:pt x="8" y="504"/>
                        <a:pt x="34" y="530"/>
                        <a:pt x="66" y="530"/>
                      </a:cubicBezTo>
                      <a:cubicBezTo>
                        <a:pt x="1124" y="530"/>
                        <a:pt x="1124" y="530"/>
                        <a:pt x="1124" y="530"/>
                      </a:cubicBezTo>
                      <a:cubicBezTo>
                        <a:pt x="1124" y="538"/>
                        <a:pt x="1124" y="538"/>
                        <a:pt x="1124" y="538"/>
                      </a:cubicBezTo>
                      <a:cubicBezTo>
                        <a:pt x="66" y="538"/>
                        <a:pt x="66" y="538"/>
                        <a:pt x="66" y="538"/>
                      </a:cubicBezTo>
                      <a:cubicBezTo>
                        <a:pt x="30" y="538"/>
                        <a:pt x="0" y="508"/>
                        <a:pt x="0" y="472"/>
                      </a:cubicBezTo>
                      <a:cubicBezTo>
                        <a:pt x="0" y="67"/>
                        <a:pt x="0" y="67"/>
                        <a:pt x="0" y="67"/>
                      </a:cubicBezTo>
                      <a:cubicBezTo>
                        <a:pt x="0" y="30"/>
                        <a:pt x="30" y="0"/>
                        <a:pt x="66" y="0"/>
                      </a:cubicBezTo>
                      <a:cubicBezTo>
                        <a:pt x="1236" y="0"/>
                        <a:pt x="1236" y="0"/>
                        <a:pt x="1236" y="0"/>
                      </a:cubicBezTo>
                      <a:cubicBezTo>
                        <a:pt x="1272" y="0"/>
                        <a:pt x="1302" y="30"/>
                        <a:pt x="1302" y="67"/>
                      </a:cubicBezTo>
                      <a:cubicBezTo>
                        <a:pt x="1302" y="472"/>
                        <a:pt x="1302" y="472"/>
                        <a:pt x="1302" y="472"/>
                      </a:cubicBezTo>
                      <a:cubicBezTo>
                        <a:pt x="1302" y="508"/>
                        <a:pt x="1272" y="538"/>
                        <a:pt x="1236" y="538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6" name="Oval 112"/>
                <p:cNvSpPr>
                  <a:spLocks noChangeArrowheads="1"/>
                </p:cNvSpPr>
                <p:nvPr/>
              </p:nvSpPr>
              <p:spPr bwMode="auto">
                <a:xfrm>
                  <a:off x="1256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7" name="Oval 113"/>
                <p:cNvSpPr>
                  <a:spLocks noChangeArrowheads="1"/>
                </p:cNvSpPr>
                <p:nvPr/>
              </p:nvSpPr>
              <p:spPr bwMode="auto">
                <a:xfrm>
                  <a:off x="12465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8" name="Oval 114"/>
                <p:cNvSpPr>
                  <a:spLocks noChangeArrowheads="1"/>
                </p:cNvSpPr>
                <p:nvPr/>
              </p:nvSpPr>
              <p:spPr bwMode="auto">
                <a:xfrm>
                  <a:off x="1238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9" name="Oval 115"/>
                <p:cNvSpPr>
                  <a:spLocks noChangeArrowheads="1"/>
                </p:cNvSpPr>
                <p:nvPr/>
              </p:nvSpPr>
              <p:spPr bwMode="auto">
                <a:xfrm>
                  <a:off x="12296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0" name="Oval 116"/>
                <p:cNvSpPr>
                  <a:spLocks noChangeArrowheads="1"/>
                </p:cNvSpPr>
                <p:nvPr/>
              </p:nvSpPr>
              <p:spPr bwMode="auto">
                <a:xfrm>
                  <a:off x="1221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1" name="Oval 117"/>
                <p:cNvSpPr>
                  <a:spLocks noChangeArrowheads="1"/>
                </p:cNvSpPr>
                <p:nvPr/>
              </p:nvSpPr>
              <p:spPr bwMode="auto">
                <a:xfrm>
                  <a:off x="12129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2" name="Oval 118"/>
                <p:cNvSpPr>
                  <a:spLocks noChangeArrowheads="1"/>
                </p:cNvSpPr>
                <p:nvPr/>
              </p:nvSpPr>
              <p:spPr bwMode="auto">
                <a:xfrm>
                  <a:off x="1204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3" name="Oval 119"/>
                <p:cNvSpPr>
                  <a:spLocks noChangeArrowheads="1"/>
                </p:cNvSpPr>
                <p:nvPr/>
              </p:nvSpPr>
              <p:spPr bwMode="auto">
                <a:xfrm>
                  <a:off x="1196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4" name="Oval 120"/>
                <p:cNvSpPr>
                  <a:spLocks noChangeArrowheads="1"/>
                </p:cNvSpPr>
                <p:nvPr/>
              </p:nvSpPr>
              <p:spPr bwMode="auto">
                <a:xfrm>
                  <a:off x="11878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5" name="Oval 121"/>
                <p:cNvSpPr>
                  <a:spLocks noChangeArrowheads="1"/>
                </p:cNvSpPr>
                <p:nvPr/>
              </p:nvSpPr>
              <p:spPr bwMode="auto">
                <a:xfrm>
                  <a:off x="1179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6" name="Oval 122"/>
                <p:cNvSpPr>
                  <a:spLocks noChangeArrowheads="1"/>
                </p:cNvSpPr>
                <p:nvPr/>
              </p:nvSpPr>
              <p:spPr bwMode="auto">
                <a:xfrm>
                  <a:off x="1170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7" name="Oval 123"/>
                <p:cNvSpPr>
                  <a:spLocks noChangeArrowheads="1"/>
                </p:cNvSpPr>
                <p:nvPr/>
              </p:nvSpPr>
              <p:spPr bwMode="auto">
                <a:xfrm>
                  <a:off x="1162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8" name="Oval 124"/>
                <p:cNvSpPr>
                  <a:spLocks noChangeArrowheads="1"/>
                </p:cNvSpPr>
                <p:nvPr/>
              </p:nvSpPr>
              <p:spPr bwMode="auto">
                <a:xfrm>
                  <a:off x="11543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9" name="Oval 125"/>
                <p:cNvSpPr>
                  <a:spLocks noChangeArrowheads="1"/>
                </p:cNvSpPr>
                <p:nvPr/>
              </p:nvSpPr>
              <p:spPr bwMode="auto">
                <a:xfrm>
                  <a:off x="1145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0" name="Oval 126"/>
                <p:cNvSpPr>
                  <a:spLocks noChangeArrowheads="1"/>
                </p:cNvSpPr>
                <p:nvPr/>
              </p:nvSpPr>
              <p:spPr bwMode="auto">
                <a:xfrm>
                  <a:off x="1137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1" name="Oval 127"/>
                <p:cNvSpPr>
                  <a:spLocks noChangeArrowheads="1"/>
                </p:cNvSpPr>
                <p:nvPr/>
              </p:nvSpPr>
              <p:spPr bwMode="auto">
                <a:xfrm>
                  <a:off x="1128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2" name="Oval 128"/>
                <p:cNvSpPr>
                  <a:spLocks noChangeArrowheads="1"/>
                </p:cNvSpPr>
                <p:nvPr/>
              </p:nvSpPr>
              <p:spPr bwMode="auto">
                <a:xfrm>
                  <a:off x="11207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3" name="Oval 129"/>
                <p:cNvSpPr>
                  <a:spLocks noChangeArrowheads="1"/>
                </p:cNvSpPr>
                <p:nvPr/>
              </p:nvSpPr>
              <p:spPr bwMode="auto">
                <a:xfrm>
                  <a:off x="1112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4" name="Oval 130"/>
                <p:cNvSpPr>
                  <a:spLocks noChangeArrowheads="1"/>
                </p:cNvSpPr>
                <p:nvPr/>
              </p:nvSpPr>
              <p:spPr bwMode="auto">
                <a:xfrm>
                  <a:off x="1103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5" name="Oval 131"/>
                <p:cNvSpPr>
                  <a:spLocks noChangeArrowheads="1"/>
                </p:cNvSpPr>
                <p:nvPr/>
              </p:nvSpPr>
              <p:spPr bwMode="auto">
                <a:xfrm>
                  <a:off x="10956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6" name="Oval 132"/>
                <p:cNvSpPr>
                  <a:spLocks noChangeArrowheads="1"/>
                </p:cNvSpPr>
                <p:nvPr/>
              </p:nvSpPr>
              <p:spPr bwMode="auto">
                <a:xfrm>
                  <a:off x="1087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7" name="Oval 133"/>
                <p:cNvSpPr>
                  <a:spLocks noChangeArrowheads="1"/>
                </p:cNvSpPr>
                <p:nvPr/>
              </p:nvSpPr>
              <p:spPr bwMode="auto">
                <a:xfrm>
                  <a:off x="1078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8" name="Oval 134"/>
                <p:cNvSpPr>
                  <a:spLocks noChangeArrowheads="1"/>
                </p:cNvSpPr>
                <p:nvPr/>
              </p:nvSpPr>
              <p:spPr bwMode="auto">
                <a:xfrm>
                  <a:off x="1070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9" name="Oval 135"/>
                <p:cNvSpPr>
                  <a:spLocks noChangeArrowheads="1"/>
                </p:cNvSpPr>
                <p:nvPr/>
              </p:nvSpPr>
              <p:spPr bwMode="auto">
                <a:xfrm>
                  <a:off x="10620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0" name="Oval 136"/>
                <p:cNvSpPr>
                  <a:spLocks noChangeArrowheads="1"/>
                </p:cNvSpPr>
                <p:nvPr/>
              </p:nvSpPr>
              <p:spPr bwMode="auto">
                <a:xfrm>
                  <a:off x="1053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1" name="Oval 137"/>
                <p:cNvSpPr>
                  <a:spLocks noChangeArrowheads="1"/>
                </p:cNvSpPr>
                <p:nvPr/>
              </p:nvSpPr>
              <p:spPr bwMode="auto">
                <a:xfrm>
                  <a:off x="1045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2" name="Oval 138"/>
                <p:cNvSpPr>
                  <a:spLocks noChangeArrowheads="1"/>
                </p:cNvSpPr>
                <p:nvPr/>
              </p:nvSpPr>
              <p:spPr bwMode="auto">
                <a:xfrm>
                  <a:off x="10369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3" name="Oval 139"/>
                <p:cNvSpPr>
                  <a:spLocks noChangeArrowheads="1"/>
                </p:cNvSpPr>
                <p:nvPr/>
              </p:nvSpPr>
              <p:spPr bwMode="auto">
                <a:xfrm>
                  <a:off x="10284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4" name="Oval 140"/>
                <p:cNvSpPr>
                  <a:spLocks noChangeArrowheads="1"/>
                </p:cNvSpPr>
                <p:nvPr/>
              </p:nvSpPr>
              <p:spPr bwMode="auto">
                <a:xfrm>
                  <a:off x="1020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5" name="Oval 141"/>
                <p:cNvSpPr>
                  <a:spLocks noChangeArrowheads="1"/>
                </p:cNvSpPr>
                <p:nvPr/>
              </p:nvSpPr>
              <p:spPr bwMode="auto">
                <a:xfrm>
                  <a:off x="1011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6" name="Oval 142"/>
                <p:cNvSpPr>
                  <a:spLocks noChangeArrowheads="1"/>
                </p:cNvSpPr>
                <p:nvPr/>
              </p:nvSpPr>
              <p:spPr bwMode="auto">
                <a:xfrm>
                  <a:off x="10033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7" name="Oval 143"/>
                <p:cNvSpPr>
                  <a:spLocks noChangeArrowheads="1"/>
                </p:cNvSpPr>
                <p:nvPr/>
              </p:nvSpPr>
              <p:spPr bwMode="auto">
                <a:xfrm>
                  <a:off x="994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8" name="Oval 144"/>
                <p:cNvSpPr>
                  <a:spLocks noChangeArrowheads="1"/>
                </p:cNvSpPr>
                <p:nvPr/>
              </p:nvSpPr>
              <p:spPr bwMode="auto">
                <a:xfrm>
                  <a:off x="986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9" name="Oval 145"/>
                <p:cNvSpPr>
                  <a:spLocks noChangeArrowheads="1"/>
                </p:cNvSpPr>
                <p:nvPr/>
              </p:nvSpPr>
              <p:spPr bwMode="auto">
                <a:xfrm>
                  <a:off x="978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0" name="Oval 146"/>
                <p:cNvSpPr>
                  <a:spLocks noChangeArrowheads="1"/>
                </p:cNvSpPr>
                <p:nvPr/>
              </p:nvSpPr>
              <p:spPr bwMode="auto">
                <a:xfrm>
                  <a:off x="9698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1" name="Oval 147"/>
                <p:cNvSpPr>
                  <a:spLocks noChangeArrowheads="1"/>
                </p:cNvSpPr>
                <p:nvPr/>
              </p:nvSpPr>
              <p:spPr bwMode="auto">
                <a:xfrm>
                  <a:off x="961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2" name="Oval 148"/>
                <p:cNvSpPr>
                  <a:spLocks noChangeArrowheads="1"/>
                </p:cNvSpPr>
                <p:nvPr/>
              </p:nvSpPr>
              <p:spPr bwMode="auto">
                <a:xfrm>
                  <a:off x="952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3" name="Oval 149"/>
                <p:cNvSpPr>
                  <a:spLocks noChangeArrowheads="1"/>
                </p:cNvSpPr>
                <p:nvPr/>
              </p:nvSpPr>
              <p:spPr bwMode="auto">
                <a:xfrm>
                  <a:off x="9447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4" name="Oval 150"/>
                <p:cNvSpPr>
                  <a:spLocks noChangeArrowheads="1"/>
                </p:cNvSpPr>
                <p:nvPr/>
              </p:nvSpPr>
              <p:spPr bwMode="auto">
                <a:xfrm>
                  <a:off x="936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5" name="Oval 151"/>
                <p:cNvSpPr>
                  <a:spLocks noChangeArrowheads="1"/>
                </p:cNvSpPr>
                <p:nvPr/>
              </p:nvSpPr>
              <p:spPr bwMode="auto">
                <a:xfrm>
                  <a:off x="927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6" name="Oval 152"/>
                <p:cNvSpPr>
                  <a:spLocks noChangeArrowheads="1"/>
                </p:cNvSpPr>
                <p:nvPr/>
              </p:nvSpPr>
              <p:spPr bwMode="auto">
                <a:xfrm>
                  <a:off x="919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7" name="Oval 153"/>
                <p:cNvSpPr>
                  <a:spLocks noChangeArrowheads="1"/>
                </p:cNvSpPr>
                <p:nvPr/>
              </p:nvSpPr>
              <p:spPr bwMode="auto">
                <a:xfrm>
                  <a:off x="9111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8" name="Oval 154"/>
                <p:cNvSpPr>
                  <a:spLocks noChangeArrowheads="1"/>
                </p:cNvSpPr>
                <p:nvPr/>
              </p:nvSpPr>
              <p:spPr bwMode="auto">
                <a:xfrm>
                  <a:off x="902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9" name="Oval 155"/>
                <p:cNvSpPr>
                  <a:spLocks noChangeArrowheads="1"/>
                </p:cNvSpPr>
                <p:nvPr/>
              </p:nvSpPr>
              <p:spPr bwMode="auto">
                <a:xfrm>
                  <a:off x="894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0" name="Oval 156"/>
                <p:cNvSpPr>
                  <a:spLocks noChangeArrowheads="1"/>
                </p:cNvSpPr>
                <p:nvPr/>
              </p:nvSpPr>
              <p:spPr bwMode="auto">
                <a:xfrm>
                  <a:off x="885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1" name="Oval 157"/>
                <p:cNvSpPr>
                  <a:spLocks noChangeArrowheads="1"/>
                </p:cNvSpPr>
                <p:nvPr/>
              </p:nvSpPr>
              <p:spPr bwMode="auto">
                <a:xfrm>
                  <a:off x="8776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2" name="Oval 158"/>
                <p:cNvSpPr>
                  <a:spLocks noChangeArrowheads="1"/>
                </p:cNvSpPr>
                <p:nvPr/>
              </p:nvSpPr>
              <p:spPr bwMode="auto">
                <a:xfrm>
                  <a:off x="869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3" name="Oval 159"/>
                <p:cNvSpPr>
                  <a:spLocks noChangeArrowheads="1"/>
                </p:cNvSpPr>
                <p:nvPr/>
              </p:nvSpPr>
              <p:spPr bwMode="auto">
                <a:xfrm>
                  <a:off x="8607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4" name="Oval 160"/>
                <p:cNvSpPr>
                  <a:spLocks noChangeArrowheads="1"/>
                </p:cNvSpPr>
                <p:nvPr/>
              </p:nvSpPr>
              <p:spPr bwMode="auto">
                <a:xfrm>
                  <a:off x="8525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5" name="Oval 161"/>
                <p:cNvSpPr>
                  <a:spLocks noChangeArrowheads="1"/>
                </p:cNvSpPr>
                <p:nvPr/>
              </p:nvSpPr>
              <p:spPr bwMode="auto">
                <a:xfrm>
                  <a:off x="8440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6" name="Oval 162"/>
                <p:cNvSpPr>
                  <a:spLocks noChangeArrowheads="1"/>
                </p:cNvSpPr>
                <p:nvPr/>
              </p:nvSpPr>
              <p:spPr bwMode="auto">
                <a:xfrm>
                  <a:off x="8356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7" name="Oval 163"/>
                <p:cNvSpPr>
                  <a:spLocks noChangeArrowheads="1"/>
                </p:cNvSpPr>
                <p:nvPr/>
              </p:nvSpPr>
              <p:spPr bwMode="auto">
                <a:xfrm>
                  <a:off x="8271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8" name="Oval 164"/>
                <p:cNvSpPr>
                  <a:spLocks noChangeArrowheads="1"/>
                </p:cNvSpPr>
                <p:nvPr/>
              </p:nvSpPr>
              <p:spPr bwMode="auto">
                <a:xfrm>
                  <a:off x="8188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9" name="Oval 165"/>
                <p:cNvSpPr>
                  <a:spLocks noChangeArrowheads="1"/>
                </p:cNvSpPr>
                <p:nvPr/>
              </p:nvSpPr>
              <p:spPr bwMode="auto">
                <a:xfrm>
                  <a:off x="8104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0" name="Oval 166"/>
                <p:cNvSpPr>
                  <a:spLocks noChangeArrowheads="1"/>
                </p:cNvSpPr>
                <p:nvPr/>
              </p:nvSpPr>
              <p:spPr bwMode="auto">
                <a:xfrm>
                  <a:off x="8019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1" name="Oval 167"/>
                <p:cNvSpPr>
                  <a:spLocks noChangeArrowheads="1"/>
                </p:cNvSpPr>
                <p:nvPr/>
              </p:nvSpPr>
              <p:spPr bwMode="auto">
                <a:xfrm>
                  <a:off x="7935" y="6922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2" name="Oval 168"/>
                <p:cNvSpPr>
                  <a:spLocks noChangeArrowheads="1"/>
                </p:cNvSpPr>
                <p:nvPr/>
              </p:nvSpPr>
              <p:spPr bwMode="auto">
                <a:xfrm>
                  <a:off x="7853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3" name="Oval 169"/>
                <p:cNvSpPr>
                  <a:spLocks noChangeArrowheads="1"/>
                </p:cNvSpPr>
                <p:nvPr/>
              </p:nvSpPr>
              <p:spPr bwMode="auto">
                <a:xfrm>
                  <a:off x="7768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4" name="Oval 170"/>
                <p:cNvSpPr>
                  <a:spLocks noChangeArrowheads="1"/>
                </p:cNvSpPr>
                <p:nvPr/>
              </p:nvSpPr>
              <p:spPr bwMode="auto">
                <a:xfrm>
                  <a:off x="7684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5" name="Oval 171"/>
                <p:cNvSpPr>
                  <a:spLocks noChangeArrowheads="1"/>
                </p:cNvSpPr>
                <p:nvPr/>
              </p:nvSpPr>
              <p:spPr bwMode="auto">
                <a:xfrm>
                  <a:off x="759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6" name="Oval 172"/>
                <p:cNvSpPr>
                  <a:spLocks noChangeArrowheads="1"/>
                </p:cNvSpPr>
                <p:nvPr/>
              </p:nvSpPr>
              <p:spPr bwMode="auto">
                <a:xfrm>
                  <a:off x="751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7" name="Oval 173"/>
                <p:cNvSpPr>
                  <a:spLocks noChangeArrowheads="1"/>
                </p:cNvSpPr>
                <p:nvPr/>
              </p:nvSpPr>
              <p:spPr bwMode="auto">
                <a:xfrm>
                  <a:off x="742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8" name="Oval 174"/>
                <p:cNvSpPr>
                  <a:spLocks noChangeArrowheads="1"/>
                </p:cNvSpPr>
                <p:nvPr/>
              </p:nvSpPr>
              <p:spPr bwMode="auto">
                <a:xfrm>
                  <a:off x="7343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9" name="Oval 175"/>
                <p:cNvSpPr>
                  <a:spLocks noChangeArrowheads="1"/>
                </p:cNvSpPr>
                <p:nvPr/>
              </p:nvSpPr>
              <p:spPr bwMode="auto">
                <a:xfrm>
                  <a:off x="725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0" name="Oval 176"/>
                <p:cNvSpPr>
                  <a:spLocks noChangeArrowheads="1"/>
                </p:cNvSpPr>
                <p:nvPr/>
              </p:nvSpPr>
              <p:spPr bwMode="auto">
                <a:xfrm>
                  <a:off x="717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1" name="Oval 177"/>
                <p:cNvSpPr>
                  <a:spLocks noChangeArrowheads="1"/>
                </p:cNvSpPr>
                <p:nvPr/>
              </p:nvSpPr>
              <p:spPr bwMode="auto">
                <a:xfrm>
                  <a:off x="7092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2" name="Oval 178"/>
                <p:cNvSpPr>
                  <a:spLocks noChangeArrowheads="1"/>
                </p:cNvSpPr>
                <p:nvPr/>
              </p:nvSpPr>
              <p:spPr bwMode="auto">
                <a:xfrm>
                  <a:off x="700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3" name="Oval 179"/>
                <p:cNvSpPr>
                  <a:spLocks noChangeArrowheads="1"/>
                </p:cNvSpPr>
                <p:nvPr/>
              </p:nvSpPr>
              <p:spPr bwMode="auto">
                <a:xfrm>
                  <a:off x="692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4" name="Oval 180"/>
                <p:cNvSpPr>
                  <a:spLocks noChangeArrowheads="1"/>
                </p:cNvSpPr>
                <p:nvPr/>
              </p:nvSpPr>
              <p:spPr bwMode="auto">
                <a:xfrm>
                  <a:off x="683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5" name="Oval 181"/>
                <p:cNvSpPr>
                  <a:spLocks noChangeArrowheads="1"/>
                </p:cNvSpPr>
                <p:nvPr/>
              </p:nvSpPr>
              <p:spPr bwMode="auto">
                <a:xfrm>
                  <a:off x="6757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6" name="Oval 182"/>
                <p:cNvSpPr>
                  <a:spLocks noChangeArrowheads="1"/>
                </p:cNvSpPr>
                <p:nvPr/>
              </p:nvSpPr>
              <p:spPr bwMode="auto">
                <a:xfrm>
                  <a:off x="667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7" name="Oval 183"/>
                <p:cNvSpPr>
                  <a:spLocks noChangeArrowheads="1"/>
                </p:cNvSpPr>
                <p:nvPr/>
              </p:nvSpPr>
              <p:spPr bwMode="auto">
                <a:xfrm>
                  <a:off x="658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8" name="Oval 184"/>
                <p:cNvSpPr>
                  <a:spLocks noChangeArrowheads="1"/>
                </p:cNvSpPr>
                <p:nvPr/>
              </p:nvSpPr>
              <p:spPr bwMode="auto">
                <a:xfrm>
                  <a:off x="650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9" name="Oval 185"/>
                <p:cNvSpPr>
                  <a:spLocks noChangeArrowheads="1"/>
                </p:cNvSpPr>
                <p:nvPr/>
              </p:nvSpPr>
              <p:spPr bwMode="auto">
                <a:xfrm>
                  <a:off x="6421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0" name="Oval 186"/>
                <p:cNvSpPr>
                  <a:spLocks noChangeArrowheads="1"/>
                </p:cNvSpPr>
                <p:nvPr/>
              </p:nvSpPr>
              <p:spPr bwMode="auto">
                <a:xfrm>
                  <a:off x="633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1" name="Oval 187"/>
                <p:cNvSpPr>
                  <a:spLocks noChangeArrowheads="1"/>
                </p:cNvSpPr>
                <p:nvPr/>
              </p:nvSpPr>
              <p:spPr bwMode="auto">
                <a:xfrm>
                  <a:off x="625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2" name="Oval 188"/>
                <p:cNvSpPr>
                  <a:spLocks noChangeArrowheads="1"/>
                </p:cNvSpPr>
                <p:nvPr/>
              </p:nvSpPr>
              <p:spPr bwMode="auto">
                <a:xfrm>
                  <a:off x="6170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3" name="Oval 189"/>
                <p:cNvSpPr>
                  <a:spLocks noChangeArrowheads="1"/>
                </p:cNvSpPr>
                <p:nvPr/>
              </p:nvSpPr>
              <p:spPr bwMode="auto">
                <a:xfrm>
                  <a:off x="6086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4" name="Oval 190"/>
                <p:cNvSpPr>
                  <a:spLocks noChangeArrowheads="1"/>
                </p:cNvSpPr>
                <p:nvPr/>
              </p:nvSpPr>
              <p:spPr bwMode="auto">
                <a:xfrm>
                  <a:off x="600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5" name="Oval 191"/>
                <p:cNvSpPr>
                  <a:spLocks noChangeArrowheads="1"/>
                </p:cNvSpPr>
                <p:nvPr/>
              </p:nvSpPr>
              <p:spPr bwMode="auto">
                <a:xfrm>
                  <a:off x="591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6" name="Oval 192"/>
                <p:cNvSpPr>
                  <a:spLocks noChangeArrowheads="1"/>
                </p:cNvSpPr>
                <p:nvPr/>
              </p:nvSpPr>
              <p:spPr bwMode="auto">
                <a:xfrm>
                  <a:off x="5835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7" name="Freeform 193"/>
                <p:cNvSpPr/>
                <p:nvPr/>
              </p:nvSpPr>
              <p:spPr bwMode="auto">
                <a:xfrm>
                  <a:off x="5750" y="6915"/>
                  <a:ext cx="46" cy="46"/>
                </a:xfrm>
                <a:custGeom>
                  <a:avLst/>
                  <a:gdLst>
                    <a:gd name="T0" fmla="*/ 0 w 7"/>
                    <a:gd name="T1" fmla="*/ 2 h 7"/>
                    <a:gd name="T2" fmla="*/ 4 w 7"/>
                    <a:gd name="T3" fmla="*/ 0 h 7"/>
                    <a:gd name="T4" fmla="*/ 7 w 7"/>
                    <a:gd name="T5" fmla="*/ 4 h 7"/>
                    <a:gd name="T6" fmla="*/ 3 w 7"/>
                    <a:gd name="T7" fmla="*/ 7 h 7"/>
                    <a:gd name="T8" fmla="*/ 0 w 7"/>
                    <a:gd name="T9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0" y="2"/>
                      </a:moveTo>
                      <a:cubicBezTo>
                        <a:pt x="1" y="1"/>
                        <a:pt x="3" y="0"/>
                        <a:pt x="4" y="0"/>
                      </a:cubicBezTo>
                      <a:cubicBezTo>
                        <a:pt x="6" y="0"/>
                        <a:pt x="7" y="2"/>
                        <a:pt x="7" y="4"/>
                      </a:cubicBezTo>
                      <a:cubicBezTo>
                        <a:pt x="7" y="6"/>
                        <a:pt x="5" y="7"/>
                        <a:pt x="3" y="7"/>
                      </a:cubicBezTo>
                      <a:cubicBezTo>
                        <a:pt x="1" y="6"/>
                        <a:pt x="0" y="4"/>
                        <a:pt x="0" y="2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8" name="Freeform 194"/>
                <p:cNvSpPr/>
                <p:nvPr/>
              </p:nvSpPr>
              <p:spPr bwMode="auto">
                <a:xfrm>
                  <a:off x="5666" y="6881"/>
                  <a:ext cx="53" cy="53"/>
                </a:xfrm>
                <a:custGeom>
                  <a:avLst/>
                  <a:gdLst>
                    <a:gd name="T0" fmla="*/ 1 w 8"/>
                    <a:gd name="T1" fmla="*/ 2 h 8"/>
                    <a:gd name="T2" fmla="*/ 6 w 8"/>
                    <a:gd name="T3" fmla="*/ 1 h 8"/>
                    <a:gd name="T4" fmla="*/ 7 w 8"/>
                    <a:gd name="T5" fmla="*/ 5 h 8"/>
                    <a:gd name="T6" fmla="*/ 3 w 8"/>
                    <a:gd name="T7" fmla="*/ 7 h 8"/>
                    <a:gd name="T8" fmla="*/ 1 w 8"/>
                    <a:gd name="T9" fmla="*/ 2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1" y="2"/>
                      </a:moveTo>
                      <a:cubicBezTo>
                        <a:pt x="2" y="1"/>
                        <a:pt x="4" y="0"/>
                        <a:pt x="6" y="1"/>
                      </a:cubicBezTo>
                      <a:cubicBezTo>
                        <a:pt x="8" y="2"/>
                        <a:pt x="8" y="4"/>
                        <a:pt x="7" y="5"/>
                      </a:cubicBezTo>
                      <a:cubicBezTo>
                        <a:pt x="7" y="7"/>
                        <a:pt x="5" y="8"/>
                        <a:pt x="3" y="7"/>
                      </a:cubicBezTo>
                      <a:cubicBezTo>
                        <a:pt x="1" y="6"/>
                        <a:pt x="0" y="4"/>
                        <a:pt x="1" y="2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9" name="Freeform 195"/>
                <p:cNvSpPr/>
                <p:nvPr/>
              </p:nvSpPr>
              <p:spPr bwMode="auto">
                <a:xfrm>
                  <a:off x="5603" y="6838"/>
                  <a:ext cx="51" cy="43"/>
                </a:xfrm>
                <a:custGeom>
                  <a:avLst/>
                  <a:gdLst>
                    <a:gd name="T0" fmla="*/ 2 w 8"/>
                    <a:gd name="T1" fmla="*/ 1 h 7"/>
                    <a:gd name="T2" fmla="*/ 6 w 8"/>
                    <a:gd name="T3" fmla="*/ 1 h 7"/>
                    <a:gd name="T4" fmla="*/ 6 w 8"/>
                    <a:gd name="T5" fmla="*/ 6 h 7"/>
                    <a:gd name="T6" fmla="*/ 2 w 8"/>
                    <a:gd name="T7" fmla="*/ 6 h 7"/>
                    <a:gd name="T8" fmla="*/ 2 w 8"/>
                    <a:gd name="T9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2" y="1"/>
                      </a:moveTo>
                      <a:cubicBezTo>
                        <a:pt x="3" y="0"/>
                        <a:pt x="5" y="0"/>
                        <a:pt x="6" y="1"/>
                      </a:cubicBezTo>
                      <a:cubicBezTo>
                        <a:pt x="8" y="2"/>
                        <a:pt x="8" y="4"/>
                        <a:pt x="6" y="6"/>
                      </a:cubicBezTo>
                      <a:cubicBezTo>
                        <a:pt x="5" y="7"/>
                        <a:pt x="3" y="7"/>
                        <a:pt x="2" y="6"/>
                      </a:cubicBezTo>
                      <a:cubicBezTo>
                        <a:pt x="0" y="4"/>
                        <a:pt x="0" y="2"/>
                        <a:pt x="2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0" name="Freeform 196"/>
                <p:cNvSpPr/>
                <p:nvPr/>
              </p:nvSpPr>
              <p:spPr bwMode="auto">
                <a:xfrm>
                  <a:off x="5550" y="6766"/>
                  <a:ext cx="53" cy="53"/>
                </a:xfrm>
                <a:custGeom>
                  <a:avLst/>
                  <a:gdLst>
                    <a:gd name="T0" fmla="*/ 2 w 8"/>
                    <a:gd name="T1" fmla="*/ 1 h 8"/>
                    <a:gd name="T2" fmla="*/ 7 w 8"/>
                    <a:gd name="T3" fmla="*/ 2 h 8"/>
                    <a:gd name="T4" fmla="*/ 6 w 8"/>
                    <a:gd name="T5" fmla="*/ 7 h 8"/>
                    <a:gd name="T6" fmla="*/ 1 w 8"/>
                    <a:gd name="T7" fmla="*/ 6 h 8"/>
                    <a:gd name="T8" fmla="*/ 2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2" y="1"/>
                      </a:moveTo>
                      <a:cubicBezTo>
                        <a:pt x="4" y="0"/>
                        <a:pt x="6" y="1"/>
                        <a:pt x="7" y="2"/>
                      </a:cubicBezTo>
                      <a:cubicBezTo>
                        <a:pt x="8" y="4"/>
                        <a:pt x="7" y="6"/>
                        <a:pt x="6" y="7"/>
                      </a:cubicBezTo>
                      <a:cubicBezTo>
                        <a:pt x="4" y="8"/>
                        <a:pt x="2" y="8"/>
                        <a:pt x="1" y="6"/>
                      </a:cubicBezTo>
                      <a:cubicBezTo>
                        <a:pt x="0" y="4"/>
                        <a:pt x="1" y="2"/>
                        <a:pt x="2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1" name="Freeform 197"/>
                <p:cNvSpPr/>
                <p:nvPr/>
              </p:nvSpPr>
              <p:spPr bwMode="auto">
                <a:xfrm>
                  <a:off x="5518" y="6688"/>
                  <a:ext cx="51" cy="53"/>
                </a:xfrm>
                <a:custGeom>
                  <a:avLst/>
                  <a:gdLst>
                    <a:gd name="T0" fmla="*/ 4 w 8"/>
                    <a:gd name="T1" fmla="*/ 1 h 8"/>
                    <a:gd name="T2" fmla="*/ 8 w 8"/>
                    <a:gd name="T3" fmla="*/ 3 h 8"/>
                    <a:gd name="T4" fmla="*/ 5 w 8"/>
                    <a:gd name="T5" fmla="*/ 7 h 8"/>
                    <a:gd name="T6" fmla="*/ 1 w 8"/>
                    <a:gd name="T7" fmla="*/ 5 h 8"/>
                    <a:gd name="T8" fmla="*/ 4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4" y="1"/>
                      </a:moveTo>
                      <a:cubicBezTo>
                        <a:pt x="6" y="0"/>
                        <a:pt x="7" y="2"/>
                        <a:pt x="8" y="3"/>
                      </a:cubicBezTo>
                      <a:cubicBezTo>
                        <a:pt x="8" y="5"/>
                        <a:pt x="7" y="7"/>
                        <a:pt x="5" y="7"/>
                      </a:cubicBezTo>
                      <a:cubicBezTo>
                        <a:pt x="3" y="8"/>
                        <a:pt x="1" y="7"/>
                        <a:pt x="1" y="5"/>
                      </a:cubicBezTo>
                      <a:cubicBezTo>
                        <a:pt x="0" y="3"/>
                        <a:pt x="2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2" name="Freeform 198"/>
                <p:cNvSpPr/>
                <p:nvPr/>
              </p:nvSpPr>
              <p:spPr bwMode="auto">
                <a:xfrm>
                  <a:off x="5518" y="6611"/>
                  <a:ext cx="43" cy="46"/>
                </a:xfrm>
                <a:custGeom>
                  <a:avLst/>
                  <a:gdLst>
                    <a:gd name="T0" fmla="*/ 3 w 7"/>
                    <a:gd name="T1" fmla="*/ 0 h 7"/>
                    <a:gd name="T2" fmla="*/ 7 w 7"/>
                    <a:gd name="T3" fmla="*/ 3 h 7"/>
                    <a:gd name="T4" fmla="*/ 3 w 7"/>
                    <a:gd name="T5" fmla="*/ 6 h 7"/>
                    <a:gd name="T6" fmla="*/ 0 w 7"/>
                    <a:gd name="T7" fmla="*/ 3 h 7"/>
                    <a:gd name="T8" fmla="*/ 3 w 7"/>
                    <a:gd name="T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3" y="0"/>
                      </a:moveTo>
                      <a:cubicBezTo>
                        <a:pt x="5" y="0"/>
                        <a:pt x="7" y="1"/>
                        <a:pt x="7" y="3"/>
                      </a:cubicBezTo>
                      <a:cubicBezTo>
                        <a:pt x="7" y="5"/>
                        <a:pt x="5" y="6"/>
                        <a:pt x="3" y="6"/>
                      </a:cubicBezTo>
                      <a:cubicBezTo>
                        <a:pt x="1" y="7"/>
                        <a:pt x="0" y="5"/>
                        <a:pt x="0" y="3"/>
                      </a:cubicBezTo>
                      <a:cubicBezTo>
                        <a:pt x="0" y="1"/>
                        <a:pt x="1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3" name="Oval 199"/>
                <p:cNvSpPr>
                  <a:spLocks noChangeArrowheads="1"/>
                </p:cNvSpPr>
                <p:nvPr/>
              </p:nvSpPr>
              <p:spPr bwMode="auto">
                <a:xfrm>
                  <a:off x="5518" y="6526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4" name="Oval 200"/>
                <p:cNvSpPr>
                  <a:spLocks noChangeArrowheads="1"/>
                </p:cNvSpPr>
                <p:nvPr/>
              </p:nvSpPr>
              <p:spPr bwMode="auto">
                <a:xfrm>
                  <a:off x="5518" y="6442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5" name="Oval 201"/>
                <p:cNvSpPr>
                  <a:spLocks noChangeArrowheads="1"/>
                </p:cNvSpPr>
                <p:nvPr/>
              </p:nvSpPr>
              <p:spPr bwMode="auto">
                <a:xfrm>
                  <a:off x="5518" y="6357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6" name="Oval 202"/>
                <p:cNvSpPr>
                  <a:spLocks noChangeArrowheads="1"/>
                </p:cNvSpPr>
                <p:nvPr/>
              </p:nvSpPr>
              <p:spPr bwMode="auto">
                <a:xfrm>
                  <a:off x="5518" y="6275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7" name="Oval 203"/>
                <p:cNvSpPr>
                  <a:spLocks noChangeArrowheads="1"/>
                </p:cNvSpPr>
                <p:nvPr/>
              </p:nvSpPr>
              <p:spPr bwMode="auto">
                <a:xfrm>
                  <a:off x="5518" y="6191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8" name="Oval 204"/>
                <p:cNvSpPr>
                  <a:spLocks noChangeArrowheads="1"/>
                </p:cNvSpPr>
                <p:nvPr/>
              </p:nvSpPr>
              <p:spPr bwMode="auto">
                <a:xfrm>
                  <a:off x="5518" y="6106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9" name="Oval 205"/>
                <p:cNvSpPr>
                  <a:spLocks noChangeArrowheads="1"/>
                </p:cNvSpPr>
                <p:nvPr/>
              </p:nvSpPr>
              <p:spPr bwMode="auto">
                <a:xfrm>
                  <a:off x="5518" y="6022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0" name="Oval 206"/>
                <p:cNvSpPr>
                  <a:spLocks noChangeArrowheads="1"/>
                </p:cNvSpPr>
                <p:nvPr/>
              </p:nvSpPr>
              <p:spPr bwMode="auto">
                <a:xfrm>
                  <a:off x="5518" y="5937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1" name="Oval 207"/>
                <p:cNvSpPr>
                  <a:spLocks noChangeArrowheads="1"/>
                </p:cNvSpPr>
                <p:nvPr/>
              </p:nvSpPr>
              <p:spPr bwMode="auto">
                <a:xfrm>
                  <a:off x="5518" y="5853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2" name="Oval 208"/>
                <p:cNvSpPr>
                  <a:spLocks noChangeArrowheads="1"/>
                </p:cNvSpPr>
                <p:nvPr/>
              </p:nvSpPr>
              <p:spPr bwMode="auto">
                <a:xfrm>
                  <a:off x="5518" y="5768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3" name="Oval 209"/>
                <p:cNvSpPr>
                  <a:spLocks noChangeArrowheads="1"/>
                </p:cNvSpPr>
                <p:nvPr/>
              </p:nvSpPr>
              <p:spPr bwMode="auto">
                <a:xfrm>
                  <a:off x="5518" y="5679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4" name="Oval 210"/>
                <p:cNvSpPr>
                  <a:spLocks noChangeArrowheads="1"/>
                </p:cNvSpPr>
                <p:nvPr/>
              </p:nvSpPr>
              <p:spPr bwMode="auto">
                <a:xfrm>
                  <a:off x="5518" y="5594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5" name="Oval 211"/>
                <p:cNvSpPr>
                  <a:spLocks noChangeArrowheads="1"/>
                </p:cNvSpPr>
                <p:nvPr/>
              </p:nvSpPr>
              <p:spPr bwMode="auto">
                <a:xfrm>
                  <a:off x="5518" y="55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6" name="Oval 212"/>
                <p:cNvSpPr>
                  <a:spLocks noChangeArrowheads="1"/>
                </p:cNvSpPr>
                <p:nvPr/>
              </p:nvSpPr>
              <p:spPr bwMode="auto">
                <a:xfrm>
                  <a:off x="5518" y="5425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7" name="Oval 213"/>
                <p:cNvSpPr>
                  <a:spLocks noChangeArrowheads="1"/>
                </p:cNvSpPr>
                <p:nvPr/>
              </p:nvSpPr>
              <p:spPr bwMode="auto">
                <a:xfrm>
                  <a:off x="5518" y="5341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8" name="Oval 214"/>
                <p:cNvSpPr>
                  <a:spLocks noChangeArrowheads="1"/>
                </p:cNvSpPr>
                <p:nvPr/>
              </p:nvSpPr>
              <p:spPr bwMode="auto">
                <a:xfrm>
                  <a:off x="5518" y="5258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9" name="Oval 215"/>
                <p:cNvSpPr>
                  <a:spLocks noChangeArrowheads="1"/>
                </p:cNvSpPr>
                <p:nvPr/>
              </p:nvSpPr>
              <p:spPr bwMode="auto">
                <a:xfrm>
                  <a:off x="5518" y="5173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0" name="Oval 216"/>
                <p:cNvSpPr>
                  <a:spLocks noChangeArrowheads="1"/>
                </p:cNvSpPr>
                <p:nvPr/>
              </p:nvSpPr>
              <p:spPr bwMode="auto">
                <a:xfrm>
                  <a:off x="5518" y="5089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1" name="Oval 217"/>
                <p:cNvSpPr>
                  <a:spLocks noChangeArrowheads="1"/>
                </p:cNvSpPr>
                <p:nvPr/>
              </p:nvSpPr>
              <p:spPr bwMode="auto">
                <a:xfrm>
                  <a:off x="5518" y="5004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2" name="Oval 218"/>
                <p:cNvSpPr>
                  <a:spLocks noChangeArrowheads="1"/>
                </p:cNvSpPr>
                <p:nvPr/>
              </p:nvSpPr>
              <p:spPr bwMode="auto">
                <a:xfrm>
                  <a:off x="5518" y="492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3" name="Oval 219"/>
                <p:cNvSpPr>
                  <a:spLocks noChangeArrowheads="1"/>
                </p:cNvSpPr>
                <p:nvPr/>
              </p:nvSpPr>
              <p:spPr bwMode="auto">
                <a:xfrm>
                  <a:off x="5518" y="4835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4" name="Oval 220"/>
                <p:cNvSpPr>
                  <a:spLocks noChangeArrowheads="1"/>
                </p:cNvSpPr>
                <p:nvPr/>
              </p:nvSpPr>
              <p:spPr bwMode="auto">
                <a:xfrm>
                  <a:off x="5518" y="4753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5" name="Oval 221"/>
                <p:cNvSpPr>
                  <a:spLocks noChangeArrowheads="1"/>
                </p:cNvSpPr>
                <p:nvPr/>
              </p:nvSpPr>
              <p:spPr bwMode="auto">
                <a:xfrm>
                  <a:off x="5518" y="4669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6" name="Oval 222"/>
                <p:cNvSpPr>
                  <a:spLocks noChangeArrowheads="1"/>
                </p:cNvSpPr>
                <p:nvPr/>
              </p:nvSpPr>
              <p:spPr bwMode="auto">
                <a:xfrm>
                  <a:off x="5518" y="4584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" name="Oval 223"/>
                <p:cNvSpPr>
                  <a:spLocks noChangeArrowheads="1"/>
                </p:cNvSpPr>
                <p:nvPr/>
              </p:nvSpPr>
              <p:spPr bwMode="auto">
                <a:xfrm>
                  <a:off x="5518" y="450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8" name="Oval 224"/>
                <p:cNvSpPr>
                  <a:spLocks noChangeArrowheads="1"/>
                </p:cNvSpPr>
                <p:nvPr/>
              </p:nvSpPr>
              <p:spPr bwMode="auto">
                <a:xfrm>
                  <a:off x="5518" y="4415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9" name="Oval 225"/>
                <p:cNvSpPr>
                  <a:spLocks noChangeArrowheads="1"/>
                </p:cNvSpPr>
                <p:nvPr/>
              </p:nvSpPr>
              <p:spPr bwMode="auto">
                <a:xfrm>
                  <a:off x="5518" y="4331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0" name="Oval 226"/>
                <p:cNvSpPr>
                  <a:spLocks noChangeArrowheads="1"/>
                </p:cNvSpPr>
                <p:nvPr/>
              </p:nvSpPr>
              <p:spPr bwMode="auto">
                <a:xfrm>
                  <a:off x="5518" y="4246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1" name="Oval 227"/>
                <p:cNvSpPr>
                  <a:spLocks noChangeArrowheads="1"/>
                </p:cNvSpPr>
                <p:nvPr/>
              </p:nvSpPr>
              <p:spPr bwMode="auto">
                <a:xfrm>
                  <a:off x="5518" y="4164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2" name="Oval 228"/>
                <p:cNvSpPr>
                  <a:spLocks noChangeArrowheads="1"/>
                </p:cNvSpPr>
                <p:nvPr/>
              </p:nvSpPr>
              <p:spPr bwMode="auto">
                <a:xfrm>
                  <a:off x="5518" y="4080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3" name="Freeform 229"/>
                <p:cNvSpPr/>
                <p:nvPr/>
              </p:nvSpPr>
              <p:spPr bwMode="auto">
                <a:xfrm>
                  <a:off x="5518" y="3995"/>
                  <a:ext cx="43" cy="46"/>
                </a:xfrm>
                <a:custGeom>
                  <a:avLst/>
                  <a:gdLst>
                    <a:gd name="T0" fmla="*/ 3 w 7"/>
                    <a:gd name="T1" fmla="*/ 0 h 7"/>
                    <a:gd name="T2" fmla="*/ 7 w 7"/>
                    <a:gd name="T3" fmla="*/ 4 h 7"/>
                    <a:gd name="T4" fmla="*/ 3 w 7"/>
                    <a:gd name="T5" fmla="*/ 7 h 7"/>
                    <a:gd name="T6" fmla="*/ 0 w 7"/>
                    <a:gd name="T7" fmla="*/ 4 h 7"/>
                    <a:gd name="T8" fmla="*/ 3 w 7"/>
                    <a:gd name="T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3" y="0"/>
                      </a:moveTo>
                      <a:cubicBezTo>
                        <a:pt x="5" y="0"/>
                        <a:pt x="7" y="2"/>
                        <a:pt x="7" y="4"/>
                      </a:cubicBezTo>
                      <a:cubicBezTo>
                        <a:pt x="6" y="5"/>
                        <a:pt x="5" y="7"/>
                        <a:pt x="3" y="7"/>
                      </a:cubicBezTo>
                      <a:cubicBezTo>
                        <a:pt x="1" y="7"/>
                        <a:pt x="0" y="6"/>
                        <a:pt x="0" y="4"/>
                      </a:cubicBezTo>
                      <a:cubicBezTo>
                        <a:pt x="0" y="1"/>
                        <a:pt x="1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4" name="Freeform 230"/>
                <p:cNvSpPr/>
                <p:nvPr/>
              </p:nvSpPr>
              <p:spPr bwMode="auto">
                <a:xfrm>
                  <a:off x="5523" y="3911"/>
                  <a:ext cx="53" cy="51"/>
                </a:xfrm>
                <a:custGeom>
                  <a:avLst/>
                  <a:gdLst>
                    <a:gd name="T0" fmla="*/ 5 w 8"/>
                    <a:gd name="T1" fmla="*/ 1 h 8"/>
                    <a:gd name="T2" fmla="*/ 8 w 8"/>
                    <a:gd name="T3" fmla="*/ 5 h 8"/>
                    <a:gd name="T4" fmla="*/ 3 w 8"/>
                    <a:gd name="T5" fmla="*/ 7 h 8"/>
                    <a:gd name="T6" fmla="*/ 1 w 8"/>
                    <a:gd name="T7" fmla="*/ 3 h 8"/>
                    <a:gd name="T8" fmla="*/ 5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5" y="1"/>
                      </a:moveTo>
                      <a:cubicBezTo>
                        <a:pt x="7" y="1"/>
                        <a:pt x="8" y="3"/>
                        <a:pt x="8" y="5"/>
                      </a:cubicBezTo>
                      <a:cubicBezTo>
                        <a:pt x="7" y="7"/>
                        <a:pt x="5" y="8"/>
                        <a:pt x="3" y="7"/>
                      </a:cubicBezTo>
                      <a:cubicBezTo>
                        <a:pt x="2" y="7"/>
                        <a:pt x="0" y="5"/>
                        <a:pt x="1" y="3"/>
                      </a:cubicBezTo>
                      <a:cubicBezTo>
                        <a:pt x="2" y="1"/>
                        <a:pt x="4" y="0"/>
                        <a:pt x="5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5" name="Freeform 231"/>
                <p:cNvSpPr/>
                <p:nvPr/>
              </p:nvSpPr>
              <p:spPr bwMode="auto">
                <a:xfrm>
                  <a:off x="5561" y="3834"/>
                  <a:ext cx="53" cy="51"/>
                </a:xfrm>
                <a:custGeom>
                  <a:avLst/>
                  <a:gdLst>
                    <a:gd name="T0" fmla="*/ 6 w 8"/>
                    <a:gd name="T1" fmla="*/ 1 h 8"/>
                    <a:gd name="T2" fmla="*/ 7 w 8"/>
                    <a:gd name="T3" fmla="*/ 6 h 8"/>
                    <a:gd name="T4" fmla="*/ 2 w 8"/>
                    <a:gd name="T5" fmla="*/ 7 h 8"/>
                    <a:gd name="T6" fmla="*/ 1 w 8"/>
                    <a:gd name="T7" fmla="*/ 2 h 8"/>
                    <a:gd name="T8" fmla="*/ 6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6" y="1"/>
                      </a:moveTo>
                      <a:cubicBezTo>
                        <a:pt x="8" y="3"/>
                        <a:pt x="8" y="5"/>
                        <a:pt x="7" y="6"/>
                      </a:cubicBezTo>
                      <a:cubicBezTo>
                        <a:pt x="6" y="8"/>
                        <a:pt x="4" y="8"/>
                        <a:pt x="2" y="7"/>
                      </a:cubicBezTo>
                      <a:cubicBezTo>
                        <a:pt x="1" y="6"/>
                        <a:pt x="0" y="4"/>
                        <a:pt x="1" y="2"/>
                      </a:cubicBezTo>
                      <a:cubicBezTo>
                        <a:pt x="2" y="1"/>
                        <a:pt x="5" y="0"/>
                        <a:pt x="6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6" name="Freeform 232"/>
                <p:cNvSpPr/>
                <p:nvPr/>
              </p:nvSpPr>
              <p:spPr bwMode="auto">
                <a:xfrm>
                  <a:off x="5622" y="3776"/>
                  <a:ext cx="51" cy="43"/>
                </a:xfrm>
                <a:custGeom>
                  <a:avLst/>
                  <a:gdLst>
                    <a:gd name="T0" fmla="*/ 7 w 8"/>
                    <a:gd name="T1" fmla="*/ 2 h 7"/>
                    <a:gd name="T2" fmla="*/ 6 w 8"/>
                    <a:gd name="T3" fmla="*/ 6 h 7"/>
                    <a:gd name="T4" fmla="*/ 1 w 8"/>
                    <a:gd name="T5" fmla="*/ 6 h 7"/>
                    <a:gd name="T6" fmla="*/ 2 w 8"/>
                    <a:gd name="T7" fmla="*/ 1 h 7"/>
                    <a:gd name="T8" fmla="*/ 7 w 8"/>
                    <a:gd name="T9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7" y="2"/>
                      </a:moveTo>
                      <a:cubicBezTo>
                        <a:pt x="8" y="3"/>
                        <a:pt x="7" y="5"/>
                        <a:pt x="6" y="6"/>
                      </a:cubicBezTo>
                      <a:cubicBezTo>
                        <a:pt x="5" y="7"/>
                        <a:pt x="3" y="7"/>
                        <a:pt x="1" y="6"/>
                      </a:cubicBezTo>
                      <a:cubicBezTo>
                        <a:pt x="0" y="5"/>
                        <a:pt x="0" y="2"/>
                        <a:pt x="2" y="1"/>
                      </a:cubicBezTo>
                      <a:cubicBezTo>
                        <a:pt x="3" y="0"/>
                        <a:pt x="5" y="0"/>
                        <a:pt x="7" y="2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" name="Freeform 233"/>
                <p:cNvSpPr/>
                <p:nvPr/>
              </p:nvSpPr>
              <p:spPr bwMode="auto">
                <a:xfrm>
                  <a:off x="5692" y="3729"/>
                  <a:ext cx="51" cy="51"/>
                </a:xfrm>
                <a:custGeom>
                  <a:avLst/>
                  <a:gdLst>
                    <a:gd name="T0" fmla="*/ 7 w 8"/>
                    <a:gd name="T1" fmla="*/ 3 h 8"/>
                    <a:gd name="T2" fmla="*/ 5 w 8"/>
                    <a:gd name="T3" fmla="*/ 7 h 8"/>
                    <a:gd name="T4" fmla="*/ 1 w 8"/>
                    <a:gd name="T5" fmla="*/ 5 h 8"/>
                    <a:gd name="T6" fmla="*/ 3 w 8"/>
                    <a:gd name="T7" fmla="*/ 1 h 8"/>
                    <a:gd name="T8" fmla="*/ 7 w 8"/>
                    <a:gd name="T9" fmla="*/ 3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7" y="3"/>
                      </a:moveTo>
                      <a:cubicBezTo>
                        <a:pt x="8" y="5"/>
                        <a:pt x="7" y="7"/>
                        <a:pt x="5" y="7"/>
                      </a:cubicBezTo>
                      <a:cubicBezTo>
                        <a:pt x="4" y="8"/>
                        <a:pt x="2" y="7"/>
                        <a:pt x="1" y="5"/>
                      </a:cubicBezTo>
                      <a:cubicBezTo>
                        <a:pt x="0" y="4"/>
                        <a:pt x="1" y="2"/>
                        <a:pt x="3" y="1"/>
                      </a:cubicBezTo>
                      <a:cubicBezTo>
                        <a:pt x="5" y="0"/>
                        <a:pt x="7" y="1"/>
                        <a:pt x="7" y="3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8" name="Freeform 234"/>
                <p:cNvSpPr/>
                <p:nvPr/>
              </p:nvSpPr>
              <p:spPr bwMode="auto">
                <a:xfrm>
                  <a:off x="5777" y="3710"/>
                  <a:ext cx="43" cy="46"/>
                </a:xfrm>
                <a:custGeom>
                  <a:avLst/>
                  <a:gdLst>
                    <a:gd name="T0" fmla="*/ 7 w 7"/>
                    <a:gd name="T1" fmla="*/ 4 h 7"/>
                    <a:gd name="T2" fmla="*/ 4 w 7"/>
                    <a:gd name="T3" fmla="*/ 7 h 7"/>
                    <a:gd name="T4" fmla="*/ 0 w 7"/>
                    <a:gd name="T5" fmla="*/ 4 h 7"/>
                    <a:gd name="T6" fmla="*/ 3 w 7"/>
                    <a:gd name="T7" fmla="*/ 0 h 7"/>
                    <a:gd name="T8" fmla="*/ 7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7" y="4"/>
                      </a:moveTo>
                      <a:cubicBezTo>
                        <a:pt x="7" y="5"/>
                        <a:pt x="6" y="7"/>
                        <a:pt x="4" y="7"/>
                      </a:cubicBezTo>
                      <a:cubicBezTo>
                        <a:pt x="2" y="7"/>
                        <a:pt x="0" y="6"/>
                        <a:pt x="0" y="4"/>
                      </a:cubicBezTo>
                      <a:cubicBezTo>
                        <a:pt x="0" y="2"/>
                        <a:pt x="1" y="1"/>
                        <a:pt x="3" y="0"/>
                      </a:cubicBezTo>
                      <a:cubicBezTo>
                        <a:pt x="5" y="0"/>
                        <a:pt x="7" y="2"/>
                        <a:pt x="7" y="4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9" name="Oval 235"/>
                <p:cNvSpPr>
                  <a:spLocks noChangeArrowheads="1"/>
                </p:cNvSpPr>
                <p:nvPr/>
              </p:nvSpPr>
              <p:spPr bwMode="auto">
                <a:xfrm>
                  <a:off x="585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0" name="Oval 236"/>
                <p:cNvSpPr>
                  <a:spLocks noChangeArrowheads="1"/>
                </p:cNvSpPr>
                <p:nvPr/>
              </p:nvSpPr>
              <p:spPr bwMode="auto">
                <a:xfrm>
                  <a:off x="594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1" name="Oval 237"/>
                <p:cNvSpPr>
                  <a:spLocks noChangeArrowheads="1"/>
                </p:cNvSpPr>
                <p:nvPr/>
              </p:nvSpPr>
              <p:spPr bwMode="auto">
                <a:xfrm>
                  <a:off x="602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2" name="Oval 238"/>
                <p:cNvSpPr>
                  <a:spLocks noChangeArrowheads="1"/>
                </p:cNvSpPr>
                <p:nvPr/>
              </p:nvSpPr>
              <p:spPr bwMode="auto">
                <a:xfrm>
                  <a:off x="6112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3" name="Oval 239"/>
                <p:cNvSpPr>
                  <a:spLocks noChangeArrowheads="1"/>
                </p:cNvSpPr>
                <p:nvPr/>
              </p:nvSpPr>
              <p:spPr bwMode="auto">
                <a:xfrm>
                  <a:off x="619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4" name="Oval 240"/>
                <p:cNvSpPr>
                  <a:spLocks noChangeArrowheads="1"/>
                </p:cNvSpPr>
                <p:nvPr/>
              </p:nvSpPr>
              <p:spPr bwMode="auto">
                <a:xfrm>
                  <a:off x="627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5" name="Oval 241"/>
                <p:cNvSpPr>
                  <a:spLocks noChangeArrowheads="1"/>
                </p:cNvSpPr>
                <p:nvPr/>
              </p:nvSpPr>
              <p:spPr bwMode="auto">
                <a:xfrm>
                  <a:off x="6363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6" name="Oval 242"/>
                <p:cNvSpPr>
                  <a:spLocks noChangeArrowheads="1"/>
                </p:cNvSpPr>
                <p:nvPr/>
              </p:nvSpPr>
              <p:spPr bwMode="auto">
                <a:xfrm>
                  <a:off x="644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7" name="Oval 243"/>
                <p:cNvSpPr>
                  <a:spLocks noChangeArrowheads="1"/>
                </p:cNvSpPr>
                <p:nvPr/>
              </p:nvSpPr>
              <p:spPr bwMode="auto">
                <a:xfrm>
                  <a:off x="653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8" name="Oval 244"/>
                <p:cNvSpPr>
                  <a:spLocks noChangeArrowheads="1"/>
                </p:cNvSpPr>
                <p:nvPr/>
              </p:nvSpPr>
              <p:spPr bwMode="auto">
                <a:xfrm>
                  <a:off x="661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9" name="Oval 245"/>
                <p:cNvSpPr>
                  <a:spLocks noChangeArrowheads="1"/>
                </p:cNvSpPr>
                <p:nvPr/>
              </p:nvSpPr>
              <p:spPr bwMode="auto">
                <a:xfrm>
                  <a:off x="6699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0" name="Oval 246"/>
                <p:cNvSpPr>
                  <a:spLocks noChangeArrowheads="1"/>
                </p:cNvSpPr>
                <p:nvPr/>
              </p:nvSpPr>
              <p:spPr bwMode="auto">
                <a:xfrm>
                  <a:off x="678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1" name="Oval 247"/>
                <p:cNvSpPr>
                  <a:spLocks noChangeArrowheads="1"/>
                </p:cNvSpPr>
                <p:nvPr/>
              </p:nvSpPr>
              <p:spPr bwMode="auto">
                <a:xfrm>
                  <a:off x="686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2" name="Oval 248"/>
                <p:cNvSpPr>
                  <a:spLocks noChangeArrowheads="1"/>
                </p:cNvSpPr>
                <p:nvPr/>
              </p:nvSpPr>
              <p:spPr bwMode="auto">
                <a:xfrm>
                  <a:off x="6950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3" name="Oval 249"/>
                <p:cNvSpPr>
                  <a:spLocks noChangeArrowheads="1"/>
                </p:cNvSpPr>
                <p:nvPr/>
              </p:nvSpPr>
              <p:spPr bwMode="auto">
                <a:xfrm>
                  <a:off x="7034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4" name="Oval 250"/>
                <p:cNvSpPr>
                  <a:spLocks noChangeArrowheads="1"/>
                </p:cNvSpPr>
                <p:nvPr/>
              </p:nvSpPr>
              <p:spPr bwMode="auto">
                <a:xfrm>
                  <a:off x="711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5" name="Oval 251"/>
                <p:cNvSpPr>
                  <a:spLocks noChangeArrowheads="1"/>
                </p:cNvSpPr>
                <p:nvPr/>
              </p:nvSpPr>
              <p:spPr bwMode="auto">
                <a:xfrm>
                  <a:off x="720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6" name="Oval 252"/>
                <p:cNvSpPr>
                  <a:spLocks noChangeArrowheads="1"/>
                </p:cNvSpPr>
                <p:nvPr/>
              </p:nvSpPr>
              <p:spPr bwMode="auto">
                <a:xfrm>
                  <a:off x="7285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7" name="Oval 253"/>
                <p:cNvSpPr>
                  <a:spLocks noChangeArrowheads="1"/>
                </p:cNvSpPr>
                <p:nvPr/>
              </p:nvSpPr>
              <p:spPr bwMode="auto">
                <a:xfrm>
                  <a:off x="736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8" name="Oval 254"/>
                <p:cNvSpPr>
                  <a:spLocks noChangeArrowheads="1"/>
                </p:cNvSpPr>
                <p:nvPr/>
              </p:nvSpPr>
              <p:spPr bwMode="auto">
                <a:xfrm>
                  <a:off x="745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9" name="Oval 255"/>
                <p:cNvSpPr>
                  <a:spLocks noChangeArrowheads="1"/>
                </p:cNvSpPr>
                <p:nvPr/>
              </p:nvSpPr>
              <p:spPr bwMode="auto">
                <a:xfrm>
                  <a:off x="753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0" name="Oval 256"/>
                <p:cNvSpPr>
                  <a:spLocks noChangeArrowheads="1"/>
                </p:cNvSpPr>
                <p:nvPr/>
              </p:nvSpPr>
              <p:spPr bwMode="auto">
                <a:xfrm>
                  <a:off x="7621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1" name="Oval 257"/>
                <p:cNvSpPr>
                  <a:spLocks noChangeArrowheads="1"/>
                </p:cNvSpPr>
                <p:nvPr/>
              </p:nvSpPr>
              <p:spPr bwMode="auto">
                <a:xfrm>
                  <a:off x="770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2" name="Oval 258"/>
                <p:cNvSpPr>
                  <a:spLocks noChangeArrowheads="1"/>
                </p:cNvSpPr>
                <p:nvPr/>
              </p:nvSpPr>
              <p:spPr bwMode="auto">
                <a:xfrm>
                  <a:off x="778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3" name="Oval 259"/>
                <p:cNvSpPr>
                  <a:spLocks noChangeArrowheads="1"/>
                </p:cNvSpPr>
                <p:nvPr/>
              </p:nvSpPr>
              <p:spPr bwMode="auto">
                <a:xfrm>
                  <a:off x="7873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4" name="Oval 260"/>
                <p:cNvSpPr>
                  <a:spLocks noChangeArrowheads="1"/>
                </p:cNvSpPr>
                <p:nvPr/>
              </p:nvSpPr>
              <p:spPr bwMode="auto">
                <a:xfrm>
                  <a:off x="795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5" name="Oval 261"/>
                <p:cNvSpPr>
                  <a:spLocks noChangeArrowheads="1"/>
                </p:cNvSpPr>
                <p:nvPr/>
              </p:nvSpPr>
              <p:spPr bwMode="auto">
                <a:xfrm>
                  <a:off x="803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6" name="Oval 262"/>
                <p:cNvSpPr>
                  <a:spLocks noChangeArrowheads="1"/>
                </p:cNvSpPr>
                <p:nvPr/>
              </p:nvSpPr>
              <p:spPr bwMode="auto">
                <a:xfrm>
                  <a:off x="812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7" name="Oval 263"/>
                <p:cNvSpPr>
                  <a:spLocks noChangeArrowheads="1"/>
                </p:cNvSpPr>
                <p:nvPr/>
              </p:nvSpPr>
              <p:spPr bwMode="auto">
                <a:xfrm>
                  <a:off x="8208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8" name="Oval 264"/>
                <p:cNvSpPr>
                  <a:spLocks noChangeArrowheads="1"/>
                </p:cNvSpPr>
                <p:nvPr/>
              </p:nvSpPr>
              <p:spPr bwMode="auto">
                <a:xfrm>
                  <a:off x="829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9" name="Oval 265"/>
                <p:cNvSpPr>
                  <a:spLocks noChangeArrowheads="1"/>
                </p:cNvSpPr>
                <p:nvPr/>
              </p:nvSpPr>
              <p:spPr bwMode="auto">
                <a:xfrm>
                  <a:off x="8382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0" name="Oval 266"/>
                <p:cNvSpPr>
                  <a:spLocks noChangeArrowheads="1"/>
                </p:cNvSpPr>
                <p:nvPr/>
              </p:nvSpPr>
              <p:spPr bwMode="auto">
                <a:xfrm>
                  <a:off x="8467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1" name="Oval 267"/>
                <p:cNvSpPr>
                  <a:spLocks noChangeArrowheads="1"/>
                </p:cNvSpPr>
                <p:nvPr/>
              </p:nvSpPr>
              <p:spPr bwMode="auto">
                <a:xfrm>
                  <a:off x="8549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2" name="Oval 268"/>
                <p:cNvSpPr>
                  <a:spLocks noChangeArrowheads="1"/>
                </p:cNvSpPr>
                <p:nvPr/>
              </p:nvSpPr>
              <p:spPr bwMode="auto">
                <a:xfrm>
                  <a:off x="8633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3" name="Oval 269"/>
                <p:cNvSpPr>
                  <a:spLocks noChangeArrowheads="1"/>
                </p:cNvSpPr>
                <p:nvPr/>
              </p:nvSpPr>
              <p:spPr bwMode="auto">
                <a:xfrm>
                  <a:off x="8718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4" name="Oval 270"/>
                <p:cNvSpPr>
                  <a:spLocks noChangeArrowheads="1"/>
                </p:cNvSpPr>
                <p:nvPr/>
              </p:nvSpPr>
              <p:spPr bwMode="auto">
                <a:xfrm>
                  <a:off x="8800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5" name="Oval 271"/>
                <p:cNvSpPr>
                  <a:spLocks noChangeArrowheads="1"/>
                </p:cNvSpPr>
                <p:nvPr/>
              </p:nvSpPr>
              <p:spPr bwMode="auto">
                <a:xfrm>
                  <a:off x="8884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6" name="Oval 272"/>
                <p:cNvSpPr>
                  <a:spLocks noChangeArrowheads="1"/>
                </p:cNvSpPr>
                <p:nvPr/>
              </p:nvSpPr>
              <p:spPr bwMode="auto">
                <a:xfrm>
                  <a:off x="8969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7" name="Oval 273"/>
                <p:cNvSpPr>
                  <a:spLocks noChangeArrowheads="1"/>
                </p:cNvSpPr>
                <p:nvPr/>
              </p:nvSpPr>
              <p:spPr bwMode="auto">
                <a:xfrm>
                  <a:off x="9053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8" name="Oval 274"/>
                <p:cNvSpPr>
                  <a:spLocks noChangeArrowheads="1"/>
                </p:cNvSpPr>
                <p:nvPr/>
              </p:nvSpPr>
              <p:spPr bwMode="auto">
                <a:xfrm>
                  <a:off x="9135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9" name="Oval 275"/>
                <p:cNvSpPr>
                  <a:spLocks noChangeArrowheads="1"/>
                </p:cNvSpPr>
                <p:nvPr/>
              </p:nvSpPr>
              <p:spPr bwMode="auto">
                <a:xfrm>
                  <a:off x="9220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0" name="Oval 276"/>
                <p:cNvSpPr>
                  <a:spLocks noChangeArrowheads="1"/>
                </p:cNvSpPr>
                <p:nvPr/>
              </p:nvSpPr>
              <p:spPr bwMode="auto">
                <a:xfrm>
                  <a:off x="9304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1" name="Oval 277"/>
                <p:cNvSpPr>
                  <a:spLocks noChangeArrowheads="1"/>
                </p:cNvSpPr>
                <p:nvPr/>
              </p:nvSpPr>
              <p:spPr bwMode="auto">
                <a:xfrm>
                  <a:off x="938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2" name="Oval 278"/>
                <p:cNvSpPr>
                  <a:spLocks noChangeArrowheads="1"/>
                </p:cNvSpPr>
                <p:nvPr/>
              </p:nvSpPr>
              <p:spPr bwMode="auto">
                <a:xfrm>
                  <a:off x="947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3" name="Oval 279"/>
                <p:cNvSpPr>
                  <a:spLocks noChangeArrowheads="1"/>
                </p:cNvSpPr>
                <p:nvPr/>
              </p:nvSpPr>
              <p:spPr bwMode="auto">
                <a:xfrm>
                  <a:off x="955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4" name="Oval 280"/>
                <p:cNvSpPr>
                  <a:spLocks noChangeArrowheads="1"/>
                </p:cNvSpPr>
                <p:nvPr/>
              </p:nvSpPr>
              <p:spPr bwMode="auto">
                <a:xfrm>
                  <a:off x="9640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5" name="Oval 281"/>
                <p:cNvSpPr>
                  <a:spLocks noChangeArrowheads="1"/>
                </p:cNvSpPr>
                <p:nvPr/>
              </p:nvSpPr>
              <p:spPr bwMode="auto">
                <a:xfrm>
                  <a:off x="972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6" name="Oval 282"/>
                <p:cNvSpPr>
                  <a:spLocks noChangeArrowheads="1"/>
                </p:cNvSpPr>
                <p:nvPr/>
              </p:nvSpPr>
              <p:spPr bwMode="auto">
                <a:xfrm>
                  <a:off x="980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7" name="Oval 283"/>
                <p:cNvSpPr>
                  <a:spLocks noChangeArrowheads="1"/>
                </p:cNvSpPr>
                <p:nvPr/>
              </p:nvSpPr>
              <p:spPr bwMode="auto">
                <a:xfrm>
                  <a:off x="989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8" name="Oval 284"/>
                <p:cNvSpPr>
                  <a:spLocks noChangeArrowheads="1"/>
                </p:cNvSpPr>
                <p:nvPr/>
              </p:nvSpPr>
              <p:spPr bwMode="auto">
                <a:xfrm>
                  <a:off x="9975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9" name="Oval 285"/>
                <p:cNvSpPr>
                  <a:spLocks noChangeArrowheads="1"/>
                </p:cNvSpPr>
                <p:nvPr/>
              </p:nvSpPr>
              <p:spPr bwMode="auto">
                <a:xfrm>
                  <a:off x="1005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0" name="Oval 286"/>
                <p:cNvSpPr>
                  <a:spLocks noChangeArrowheads="1"/>
                </p:cNvSpPr>
                <p:nvPr/>
              </p:nvSpPr>
              <p:spPr bwMode="auto">
                <a:xfrm>
                  <a:off x="1014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1" name="Oval 287"/>
                <p:cNvSpPr>
                  <a:spLocks noChangeArrowheads="1"/>
                </p:cNvSpPr>
                <p:nvPr/>
              </p:nvSpPr>
              <p:spPr bwMode="auto">
                <a:xfrm>
                  <a:off x="10226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2" name="Oval 288"/>
                <p:cNvSpPr>
                  <a:spLocks noChangeArrowheads="1"/>
                </p:cNvSpPr>
                <p:nvPr/>
              </p:nvSpPr>
              <p:spPr bwMode="auto">
                <a:xfrm>
                  <a:off x="1030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3" name="Oval 289"/>
                <p:cNvSpPr>
                  <a:spLocks noChangeArrowheads="1"/>
                </p:cNvSpPr>
                <p:nvPr/>
              </p:nvSpPr>
              <p:spPr bwMode="auto">
                <a:xfrm>
                  <a:off x="1039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4" name="Oval 290"/>
                <p:cNvSpPr>
                  <a:spLocks noChangeArrowheads="1"/>
                </p:cNvSpPr>
                <p:nvPr/>
              </p:nvSpPr>
              <p:spPr bwMode="auto">
                <a:xfrm>
                  <a:off x="1047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5" name="Oval 291"/>
                <p:cNvSpPr>
                  <a:spLocks noChangeArrowheads="1"/>
                </p:cNvSpPr>
                <p:nvPr/>
              </p:nvSpPr>
              <p:spPr bwMode="auto">
                <a:xfrm>
                  <a:off x="10562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6" name="Oval 292"/>
                <p:cNvSpPr>
                  <a:spLocks noChangeArrowheads="1"/>
                </p:cNvSpPr>
                <p:nvPr/>
              </p:nvSpPr>
              <p:spPr bwMode="auto">
                <a:xfrm>
                  <a:off x="1064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7" name="Oval 293"/>
                <p:cNvSpPr>
                  <a:spLocks noChangeArrowheads="1"/>
                </p:cNvSpPr>
                <p:nvPr/>
              </p:nvSpPr>
              <p:spPr bwMode="auto">
                <a:xfrm>
                  <a:off x="1072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8" name="Oval 294"/>
                <p:cNvSpPr>
                  <a:spLocks noChangeArrowheads="1"/>
                </p:cNvSpPr>
                <p:nvPr/>
              </p:nvSpPr>
              <p:spPr bwMode="auto">
                <a:xfrm>
                  <a:off x="1081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9" name="Oval 295"/>
                <p:cNvSpPr>
                  <a:spLocks noChangeArrowheads="1"/>
                </p:cNvSpPr>
                <p:nvPr/>
              </p:nvSpPr>
              <p:spPr bwMode="auto">
                <a:xfrm>
                  <a:off x="10898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0" name="Oval 296"/>
                <p:cNvSpPr>
                  <a:spLocks noChangeArrowheads="1"/>
                </p:cNvSpPr>
                <p:nvPr/>
              </p:nvSpPr>
              <p:spPr bwMode="auto">
                <a:xfrm>
                  <a:off x="1098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1" name="Oval 297"/>
                <p:cNvSpPr>
                  <a:spLocks noChangeArrowheads="1"/>
                </p:cNvSpPr>
                <p:nvPr/>
              </p:nvSpPr>
              <p:spPr bwMode="auto">
                <a:xfrm>
                  <a:off x="1106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2" name="Oval 298"/>
                <p:cNvSpPr>
                  <a:spLocks noChangeArrowheads="1"/>
                </p:cNvSpPr>
                <p:nvPr/>
              </p:nvSpPr>
              <p:spPr bwMode="auto">
                <a:xfrm>
                  <a:off x="11149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3" name="Oval 299"/>
                <p:cNvSpPr>
                  <a:spLocks noChangeArrowheads="1"/>
                </p:cNvSpPr>
                <p:nvPr/>
              </p:nvSpPr>
              <p:spPr bwMode="auto">
                <a:xfrm>
                  <a:off x="1123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4" name="Oval 300"/>
                <p:cNvSpPr>
                  <a:spLocks noChangeArrowheads="1"/>
                </p:cNvSpPr>
                <p:nvPr/>
              </p:nvSpPr>
              <p:spPr bwMode="auto">
                <a:xfrm>
                  <a:off x="1131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5" name="Oval 301"/>
                <p:cNvSpPr>
                  <a:spLocks noChangeArrowheads="1"/>
                </p:cNvSpPr>
                <p:nvPr/>
              </p:nvSpPr>
              <p:spPr bwMode="auto">
                <a:xfrm>
                  <a:off x="1140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6" name="Oval 302"/>
                <p:cNvSpPr>
                  <a:spLocks noChangeArrowheads="1"/>
                </p:cNvSpPr>
                <p:nvPr/>
              </p:nvSpPr>
              <p:spPr bwMode="auto">
                <a:xfrm>
                  <a:off x="11485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7" name="Oval 303"/>
                <p:cNvSpPr>
                  <a:spLocks noChangeArrowheads="1"/>
                </p:cNvSpPr>
                <p:nvPr/>
              </p:nvSpPr>
              <p:spPr bwMode="auto">
                <a:xfrm>
                  <a:off x="1156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8" name="Oval 304"/>
                <p:cNvSpPr>
                  <a:spLocks noChangeArrowheads="1"/>
                </p:cNvSpPr>
                <p:nvPr/>
              </p:nvSpPr>
              <p:spPr bwMode="auto">
                <a:xfrm>
                  <a:off x="1165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9" name="Oval 305"/>
                <p:cNvSpPr>
                  <a:spLocks noChangeArrowheads="1"/>
                </p:cNvSpPr>
                <p:nvPr/>
              </p:nvSpPr>
              <p:spPr bwMode="auto">
                <a:xfrm>
                  <a:off x="1173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0" name="Oval 306"/>
                <p:cNvSpPr>
                  <a:spLocks noChangeArrowheads="1"/>
                </p:cNvSpPr>
                <p:nvPr/>
              </p:nvSpPr>
              <p:spPr bwMode="auto">
                <a:xfrm>
                  <a:off x="11820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5" name="Oval 308"/>
                <p:cNvSpPr>
                  <a:spLocks noChangeArrowheads="1"/>
                </p:cNvSpPr>
                <p:nvPr/>
              </p:nvSpPr>
              <p:spPr bwMode="auto">
                <a:xfrm>
                  <a:off x="1190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6" name="Oval 309"/>
                <p:cNvSpPr>
                  <a:spLocks noChangeArrowheads="1"/>
                </p:cNvSpPr>
                <p:nvPr/>
              </p:nvSpPr>
              <p:spPr bwMode="auto">
                <a:xfrm>
                  <a:off x="1198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7" name="Oval 310"/>
                <p:cNvSpPr>
                  <a:spLocks noChangeArrowheads="1"/>
                </p:cNvSpPr>
                <p:nvPr/>
              </p:nvSpPr>
              <p:spPr bwMode="auto">
                <a:xfrm>
                  <a:off x="12071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8" name="Oval 311"/>
                <p:cNvSpPr>
                  <a:spLocks noChangeArrowheads="1"/>
                </p:cNvSpPr>
                <p:nvPr/>
              </p:nvSpPr>
              <p:spPr bwMode="auto">
                <a:xfrm>
                  <a:off x="1215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9" name="Oval 312"/>
                <p:cNvSpPr>
                  <a:spLocks noChangeArrowheads="1"/>
                </p:cNvSpPr>
                <p:nvPr/>
              </p:nvSpPr>
              <p:spPr bwMode="auto">
                <a:xfrm>
                  <a:off x="1223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0" name="Oval 313"/>
                <p:cNvSpPr>
                  <a:spLocks noChangeArrowheads="1"/>
                </p:cNvSpPr>
                <p:nvPr/>
              </p:nvSpPr>
              <p:spPr bwMode="auto">
                <a:xfrm>
                  <a:off x="1232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1" name="Oval 314"/>
                <p:cNvSpPr>
                  <a:spLocks noChangeArrowheads="1"/>
                </p:cNvSpPr>
                <p:nvPr/>
              </p:nvSpPr>
              <p:spPr bwMode="auto">
                <a:xfrm>
                  <a:off x="12406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2" name="Oval 315"/>
                <p:cNvSpPr>
                  <a:spLocks noChangeArrowheads="1"/>
                </p:cNvSpPr>
                <p:nvPr/>
              </p:nvSpPr>
              <p:spPr bwMode="auto">
                <a:xfrm>
                  <a:off x="1248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3" name="Oval 316"/>
                <p:cNvSpPr>
                  <a:spLocks noChangeArrowheads="1"/>
                </p:cNvSpPr>
                <p:nvPr/>
              </p:nvSpPr>
              <p:spPr bwMode="auto">
                <a:xfrm>
                  <a:off x="1257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4" name="Oval 317"/>
                <p:cNvSpPr>
                  <a:spLocks noChangeArrowheads="1"/>
                </p:cNvSpPr>
                <p:nvPr/>
              </p:nvSpPr>
              <p:spPr bwMode="auto">
                <a:xfrm>
                  <a:off x="12657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5" name="Oval 318"/>
                <p:cNvSpPr>
                  <a:spLocks noChangeArrowheads="1"/>
                </p:cNvSpPr>
                <p:nvPr/>
              </p:nvSpPr>
              <p:spPr bwMode="auto">
                <a:xfrm>
                  <a:off x="12742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6" name="Oval 319"/>
                <p:cNvSpPr>
                  <a:spLocks noChangeArrowheads="1"/>
                </p:cNvSpPr>
                <p:nvPr/>
              </p:nvSpPr>
              <p:spPr bwMode="auto">
                <a:xfrm>
                  <a:off x="1282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7" name="Oval 320"/>
                <p:cNvSpPr>
                  <a:spLocks noChangeArrowheads="1"/>
                </p:cNvSpPr>
                <p:nvPr/>
              </p:nvSpPr>
              <p:spPr bwMode="auto">
                <a:xfrm>
                  <a:off x="1290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8" name="Oval 321"/>
                <p:cNvSpPr>
                  <a:spLocks noChangeArrowheads="1"/>
                </p:cNvSpPr>
                <p:nvPr/>
              </p:nvSpPr>
              <p:spPr bwMode="auto">
                <a:xfrm>
                  <a:off x="12993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9" name="Oval 322"/>
                <p:cNvSpPr>
                  <a:spLocks noChangeArrowheads="1"/>
                </p:cNvSpPr>
                <p:nvPr/>
              </p:nvSpPr>
              <p:spPr bwMode="auto">
                <a:xfrm>
                  <a:off x="1307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0" name="Oval 323"/>
                <p:cNvSpPr>
                  <a:spLocks noChangeArrowheads="1"/>
                </p:cNvSpPr>
                <p:nvPr/>
              </p:nvSpPr>
              <p:spPr bwMode="auto">
                <a:xfrm>
                  <a:off x="1316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1" name="Oval 324"/>
                <p:cNvSpPr>
                  <a:spLocks noChangeArrowheads="1"/>
                </p:cNvSpPr>
                <p:nvPr/>
              </p:nvSpPr>
              <p:spPr bwMode="auto">
                <a:xfrm>
                  <a:off x="1324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2" name="Oval 325"/>
                <p:cNvSpPr>
                  <a:spLocks noChangeArrowheads="1"/>
                </p:cNvSpPr>
                <p:nvPr/>
              </p:nvSpPr>
              <p:spPr bwMode="auto">
                <a:xfrm>
                  <a:off x="13329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3" name="Freeform 326"/>
                <p:cNvSpPr/>
                <p:nvPr/>
              </p:nvSpPr>
              <p:spPr bwMode="auto">
                <a:xfrm>
                  <a:off x="13411" y="3717"/>
                  <a:ext cx="53" cy="43"/>
                </a:xfrm>
                <a:custGeom>
                  <a:avLst/>
                  <a:gdLst>
                    <a:gd name="T0" fmla="*/ 7 w 8"/>
                    <a:gd name="T1" fmla="*/ 4 h 7"/>
                    <a:gd name="T2" fmla="*/ 3 w 8"/>
                    <a:gd name="T3" fmla="*/ 7 h 7"/>
                    <a:gd name="T4" fmla="*/ 0 w 8"/>
                    <a:gd name="T5" fmla="*/ 3 h 7"/>
                    <a:gd name="T6" fmla="*/ 4 w 8"/>
                    <a:gd name="T7" fmla="*/ 0 h 7"/>
                    <a:gd name="T8" fmla="*/ 7 w 8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7" y="4"/>
                      </a:moveTo>
                      <a:cubicBezTo>
                        <a:pt x="6" y="6"/>
                        <a:pt x="5" y="7"/>
                        <a:pt x="3" y="7"/>
                      </a:cubicBezTo>
                      <a:cubicBezTo>
                        <a:pt x="1" y="6"/>
                        <a:pt x="0" y="5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6" y="1"/>
                        <a:pt x="8" y="3"/>
                        <a:pt x="7" y="4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4" name="Freeform 327"/>
                <p:cNvSpPr/>
                <p:nvPr/>
              </p:nvSpPr>
              <p:spPr bwMode="auto">
                <a:xfrm>
                  <a:off x="13488" y="3741"/>
                  <a:ext cx="53" cy="53"/>
                </a:xfrm>
                <a:custGeom>
                  <a:avLst/>
                  <a:gdLst>
                    <a:gd name="T0" fmla="*/ 7 w 8"/>
                    <a:gd name="T1" fmla="*/ 6 h 8"/>
                    <a:gd name="T2" fmla="*/ 2 w 8"/>
                    <a:gd name="T3" fmla="*/ 7 h 8"/>
                    <a:gd name="T4" fmla="*/ 1 w 8"/>
                    <a:gd name="T5" fmla="*/ 3 h 8"/>
                    <a:gd name="T6" fmla="*/ 5 w 8"/>
                    <a:gd name="T7" fmla="*/ 1 h 8"/>
                    <a:gd name="T8" fmla="*/ 7 w 8"/>
                    <a:gd name="T9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7" y="6"/>
                      </a:moveTo>
                      <a:cubicBezTo>
                        <a:pt x="6" y="8"/>
                        <a:pt x="4" y="8"/>
                        <a:pt x="2" y="7"/>
                      </a:cubicBezTo>
                      <a:cubicBezTo>
                        <a:pt x="1" y="6"/>
                        <a:pt x="0" y="4"/>
                        <a:pt x="1" y="3"/>
                      </a:cubicBezTo>
                      <a:cubicBezTo>
                        <a:pt x="2" y="1"/>
                        <a:pt x="4" y="0"/>
                        <a:pt x="5" y="1"/>
                      </a:cubicBezTo>
                      <a:cubicBezTo>
                        <a:pt x="7" y="2"/>
                        <a:pt x="8" y="4"/>
                        <a:pt x="7" y="6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5" name="Freeform 328"/>
                <p:cNvSpPr/>
                <p:nvPr/>
              </p:nvSpPr>
              <p:spPr bwMode="auto">
                <a:xfrm>
                  <a:off x="13554" y="3794"/>
                  <a:ext cx="51" cy="51"/>
                </a:xfrm>
                <a:custGeom>
                  <a:avLst/>
                  <a:gdLst>
                    <a:gd name="T0" fmla="*/ 6 w 8"/>
                    <a:gd name="T1" fmla="*/ 7 h 8"/>
                    <a:gd name="T2" fmla="*/ 2 w 8"/>
                    <a:gd name="T3" fmla="*/ 7 h 8"/>
                    <a:gd name="T4" fmla="*/ 2 w 8"/>
                    <a:gd name="T5" fmla="*/ 2 h 8"/>
                    <a:gd name="T6" fmla="*/ 7 w 8"/>
                    <a:gd name="T7" fmla="*/ 2 h 8"/>
                    <a:gd name="T8" fmla="*/ 6 w 8"/>
                    <a:gd name="T9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6" y="7"/>
                      </a:moveTo>
                      <a:cubicBezTo>
                        <a:pt x="5" y="8"/>
                        <a:pt x="3" y="8"/>
                        <a:pt x="2" y="7"/>
                      </a:cubicBezTo>
                      <a:cubicBezTo>
                        <a:pt x="0" y="5"/>
                        <a:pt x="0" y="3"/>
                        <a:pt x="2" y="2"/>
                      </a:cubicBezTo>
                      <a:cubicBezTo>
                        <a:pt x="3" y="0"/>
                        <a:pt x="5" y="0"/>
                        <a:pt x="7" y="2"/>
                      </a:cubicBezTo>
                      <a:cubicBezTo>
                        <a:pt x="8" y="3"/>
                        <a:pt x="8" y="5"/>
                        <a:pt x="6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6" name="Freeform 329"/>
                <p:cNvSpPr/>
                <p:nvPr/>
              </p:nvSpPr>
              <p:spPr bwMode="auto">
                <a:xfrm>
                  <a:off x="13604" y="3864"/>
                  <a:ext cx="53" cy="46"/>
                </a:xfrm>
                <a:custGeom>
                  <a:avLst/>
                  <a:gdLst>
                    <a:gd name="T0" fmla="*/ 5 w 8"/>
                    <a:gd name="T1" fmla="*/ 7 h 7"/>
                    <a:gd name="T2" fmla="*/ 1 w 8"/>
                    <a:gd name="T3" fmla="*/ 5 h 7"/>
                    <a:gd name="T4" fmla="*/ 2 w 8"/>
                    <a:gd name="T5" fmla="*/ 1 h 7"/>
                    <a:gd name="T6" fmla="*/ 7 w 8"/>
                    <a:gd name="T7" fmla="*/ 2 h 7"/>
                    <a:gd name="T8" fmla="*/ 5 w 8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5" y="7"/>
                      </a:moveTo>
                      <a:cubicBezTo>
                        <a:pt x="3" y="7"/>
                        <a:pt x="1" y="7"/>
                        <a:pt x="1" y="5"/>
                      </a:cubicBezTo>
                      <a:cubicBezTo>
                        <a:pt x="0" y="4"/>
                        <a:pt x="0" y="2"/>
                        <a:pt x="2" y="1"/>
                      </a:cubicBezTo>
                      <a:cubicBezTo>
                        <a:pt x="4" y="0"/>
                        <a:pt x="6" y="0"/>
                        <a:pt x="7" y="2"/>
                      </a:cubicBezTo>
                      <a:cubicBezTo>
                        <a:pt x="8" y="4"/>
                        <a:pt x="7" y="6"/>
                        <a:pt x="5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7" name="Freeform 330"/>
                <p:cNvSpPr/>
                <p:nvPr/>
              </p:nvSpPr>
              <p:spPr bwMode="auto">
                <a:xfrm>
                  <a:off x="13631" y="3942"/>
                  <a:ext cx="53" cy="46"/>
                </a:xfrm>
                <a:custGeom>
                  <a:avLst/>
                  <a:gdLst>
                    <a:gd name="T0" fmla="*/ 5 w 8"/>
                    <a:gd name="T1" fmla="*/ 7 h 7"/>
                    <a:gd name="T2" fmla="*/ 1 w 8"/>
                    <a:gd name="T3" fmla="*/ 5 h 7"/>
                    <a:gd name="T4" fmla="*/ 3 w 8"/>
                    <a:gd name="T5" fmla="*/ 1 h 7"/>
                    <a:gd name="T6" fmla="*/ 7 w 8"/>
                    <a:gd name="T7" fmla="*/ 3 h 7"/>
                    <a:gd name="T8" fmla="*/ 5 w 8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5" y="7"/>
                      </a:moveTo>
                      <a:cubicBezTo>
                        <a:pt x="3" y="7"/>
                        <a:pt x="1" y="6"/>
                        <a:pt x="1" y="5"/>
                      </a:cubicBezTo>
                      <a:cubicBezTo>
                        <a:pt x="0" y="3"/>
                        <a:pt x="1" y="1"/>
                        <a:pt x="3" y="1"/>
                      </a:cubicBezTo>
                      <a:cubicBezTo>
                        <a:pt x="5" y="0"/>
                        <a:pt x="7" y="1"/>
                        <a:pt x="7" y="3"/>
                      </a:cubicBezTo>
                      <a:cubicBezTo>
                        <a:pt x="8" y="5"/>
                        <a:pt x="6" y="7"/>
                        <a:pt x="5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8" name="Oval 331"/>
                <p:cNvSpPr>
                  <a:spLocks noChangeArrowheads="1"/>
                </p:cNvSpPr>
                <p:nvPr/>
              </p:nvSpPr>
              <p:spPr bwMode="auto">
                <a:xfrm>
                  <a:off x="13643" y="4026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9" name="Oval 332"/>
                <p:cNvSpPr>
                  <a:spLocks noChangeArrowheads="1"/>
                </p:cNvSpPr>
                <p:nvPr/>
              </p:nvSpPr>
              <p:spPr bwMode="auto">
                <a:xfrm>
                  <a:off x="13643" y="411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0" name="Oval 333"/>
                <p:cNvSpPr>
                  <a:spLocks noChangeArrowheads="1"/>
                </p:cNvSpPr>
                <p:nvPr/>
              </p:nvSpPr>
              <p:spPr bwMode="auto">
                <a:xfrm>
                  <a:off x="13643" y="4195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1" name="Oval 334"/>
                <p:cNvSpPr>
                  <a:spLocks noChangeArrowheads="1"/>
                </p:cNvSpPr>
                <p:nvPr/>
              </p:nvSpPr>
              <p:spPr bwMode="auto">
                <a:xfrm>
                  <a:off x="13643" y="4280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2" name="Oval 335"/>
                <p:cNvSpPr>
                  <a:spLocks noChangeArrowheads="1"/>
                </p:cNvSpPr>
                <p:nvPr/>
              </p:nvSpPr>
              <p:spPr bwMode="auto">
                <a:xfrm>
                  <a:off x="13643" y="4364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3" name="Oval 336"/>
                <p:cNvSpPr>
                  <a:spLocks noChangeArrowheads="1"/>
                </p:cNvSpPr>
                <p:nvPr/>
              </p:nvSpPr>
              <p:spPr bwMode="auto">
                <a:xfrm>
                  <a:off x="13643" y="4449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4" name="Oval 337"/>
                <p:cNvSpPr>
                  <a:spLocks noChangeArrowheads="1"/>
                </p:cNvSpPr>
                <p:nvPr/>
              </p:nvSpPr>
              <p:spPr bwMode="auto">
                <a:xfrm>
                  <a:off x="13643" y="453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5" name="Oval 338"/>
                <p:cNvSpPr>
                  <a:spLocks noChangeArrowheads="1"/>
                </p:cNvSpPr>
                <p:nvPr/>
              </p:nvSpPr>
              <p:spPr bwMode="auto">
                <a:xfrm>
                  <a:off x="13643" y="4623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6" name="Oval 339"/>
                <p:cNvSpPr>
                  <a:spLocks noChangeArrowheads="1"/>
                </p:cNvSpPr>
                <p:nvPr/>
              </p:nvSpPr>
              <p:spPr bwMode="auto">
                <a:xfrm>
                  <a:off x="13643" y="4707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7" name="Oval 340"/>
                <p:cNvSpPr>
                  <a:spLocks noChangeArrowheads="1"/>
                </p:cNvSpPr>
                <p:nvPr/>
              </p:nvSpPr>
              <p:spPr bwMode="auto">
                <a:xfrm>
                  <a:off x="13643" y="4792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8" name="Oval 341"/>
                <p:cNvSpPr>
                  <a:spLocks noChangeArrowheads="1"/>
                </p:cNvSpPr>
                <p:nvPr/>
              </p:nvSpPr>
              <p:spPr bwMode="auto">
                <a:xfrm>
                  <a:off x="13643" y="4874"/>
                  <a:ext cx="42" cy="42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9" name="Oval 342"/>
                <p:cNvSpPr>
                  <a:spLocks noChangeArrowheads="1"/>
                </p:cNvSpPr>
                <p:nvPr/>
              </p:nvSpPr>
              <p:spPr bwMode="auto">
                <a:xfrm>
                  <a:off x="13643" y="4958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" name="Oval 343"/>
                <p:cNvSpPr>
                  <a:spLocks noChangeArrowheads="1"/>
                </p:cNvSpPr>
                <p:nvPr/>
              </p:nvSpPr>
              <p:spPr bwMode="auto">
                <a:xfrm>
                  <a:off x="13643" y="5043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1" name="Oval 344"/>
                <p:cNvSpPr>
                  <a:spLocks noChangeArrowheads="1"/>
                </p:cNvSpPr>
                <p:nvPr/>
              </p:nvSpPr>
              <p:spPr bwMode="auto">
                <a:xfrm>
                  <a:off x="13643" y="5127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" name="Oval 345"/>
                <p:cNvSpPr>
                  <a:spLocks noChangeArrowheads="1"/>
                </p:cNvSpPr>
                <p:nvPr/>
              </p:nvSpPr>
              <p:spPr bwMode="auto">
                <a:xfrm>
                  <a:off x="13643" y="5212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3" name="Oval 346"/>
                <p:cNvSpPr>
                  <a:spLocks noChangeArrowheads="1"/>
                </p:cNvSpPr>
                <p:nvPr/>
              </p:nvSpPr>
              <p:spPr bwMode="auto">
                <a:xfrm>
                  <a:off x="13643" y="5296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4" name="Oval 347"/>
                <p:cNvSpPr>
                  <a:spLocks noChangeArrowheads="1"/>
                </p:cNvSpPr>
                <p:nvPr/>
              </p:nvSpPr>
              <p:spPr bwMode="auto">
                <a:xfrm>
                  <a:off x="13643" y="5381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5" name="Oval 348"/>
                <p:cNvSpPr>
                  <a:spLocks noChangeArrowheads="1"/>
                </p:cNvSpPr>
                <p:nvPr/>
              </p:nvSpPr>
              <p:spPr bwMode="auto">
                <a:xfrm>
                  <a:off x="13643" y="5463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" name="Oval 349"/>
                <p:cNvSpPr>
                  <a:spLocks noChangeArrowheads="1"/>
                </p:cNvSpPr>
                <p:nvPr/>
              </p:nvSpPr>
              <p:spPr bwMode="auto">
                <a:xfrm>
                  <a:off x="13643" y="5547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7" name="Oval 350"/>
                <p:cNvSpPr>
                  <a:spLocks noChangeArrowheads="1"/>
                </p:cNvSpPr>
                <p:nvPr/>
              </p:nvSpPr>
              <p:spPr bwMode="auto">
                <a:xfrm>
                  <a:off x="13643" y="5632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" name="Oval 351"/>
                <p:cNvSpPr>
                  <a:spLocks noChangeArrowheads="1"/>
                </p:cNvSpPr>
                <p:nvPr/>
              </p:nvSpPr>
              <p:spPr bwMode="auto">
                <a:xfrm>
                  <a:off x="13643" y="5716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9" name="Oval 352"/>
                <p:cNvSpPr>
                  <a:spLocks noChangeArrowheads="1"/>
                </p:cNvSpPr>
                <p:nvPr/>
              </p:nvSpPr>
              <p:spPr bwMode="auto">
                <a:xfrm>
                  <a:off x="13643" y="580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0" name="Oval 353"/>
                <p:cNvSpPr>
                  <a:spLocks noChangeArrowheads="1"/>
                </p:cNvSpPr>
                <p:nvPr/>
              </p:nvSpPr>
              <p:spPr bwMode="auto">
                <a:xfrm>
                  <a:off x="13643" y="5885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1" name="Oval 354"/>
                <p:cNvSpPr>
                  <a:spLocks noChangeArrowheads="1"/>
                </p:cNvSpPr>
                <p:nvPr/>
              </p:nvSpPr>
              <p:spPr bwMode="auto">
                <a:xfrm>
                  <a:off x="13643" y="5970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2" name="Oval 355"/>
                <p:cNvSpPr>
                  <a:spLocks noChangeArrowheads="1"/>
                </p:cNvSpPr>
                <p:nvPr/>
              </p:nvSpPr>
              <p:spPr bwMode="auto">
                <a:xfrm>
                  <a:off x="13643" y="6053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3" name="Oval 356"/>
                <p:cNvSpPr>
                  <a:spLocks noChangeArrowheads="1"/>
                </p:cNvSpPr>
                <p:nvPr/>
              </p:nvSpPr>
              <p:spPr bwMode="auto">
                <a:xfrm>
                  <a:off x="13643" y="6137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4" name="Oval 357"/>
                <p:cNvSpPr>
                  <a:spLocks noChangeArrowheads="1"/>
                </p:cNvSpPr>
                <p:nvPr/>
              </p:nvSpPr>
              <p:spPr bwMode="auto">
                <a:xfrm>
                  <a:off x="13643" y="6222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" name="Oval 358"/>
                <p:cNvSpPr>
                  <a:spLocks noChangeArrowheads="1"/>
                </p:cNvSpPr>
                <p:nvPr/>
              </p:nvSpPr>
              <p:spPr bwMode="auto">
                <a:xfrm>
                  <a:off x="13643" y="6306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6" name="Oval 359"/>
                <p:cNvSpPr>
                  <a:spLocks noChangeArrowheads="1"/>
                </p:cNvSpPr>
                <p:nvPr/>
              </p:nvSpPr>
              <p:spPr bwMode="auto">
                <a:xfrm>
                  <a:off x="13643" y="639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7" name="Oval 360"/>
                <p:cNvSpPr>
                  <a:spLocks noChangeArrowheads="1"/>
                </p:cNvSpPr>
                <p:nvPr/>
              </p:nvSpPr>
              <p:spPr bwMode="auto">
                <a:xfrm>
                  <a:off x="13643" y="6475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8" name="Oval 361"/>
                <p:cNvSpPr>
                  <a:spLocks noChangeArrowheads="1"/>
                </p:cNvSpPr>
                <p:nvPr/>
              </p:nvSpPr>
              <p:spPr bwMode="auto">
                <a:xfrm>
                  <a:off x="13643" y="6557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9" name="Freeform 362"/>
                <p:cNvSpPr/>
                <p:nvPr/>
              </p:nvSpPr>
              <p:spPr bwMode="auto">
                <a:xfrm>
                  <a:off x="13638" y="6642"/>
                  <a:ext cx="46" cy="46"/>
                </a:xfrm>
                <a:custGeom>
                  <a:avLst/>
                  <a:gdLst>
                    <a:gd name="T0" fmla="*/ 4 w 7"/>
                    <a:gd name="T1" fmla="*/ 7 h 7"/>
                    <a:gd name="T2" fmla="*/ 0 w 7"/>
                    <a:gd name="T3" fmla="*/ 3 h 7"/>
                    <a:gd name="T4" fmla="*/ 4 w 7"/>
                    <a:gd name="T5" fmla="*/ 0 h 7"/>
                    <a:gd name="T6" fmla="*/ 7 w 7"/>
                    <a:gd name="T7" fmla="*/ 3 h 7"/>
                    <a:gd name="T8" fmla="*/ 4 w 7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4" y="7"/>
                      </a:moveTo>
                      <a:cubicBezTo>
                        <a:pt x="2" y="6"/>
                        <a:pt x="0" y="5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6" y="0"/>
                        <a:pt x="7" y="1"/>
                        <a:pt x="7" y="3"/>
                      </a:cubicBezTo>
                      <a:cubicBezTo>
                        <a:pt x="7" y="6"/>
                        <a:pt x="5" y="7"/>
                        <a:pt x="4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0" name="Freeform 363"/>
                <p:cNvSpPr/>
                <p:nvPr/>
              </p:nvSpPr>
              <p:spPr bwMode="auto">
                <a:xfrm>
                  <a:off x="13623" y="6719"/>
                  <a:ext cx="46" cy="53"/>
                </a:xfrm>
                <a:custGeom>
                  <a:avLst/>
                  <a:gdLst>
                    <a:gd name="T0" fmla="*/ 2 w 7"/>
                    <a:gd name="T1" fmla="*/ 7 h 8"/>
                    <a:gd name="T2" fmla="*/ 0 w 7"/>
                    <a:gd name="T3" fmla="*/ 3 h 8"/>
                    <a:gd name="T4" fmla="*/ 4 w 7"/>
                    <a:gd name="T5" fmla="*/ 1 h 8"/>
                    <a:gd name="T6" fmla="*/ 7 w 7"/>
                    <a:gd name="T7" fmla="*/ 5 h 8"/>
                    <a:gd name="T8" fmla="*/ 2 w 7"/>
                    <a:gd name="T9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8">
                      <a:moveTo>
                        <a:pt x="2" y="7"/>
                      </a:moveTo>
                      <a:cubicBezTo>
                        <a:pt x="0" y="6"/>
                        <a:pt x="0" y="4"/>
                        <a:pt x="0" y="3"/>
                      </a:cubicBezTo>
                      <a:cubicBezTo>
                        <a:pt x="1" y="1"/>
                        <a:pt x="2" y="0"/>
                        <a:pt x="4" y="1"/>
                      </a:cubicBezTo>
                      <a:cubicBezTo>
                        <a:pt x="6" y="1"/>
                        <a:pt x="7" y="3"/>
                        <a:pt x="7" y="5"/>
                      </a:cubicBezTo>
                      <a:cubicBezTo>
                        <a:pt x="6" y="7"/>
                        <a:pt x="4" y="8"/>
                        <a:pt x="2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1" name="Freeform 364"/>
                <p:cNvSpPr/>
                <p:nvPr/>
              </p:nvSpPr>
              <p:spPr bwMode="auto">
                <a:xfrm>
                  <a:off x="13580" y="6798"/>
                  <a:ext cx="51" cy="43"/>
                </a:xfrm>
                <a:custGeom>
                  <a:avLst/>
                  <a:gdLst>
                    <a:gd name="T0" fmla="*/ 2 w 8"/>
                    <a:gd name="T1" fmla="*/ 6 h 7"/>
                    <a:gd name="T2" fmla="*/ 1 w 8"/>
                    <a:gd name="T3" fmla="*/ 1 h 7"/>
                    <a:gd name="T4" fmla="*/ 6 w 8"/>
                    <a:gd name="T5" fmla="*/ 1 h 7"/>
                    <a:gd name="T6" fmla="*/ 7 w 8"/>
                    <a:gd name="T7" fmla="*/ 5 h 7"/>
                    <a:gd name="T8" fmla="*/ 2 w 8"/>
                    <a:gd name="T9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2" y="6"/>
                      </a:moveTo>
                      <a:cubicBezTo>
                        <a:pt x="1" y="5"/>
                        <a:pt x="0" y="3"/>
                        <a:pt x="1" y="1"/>
                      </a:cubicBezTo>
                      <a:cubicBezTo>
                        <a:pt x="3" y="0"/>
                        <a:pt x="5" y="0"/>
                        <a:pt x="6" y="1"/>
                      </a:cubicBezTo>
                      <a:cubicBezTo>
                        <a:pt x="8" y="2"/>
                        <a:pt x="8" y="4"/>
                        <a:pt x="7" y="5"/>
                      </a:cubicBezTo>
                      <a:cubicBezTo>
                        <a:pt x="6" y="7"/>
                        <a:pt x="4" y="7"/>
                        <a:pt x="2" y="6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2" name="Freeform 365"/>
                <p:cNvSpPr/>
                <p:nvPr/>
              </p:nvSpPr>
              <p:spPr bwMode="auto">
                <a:xfrm>
                  <a:off x="13522" y="6856"/>
                  <a:ext cx="51" cy="51"/>
                </a:xfrm>
                <a:custGeom>
                  <a:avLst/>
                  <a:gdLst>
                    <a:gd name="T0" fmla="*/ 1 w 8"/>
                    <a:gd name="T1" fmla="*/ 6 h 8"/>
                    <a:gd name="T2" fmla="*/ 2 w 8"/>
                    <a:gd name="T3" fmla="*/ 1 h 8"/>
                    <a:gd name="T4" fmla="*/ 7 w 8"/>
                    <a:gd name="T5" fmla="*/ 2 h 8"/>
                    <a:gd name="T6" fmla="*/ 6 w 8"/>
                    <a:gd name="T7" fmla="*/ 6 h 8"/>
                    <a:gd name="T8" fmla="*/ 1 w 8"/>
                    <a:gd name="T9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1" y="6"/>
                      </a:moveTo>
                      <a:cubicBezTo>
                        <a:pt x="0" y="4"/>
                        <a:pt x="1" y="2"/>
                        <a:pt x="2" y="1"/>
                      </a:cubicBezTo>
                      <a:cubicBezTo>
                        <a:pt x="4" y="0"/>
                        <a:pt x="6" y="0"/>
                        <a:pt x="7" y="2"/>
                      </a:cubicBezTo>
                      <a:cubicBezTo>
                        <a:pt x="8" y="3"/>
                        <a:pt x="8" y="5"/>
                        <a:pt x="6" y="6"/>
                      </a:cubicBezTo>
                      <a:cubicBezTo>
                        <a:pt x="5" y="8"/>
                        <a:pt x="2" y="7"/>
                        <a:pt x="1" y="6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3" name="Freeform 366"/>
                <p:cNvSpPr/>
                <p:nvPr/>
              </p:nvSpPr>
              <p:spPr bwMode="auto">
                <a:xfrm>
                  <a:off x="13449" y="6895"/>
                  <a:ext cx="53" cy="51"/>
                </a:xfrm>
                <a:custGeom>
                  <a:avLst/>
                  <a:gdLst>
                    <a:gd name="T0" fmla="*/ 1 w 8"/>
                    <a:gd name="T1" fmla="*/ 5 h 8"/>
                    <a:gd name="T2" fmla="*/ 3 w 8"/>
                    <a:gd name="T3" fmla="*/ 1 h 8"/>
                    <a:gd name="T4" fmla="*/ 7 w 8"/>
                    <a:gd name="T5" fmla="*/ 3 h 8"/>
                    <a:gd name="T6" fmla="*/ 5 w 8"/>
                    <a:gd name="T7" fmla="*/ 7 h 8"/>
                    <a:gd name="T8" fmla="*/ 1 w 8"/>
                    <a:gd name="T9" fmla="*/ 5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1" y="5"/>
                      </a:moveTo>
                      <a:cubicBezTo>
                        <a:pt x="0" y="3"/>
                        <a:pt x="1" y="1"/>
                        <a:pt x="3" y="1"/>
                      </a:cubicBezTo>
                      <a:cubicBezTo>
                        <a:pt x="4" y="0"/>
                        <a:pt x="6" y="1"/>
                        <a:pt x="7" y="3"/>
                      </a:cubicBezTo>
                      <a:cubicBezTo>
                        <a:pt x="8" y="4"/>
                        <a:pt x="7" y="7"/>
                        <a:pt x="5" y="7"/>
                      </a:cubicBezTo>
                      <a:cubicBezTo>
                        <a:pt x="3" y="8"/>
                        <a:pt x="1" y="7"/>
                        <a:pt x="1" y="5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4" name="Freeform 367"/>
                <p:cNvSpPr/>
                <p:nvPr/>
              </p:nvSpPr>
              <p:spPr bwMode="auto">
                <a:xfrm>
                  <a:off x="13372" y="6914"/>
                  <a:ext cx="46" cy="46"/>
                </a:xfrm>
                <a:custGeom>
                  <a:avLst/>
                  <a:gdLst>
                    <a:gd name="T0" fmla="*/ 0 w 7"/>
                    <a:gd name="T1" fmla="*/ 4 h 7"/>
                    <a:gd name="T2" fmla="*/ 3 w 7"/>
                    <a:gd name="T3" fmla="*/ 1 h 7"/>
                    <a:gd name="T4" fmla="*/ 7 w 7"/>
                    <a:gd name="T5" fmla="*/ 4 h 7"/>
                    <a:gd name="T6" fmla="*/ 4 w 7"/>
                    <a:gd name="T7" fmla="*/ 7 h 7"/>
                    <a:gd name="T8" fmla="*/ 0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0" y="4"/>
                      </a:moveTo>
                      <a:cubicBezTo>
                        <a:pt x="0" y="2"/>
                        <a:pt x="1" y="1"/>
                        <a:pt x="3" y="1"/>
                      </a:cubicBezTo>
                      <a:cubicBezTo>
                        <a:pt x="5" y="0"/>
                        <a:pt x="6" y="2"/>
                        <a:pt x="7" y="4"/>
                      </a:cubicBezTo>
                      <a:cubicBezTo>
                        <a:pt x="7" y="5"/>
                        <a:pt x="6" y="7"/>
                        <a:pt x="4" y="7"/>
                      </a:cubicBezTo>
                      <a:cubicBezTo>
                        <a:pt x="1" y="7"/>
                        <a:pt x="0" y="6"/>
                        <a:pt x="0" y="4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5" name="Oval 368"/>
                <p:cNvSpPr>
                  <a:spLocks noChangeArrowheads="1"/>
                </p:cNvSpPr>
                <p:nvPr/>
              </p:nvSpPr>
              <p:spPr bwMode="auto">
                <a:xfrm>
                  <a:off x="13290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6" name="Oval 369"/>
                <p:cNvSpPr>
                  <a:spLocks noChangeArrowheads="1"/>
                </p:cNvSpPr>
                <p:nvPr/>
              </p:nvSpPr>
              <p:spPr bwMode="auto">
                <a:xfrm>
                  <a:off x="13206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7" name="Rectangle 370"/>
                <p:cNvSpPr>
                  <a:spLocks noChangeArrowheads="1"/>
                </p:cNvSpPr>
                <p:nvPr/>
              </p:nvSpPr>
              <p:spPr bwMode="auto">
                <a:xfrm>
                  <a:off x="12781" y="6999"/>
                  <a:ext cx="58" cy="66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8" name="Rectangle 371"/>
                <p:cNvSpPr>
                  <a:spLocks noChangeArrowheads="1"/>
                </p:cNvSpPr>
                <p:nvPr/>
              </p:nvSpPr>
              <p:spPr bwMode="auto">
                <a:xfrm>
                  <a:off x="12870" y="6922"/>
                  <a:ext cx="58" cy="143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9" name="Rectangle 372"/>
                <p:cNvSpPr>
                  <a:spLocks noChangeArrowheads="1"/>
                </p:cNvSpPr>
                <p:nvPr/>
              </p:nvSpPr>
              <p:spPr bwMode="auto">
                <a:xfrm>
                  <a:off x="12960" y="6876"/>
                  <a:ext cx="58" cy="188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0" name="Freeform 373"/>
                <p:cNvSpPr>
                  <a:spLocks noEditPoints="1"/>
                </p:cNvSpPr>
                <p:nvPr/>
              </p:nvSpPr>
              <p:spPr bwMode="auto">
                <a:xfrm>
                  <a:off x="12677" y="6740"/>
                  <a:ext cx="457" cy="467"/>
                </a:xfrm>
                <a:custGeom>
                  <a:avLst/>
                  <a:gdLst>
                    <a:gd name="T0" fmla="*/ 35 w 69"/>
                    <a:gd name="T1" fmla="*/ 70 h 70"/>
                    <a:gd name="T2" fmla="*/ 0 w 69"/>
                    <a:gd name="T3" fmla="*/ 35 h 70"/>
                    <a:gd name="T4" fmla="*/ 35 w 69"/>
                    <a:gd name="T5" fmla="*/ 0 h 70"/>
                    <a:gd name="T6" fmla="*/ 69 w 69"/>
                    <a:gd name="T7" fmla="*/ 35 h 70"/>
                    <a:gd name="T8" fmla="*/ 35 w 69"/>
                    <a:gd name="T9" fmla="*/ 70 h 70"/>
                    <a:gd name="T10" fmla="*/ 35 w 69"/>
                    <a:gd name="T11" fmla="*/ 6 h 70"/>
                    <a:gd name="T12" fmla="*/ 6 w 69"/>
                    <a:gd name="T13" fmla="*/ 35 h 70"/>
                    <a:gd name="T14" fmla="*/ 35 w 69"/>
                    <a:gd name="T15" fmla="*/ 64 h 70"/>
                    <a:gd name="T16" fmla="*/ 63 w 69"/>
                    <a:gd name="T17" fmla="*/ 35 h 70"/>
                    <a:gd name="T18" fmla="*/ 35 w 69"/>
                    <a:gd name="T19" fmla="*/ 6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9" h="70">
                      <a:moveTo>
                        <a:pt x="35" y="70"/>
                      </a:moveTo>
                      <a:cubicBezTo>
                        <a:pt x="16" y="70"/>
                        <a:pt x="0" y="54"/>
                        <a:pt x="0" y="35"/>
                      </a:cubicBezTo>
                      <a:cubicBezTo>
                        <a:pt x="0" y="16"/>
                        <a:pt x="16" y="0"/>
                        <a:pt x="35" y="0"/>
                      </a:cubicBezTo>
                      <a:cubicBezTo>
                        <a:pt x="54" y="0"/>
                        <a:pt x="69" y="16"/>
                        <a:pt x="69" y="35"/>
                      </a:cubicBezTo>
                      <a:cubicBezTo>
                        <a:pt x="69" y="54"/>
                        <a:pt x="54" y="70"/>
                        <a:pt x="35" y="70"/>
                      </a:cubicBezTo>
                      <a:close/>
                      <a:moveTo>
                        <a:pt x="35" y="6"/>
                      </a:moveTo>
                      <a:cubicBezTo>
                        <a:pt x="19" y="6"/>
                        <a:pt x="6" y="19"/>
                        <a:pt x="6" y="35"/>
                      </a:cubicBezTo>
                      <a:cubicBezTo>
                        <a:pt x="6" y="51"/>
                        <a:pt x="19" y="64"/>
                        <a:pt x="35" y="64"/>
                      </a:cubicBezTo>
                      <a:cubicBezTo>
                        <a:pt x="50" y="64"/>
                        <a:pt x="63" y="51"/>
                        <a:pt x="63" y="35"/>
                      </a:cubicBezTo>
                      <a:cubicBezTo>
                        <a:pt x="63" y="19"/>
                        <a:pt x="50" y="6"/>
                        <a:pt x="35" y="6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75" name="文本框 74"/>
              <p:cNvSpPr txBox="1"/>
              <p:nvPr/>
            </p:nvSpPr>
            <p:spPr>
              <a:xfrm>
                <a:off x="5685" y="4792"/>
                <a:ext cx="2729" cy="744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fontAlgn="auto">
                  <a:lnSpc>
                    <a:spcPts val="34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>
                    <a:solidFill>
                      <a:schemeClr val="accent4">
                        <a:lumMod val="10000"/>
                      </a:schemeClr>
                    </a:solidFill>
                    <a:latin typeface="汉仪中黑简" panose="02010600000101010101" charset="-122"/>
                    <a:ea typeface="汉仪中黑简" panose="02010600000101010101" charset="-122"/>
                    <a:cs typeface="汉仪中黑简" panose="02010600000101010101" charset="-122"/>
                    <a:sym typeface="+mn-ea"/>
                  </a:rPr>
                  <a:t>E.g. Calculte the integral of function f along the side surface of a cylinder with radius of 1, and height of h, where                </a:t>
                </a:r>
                <a:r>
                  <a:rPr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中黑简" panose="02010600000101010101" charset="-122"/>
                    <a:ea typeface="汉仪中黑简" panose="02010600000101010101" charset="-122"/>
                    <a:cs typeface="汉仪中黑简" panose="02010600000101010101" charset="-122"/>
                    <a:sym typeface="+mn-ea"/>
                  </a:rPr>
                  <a:t>。</a:t>
                </a:r>
              </a:p>
            </p:txBody>
          </p:sp>
        </p:grpSp>
        <p:graphicFrame>
          <p:nvGraphicFramePr>
            <p:cNvPr id="14" name="对象 13"/>
            <p:cNvGraphicFramePr/>
            <p:nvPr/>
          </p:nvGraphicFramePr>
          <p:xfrm>
            <a:off x="2856" y="9218"/>
            <a:ext cx="3522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440180" imgH="705485" progId="Equation.DSMT4">
                    <p:embed/>
                  </p:oleObj>
                </mc:Choice>
                <mc:Fallback>
                  <p:oleObj r:id="rId11" imgW="1440180" imgH="705485" progId="Equation.DSMT4">
                    <p:embed/>
                    <p:pic>
                      <p:nvPicPr>
                        <p:cNvPr id="14" name="对象 1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856" y="9218"/>
                          <a:ext cx="3522" cy="6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球坐标系2"/>
          <p:cNvPicPr>
            <a:picLocks noGrp="1" noChangeAspect="1"/>
          </p:cNvPicPr>
          <p:nvPr>
            <p:ph sz="half" idx="1" hasCustomPrompt="1"/>
          </p:nvPr>
        </p:nvPicPr>
        <p:blipFill>
          <a:blip r:embed="rId2"/>
          <a:srcRect/>
          <a:stretch>
            <a:fillRect/>
          </a:stretch>
        </p:blipFill>
        <p:spPr>
          <a:xfrm>
            <a:off x="6010275" y="476250"/>
            <a:ext cx="3095625" cy="2862263"/>
          </a:xfrm>
          <a:ln>
            <a:solidFill>
              <a:srgbClr val="DA0000">
                <a:alpha val="100000"/>
              </a:srgbClr>
            </a:solidFill>
            <a:miter lim="800000"/>
            <a:headEnd/>
            <a:tailEnd/>
          </a:ln>
        </p:spPr>
      </p:pic>
      <p:pic>
        <p:nvPicPr>
          <p:cNvPr id="17411" name="Picture 3" descr="球坐标系的体积元"/>
          <p:cNvPicPr>
            <a:picLocks noGrp="1" noChangeAspect="1"/>
          </p:cNvPicPr>
          <p:nvPr>
            <p:ph sz="half" idx="2" hasCustomPrompt="1"/>
          </p:nvPr>
        </p:nvPicPr>
        <p:blipFill>
          <a:blip r:embed="rId3"/>
          <a:srcRect/>
          <a:stretch>
            <a:fillRect/>
          </a:stretch>
        </p:blipFill>
        <p:spPr>
          <a:xfrm>
            <a:off x="6013450" y="3429000"/>
            <a:ext cx="3095625" cy="2976563"/>
          </a:xfrm>
          <a:ln>
            <a:solidFill>
              <a:srgbClr val="DA0000">
                <a:alpha val="100000"/>
              </a:srgbClr>
            </a:solidFill>
            <a:miter lim="800000"/>
            <a:headEnd/>
            <a:tailEnd/>
          </a:ln>
        </p:spPr>
      </p:pic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205038" y="3860800"/>
          <a:ext cx="308768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93875" imgH="161925" progId="Equation.DSMT4">
                  <p:embed/>
                </p:oleObj>
              </mc:Choice>
              <mc:Fallback>
                <p:oleObj r:id="rId4" imgW="1793875" imgH="161925" progId="Equation.DSMT4">
                  <p:embed/>
                  <p:pic>
                    <p:nvPicPr>
                      <p:cNvPr id="26628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05038" y="3860800"/>
                        <a:ext cx="3087687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2212975" y="4437063"/>
          <a:ext cx="31511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33525" imgH="161925" progId="Equation.DSMT4">
                  <p:embed/>
                </p:oleObj>
              </mc:Choice>
              <mc:Fallback>
                <p:oleObj r:id="rId6" imgW="1533525" imgH="161925" progId="Equation.DSMT4">
                  <p:embed/>
                  <p:pic>
                    <p:nvPicPr>
                      <p:cNvPr id="26629" name="Object 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12975" y="4437063"/>
                        <a:ext cx="3151188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201863" y="5013325"/>
          <a:ext cx="28019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75740" imgH="161925" progId="Equation.DSMT4">
                  <p:embed/>
                </p:oleObj>
              </mc:Choice>
              <mc:Fallback>
                <p:oleObj r:id="rId8" imgW="1475740" imgH="161925" progId="Equation.DSMT4">
                  <p:embed/>
                  <p:pic>
                    <p:nvPicPr>
                      <p:cNvPr id="26630" name="Object 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01863" y="5013325"/>
                        <a:ext cx="2801937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/>
          <p:nvPr/>
        </p:nvSpPr>
        <p:spPr>
          <a:xfrm>
            <a:off x="395288" y="476250"/>
            <a:ext cx="49688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3.  Spherical Coordinates</a:t>
            </a:r>
          </a:p>
        </p:txBody>
      </p:sp>
      <p:sp>
        <p:nvSpPr>
          <p:cNvPr id="17416" name="Rectangle 8"/>
          <p:cNvSpPr/>
          <p:nvPr/>
        </p:nvSpPr>
        <p:spPr>
          <a:xfrm>
            <a:off x="6516688" y="2997200"/>
            <a:ext cx="2160587" cy="2873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ctr" eaLnBrk="1" hangingPunct="1">
              <a:buClrTx/>
              <a:buSzTx/>
              <a:buFontTx/>
              <a:buNone/>
            </a:pPr>
            <a:endParaRPr lang="zh-CN" altLang="zh-CN" sz="1400" b="1">
              <a:ea typeface="楷体_GB2312" pitchFamily="49" charset="-122"/>
            </a:endParaRPr>
          </a:p>
        </p:txBody>
      </p:sp>
      <p:sp>
        <p:nvSpPr>
          <p:cNvPr id="17417" name="Rectangle 9"/>
          <p:cNvSpPr/>
          <p:nvPr/>
        </p:nvSpPr>
        <p:spPr>
          <a:xfrm>
            <a:off x="6010275" y="6126163"/>
            <a:ext cx="3097213" cy="360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ctr" eaLnBrk="1" hangingPunct="1">
              <a:buClrTx/>
              <a:buSzTx/>
              <a:buFontTx/>
              <a:buNone/>
            </a:pPr>
            <a:endParaRPr lang="zh-CN" altLang="zh-CN" sz="1400" b="1">
              <a:ea typeface="楷体_GB2312" pitchFamily="49" charset="-122"/>
            </a:endParaRPr>
          </a:p>
        </p:txBody>
      </p:sp>
      <p:grpSp>
        <p:nvGrpSpPr>
          <p:cNvPr id="26634" name="Group 10"/>
          <p:cNvGrpSpPr/>
          <p:nvPr/>
        </p:nvGrpSpPr>
        <p:grpSpPr>
          <a:xfrm>
            <a:off x="250825" y="1076325"/>
            <a:ext cx="3168650" cy="552450"/>
            <a:chOff x="204" y="807"/>
            <a:chExt cx="1996" cy="348"/>
          </a:xfrm>
        </p:grpSpPr>
        <p:graphicFrame>
          <p:nvGraphicFramePr>
            <p:cNvPr id="17434" name="Object 11"/>
            <p:cNvGraphicFramePr>
              <a:graphicFrameLocks noChangeAspect="1"/>
            </p:cNvGraphicFramePr>
            <p:nvPr/>
          </p:nvGraphicFramePr>
          <p:xfrm>
            <a:off x="1519" y="871"/>
            <a:ext cx="681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66065" imgH="92710" progId="Equation.DSMT4">
                    <p:embed/>
                  </p:oleObj>
                </mc:Choice>
                <mc:Fallback>
                  <p:oleObj r:id="rId10" imgW="266065" imgH="92710" progId="Equation.DSMT4">
                    <p:embed/>
                    <p:pic>
                      <p:nvPicPr>
                        <p:cNvPr id="17434" name="Object 11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871"/>
                          <a:ext cx="681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5" name="Text Box 12"/>
            <p:cNvSpPr txBox="1"/>
            <p:nvPr/>
          </p:nvSpPr>
          <p:spPr>
            <a:xfrm>
              <a:off x="204" y="807"/>
              <a:ext cx="12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Variable</a:t>
              </a:r>
            </a:p>
          </p:txBody>
        </p:sp>
      </p:grpSp>
      <p:grpSp>
        <p:nvGrpSpPr>
          <p:cNvPr id="26637" name="Group 13"/>
          <p:cNvGrpSpPr/>
          <p:nvPr/>
        </p:nvGrpSpPr>
        <p:grpSpPr>
          <a:xfrm>
            <a:off x="250825" y="1628775"/>
            <a:ext cx="3311525" cy="568325"/>
            <a:chOff x="204" y="1162"/>
            <a:chExt cx="2086" cy="358"/>
          </a:xfrm>
        </p:grpSpPr>
        <p:graphicFrame>
          <p:nvGraphicFramePr>
            <p:cNvPr id="17432" name="Object 14"/>
            <p:cNvGraphicFramePr>
              <a:graphicFrameLocks noChangeAspect="1"/>
            </p:cNvGraphicFramePr>
            <p:nvPr/>
          </p:nvGraphicFramePr>
          <p:xfrm>
            <a:off x="1519" y="1162"/>
            <a:ext cx="771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87985" imgH="127635" progId="Equation.DSMT4">
                    <p:embed/>
                  </p:oleObj>
                </mc:Choice>
                <mc:Fallback>
                  <p:oleObj r:id="rId12" imgW="387985" imgH="127635" progId="Equation.DSMT4">
                    <p:embed/>
                    <p:pic>
                      <p:nvPicPr>
                        <p:cNvPr id="17432" name="Object 1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1162"/>
                          <a:ext cx="771" cy="3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3" name="Text Box 15"/>
            <p:cNvSpPr txBox="1"/>
            <p:nvPr/>
          </p:nvSpPr>
          <p:spPr>
            <a:xfrm>
              <a:off x="204" y="1184"/>
              <a:ext cx="1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Unit vector</a:t>
              </a:r>
            </a:p>
          </p:txBody>
        </p:sp>
      </p:grpSp>
      <p:grpSp>
        <p:nvGrpSpPr>
          <p:cNvPr id="26640" name="Group 16"/>
          <p:cNvGrpSpPr/>
          <p:nvPr/>
        </p:nvGrpSpPr>
        <p:grpSpPr>
          <a:xfrm>
            <a:off x="250825" y="2349500"/>
            <a:ext cx="2943225" cy="490538"/>
            <a:chOff x="206" y="1578"/>
            <a:chExt cx="1854" cy="309"/>
          </a:xfrm>
        </p:grpSpPr>
        <p:graphicFrame>
          <p:nvGraphicFramePr>
            <p:cNvPr id="17430" name="Object 17"/>
            <p:cNvGraphicFramePr>
              <a:graphicFrameLocks noChangeAspect="1"/>
            </p:cNvGraphicFramePr>
            <p:nvPr/>
          </p:nvGraphicFramePr>
          <p:xfrm>
            <a:off x="1473" y="1616"/>
            <a:ext cx="5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29565" imgH="109855" progId="Equation.DSMT4">
                    <p:embed/>
                  </p:oleObj>
                </mc:Choice>
                <mc:Fallback>
                  <p:oleObj r:id="rId14" imgW="329565" imgH="109855" progId="Equation.DSMT4">
                    <p:embed/>
                    <p:pic>
                      <p:nvPicPr>
                        <p:cNvPr id="17430" name="Object 17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73" y="1616"/>
                          <a:ext cx="587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1" name="Text Box 18"/>
            <p:cNvSpPr txBox="1"/>
            <p:nvPr/>
          </p:nvSpPr>
          <p:spPr>
            <a:xfrm>
              <a:off x="206" y="1578"/>
              <a:ext cx="11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Position</a:t>
              </a:r>
            </a:p>
          </p:txBody>
        </p:sp>
      </p:grpSp>
      <p:grpSp>
        <p:nvGrpSpPr>
          <p:cNvPr id="26643" name="Group 19"/>
          <p:cNvGrpSpPr/>
          <p:nvPr/>
        </p:nvGrpSpPr>
        <p:grpSpPr>
          <a:xfrm>
            <a:off x="250825" y="2997200"/>
            <a:ext cx="5675313" cy="557213"/>
            <a:chOff x="212" y="1964"/>
            <a:chExt cx="3575" cy="351"/>
          </a:xfrm>
        </p:grpSpPr>
        <p:graphicFrame>
          <p:nvGraphicFramePr>
            <p:cNvPr id="17428" name="Object 20">
              <a:hlinkClick r:id="" action="ppaction://hlinkshowjump?jump=nextslide"/>
            </p:cNvPr>
            <p:cNvGraphicFramePr>
              <a:graphicFrameLocks noChangeAspect="1"/>
            </p:cNvGraphicFramePr>
            <p:nvPr/>
          </p:nvGraphicFramePr>
          <p:xfrm>
            <a:off x="1429" y="1982"/>
            <a:ext cx="235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85595" imgH="161925" progId="Equation.DSMT4">
                    <p:embed/>
                  </p:oleObj>
                </mc:Choice>
                <mc:Fallback>
                  <p:oleObj r:id="rId16" imgW="1585595" imgH="161925" progId="Equation.DSMT4">
                    <p:embed/>
                    <p:pic>
                      <p:nvPicPr>
                        <p:cNvPr id="17428" name="Object 20">
                          <a:hlinkClick r:id="" action="ppaction://hlinkshowjump?jump=nextslide"/>
                        </p:cNvPr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29" y="1982"/>
                          <a:ext cx="2358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9" name="Text Box 21"/>
            <p:cNvSpPr txBox="1"/>
            <p:nvPr/>
          </p:nvSpPr>
          <p:spPr>
            <a:xfrm>
              <a:off x="212" y="1964"/>
              <a:ext cx="11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Line element</a:t>
              </a:r>
            </a:p>
          </p:txBody>
        </p:sp>
      </p:grpSp>
      <p:grpSp>
        <p:nvGrpSpPr>
          <p:cNvPr id="26646" name="Group 22"/>
          <p:cNvGrpSpPr/>
          <p:nvPr/>
        </p:nvGrpSpPr>
        <p:grpSpPr>
          <a:xfrm>
            <a:off x="296863" y="5589588"/>
            <a:ext cx="4562475" cy="822325"/>
            <a:chOff x="232" y="3505"/>
            <a:chExt cx="2874" cy="518"/>
          </a:xfrm>
        </p:grpSpPr>
        <p:graphicFrame>
          <p:nvGraphicFramePr>
            <p:cNvPr id="17426" name="Object 23"/>
            <p:cNvGraphicFramePr>
              <a:graphicFrameLocks noChangeAspect="1"/>
            </p:cNvGraphicFramePr>
            <p:nvPr/>
          </p:nvGraphicFramePr>
          <p:xfrm>
            <a:off x="1434" y="3533"/>
            <a:ext cx="167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198245" imgH="127635" progId="Equation.DSMT4">
                    <p:embed/>
                  </p:oleObj>
                </mc:Choice>
                <mc:Fallback>
                  <p:oleObj r:id="rId18" imgW="1198245" imgH="127635" progId="Equation.DSMT4">
                    <p:embed/>
                    <p:pic>
                      <p:nvPicPr>
                        <p:cNvPr id="17426" name="Object 23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34" y="3533"/>
                          <a:ext cx="1672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7" name="Text Box 24"/>
            <p:cNvSpPr txBox="1"/>
            <p:nvPr/>
          </p:nvSpPr>
          <p:spPr>
            <a:xfrm>
              <a:off x="232" y="3505"/>
              <a:ext cx="113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Volume element</a:t>
              </a:r>
            </a:p>
          </p:txBody>
        </p:sp>
      </p:grpSp>
      <p:sp>
        <p:nvSpPr>
          <p:cNvPr id="26649" name="Text Box 25"/>
          <p:cNvSpPr txBox="1"/>
          <p:nvPr/>
        </p:nvSpPr>
        <p:spPr>
          <a:xfrm>
            <a:off x="250825" y="3716338"/>
            <a:ext cx="14859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Surface element</a:t>
            </a:r>
          </a:p>
        </p:txBody>
      </p:sp>
      <p:sp>
        <p:nvSpPr>
          <p:cNvPr id="28" name="矩形 27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5856287" y="522596"/>
            <a:ext cx="5537200" cy="5330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1" name="对象 1"/>
          <p:cNvGraphicFramePr/>
          <p:nvPr/>
        </p:nvGraphicFramePr>
        <p:xfrm>
          <a:off x="150495" y="1412240"/>
          <a:ext cx="2406650" cy="174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8400" imgH="711200" progId="Equation.DSMT4">
                  <p:embed/>
                </p:oleObj>
              </mc:Choice>
              <mc:Fallback>
                <p:oleObj r:id="rId2" imgW="1168400" imgH="711200" progId="Equation.DSMT4">
                  <p:embed/>
                  <p:pic>
                    <p:nvPicPr>
                      <p:cNvPr id="22531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0495" y="1412240"/>
                        <a:ext cx="2406650" cy="174371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对象 3"/>
          <p:cNvGraphicFramePr/>
          <p:nvPr/>
        </p:nvGraphicFramePr>
        <p:xfrm>
          <a:off x="3179445" y="1412240"/>
          <a:ext cx="2406650" cy="183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68400" imgH="749300" progId="Equation.DSMT4">
                  <p:embed/>
                </p:oleObj>
              </mc:Choice>
              <mc:Fallback>
                <p:oleObj r:id="rId4" imgW="1168400" imgH="749300" progId="Equation.DSMT4">
                  <p:embed/>
                  <p:pic>
                    <p:nvPicPr>
                      <p:cNvPr id="22532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9445" y="1412240"/>
                        <a:ext cx="2406650" cy="183642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对象 5"/>
          <p:cNvGraphicFramePr/>
          <p:nvPr/>
        </p:nvGraphicFramePr>
        <p:xfrm>
          <a:off x="6216650" y="1412240"/>
          <a:ext cx="2406650" cy="183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68400" imgH="749300" progId="Equation.DSMT4">
                  <p:embed/>
                </p:oleObj>
              </mc:Choice>
              <mc:Fallback>
                <p:oleObj r:id="rId6" imgW="1168400" imgH="749300" progId="Equation.DSMT4">
                  <p:embed/>
                  <p:pic>
                    <p:nvPicPr>
                      <p:cNvPr id="22533" name="对象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16650" y="1412240"/>
                        <a:ext cx="2406650" cy="183642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0" y="3460010"/>
            <a:ext cx="8884920" cy="3150870"/>
            <a:chOff x="20" y="5400"/>
            <a:chExt cx="15340" cy="5114"/>
          </a:xfrm>
        </p:grpSpPr>
        <p:graphicFrame>
          <p:nvGraphicFramePr>
            <p:cNvPr id="5" name="对象 4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113" y="5929"/>
            <a:ext cx="9012" cy="3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9436000" imgH="28651200" progId="Equation.DSMT4">
                    <p:embed/>
                  </p:oleObj>
                </mc:Choice>
                <mc:Fallback>
                  <p:oleObj name="Equation" r:id="rId8" imgW="59436000" imgH="28651200" progId="Equation.DSMT4">
                    <p:embed/>
                    <p:pic>
                      <p:nvPicPr>
                        <p:cNvPr id="5" name="对象 4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113" y="5929"/>
                          <a:ext cx="9012" cy="37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组合 6" descr="7b0a202020202274657874626f78223a2022220a7d0a"/>
            <p:cNvGrpSpPr/>
            <p:nvPr/>
          </p:nvGrpSpPr>
          <p:grpSpPr>
            <a:xfrm>
              <a:off x="20" y="5400"/>
              <a:ext cx="15340" cy="5114"/>
              <a:chOff x="5402" y="3594"/>
              <a:chExt cx="8398" cy="3612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5402" y="3594"/>
                <a:ext cx="8398" cy="3612"/>
                <a:chOff x="5402" y="3594"/>
                <a:chExt cx="8398" cy="3612"/>
              </a:xfrm>
            </p:grpSpPr>
            <p:sp>
              <p:nvSpPr>
                <p:cNvPr id="181" name="Freeform 107"/>
                <p:cNvSpPr>
                  <a:spLocks noEditPoints="1"/>
                </p:cNvSpPr>
                <p:nvPr/>
              </p:nvSpPr>
              <p:spPr bwMode="auto">
                <a:xfrm>
                  <a:off x="13134" y="6734"/>
                  <a:ext cx="124" cy="128"/>
                </a:xfrm>
                <a:custGeom>
                  <a:avLst/>
                  <a:gdLst>
                    <a:gd name="T0" fmla="*/ 18 w 19"/>
                    <a:gd name="T1" fmla="*/ 15 h 20"/>
                    <a:gd name="T2" fmla="*/ 19 w 19"/>
                    <a:gd name="T3" fmla="*/ 13 h 20"/>
                    <a:gd name="T4" fmla="*/ 17 w 19"/>
                    <a:gd name="T5" fmla="*/ 11 h 20"/>
                    <a:gd name="T6" fmla="*/ 17 w 19"/>
                    <a:gd name="T7" fmla="*/ 9 h 20"/>
                    <a:gd name="T8" fmla="*/ 19 w 19"/>
                    <a:gd name="T9" fmla="*/ 7 h 20"/>
                    <a:gd name="T10" fmla="*/ 18 w 19"/>
                    <a:gd name="T11" fmla="*/ 5 h 20"/>
                    <a:gd name="T12" fmla="*/ 15 w 19"/>
                    <a:gd name="T13" fmla="*/ 5 h 20"/>
                    <a:gd name="T14" fmla="*/ 14 w 19"/>
                    <a:gd name="T15" fmla="*/ 4 h 20"/>
                    <a:gd name="T16" fmla="*/ 14 w 19"/>
                    <a:gd name="T17" fmla="*/ 1 h 20"/>
                    <a:gd name="T18" fmla="*/ 12 w 19"/>
                    <a:gd name="T19" fmla="*/ 0 h 20"/>
                    <a:gd name="T20" fmla="*/ 10 w 19"/>
                    <a:gd name="T21" fmla="*/ 2 h 20"/>
                    <a:gd name="T22" fmla="*/ 8 w 19"/>
                    <a:gd name="T23" fmla="*/ 2 h 20"/>
                    <a:gd name="T24" fmla="*/ 7 w 19"/>
                    <a:gd name="T25" fmla="*/ 0 h 20"/>
                    <a:gd name="T26" fmla="*/ 4 w 19"/>
                    <a:gd name="T27" fmla="*/ 1 h 20"/>
                    <a:gd name="T28" fmla="*/ 5 w 19"/>
                    <a:gd name="T29" fmla="*/ 4 h 20"/>
                    <a:gd name="T30" fmla="*/ 3 w 19"/>
                    <a:gd name="T31" fmla="*/ 5 h 20"/>
                    <a:gd name="T32" fmla="*/ 0 w 19"/>
                    <a:gd name="T33" fmla="*/ 5 h 20"/>
                    <a:gd name="T34" fmla="*/ 0 w 19"/>
                    <a:gd name="T35" fmla="*/ 7 h 20"/>
                    <a:gd name="T36" fmla="*/ 2 w 19"/>
                    <a:gd name="T37" fmla="*/ 9 h 20"/>
                    <a:gd name="T38" fmla="*/ 2 w 19"/>
                    <a:gd name="T39" fmla="*/ 11 h 20"/>
                    <a:gd name="T40" fmla="*/ 0 w 19"/>
                    <a:gd name="T41" fmla="*/ 13 h 20"/>
                    <a:gd name="T42" fmla="*/ 1 w 19"/>
                    <a:gd name="T43" fmla="*/ 15 h 20"/>
                    <a:gd name="T44" fmla="*/ 3 w 19"/>
                    <a:gd name="T45" fmla="*/ 15 h 20"/>
                    <a:gd name="T46" fmla="*/ 5 w 19"/>
                    <a:gd name="T47" fmla="*/ 16 h 20"/>
                    <a:gd name="T48" fmla="*/ 4 w 19"/>
                    <a:gd name="T49" fmla="*/ 19 h 20"/>
                    <a:gd name="T50" fmla="*/ 7 w 19"/>
                    <a:gd name="T51" fmla="*/ 20 h 20"/>
                    <a:gd name="T52" fmla="*/ 9 w 19"/>
                    <a:gd name="T53" fmla="*/ 18 h 20"/>
                    <a:gd name="T54" fmla="*/ 10 w 19"/>
                    <a:gd name="T55" fmla="*/ 18 h 20"/>
                    <a:gd name="T56" fmla="*/ 12 w 19"/>
                    <a:gd name="T57" fmla="*/ 20 h 20"/>
                    <a:gd name="T58" fmla="*/ 14 w 19"/>
                    <a:gd name="T59" fmla="*/ 19 h 20"/>
                    <a:gd name="T60" fmla="*/ 14 w 19"/>
                    <a:gd name="T61" fmla="*/ 16 h 20"/>
                    <a:gd name="T62" fmla="*/ 15 w 19"/>
                    <a:gd name="T63" fmla="*/ 15 h 20"/>
                    <a:gd name="T64" fmla="*/ 18 w 19"/>
                    <a:gd name="T65" fmla="*/ 15 h 20"/>
                    <a:gd name="T66" fmla="*/ 8 w 19"/>
                    <a:gd name="T67" fmla="*/ 13 h 20"/>
                    <a:gd name="T68" fmla="*/ 6 w 19"/>
                    <a:gd name="T69" fmla="*/ 9 h 20"/>
                    <a:gd name="T70" fmla="*/ 11 w 19"/>
                    <a:gd name="T71" fmla="*/ 6 h 20"/>
                    <a:gd name="T72" fmla="*/ 13 w 19"/>
                    <a:gd name="T73" fmla="*/ 11 h 20"/>
                    <a:gd name="T74" fmla="*/ 8 w 19"/>
                    <a:gd name="T75" fmla="*/ 13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9" h="20">
                      <a:moveTo>
                        <a:pt x="18" y="15"/>
                      </a:move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0"/>
                        <a:pt x="17" y="10"/>
                        <a:pt x="17" y="9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8" y="5"/>
                        <a:pt x="18" y="5"/>
                        <a:pt x="18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4"/>
                        <a:pt x="14" y="4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2"/>
                        <a:pt x="9" y="2"/>
                        <a:pt x="8" y="2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4" y="4"/>
                        <a:pt x="4" y="5"/>
                        <a:pt x="3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10"/>
                        <a:pt x="2" y="10"/>
                        <a:pt x="2" y="11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4" y="15"/>
                        <a:pt x="4" y="16"/>
                        <a:pt x="5" y="16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9" y="18"/>
                        <a:pt x="9" y="18"/>
                        <a:pt x="9" y="18"/>
                      </a:cubicBezTo>
                      <a:cubicBezTo>
                        <a:pt x="9" y="18"/>
                        <a:pt x="10" y="18"/>
                        <a:pt x="10" y="18"/>
                      </a:cubicBezTo>
                      <a:cubicBezTo>
                        <a:pt x="12" y="20"/>
                        <a:pt x="12" y="20"/>
                        <a:pt x="12" y="20"/>
                      </a:cubicBezTo>
                      <a:cubicBezTo>
                        <a:pt x="14" y="19"/>
                        <a:pt x="14" y="19"/>
                        <a:pt x="14" y="19"/>
                      </a:cubicBezTo>
                      <a:cubicBezTo>
                        <a:pt x="14" y="16"/>
                        <a:pt x="14" y="16"/>
                        <a:pt x="14" y="16"/>
                      </a:cubicBezTo>
                      <a:cubicBezTo>
                        <a:pt x="15" y="16"/>
                        <a:pt x="15" y="15"/>
                        <a:pt x="15" y="15"/>
                      </a:cubicBezTo>
                      <a:lnTo>
                        <a:pt x="18" y="15"/>
                      </a:lnTo>
                      <a:close/>
                      <a:moveTo>
                        <a:pt x="8" y="13"/>
                      </a:moveTo>
                      <a:cubicBezTo>
                        <a:pt x="6" y="13"/>
                        <a:pt x="5" y="10"/>
                        <a:pt x="6" y="9"/>
                      </a:cubicBezTo>
                      <a:cubicBezTo>
                        <a:pt x="7" y="7"/>
                        <a:pt x="9" y="6"/>
                        <a:pt x="11" y="6"/>
                      </a:cubicBezTo>
                      <a:cubicBezTo>
                        <a:pt x="13" y="7"/>
                        <a:pt x="14" y="9"/>
                        <a:pt x="13" y="11"/>
                      </a:cubicBezTo>
                      <a:cubicBezTo>
                        <a:pt x="12" y="13"/>
                        <a:pt x="10" y="14"/>
                        <a:pt x="8" y="13"/>
                      </a:cubicBezTo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2" name="Freeform 108"/>
                <p:cNvSpPr>
                  <a:spLocks noEditPoints="1"/>
                </p:cNvSpPr>
                <p:nvPr/>
              </p:nvSpPr>
              <p:spPr bwMode="auto">
                <a:xfrm>
                  <a:off x="5757" y="3807"/>
                  <a:ext cx="186" cy="188"/>
                </a:xfrm>
                <a:custGeom>
                  <a:avLst/>
                  <a:gdLst>
                    <a:gd name="T0" fmla="*/ 23 w 29"/>
                    <a:gd name="T1" fmla="*/ 26 h 29"/>
                    <a:gd name="T2" fmla="*/ 26 w 29"/>
                    <a:gd name="T3" fmla="*/ 24 h 29"/>
                    <a:gd name="T4" fmla="*/ 24 w 29"/>
                    <a:gd name="T5" fmla="*/ 20 h 29"/>
                    <a:gd name="T6" fmla="*/ 25 w 29"/>
                    <a:gd name="T7" fmla="*/ 18 h 29"/>
                    <a:gd name="T8" fmla="*/ 29 w 29"/>
                    <a:gd name="T9" fmla="*/ 17 h 29"/>
                    <a:gd name="T10" fmla="*/ 29 w 29"/>
                    <a:gd name="T11" fmla="*/ 13 h 29"/>
                    <a:gd name="T12" fmla="*/ 25 w 29"/>
                    <a:gd name="T13" fmla="*/ 12 h 29"/>
                    <a:gd name="T14" fmla="*/ 24 w 29"/>
                    <a:gd name="T15" fmla="*/ 10 h 29"/>
                    <a:gd name="T16" fmla="*/ 26 w 29"/>
                    <a:gd name="T17" fmla="*/ 6 h 29"/>
                    <a:gd name="T18" fmla="*/ 24 w 29"/>
                    <a:gd name="T19" fmla="*/ 3 h 29"/>
                    <a:gd name="T20" fmla="*/ 20 w 29"/>
                    <a:gd name="T21" fmla="*/ 5 h 29"/>
                    <a:gd name="T22" fmla="*/ 18 w 29"/>
                    <a:gd name="T23" fmla="*/ 4 h 29"/>
                    <a:gd name="T24" fmla="*/ 17 w 29"/>
                    <a:gd name="T25" fmla="*/ 0 h 29"/>
                    <a:gd name="T26" fmla="*/ 13 w 29"/>
                    <a:gd name="T27" fmla="*/ 0 h 29"/>
                    <a:gd name="T28" fmla="*/ 12 w 29"/>
                    <a:gd name="T29" fmla="*/ 4 h 29"/>
                    <a:gd name="T30" fmla="*/ 10 w 29"/>
                    <a:gd name="T31" fmla="*/ 5 h 29"/>
                    <a:gd name="T32" fmla="*/ 6 w 29"/>
                    <a:gd name="T33" fmla="*/ 3 h 29"/>
                    <a:gd name="T34" fmla="*/ 4 w 29"/>
                    <a:gd name="T35" fmla="*/ 5 h 29"/>
                    <a:gd name="T36" fmla="*/ 5 w 29"/>
                    <a:gd name="T37" fmla="*/ 9 h 29"/>
                    <a:gd name="T38" fmla="*/ 4 w 29"/>
                    <a:gd name="T39" fmla="*/ 11 h 29"/>
                    <a:gd name="T40" fmla="*/ 0 w 29"/>
                    <a:gd name="T41" fmla="*/ 12 h 29"/>
                    <a:gd name="T42" fmla="*/ 0 w 29"/>
                    <a:gd name="T43" fmla="*/ 16 h 29"/>
                    <a:gd name="T44" fmla="*/ 4 w 29"/>
                    <a:gd name="T45" fmla="*/ 17 h 29"/>
                    <a:gd name="T46" fmla="*/ 5 w 29"/>
                    <a:gd name="T47" fmla="*/ 19 h 29"/>
                    <a:gd name="T48" fmla="*/ 3 w 29"/>
                    <a:gd name="T49" fmla="*/ 23 h 29"/>
                    <a:gd name="T50" fmla="*/ 5 w 29"/>
                    <a:gd name="T51" fmla="*/ 25 h 29"/>
                    <a:gd name="T52" fmla="*/ 9 w 29"/>
                    <a:gd name="T53" fmla="*/ 24 h 29"/>
                    <a:gd name="T54" fmla="*/ 11 w 29"/>
                    <a:gd name="T55" fmla="*/ 25 h 29"/>
                    <a:gd name="T56" fmla="*/ 12 w 29"/>
                    <a:gd name="T57" fmla="*/ 29 h 29"/>
                    <a:gd name="T58" fmla="*/ 16 w 29"/>
                    <a:gd name="T59" fmla="*/ 29 h 29"/>
                    <a:gd name="T60" fmla="*/ 17 w 29"/>
                    <a:gd name="T61" fmla="*/ 25 h 29"/>
                    <a:gd name="T62" fmla="*/ 20 w 29"/>
                    <a:gd name="T63" fmla="*/ 24 h 29"/>
                    <a:gd name="T64" fmla="*/ 23 w 29"/>
                    <a:gd name="T65" fmla="*/ 26 h 29"/>
                    <a:gd name="T66" fmla="*/ 11 w 29"/>
                    <a:gd name="T67" fmla="*/ 18 h 29"/>
                    <a:gd name="T68" fmla="*/ 11 w 29"/>
                    <a:gd name="T69" fmla="*/ 11 h 29"/>
                    <a:gd name="T70" fmla="*/ 19 w 29"/>
                    <a:gd name="T71" fmla="*/ 11 h 29"/>
                    <a:gd name="T72" fmla="*/ 18 w 29"/>
                    <a:gd name="T73" fmla="*/ 18 h 29"/>
                    <a:gd name="T74" fmla="*/ 11 w 29"/>
                    <a:gd name="T75" fmla="*/ 18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9" h="29">
                      <a:moveTo>
                        <a:pt x="23" y="26"/>
                      </a:moveTo>
                      <a:cubicBezTo>
                        <a:pt x="26" y="24"/>
                        <a:pt x="26" y="24"/>
                        <a:pt x="26" y="24"/>
                      </a:cubicBezTo>
                      <a:cubicBezTo>
                        <a:pt x="24" y="20"/>
                        <a:pt x="24" y="20"/>
                        <a:pt x="24" y="20"/>
                      </a:cubicBezTo>
                      <a:cubicBezTo>
                        <a:pt x="24" y="19"/>
                        <a:pt x="25" y="19"/>
                        <a:pt x="25" y="18"/>
                      </a:cubicBezTo>
                      <a:cubicBezTo>
                        <a:pt x="29" y="17"/>
                        <a:pt x="29" y="17"/>
                        <a:pt x="29" y="17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5" y="12"/>
                        <a:pt x="25" y="12"/>
                        <a:pt x="25" y="12"/>
                      </a:cubicBezTo>
                      <a:cubicBezTo>
                        <a:pt x="25" y="11"/>
                        <a:pt x="25" y="10"/>
                        <a:pt x="24" y="10"/>
                      </a:cubicBezTo>
                      <a:cubicBezTo>
                        <a:pt x="26" y="6"/>
                        <a:pt x="26" y="6"/>
                        <a:pt x="26" y="6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0" y="5"/>
                        <a:pt x="20" y="5"/>
                        <a:pt x="20" y="5"/>
                      </a:cubicBezTo>
                      <a:cubicBezTo>
                        <a:pt x="20" y="5"/>
                        <a:pt x="19" y="4"/>
                        <a:pt x="18" y="4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4"/>
                        <a:pt x="11" y="4"/>
                        <a:pt x="10" y="5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5" y="9"/>
                        <a:pt x="5" y="10"/>
                        <a:pt x="4" y="11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4" y="18"/>
                        <a:pt x="5" y="19"/>
                        <a:pt x="5" y="19"/>
                      </a:cubicBezTo>
                      <a:cubicBezTo>
                        <a:pt x="3" y="23"/>
                        <a:pt x="3" y="23"/>
                        <a:pt x="3" y="23"/>
                      </a:cubicBezTo>
                      <a:cubicBezTo>
                        <a:pt x="5" y="25"/>
                        <a:pt x="5" y="25"/>
                        <a:pt x="5" y="25"/>
                      </a:cubicBez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10" y="24"/>
                        <a:pt x="10" y="24"/>
                        <a:pt x="11" y="25"/>
                      </a:cubicBezTo>
                      <a:cubicBezTo>
                        <a:pt x="12" y="29"/>
                        <a:pt x="12" y="29"/>
                        <a:pt x="12" y="29"/>
                      </a:cubicBezTo>
                      <a:cubicBezTo>
                        <a:pt x="16" y="29"/>
                        <a:pt x="16" y="29"/>
                        <a:pt x="16" y="29"/>
                      </a:cubicBezTo>
                      <a:cubicBezTo>
                        <a:pt x="17" y="25"/>
                        <a:pt x="17" y="25"/>
                        <a:pt x="17" y="25"/>
                      </a:cubicBezTo>
                      <a:cubicBezTo>
                        <a:pt x="18" y="25"/>
                        <a:pt x="19" y="24"/>
                        <a:pt x="20" y="24"/>
                      </a:cubicBezTo>
                      <a:lnTo>
                        <a:pt x="23" y="26"/>
                      </a:lnTo>
                      <a:close/>
                      <a:moveTo>
                        <a:pt x="11" y="18"/>
                      </a:moveTo>
                      <a:cubicBezTo>
                        <a:pt x="9" y="16"/>
                        <a:pt x="9" y="12"/>
                        <a:pt x="11" y="11"/>
                      </a:cubicBezTo>
                      <a:cubicBezTo>
                        <a:pt x="13" y="9"/>
                        <a:pt x="17" y="9"/>
                        <a:pt x="19" y="11"/>
                      </a:cubicBezTo>
                      <a:cubicBezTo>
                        <a:pt x="21" y="13"/>
                        <a:pt x="20" y="16"/>
                        <a:pt x="18" y="18"/>
                      </a:cubicBezTo>
                      <a:cubicBezTo>
                        <a:pt x="16" y="20"/>
                        <a:pt x="13" y="20"/>
                        <a:pt x="11" y="18"/>
                      </a:cubicBezTo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3" name="Freeform 109"/>
                <p:cNvSpPr>
                  <a:spLocks noEditPoints="1"/>
                </p:cNvSpPr>
                <p:nvPr/>
              </p:nvSpPr>
              <p:spPr bwMode="auto">
                <a:xfrm>
                  <a:off x="5646" y="3969"/>
                  <a:ext cx="97" cy="92"/>
                </a:xfrm>
                <a:custGeom>
                  <a:avLst/>
                  <a:gdLst>
                    <a:gd name="T0" fmla="*/ 12 w 15"/>
                    <a:gd name="T1" fmla="*/ 13 h 14"/>
                    <a:gd name="T2" fmla="*/ 13 w 15"/>
                    <a:gd name="T3" fmla="*/ 12 h 14"/>
                    <a:gd name="T4" fmla="*/ 12 w 15"/>
                    <a:gd name="T5" fmla="*/ 10 h 14"/>
                    <a:gd name="T6" fmla="*/ 13 w 15"/>
                    <a:gd name="T7" fmla="*/ 9 h 14"/>
                    <a:gd name="T8" fmla="*/ 15 w 15"/>
                    <a:gd name="T9" fmla="*/ 8 h 14"/>
                    <a:gd name="T10" fmla="*/ 15 w 15"/>
                    <a:gd name="T11" fmla="*/ 6 h 14"/>
                    <a:gd name="T12" fmla="*/ 13 w 15"/>
                    <a:gd name="T13" fmla="*/ 6 h 14"/>
                    <a:gd name="T14" fmla="*/ 12 w 15"/>
                    <a:gd name="T15" fmla="*/ 5 h 14"/>
                    <a:gd name="T16" fmla="*/ 14 w 15"/>
                    <a:gd name="T17" fmla="*/ 3 h 14"/>
                    <a:gd name="T18" fmla="*/ 12 w 15"/>
                    <a:gd name="T19" fmla="*/ 2 h 14"/>
                    <a:gd name="T20" fmla="*/ 10 w 15"/>
                    <a:gd name="T21" fmla="*/ 2 h 14"/>
                    <a:gd name="T22" fmla="*/ 9 w 15"/>
                    <a:gd name="T23" fmla="*/ 2 h 14"/>
                    <a:gd name="T24" fmla="*/ 9 w 15"/>
                    <a:gd name="T25" fmla="*/ 0 h 14"/>
                    <a:gd name="T26" fmla="*/ 7 w 15"/>
                    <a:gd name="T27" fmla="*/ 0 h 14"/>
                    <a:gd name="T28" fmla="*/ 6 w 15"/>
                    <a:gd name="T29" fmla="*/ 2 h 14"/>
                    <a:gd name="T30" fmla="*/ 5 w 15"/>
                    <a:gd name="T31" fmla="*/ 2 h 14"/>
                    <a:gd name="T32" fmla="*/ 3 w 15"/>
                    <a:gd name="T33" fmla="*/ 1 h 14"/>
                    <a:gd name="T34" fmla="*/ 2 w 15"/>
                    <a:gd name="T35" fmla="*/ 2 h 14"/>
                    <a:gd name="T36" fmla="*/ 3 w 15"/>
                    <a:gd name="T37" fmla="*/ 4 h 14"/>
                    <a:gd name="T38" fmla="*/ 2 w 15"/>
                    <a:gd name="T39" fmla="*/ 5 h 14"/>
                    <a:gd name="T40" fmla="*/ 0 w 15"/>
                    <a:gd name="T41" fmla="*/ 6 h 14"/>
                    <a:gd name="T42" fmla="*/ 0 w 15"/>
                    <a:gd name="T43" fmla="*/ 8 h 14"/>
                    <a:gd name="T44" fmla="*/ 2 w 15"/>
                    <a:gd name="T45" fmla="*/ 8 h 14"/>
                    <a:gd name="T46" fmla="*/ 3 w 15"/>
                    <a:gd name="T47" fmla="*/ 9 h 14"/>
                    <a:gd name="T48" fmla="*/ 2 w 15"/>
                    <a:gd name="T49" fmla="*/ 11 h 14"/>
                    <a:gd name="T50" fmla="*/ 3 w 15"/>
                    <a:gd name="T51" fmla="*/ 13 h 14"/>
                    <a:gd name="T52" fmla="*/ 5 w 15"/>
                    <a:gd name="T53" fmla="*/ 12 h 14"/>
                    <a:gd name="T54" fmla="*/ 6 w 15"/>
                    <a:gd name="T55" fmla="*/ 12 h 14"/>
                    <a:gd name="T56" fmla="*/ 6 w 15"/>
                    <a:gd name="T57" fmla="*/ 14 h 14"/>
                    <a:gd name="T58" fmla="*/ 8 w 15"/>
                    <a:gd name="T59" fmla="*/ 14 h 14"/>
                    <a:gd name="T60" fmla="*/ 9 w 15"/>
                    <a:gd name="T61" fmla="*/ 12 h 14"/>
                    <a:gd name="T62" fmla="*/ 10 w 15"/>
                    <a:gd name="T63" fmla="*/ 12 h 14"/>
                    <a:gd name="T64" fmla="*/ 12 w 15"/>
                    <a:gd name="T65" fmla="*/ 13 h 14"/>
                    <a:gd name="T66" fmla="*/ 6 w 15"/>
                    <a:gd name="T67" fmla="*/ 9 h 14"/>
                    <a:gd name="T68" fmla="*/ 6 w 15"/>
                    <a:gd name="T69" fmla="*/ 5 h 14"/>
                    <a:gd name="T70" fmla="*/ 10 w 15"/>
                    <a:gd name="T71" fmla="*/ 5 h 14"/>
                    <a:gd name="T72" fmla="*/ 9 w 15"/>
                    <a:gd name="T73" fmla="*/ 9 h 14"/>
                    <a:gd name="T74" fmla="*/ 6 w 15"/>
                    <a:gd name="T75" fmla="*/ 9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5" h="14">
                      <a:moveTo>
                        <a:pt x="12" y="13"/>
                      </a:move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3" y="9"/>
                        <a:pt x="13" y="9"/>
                      </a:cubicBezTo>
                      <a:cubicBezTo>
                        <a:pt x="15" y="8"/>
                        <a:pt x="15" y="8"/>
                        <a:pt x="15" y="8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5"/>
                        <a:pt x="13" y="5"/>
                        <a:pt x="12" y="5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5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5"/>
                        <a:pt x="3" y="5"/>
                        <a:pt x="2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3" y="9"/>
                        <a:pt x="3" y="9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6" y="12"/>
                        <a:pt x="6" y="12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9" y="12"/>
                        <a:pt x="10" y="12"/>
                        <a:pt x="10" y="12"/>
                      </a:cubicBezTo>
                      <a:lnTo>
                        <a:pt x="12" y="13"/>
                      </a:lnTo>
                      <a:close/>
                      <a:moveTo>
                        <a:pt x="6" y="9"/>
                      </a:moveTo>
                      <a:cubicBezTo>
                        <a:pt x="5" y="8"/>
                        <a:pt x="5" y="6"/>
                        <a:pt x="6" y="5"/>
                      </a:cubicBezTo>
                      <a:cubicBezTo>
                        <a:pt x="7" y="4"/>
                        <a:pt x="9" y="4"/>
                        <a:pt x="10" y="5"/>
                      </a:cubicBezTo>
                      <a:cubicBezTo>
                        <a:pt x="11" y="6"/>
                        <a:pt x="10" y="8"/>
                        <a:pt x="9" y="9"/>
                      </a:cubicBezTo>
                      <a:cubicBezTo>
                        <a:pt x="8" y="10"/>
                        <a:pt x="7" y="10"/>
                        <a:pt x="6" y="9"/>
                      </a:cubicBezTo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4" name="Line 110"/>
                <p:cNvSpPr>
                  <a:spLocks noChangeShapeType="1"/>
                </p:cNvSpPr>
                <p:nvPr/>
              </p:nvSpPr>
              <p:spPr bwMode="auto">
                <a:xfrm>
                  <a:off x="12651" y="7051"/>
                  <a:ext cx="0" cy="0"/>
                </a:xfrm>
                <a:prstGeom prst="line">
                  <a:avLst/>
                </a:prstGeom>
                <a:solidFill>
                  <a:srgbClr val="4A7CC6"/>
                </a:solidFill>
                <a:ln w="34925" cap="flat">
                  <a:solidFill>
                    <a:srgbClr val="172A88"/>
                  </a:solidFill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5" name="Freeform 111"/>
                <p:cNvSpPr/>
                <p:nvPr/>
              </p:nvSpPr>
              <p:spPr bwMode="auto">
                <a:xfrm>
                  <a:off x="5402" y="3594"/>
                  <a:ext cx="8398" cy="3483"/>
                </a:xfrm>
                <a:custGeom>
                  <a:avLst/>
                  <a:gdLst>
                    <a:gd name="T0" fmla="*/ 1236 w 1302"/>
                    <a:gd name="T1" fmla="*/ 538 h 538"/>
                    <a:gd name="T2" fmla="*/ 1201 w 1302"/>
                    <a:gd name="T3" fmla="*/ 538 h 538"/>
                    <a:gd name="T4" fmla="*/ 1201 w 1302"/>
                    <a:gd name="T5" fmla="*/ 530 h 538"/>
                    <a:gd name="T6" fmla="*/ 1236 w 1302"/>
                    <a:gd name="T7" fmla="*/ 530 h 538"/>
                    <a:gd name="T8" fmla="*/ 1294 w 1302"/>
                    <a:gd name="T9" fmla="*/ 472 h 538"/>
                    <a:gd name="T10" fmla="*/ 1294 w 1302"/>
                    <a:gd name="T11" fmla="*/ 67 h 538"/>
                    <a:gd name="T12" fmla="*/ 1236 w 1302"/>
                    <a:gd name="T13" fmla="*/ 8 h 538"/>
                    <a:gd name="T14" fmla="*/ 66 w 1302"/>
                    <a:gd name="T15" fmla="*/ 8 h 538"/>
                    <a:gd name="T16" fmla="*/ 8 w 1302"/>
                    <a:gd name="T17" fmla="*/ 67 h 538"/>
                    <a:gd name="T18" fmla="*/ 8 w 1302"/>
                    <a:gd name="T19" fmla="*/ 472 h 538"/>
                    <a:gd name="T20" fmla="*/ 66 w 1302"/>
                    <a:gd name="T21" fmla="*/ 530 h 538"/>
                    <a:gd name="T22" fmla="*/ 1124 w 1302"/>
                    <a:gd name="T23" fmla="*/ 530 h 538"/>
                    <a:gd name="T24" fmla="*/ 1124 w 1302"/>
                    <a:gd name="T25" fmla="*/ 538 h 538"/>
                    <a:gd name="T26" fmla="*/ 66 w 1302"/>
                    <a:gd name="T27" fmla="*/ 538 h 538"/>
                    <a:gd name="T28" fmla="*/ 0 w 1302"/>
                    <a:gd name="T29" fmla="*/ 472 h 538"/>
                    <a:gd name="T30" fmla="*/ 0 w 1302"/>
                    <a:gd name="T31" fmla="*/ 67 h 538"/>
                    <a:gd name="T32" fmla="*/ 66 w 1302"/>
                    <a:gd name="T33" fmla="*/ 0 h 538"/>
                    <a:gd name="T34" fmla="*/ 1236 w 1302"/>
                    <a:gd name="T35" fmla="*/ 0 h 538"/>
                    <a:gd name="T36" fmla="*/ 1302 w 1302"/>
                    <a:gd name="T37" fmla="*/ 67 h 538"/>
                    <a:gd name="T38" fmla="*/ 1302 w 1302"/>
                    <a:gd name="T39" fmla="*/ 472 h 538"/>
                    <a:gd name="T40" fmla="*/ 1236 w 1302"/>
                    <a:gd name="T41" fmla="*/ 538 h 5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302" h="538">
                      <a:moveTo>
                        <a:pt x="1236" y="538"/>
                      </a:moveTo>
                      <a:cubicBezTo>
                        <a:pt x="1201" y="538"/>
                        <a:pt x="1201" y="538"/>
                        <a:pt x="1201" y="538"/>
                      </a:cubicBezTo>
                      <a:cubicBezTo>
                        <a:pt x="1201" y="530"/>
                        <a:pt x="1201" y="530"/>
                        <a:pt x="1201" y="530"/>
                      </a:cubicBezTo>
                      <a:cubicBezTo>
                        <a:pt x="1236" y="530"/>
                        <a:pt x="1236" y="530"/>
                        <a:pt x="1236" y="530"/>
                      </a:cubicBezTo>
                      <a:cubicBezTo>
                        <a:pt x="1268" y="530"/>
                        <a:pt x="1294" y="504"/>
                        <a:pt x="1294" y="472"/>
                      </a:cubicBezTo>
                      <a:cubicBezTo>
                        <a:pt x="1294" y="67"/>
                        <a:pt x="1294" y="67"/>
                        <a:pt x="1294" y="67"/>
                      </a:cubicBezTo>
                      <a:cubicBezTo>
                        <a:pt x="1294" y="35"/>
                        <a:pt x="1268" y="8"/>
                        <a:pt x="1236" y="8"/>
                      </a:cubicBezTo>
                      <a:cubicBezTo>
                        <a:pt x="66" y="8"/>
                        <a:pt x="66" y="8"/>
                        <a:pt x="66" y="8"/>
                      </a:cubicBezTo>
                      <a:cubicBezTo>
                        <a:pt x="34" y="8"/>
                        <a:pt x="8" y="35"/>
                        <a:pt x="8" y="67"/>
                      </a:cubicBezTo>
                      <a:cubicBezTo>
                        <a:pt x="8" y="472"/>
                        <a:pt x="8" y="472"/>
                        <a:pt x="8" y="472"/>
                      </a:cubicBezTo>
                      <a:cubicBezTo>
                        <a:pt x="8" y="504"/>
                        <a:pt x="34" y="530"/>
                        <a:pt x="66" y="530"/>
                      </a:cubicBezTo>
                      <a:cubicBezTo>
                        <a:pt x="1124" y="530"/>
                        <a:pt x="1124" y="530"/>
                        <a:pt x="1124" y="530"/>
                      </a:cubicBezTo>
                      <a:cubicBezTo>
                        <a:pt x="1124" y="538"/>
                        <a:pt x="1124" y="538"/>
                        <a:pt x="1124" y="538"/>
                      </a:cubicBezTo>
                      <a:cubicBezTo>
                        <a:pt x="66" y="538"/>
                        <a:pt x="66" y="538"/>
                        <a:pt x="66" y="538"/>
                      </a:cubicBezTo>
                      <a:cubicBezTo>
                        <a:pt x="30" y="538"/>
                        <a:pt x="0" y="508"/>
                        <a:pt x="0" y="472"/>
                      </a:cubicBezTo>
                      <a:cubicBezTo>
                        <a:pt x="0" y="67"/>
                        <a:pt x="0" y="67"/>
                        <a:pt x="0" y="67"/>
                      </a:cubicBezTo>
                      <a:cubicBezTo>
                        <a:pt x="0" y="30"/>
                        <a:pt x="30" y="0"/>
                        <a:pt x="66" y="0"/>
                      </a:cubicBezTo>
                      <a:cubicBezTo>
                        <a:pt x="1236" y="0"/>
                        <a:pt x="1236" y="0"/>
                        <a:pt x="1236" y="0"/>
                      </a:cubicBezTo>
                      <a:cubicBezTo>
                        <a:pt x="1272" y="0"/>
                        <a:pt x="1302" y="30"/>
                        <a:pt x="1302" y="67"/>
                      </a:cubicBezTo>
                      <a:cubicBezTo>
                        <a:pt x="1302" y="472"/>
                        <a:pt x="1302" y="472"/>
                        <a:pt x="1302" y="472"/>
                      </a:cubicBezTo>
                      <a:cubicBezTo>
                        <a:pt x="1302" y="508"/>
                        <a:pt x="1272" y="538"/>
                        <a:pt x="1236" y="538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6" name="Oval 112"/>
                <p:cNvSpPr>
                  <a:spLocks noChangeArrowheads="1"/>
                </p:cNvSpPr>
                <p:nvPr/>
              </p:nvSpPr>
              <p:spPr bwMode="auto">
                <a:xfrm>
                  <a:off x="1256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7" name="Oval 113"/>
                <p:cNvSpPr>
                  <a:spLocks noChangeArrowheads="1"/>
                </p:cNvSpPr>
                <p:nvPr/>
              </p:nvSpPr>
              <p:spPr bwMode="auto">
                <a:xfrm>
                  <a:off x="12465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8" name="Oval 114"/>
                <p:cNvSpPr>
                  <a:spLocks noChangeArrowheads="1"/>
                </p:cNvSpPr>
                <p:nvPr/>
              </p:nvSpPr>
              <p:spPr bwMode="auto">
                <a:xfrm>
                  <a:off x="1238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9" name="Oval 115"/>
                <p:cNvSpPr>
                  <a:spLocks noChangeArrowheads="1"/>
                </p:cNvSpPr>
                <p:nvPr/>
              </p:nvSpPr>
              <p:spPr bwMode="auto">
                <a:xfrm>
                  <a:off x="12296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0" name="Oval 116"/>
                <p:cNvSpPr>
                  <a:spLocks noChangeArrowheads="1"/>
                </p:cNvSpPr>
                <p:nvPr/>
              </p:nvSpPr>
              <p:spPr bwMode="auto">
                <a:xfrm>
                  <a:off x="1221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1" name="Oval 117"/>
                <p:cNvSpPr>
                  <a:spLocks noChangeArrowheads="1"/>
                </p:cNvSpPr>
                <p:nvPr/>
              </p:nvSpPr>
              <p:spPr bwMode="auto">
                <a:xfrm>
                  <a:off x="12129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2" name="Oval 118"/>
                <p:cNvSpPr>
                  <a:spLocks noChangeArrowheads="1"/>
                </p:cNvSpPr>
                <p:nvPr/>
              </p:nvSpPr>
              <p:spPr bwMode="auto">
                <a:xfrm>
                  <a:off x="1204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3" name="Oval 119"/>
                <p:cNvSpPr>
                  <a:spLocks noChangeArrowheads="1"/>
                </p:cNvSpPr>
                <p:nvPr/>
              </p:nvSpPr>
              <p:spPr bwMode="auto">
                <a:xfrm>
                  <a:off x="1196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4" name="Oval 120"/>
                <p:cNvSpPr>
                  <a:spLocks noChangeArrowheads="1"/>
                </p:cNvSpPr>
                <p:nvPr/>
              </p:nvSpPr>
              <p:spPr bwMode="auto">
                <a:xfrm>
                  <a:off x="11878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5" name="Oval 121"/>
                <p:cNvSpPr>
                  <a:spLocks noChangeArrowheads="1"/>
                </p:cNvSpPr>
                <p:nvPr/>
              </p:nvSpPr>
              <p:spPr bwMode="auto">
                <a:xfrm>
                  <a:off x="1179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6" name="Oval 122"/>
                <p:cNvSpPr>
                  <a:spLocks noChangeArrowheads="1"/>
                </p:cNvSpPr>
                <p:nvPr/>
              </p:nvSpPr>
              <p:spPr bwMode="auto">
                <a:xfrm>
                  <a:off x="1170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7" name="Oval 123"/>
                <p:cNvSpPr>
                  <a:spLocks noChangeArrowheads="1"/>
                </p:cNvSpPr>
                <p:nvPr/>
              </p:nvSpPr>
              <p:spPr bwMode="auto">
                <a:xfrm>
                  <a:off x="1162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8" name="Oval 124"/>
                <p:cNvSpPr>
                  <a:spLocks noChangeArrowheads="1"/>
                </p:cNvSpPr>
                <p:nvPr/>
              </p:nvSpPr>
              <p:spPr bwMode="auto">
                <a:xfrm>
                  <a:off x="11543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9" name="Oval 125"/>
                <p:cNvSpPr>
                  <a:spLocks noChangeArrowheads="1"/>
                </p:cNvSpPr>
                <p:nvPr/>
              </p:nvSpPr>
              <p:spPr bwMode="auto">
                <a:xfrm>
                  <a:off x="1145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0" name="Oval 126"/>
                <p:cNvSpPr>
                  <a:spLocks noChangeArrowheads="1"/>
                </p:cNvSpPr>
                <p:nvPr/>
              </p:nvSpPr>
              <p:spPr bwMode="auto">
                <a:xfrm>
                  <a:off x="1137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1" name="Oval 127"/>
                <p:cNvSpPr>
                  <a:spLocks noChangeArrowheads="1"/>
                </p:cNvSpPr>
                <p:nvPr/>
              </p:nvSpPr>
              <p:spPr bwMode="auto">
                <a:xfrm>
                  <a:off x="1128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2" name="Oval 128"/>
                <p:cNvSpPr>
                  <a:spLocks noChangeArrowheads="1"/>
                </p:cNvSpPr>
                <p:nvPr/>
              </p:nvSpPr>
              <p:spPr bwMode="auto">
                <a:xfrm>
                  <a:off x="11207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3" name="Oval 129"/>
                <p:cNvSpPr>
                  <a:spLocks noChangeArrowheads="1"/>
                </p:cNvSpPr>
                <p:nvPr/>
              </p:nvSpPr>
              <p:spPr bwMode="auto">
                <a:xfrm>
                  <a:off x="1112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4" name="Oval 130"/>
                <p:cNvSpPr>
                  <a:spLocks noChangeArrowheads="1"/>
                </p:cNvSpPr>
                <p:nvPr/>
              </p:nvSpPr>
              <p:spPr bwMode="auto">
                <a:xfrm>
                  <a:off x="1103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5" name="Oval 131"/>
                <p:cNvSpPr>
                  <a:spLocks noChangeArrowheads="1"/>
                </p:cNvSpPr>
                <p:nvPr/>
              </p:nvSpPr>
              <p:spPr bwMode="auto">
                <a:xfrm>
                  <a:off x="10956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6" name="Oval 132"/>
                <p:cNvSpPr>
                  <a:spLocks noChangeArrowheads="1"/>
                </p:cNvSpPr>
                <p:nvPr/>
              </p:nvSpPr>
              <p:spPr bwMode="auto">
                <a:xfrm>
                  <a:off x="1087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7" name="Oval 133"/>
                <p:cNvSpPr>
                  <a:spLocks noChangeArrowheads="1"/>
                </p:cNvSpPr>
                <p:nvPr/>
              </p:nvSpPr>
              <p:spPr bwMode="auto">
                <a:xfrm>
                  <a:off x="1078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8" name="Oval 134"/>
                <p:cNvSpPr>
                  <a:spLocks noChangeArrowheads="1"/>
                </p:cNvSpPr>
                <p:nvPr/>
              </p:nvSpPr>
              <p:spPr bwMode="auto">
                <a:xfrm>
                  <a:off x="1070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09" name="Oval 135"/>
                <p:cNvSpPr>
                  <a:spLocks noChangeArrowheads="1"/>
                </p:cNvSpPr>
                <p:nvPr/>
              </p:nvSpPr>
              <p:spPr bwMode="auto">
                <a:xfrm>
                  <a:off x="10620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0" name="Oval 136"/>
                <p:cNvSpPr>
                  <a:spLocks noChangeArrowheads="1"/>
                </p:cNvSpPr>
                <p:nvPr/>
              </p:nvSpPr>
              <p:spPr bwMode="auto">
                <a:xfrm>
                  <a:off x="1053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1" name="Oval 137"/>
                <p:cNvSpPr>
                  <a:spLocks noChangeArrowheads="1"/>
                </p:cNvSpPr>
                <p:nvPr/>
              </p:nvSpPr>
              <p:spPr bwMode="auto">
                <a:xfrm>
                  <a:off x="1045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2" name="Oval 138"/>
                <p:cNvSpPr>
                  <a:spLocks noChangeArrowheads="1"/>
                </p:cNvSpPr>
                <p:nvPr/>
              </p:nvSpPr>
              <p:spPr bwMode="auto">
                <a:xfrm>
                  <a:off x="10369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3" name="Oval 139"/>
                <p:cNvSpPr>
                  <a:spLocks noChangeArrowheads="1"/>
                </p:cNvSpPr>
                <p:nvPr/>
              </p:nvSpPr>
              <p:spPr bwMode="auto">
                <a:xfrm>
                  <a:off x="10284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4" name="Oval 140"/>
                <p:cNvSpPr>
                  <a:spLocks noChangeArrowheads="1"/>
                </p:cNvSpPr>
                <p:nvPr/>
              </p:nvSpPr>
              <p:spPr bwMode="auto">
                <a:xfrm>
                  <a:off x="1020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5" name="Oval 141"/>
                <p:cNvSpPr>
                  <a:spLocks noChangeArrowheads="1"/>
                </p:cNvSpPr>
                <p:nvPr/>
              </p:nvSpPr>
              <p:spPr bwMode="auto">
                <a:xfrm>
                  <a:off x="1011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6" name="Oval 142"/>
                <p:cNvSpPr>
                  <a:spLocks noChangeArrowheads="1"/>
                </p:cNvSpPr>
                <p:nvPr/>
              </p:nvSpPr>
              <p:spPr bwMode="auto">
                <a:xfrm>
                  <a:off x="10033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7" name="Oval 143"/>
                <p:cNvSpPr>
                  <a:spLocks noChangeArrowheads="1"/>
                </p:cNvSpPr>
                <p:nvPr/>
              </p:nvSpPr>
              <p:spPr bwMode="auto">
                <a:xfrm>
                  <a:off x="994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8" name="Oval 144"/>
                <p:cNvSpPr>
                  <a:spLocks noChangeArrowheads="1"/>
                </p:cNvSpPr>
                <p:nvPr/>
              </p:nvSpPr>
              <p:spPr bwMode="auto">
                <a:xfrm>
                  <a:off x="986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19" name="Oval 145"/>
                <p:cNvSpPr>
                  <a:spLocks noChangeArrowheads="1"/>
                </p:cNvSpPr>
                <p:nvPr/>
              </p:nvSpPr>
              <p:spPr bwMode="auto">
                <a:xfrm>
                  <a:off x="978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0" name="Oval 146"/>
                <p:cNvSpPr>
                  <a:spLocks noChangeArrowheads="1"/>
                </p:cNvSpPr>
                <p:nvPr/>
              </p:nvSpPr>
              <p:spPr bwMode="auto">
                <a:xfrm>
                  <a:off x="9698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1" name="Oval 147"/>
                <p:cNvSpPr>
                  <a:spLocks noChangeArrowheads="1"/>
                </p:cNvSpPr>
                <p:nvPr/>
              </p:nvSpPr>
              <p:spPr bwMode="auto">
                <a:xfrm>
                  <a:off x="961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2" name="Oval 148"/>
                <p:cNvSpPr>
                  <a:spLocks noChangeArrowheads="1"/>
                </p:cNvSpPr>
                <p:nvPr/>
              </p:nvSpPr>
              <p:spPr bwMode="auto">
                <a:xfrm>
                  <a:off x="952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3" name="Oval 149"/>
                <p:cNvSpPr>
                  <a:spLocks noChangeArrowheads="1"/>
                </p:cNvSpPr>
                <p:nvPr/>
              </p:nvSpPr>
              <p:spPr bwMode="auto">
                <a:xfrm>
                  <a:off x="9447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4" name="Oval 150"/>
                <p:cNvSpPr>
                  <a:spLocks noChangeArrowheads="1"/>
                </p:cNvSpPr>
                <p:nvPr/>
              </p:nvSpPr>
              <p:spPr bwMode="auto">
                <a:xfrm>
                  <a:off x="936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5" name="Oval 151"/>
                <p:cNvSpPr>
                  <a:spLocks noChangeArrowheads="1"/>
                </p:cNvSpPr>
                <p:nvPr/>
              </p:nvSpPr>
              <p:spPr bwMode="auto">
                <a:xfrm>
                  <a:off x="927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6" name="Oval 152"/>
                <p:cNvSpPr>
                  <a:spLocks noChangeArrowheads="1"/>
                </p:cNvSpPr>
                <p:nvPr/>
              </p:nvSpPr>
              <p:spPr bwMode="auto">
                <a:xfrm>
                  <a:off x="919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7" name="Oval 153"/>
                <p:cNvSpPr>
                  <a:spLocks noChangeArrowheads="1"/>
                </p:cNvSpPr>
                <p:nvPr/>
              </p:nvSpPr>
              <p:spPr bwMode="auto">
                <a:xfrm>
                  <a:off x="9111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8" name="Oval 154"/>
                <p:cNvSpPr>
                  <a:spLocks noChangeArrowheads="1"/>
                </p:cNvSpPr>
                <p:nvPr/>
              </p:nvSpPr>
              <p:spPr bwMode="auto">
                <a:xfrm>
                  <a:off x="902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9" name="Oval 155"/>
                <p:cNvSpPr>
                  <a:spLocks noChangeArrowheads="1"/>
                </p:cNvSpPr>
                <p:nvPr/>
              </p:nvSpPr>
              <p:spPr bwMode="auto">
                <a:xfrm>
                  <a:off x="894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0" name="Oval 156"/>
                <p:cNvSpPr>
                  <a:spLocks noChangeArrowheads="1"/>
                </p:cNvSpPr>
                <p:nvPr/>
              </p:nvSpPr>
              <p:spPr bwMode="auto">
                <a:xfrm>
                  <a:off x="885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1" name="Oval 157"/>
                <p:cNvSpPr>
                  <a:spLocks noChangeArrowheads="1"/>
                </p:cNvSpPr>
                <p:nvPr/>
              </p:nvSpPr>
              <p:spPr bwMode="auto">
                <a:xfrm>
                  <a:off x="8776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2" name="Oval 158"/>
                <p:cNvSpPr>
                  <a:spLocks noChangeArrowheads="1"/>
                </p:cNvSpPr>
                <p:nvPr/>
              </p:nvSpPr>
              <p:spPr bwMode="auto">
                <a:xfrm>
                  <a:off x="869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3" name="Oval 159"/>
                <p:cNvSpPr>
                  <a:spLocks noChangeArrowheads="1"/>
                </p:cNvSpPr>
                <p:nvPr/>
              </p:nvSpPr>
              <p:spPr bwMode="auto">
                <a:xfrm>
                  <a:off x="8607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4" name="Oval 160"/>
                <p:cNvSpPr>
                  <a:spLocks noChangeArrowheads="1"/>
                </p:cNvSpPr>
                <p:nvPr/>
              </p:nvSpPr>
              <p:spPr bwMode="auto">
                <a:xfrm>
                  <a:off x="8525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5" name="Oval 161"/>
                <p:cNvSpPr>
                  <a:spLocks noChangeArrowheads="1"/>
                </p:cNvSpPr>
                <p:nvPr/>
              </p:nvSpPr>
              <p:spPr bwMode="auto">
                <a:xfrm>
                  <a:off x="8440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6" name="Oval 162"/>
                <p:cNvSpPr>
                  <a:spLocks noChangeArrowheads="1"/>
                </p:cNvSpPr>
                <p:nvPr/>
              </p:nvSpPr>
              <p:spPr bwMode="auto">
                <a:xfrm>
                  <a:off x="8356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7" name="Oval 163"/>
                <p:cNvSpPr>
                  <a:spLocks noChangeArrowheads="1"/>
                </p:cNvSpPr>
                <p:nvPr/>
              </p:nvSpPr>
              <p:spPr bwMode="auto">
                <a:xfrm>
                  <a:off x="8271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8" name="Oval 164"/>
                <p:cNvSpPr>
                  <a:spLocks noChangeArrowheads="1"/>
                </p:cNvSpPr>
                <p:nvPr/>
              </p:nvSpPr>
              <p:spPr bwMode="auto">
                <a:xfrm>
                  <a:off x="8188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9" name="Oval 165"/>
                <p:cNvSpPr>
                  <a:spLocks noChangeArrowheads="1"/>
                </p:cNvSpPr>
                <p:nvPr/>
              </p:nvSpPr>
              <p:spPr bwMode="auto">
                <a:xfrm>
                  <a:off x="8104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0" name="Oval 166"/>
                <p:cNvSpPr>
                  <a:spLocks noChangeArrowheads="1"/>
                </p:cNvSpPr>
                <p:nvPr/>
              </p:nvSpPr>
              <p:spPr bwMode="auto">
                <a:xfrm>
                  <a:off x="8019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1" name="Oval 167"/>
                <p:cNvSpPr>
                  <a:spLocks noChangeArrowheads="1"/>
                </p:cNvSpPr>
                <p:nvPr/>
              </p:nvSpPr>
              <p:spPr bwMode="auto">
                <a:xfrm>
                  <a:off x="7935" y="6922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2" name="Oval 168"/>
                <p:cNvSpPr>
                  <a:spLocks noChangeArrowheads="1"/>
                </p:cNvSpPr>
                <p:nvPr/>
              </p:nvSpPr>
              <p:spPr bwMode="auto">
                <a:xfrm>
                  <a:off x="7853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3" name="Oval 169"/>
                <p:cNvSpPr>
                  <a:spLocks noChangeArrowheads="1"/>
                </p:cNvSpPr>
                <p:nvPr/>
              </p:nvSpPr>
              <p:spPr bwMode="auto">
                <a:xfrm>
                  <a:off x="7768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4" name="Oval 170"/>
                <p:cNvSpPr>
                  <a:spLocks noChangeArrowheads="1"/>
                </p:cNvSpPr>
                <p:nvPr/>
              </p:nvSpPr>
              <p:spPr bwMode="auto">
                <a:xfrm>
                  <a:off x="7684" y="6922"/>
                  <a:ext cx="39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5" name="Oval 171"/>
                <p:cNvSpPr>
                  <a:spLocks noChangeArrowheads="1"/>
                </p:cNvSpPr>
                <p:nvPr/>
              </p:nvSpPr>
              <p:spPr bwMode="auto">
                <a:xfrm>
                  <a:off x="759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6" name="Oval 172"/>
                <p:cNvSpPr>
                  <a:spLocks noChangeArrowheads="1"/>
                </p:cNvSpPr>
                <p:nvPr/>
              </p:nvSpPr>
              <p:spPr bwMode="auto">
                <a:xfrm>
                  <a:off x="7510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7" name="Oval 173"/>
                <p:cNvSpPr>
                  <a:spLocks noChangeArrowheads="1"/>
                </p:cNvSpPr>
                <p:nvPr/>
              </p:nvSpPr>
              <p:spPr bwMode="auto">
                <a:xfrm>
                  <a:off x="7425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8" name="Oval 174"/>
                <p:cNvSpPr>
                  <a:spLocks noChangeArrowheads="1"/>
                </p:cNvSpPr>
                <p:nvPr/>
              </p:nvSpPr>
              <p:spPr bwMode="auto">
                <a:xfrm>
                  <a:off x="7343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9" name="Oval 175"/>
                <p:cNvSpPr>
                  <a:spLocks noChangeArrowheads="1"/>
                </p:cNvSpPr>
                <p:nvPr/>
              </p:nvSpPr>
              <p:spPr bwMode="auto">
                <a:xfrm>
                  <a:off x="725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0" name="Oval 176"/>
                <p:cNvSpPr>
                  <a:spLocks noChangeArrowheads="1"/>
                </p:cNvSpPr>
                <p:nvPr/>
              </p:nvSpPr>
              <p:spPr bwMode="auto">
                <a:xfrm>
                  <a:off x="7174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1" name="Oval 177"/>
                <p:cNvSpPr>
                  <a:spLocks noChangeArrowheads="1"/>
                </p:cNvSpPr>
                <p:nvPr/>
              </p:nvSpPr>
              <p:spPr bwMode="auto">
                <a:xfrm>
                  <a:off x="7092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2" name="Oval 178"/>
                <p:cNvSpPr>
                  <a:spLocks noChangeArrowheads="1"/>
                </p:cNvSpPr>
                <p:nvPr/>
              </p:nvSpPr>
              <p:spPr bwMode="auto">
                <a:xfrm>
                  <a:off x="700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3" name="Oval 179"/>
                <p:cNvSpPr>
                  <a:spLocks noChangeArrowheads="1"/>
                </p:cNvSpPr>
                <p:nvPr/>
              </p:nvSpPr>
              <p:spPr bwMode="auto">
                <a:xfrm>
                  <a:off x="692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4" name="Oval 180"/>
                <p:cNvSpPr>
                  <a:spLocks noChangeArrowheads="1"/>
                </p:cNvSpPr>
                <p:nvPr/>
              </p:nvSpPr>
              <p:spPr bwMode="auto">
                <a:xfrm>
                  <a:off x="6839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5" name="Oval 181"/>
                <p:cNvSpPr>
                  <a:spLocks noChangeArrowheads="1"/>
                </p:cNvSpPr>
                <p:nvPr/>
              </p:nvSpPr>
              <p:spPr bwMode="auto">
                <a:xfrm>
                  <a:off x="6757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6" name="Oval 182"/>
                <p:cNvSpPr>
                  <a:spLocks noChangeArrowheads="1"/>
                </p:cNvSpPr>
                <p:nvPr/>
              </p:nvSpPr>
              <p:spPr bwMode="auto">
                <a:xfrm>
                  <a:off x="667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7" name="Oval 183"/>
                <p:cNvSpPr>
                  <a:spLocks noChangeArrowheads="1"/>
                </p:cNvSpPr>
                <p:nvPr/>
              </p:nvSpPr>
              <p:spPr bwMode="auto">
                <a:xfrm>
                  <a:off x="6588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8" name="Oval 184"/>
                <p:cNvSpPr>
                  <a:spLocks noChangeArrowheads="1"/>
                </p:cNvSpPr>
                <p:nvPr/>
              </p:nvSpPr>
              <p:spPr bwMode="auto">
                <a:xfrm>
                  <a:off x="6503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9" name="Oval 185"/>
                <p:cNvSpPr>
                  <a:spLocks noChangeArrowheads="1"/>
                </p:cNvSpPr>
                <p:nvPr/>
              </p:nvSpPr>
              <p:spPr bwMode="auto">
                <a:xfrm>
                  <a:off x="6421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0" name="Oval 186"/>
                <p:cNvSpPr>
                  <a:spLocks noChangeArrowheads="1"/>
                </p:cNvSpPr>
                <p:nvPr/>
              </p:nvSpPr>
              <p:spPr bwMode="auto">
                <a:xfrm>
                  <a:off x="633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1" name="Oval 187"/>
                <p:cNvSpPr>
                  <a:spLocks noChangeArrowheads="1"/>
                </p:cNvSpPr>
                <p:nvPr/>
              </p:nvSpPr>
              <p:spPr bwMode="auto">
                <a:xfrm>
                  <a:off x="6252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2" name="Oval 188"/>
                <p:cNvSpPr>
                  <a:spLocks noChangeArrowheads="1"/>
                </p:cNvSpPr>
                <p:nvPr/>
              </p:nvSpPr>
              <p:spPr bwMode="auto">
                <a:xfrm>
                  <a:off x="6170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3" name="Oval 189"/>
                <p:cNvSpPr>
                  <a:spLocks noChangeArrowheads="1"/>
                </p:cNvSpPr>
                <p:nvPr/>
              </p:nvSpPr>
              <p:spPr bwMode="auto">
                <a:xfrm>
                  <a:off x="6086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4" name="Oval 190"/>
                <p:cNvSpPr>
                  <a:spLocks noChangeArrowheads="1"/>
                </p:cNvSpPr>
                <p:nvPr/>
              </p:nvSpPr>
              <p:spPr bwMode="auto">
                <a:xfrm>
                  <a:off x="6001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5" name="Oval 191"/>
                <p:cNvSpPr>
                  <a:spLocks noChangeArrowheads="1"/>
                </p:cNvSpPr>
                <p:nvPr/>
              </p:nvSpPr>
              <p:spPr bwMode="auto">
                <a:xfrm>
                  <a:off x="5917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6" name="Oval 192"/>
                <p:cNvSpPr>
                  <a:spLocks noChangeArrowheads="1"/>
                </p:cNvSpPr>
                <p:nvPr/>
              </p:nvSpPr>
              <p:spPr bwMode="auto">
                <a:xfrm>
                  <a:off x="5835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7" name="Freeform 193"/>
                <p:cNvSpPr/>
                <p:nvPr/>
              </p:nvSpPr>
              <p:spPr bwMode="auto">
                <a:xfrm>
                  <a:off x="5750" y="6915"/>
                  <a:ext cx="46" cy="46"/>
                </a:xfrm>
                <a:custGeom>
                  <a:avLst/>
                  <a:gdLst>
                    <a:gd name="T0" fmla="*/ 0 w 7"/>
                    <a:gd name="T1" fmla="*/ 2 h 7"/>
                    <a:gd name="T2" fmla="*/ 4 w 7"/>
                    <a:gd name="T3" fmla="*/ 0 h 7"/>
                    <a:gd name="T4" fmla="*/ 7 w 7"/>
                    <a:gd name="T5" fmla="*/ 4 h 7"/>
                    <a:gd name="T6" fmla="*/ 3 w 7"/>
                    <a:gd name="T7" fmla="*/ 7 h 7"/>
                    <a:gd name="T8" fmla="*/ 0 w 7"/>
                    <a:gd name="T9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0" y="2"/>
                      </a:moveTo>
                      <a:cubicBezTo>
                        <a:pt x="1" y="1"/>
                        <a:pt x="3" y="0"/>
                        <a:pt x="4" y="0"/>
                      </a:cubicBezTo>
                      <a:cubicBezTo>
                        <a:pt x="6" y="0"/>
                        <a:pt x="7" y="2"/>
                        <a:pt x="7" y="4"/>
                      </a:cubicBezTo>
                      <a:cubicBezTo>
                        <a:pt x="7" y="6"/>
                        <a:pt x="5" y="7"/>
                        <a:pt x="3" y="7"/>
                      </a:cubicBezTo>
                      <a:cubicBezTo>
                        <a:pt x="1" y="6"/>
                        <a:pt x="0" y="4"/>
                        <a:pt x="0" y="2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8" name="Freeform 194"/>
                <p:cNvSpPr/>
                <p:nvPr/>
              </p:nvSpPr>
              <p:spPr bwMode="auto">
                <a:xfrm>
                  <a:off x="5666" y="6881"/>
                  <a:ext cx="53" cy="53"/>
                </a:xfrm>
                <a:custGeom>
                  <a:avLst/>
                  <a:gdLst>
                    <a:gd name="T0" fmla="*/ 1 w 8"/>
                    <a:gd name="T1" fmla="*/ 2 h 8"/>
                    <a:gd name="T2" fmla="*/ 6 w 8"/>
                    <a:gd name="T3" fmla="*/ 1 h 8"/>
                    <a:gd name="T4" fmla="*/ 7 w 8"/>
                    <a:gd name="T5" fmla="*/ 5 h 8"/>
                    <a:gd name="T6" fmla="*/ 3 w 8"/>
                    <a:gd name="T7" fmla="*/ 7 h 8"/>
                    <a:gd name="T8" fmla="*/ 1 w 8"/>
                    <a:gd name="T9" fmla="*/ 2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1" y="2"/>
                      </a:moveTo>
                      <a:cubicBezTo>
                        <a:pt x="2" y="1"/>
                        <a:pt x="4" y="0"/>
                        <a:pt x="6" y="1"/>
                      </a:cubicBezTo>
                      <a:cubicBezTo>
                        <a:pt x="8" y="2"/>
                        <a:pt x="8" y="4"/>
                        <a:pt x="7" y="5"/>
                      </a:cubicBezTo>
                      <a:cubicBezTo>
                        <a:pt x="7" y="7"/>
                        <a:pt x="5" y="8"/>
                        <a:pt x="3" y="7"/>
                      </a:cubicBezTo>
                      <a:cubicBezTo>
                        <a:pt x="1" y="6"/>
                        <a:pt x="0" y="4"/>
                        <a:pt x="1" y="2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9" name="Freeform 195"/>
                <p:cNvSpPr/>
                <p:nvPr/>
              </p:nvSpPr>
              <p:spPr bwMode="auto">
                <a:xfrm>
                  <a:off x="5603" y="6838"/>
                  <a:ext cx="51" cy="43"/>
                </a:xfrm>
                <a:custGeom>
                  <a:avLst/>
                  <a:gdLst>
                    <a:gd name="T0" fmla="*/ 2 w 8"/>
                    <a:gd name="T1" fmla="*/ 1 h 7"/>
                    <a:gd name="T2" fmla="*/ 6 w 8"/>
                    <a:gd name="T3" fmla="*/ 1 h 7"/>
                    <a:gd name="T4" fmla="*/ 6 w 8"/>
                    <a:gd name="T5" fmla="*/ 6 h 7"/>
                    <a:gd name="T6" fmla="*/ 2 w 8"/>
                    <a:gd name="T7" fmla="*/ 6 h 7"/>
                    <a:gd name="T8" fmla="*/ 2 w 8"/>
                    <a:gd name="T9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2" y="1"/>
                      </a:moveTo>
                      <a:cubicBezTo>
                        <a:pt x="3" y="0"/>
                        <a:pt x="5" y="0"/>
                        <a:pt x="6" y="1"/>
                      </a:cubicBezTo>
                      <a:cubicBezTo>
                        <a:pt x="8" y="2"/>
                        <a:pt x="8" y="4"/>
                        <a:pt x="6" y="6"/>
                      </a:cubicBezTo>
                      <a:cubicBezTo>
                        <a:pt x="5" y="7"/>
                        <a:pt x="3" y="7"/>
                        <a:pt x="2" y="6"/>
                      </a:cubicBezTo>
                      <a:cubicBezTo>
                        <a:pt x="0" y="4"/>
                        <a:pt x="0" y="2"/>
                        <a:pt x="2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0" name="Freeform 196"/>
                <p:cNvSpPr/>
                <p:nvPr/>
              </p:nvSpPr>
              <p:spPr bwMode="auto">
                <a:xfrm>
                  <a:off x="5550" y="6766"/>
                  <a:ext cx="53" cy="53"/>
                </a:xfrm>
                <a:custGeom>
                  <a:avLst/>
                  <a:gdLst>
                    <a:gd name="T0" fmla="*/ 2 w 8"/>
                    <a:gd name="T1" fmla="*/ 1 h 8"/>
                    <a:gd name="T2" fmla="*/ 7 w 8"/>
                    <a:gd name="T3" fmla="*/ 2 h 8"/>
                    <a:gd name="T4" fmla="*/ 6 w 8"/>
                    <a:gd name="T5" fmla="*/ 7 h 8"/>
                    <a:gd name="T6" fmla="*/ 1 w 8"/>
                    <a:gd name="T7" fmla="*/ 6 h 8"/>
                    <a:gd name="T8" fmla="*/ 2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2" y="1"/>
                      </a:moveTo>
                      <a:cubicBezTo>
                        <a:pt x="4" y="0"/>
                        <a:pt x="6" y="1"/>
                        <a:pt x="7" y="2"/>
                      </a:cubicBezTo>
                      <a:cubicBezTo>
                        <a:pt x="8" y="4"/>
                        <a:pt x="7" y="6"/>
                        <a:pt x="6" y="7"/>
                      </a:cubicBezTo>
                      <a:cubicBezTo>
                        <a:pt x="4" y="8"/>
                        <a:pt x="2" y="8"/>
                        <a:pt x="1" y="6"/>
                      </a:cubicBezTo>
                      <a:cubicBezTo>
                        <a:pt x="0" y="4"/>
                        <a:pt x="1" y="2"/>
                        <a:pt x="2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1" name="Freeform 197"/>
                <p:cNvSpPr/>
                <p:nvPr/>
              </p:nvSpPr>
              <p:spPr bwMode="auto">
                <a:xfrm>
                  <a:off x="5518" y="6688"/>
                  <a:ext cx="51" cy="53"/>
                </a:xfrm>
                <a:custGeom>
                  <a:avLst/>
                  <a:gdLst>
                    <a:gd name="T0" fmla="*/ 4 w 8"/>
                    <a:gd name="T1" fmla="*/ 1 h 8"/>
                    <a:gd name="T2" fmla="*/ 8 w 8"/>
                    <a:gd name="T3" fmla="*/ 3 h 8"/>
                    <a:gd name="T4" fmla="*/ 5 w 8"/>
                    <a:gd name="T5" fmla="*/ 7 h 8"/>
                    <a:gd name="T6" fmla="*/ 1 w 8"/>
                    <a:gd name="T7" fmla="*/ 5 h 8"/>
                    <a:gd name="T8" fmla="*/ 4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4" y="1"/>
                      </a:moveTo>
                      <a:cubicBezTo>
                        <a:pt x="6" y="0"/>
                        <a:pt x="7" y="2"/>
                        <a:pt x="8" y="3"/>
                      </a:cubicBezTo>
                      <a:cubicBezTo>
                        <a:pt x="8" y="5"/>
                        <a:pt x="7" y="7"/>
                        <a:pt x="5" y="7"/>
                      </a:cubicBezTo>
                      <a:cubicBezTo>
                        <a:pt x="3" y="8"/>
                        <a:pt x="1" y="7"/>
                        <a:pt x="1" y="5"/>
                      </a:cubicBezTo>
                      <a:cubicBezTo>
                        <a:pt x="0" y="3"/>
                        <a:pt x="2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2" name="Freeform 198"/>
                <p:cNvSpPr/>
                <p:nvPr/>
              </p:nvSpPr>
              <p:spPr bwMode="auto">
                <a:xfrm>
                  <a:off x="5518" y="6611"/>
                  <a:ext cx="43" cy="46"/>
                </a:xfrm>
                <a:custGeom>
                  <a:avLst/>
                  <a:gdLst>
                    <a:gd name="T0" fmla="*/ 3 w 7"/>
                    <a:gd name="T1" fmla="*/ 0 h 7"/>
                    <a:gd name="T2" fmla="*/ 7 w 7"/>
                    <a:gd name="T3" fmla="*/ 3 h 7"/>
                    <a:gd name="T4" fmla="*/ 3 w 7"/>
                    <a:gd name="T5" fmla="*/ 6 h 7"/>
                    <a:gd name="T6" fmla="*/ 0 w 7"/>
                    <a:gd name="T7" fmla="*/ 3 h 7"/>
                    <a:gd name="T8" fmla="*/ 3 w 7"/>
                    <a:gd name="T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3" y="0"/>
                      </a:moveTo>
                      <a:cubicBezTo>
                        <a:pt x="5" y="0"/>
                        <a:pt x="7" y="1"/>
                        <a:pt x="7" y="3"/>
                      </a:cubicBezTo>
                      <a:cubicBezTo>
                        <a:pt x="7" y="5"/>
                        <a:pt x="5" y="6"/>
                        <a:pt x="3" y="6"/>
                      </a:cubicBezTo>
                      <a:cubicBezTo>
                        <a:pt x="1" y="7"/>
                        <a:pt x="0" y="5"/>
                        <a:pt x="0" y="3"/>
                      </a:cubicBezTo>
                      <a:cubicBezTo>
                        <a:pt x="0" y="1"/>
                        <a:pt x="1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3" name="Oval 199"/>
                <p:cNvSpPr>
                  <a:spLocks noChangeArrowheads="1"/>
                </p:cNvSpPr>
                <p:nvPr/>
              </p:nvSpPr>
              <p:spPr bwMode="auto">
                <a:xfrm>
                  <a:off x="5518" y="6526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4" name="Oval 200"/>
                <p:cNvSpPr>
                  <a:spLocks noChangeArrowheads="1"/>
                </p:cNvSpPr>
                <p:nvPr/>
              </p:nvSpPr>
              <p:spPr bwMode="auto">
                <a:xfrm>
                  <a:off x="5518" y="6442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5" name="Oval 201"/>
                <p:cNvSpPr>
                  <a:spLocks noChangeArrowheads="1"/>
                </p:cNvSpPr>
                <p:nvPr/>
              </p:nvSpPr>
              <p:spPr bwMode="auto">
                <a:xfrm>
                  <a:off x="5518" y="6357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6" name="Oval 202"/>
                <p:cNvSpPr>
                  <a:spLocks noChangeArrowheads="1"/>
                </p:cNvSpPr>
                <p:nvPr/>
              </p:nvSpPr>
              <p:spPr bwMode="auto">
                <a:xfrm>
                  <a:off x="5518" y="6275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7" name="Oval 203"/>
                <p:cNvSpPr>
                  <a:spLocks noChangeArrowheads="1"/>
                </p:cNvSpPr>
                <p:nvPr/>
              </p:nvSpPr>
              <p:spPr bwMode="auto">
                <a:xfrm>
                  <a:off x="5518" y="6191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8" name="Oval 204"/>
                <p:cNvSpPr>
                  <a:spLocks noChangeArrowheads="1"/>
                </p:cNvSpPr>
                <p:nvPr/>
              </p:nvSpPr>
              <p:spPr bwMode="auto">
                <a:xfrm>
                  <a:off x="5518" y="6106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9" name="Oval 205"/>
                <p:cNvSpPr>
                  <a:spLocks noChangeArrowheads="1"/>
                </p:cNvSpPr>
                <p:nvPr/>
              </p:nvSpPr>
              <p:spPr bwMode="auto">
                <a:xfrm>
                  <a:off x="5518" y="6022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0" name="Oval 206"/>
                <p:cNvSpPr>
                  <a:spLocks noChangeArrowheads="1"/>
                </p:cNvSpPr>
                <p:nvPr/>
              </p:nvSpPr>
              <p:spPr bwMode="auto">
                <a:xfrm>
                  <a:off x="5518" y="5937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1" name="Oval 207"/>
                <p:cNvSpPr>
                  <a:spLocks noChangeArrowheads="1"/>
                </p:cNvSpPr>
                <p:nvPr/>
              </p:nvSpPr>
              <p:spPr bwMode="auto">
                <a:xfrm>
                  <a:off x="5518" y="5853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2" name="Oval 208"/>
                <p:cNvSpPr>
                  <a:spLocks noChangeArrowheads="1"/>
                </p:cNvSpPr>
                <p:nvPr/>
              </p:nvSpPr>
              <p:spPr bwMode="auto">
                <a:xfrm>
                  <a:off x="5518" y="5768"/>
                  <a:ext cx="43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3" name="Oval 209"/>
                <p:cNvSpPr>
                  <a:spLocks noChangeArrowheads="1"/>
                </p:cNvSpPr>
                <p:nvPr/>
              </p:nvSpPr>
              <p:spPr bwMode="auto">
                <a:xfrm>
                  <a:off x="5518" y="5679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4" name="Oval 210"/>
                <p:cNvSpPr>
                  <a:spLocks noChangeArrowheads="1"/>
                </p:cNvSpPr>
                <p:nvPr/>
              </p:nvSpPr>
              <p:spPr bwMode="auto">
                <a:xfrm>
                  <a:off x="5518" y="5594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5" name="Oval 211"/>
                <p:cNvSpPr>
                  <a:spLocks noChangeArrowheads="1"/>
                </p:cNvSpPr>
                <p:nvPr/>
              </p:nvSpPr>
              <p:spPr bwMode="auto">
                <a:xfrm>
                  <a:off x="5518" y="55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6" name="Oval 212"/>
                <p:cNvSpPr>
                  <a:spLocks noChangeArrowheads="1"/>
                </p:cNvSpPr>
                <p:nvPr/>
              </p:nvSpPr>
              <p:spPr bwMode="auto">
                <a:xfrm>
                  <a:off x="5518" y="5425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7" name="Oval 213"/>
                <p:cNvSpPr>
                  <a:spLocks noChangeArrowheads="1"/>
                </p:cNvSpPr>
                <p:nvPr/>
              </p:nvSpPr>
              <p:spPr bwMode="auto">
                <a:xfrm>
                  <a:off x="5518" y="5341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8" name="Oval 214"/>
                <p:cNvSpPr>
                  <a:spLocks noChangeArrowheads="1"/>
                </p:cNvSpPr>
                <p:nvPr/>
              </p:nvSpPr>
              <p:spPr bwMode="auto">
                <a:xfrm>
                  <a:off x="5518" y="5258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9" name="Oval 215"/>
                <p:cNvSpPr>
                  <a:spLocks noChangeArrowheads="1"/>
                </p:cNvSpPr>
                <p:nvPr/>
              </p:nvSpPr>
              <p:spPr bwMode="auto">
                <a:xfrm>
                  <a:off x="5518" y="5173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0" name="Oval 216"/>
                <p:cNvSpPr>
                  <a:spLocks noChangeArrowheads="1"/>
                </p:cNvSpPr>
                <p:nvPr/>
              </p:nvSpPr>
              <p:spPr bwMode="auto">
                <a:xfrm>
                  <a:off x="5518" y="5089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1" name="Oval 217"/>
                <p:cNvSpPr>
                  <a:spLocks noChangeArrowheads="1"/>
                </p:cNvSpPr>
                <p:nvPr/>
              </p:nvSpPr>
              <p:spPr bwMode="auto">
                <a:xfrm>
                  <a:off x="5518" y="5004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2" name="Oval 218"/>
                <p:cNvSpPr>
                  <a:spLocks noChangeArrowheads="1"/>
                </p:cNvSpPr>
                <p:nvPr/>
              </p:nvSpPr>
              <p:spPr bwMode="auto">
                <a:xfrm>
                  <a:off x="5518" y="492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3" name="Oval 219"/>
                <p:cNvSpPr>
                  <a:spLocks noChangeArrowheads="1"/>
                </p:cNvSpPr>
                <p:nvPr/>
              </p:nvSpPr>
              <p:spPr bwMode="auto">
                <a:xfrm>
                  <a:off x="5518" y="4835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4" name="Oval 220"/>
                <p:cNvSpPr>
                  <a:spLocks noChangeArrowheads="1"/>
                </p:cNvSpPr>
                <p:nvPr/>
              </p:nvSpPr>
              <p:spPr bwMode="auto">
                <a:xfrm>
                  <a:off x="5518" y="4753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5" name="Oval 221"/>
                <p:cNvSpPr>
                  <a:spLocks noChangeArrowheads="1"/>
                </p:cNvSpPr>
                <p:nvPr/>
              </p:nvSpPr>
              <p:spPr bwMode="auto">
                <a:xfrm>
                  <a:off x="5518" y="4669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6" name="Oval 222"/>
                <p:cNvSpPr>
                  <a:spLocks noChangeArrowheads="1"/>
                </p:cNvSpPr>
                <p:nvPr/>
              </p:nvSpPr>
              <p:spPr bwMode="auto">
                <a:xfrm>
                  <a:off x="5518" y="4584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" name="Oval 223"/>
                <p:cNvSpPr>
                  <a:spLocks noChangeArrowheads="1"/>
                </p:cNvSpPr>
                <p:nvPr/>
              </p:nvSpPr>
              <p:spPr bwMode="auto">
                <a:xfrm>
                  <a:off x="5518" y="450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8" name="Oval 224"/>
                <p:cNvSpPr>
                  <a:spLocks noChangeArrowheads="1"/>
                </p:cNvSpPr>
                <p:nvPr/>
              </p:nvSpPr>
              <p:spPr bwMode="auto">
                <a:xfrm>
                  <a:off x="5518" y="4415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9" name="Oval 225"/>
                <p:cNvSpPr>
                  <a:spLocks noChangeArrowheads="1"/>
                </p:cNvSpPr>
                <p:nvPr/>
              </p:nvSpPr>
              <p:spPr bwMode="auto">
                <a:xfrm>
                  <a:off x="5518" y="4331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0" name="Oval 226"/>
                <p:cNvSpPr>
                  <a:spLocks noChangeArrowheads="1"/>
                </p:cNvSpPr>
                <p:nvPr/>
              </p:nvSpPr>
              <p:spPr bwMode="auto">
                <a:xfrm>
                  <a:off x="5518" y="4246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1" name="Oval 227"/>
                <p:cNvSpPr>
                  <a:spLocks noChangeArrowheads="1"/>
                </p:cNvSpPr>
                <p:nvPr/>
              </p:nvSpPr>
              <p:spPr bwMode="auto">
                <a:xfrm>
                  <a:off x="5518" y="4164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2" name="Oval 228"/>
                <p:cNvSpPr>
                  <a:spLocks noChangeArrowheads="1"/>
                </p:cNvSpPr>
                <p:nvPr/>
              </p:nvSpPr>
              <p:spPr bwMode="auto">
                <a:xfrm>
                  <a:off x="5518" y="4080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3" name="Freeform 229"/>
                <p:cNvSpPr/>
                <p:nvPr/>
              </p:nvSpPr>
              <p:spPr bwMode="auto">
                <a:xfrm>
                  <a:off x="5518" y="3995"/>
                  <a:ext cx="43" cy="46"/>
                </a:xfrm>
                <a:custGeom>
                  <a:avLst/>
                  <a:gdLst>
                    <a:gd name="T0" fmla="*/ 3 w 7"/>
                    <a:gd name="T1" fmla="*/ 0 h 7"/>
                    <a:gd name="T2" fmla="*/ 7 w 7"/>
                    <a:gd name="T3" fmla="*/ 4 h 7"/>
                    <a:gd name="T4" fmla="*/ 3 w 7"/>
                    <a:gd name="T5" fmla="*/ 7 h 7"/>
                    <a:gd name="T6" fmla="*/ 0 w 7"/>
                    <a:gd name="T7" fmla="*/ 4 h 7"/>
                    <a:gd name="T8" fmla="*/ 3 w 7"/>
                    <a:gd name="T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3" y="0"/>
                      </a:moveTo>
                      <a:cubicBezTo>
                        <a:pt x="5" y="0"/>
                        <a:pt x="7" y="2"/>
                        <a:pt x="7" y="4"/>
                      </a:cubicBezTo>
                      <a:cubicBezTo>
                        <a:pt x="6" y="5"/>
                        <a:pt x="5" y="7"/>
                        <a:pt x="3" y="7"/>
                      </a:cubicBezTo>
                      <a:cubicBezTo>
                        <a:pt x="1" y="7"/>
                        <a:pt x="0" y="6"/>
                        <a:pt x="0" y="4"/>
                      </a:cubicBezTo>
                      <a:cubicBezTo>
                        <a:pt x="0" y="1"/>
                        <a:pt x="1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4" name="Freeform 230"/>
                <p:cNvSpPr/>
                <p:nvPr/>
              </p:nvSpPr>
              <p:spPr bwMode="auto">
                <a:xfrm>
                  <a:off x="5523" y="3911"/>
                  <a:ext cx="53" cy="51"/>
                </a:xfrm>
                <a:custGeom>
                  <a:avLst/>
                  <a:gdLst>
                    <a:gd name="T0" fmla="*/ 5 w 8"/>
                    <a:gd name="T1" fmla="*/ 1 h 8"/>
                    <a:gd name="T2" fmla="*/ 8 w 8"/>
                    <a:gd name="T3" fmla="*/ 5 h 8"/>
                    <a:gd name="T4" fmla="*/ 3 w 8"/>
                    <a:gd name="T5" fmla="*/ 7 h 8"/>
                    <a:gd name="T6" fmla="*/ 1 w 8"/>
                    <a:gd name="T7" fmla="*/ 3 h 8"/>
                    <a:gd name="T8" fmla="*/ 5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5" y="1"/>
                      </a:moveTo>
                      <a:cubicBezTo>
                        <a:pt x="7" y="1"/>
                        <a:pt x="8" y="3"/>
                        <a:pt x="8" y="5"/>
                      </a:cubicBezTo>
                      <a:cubicBezTo>
                        <a:pt x="7" y="7"/>
                        <a:pt x="5" y="8"/>
                        <a:pt x="3" y="7"/>
                      </a:cubicBezTo>
                      <a:cubicBezTo>
                        <a:pt x="2" y="7"/>
                        <a:pt x="0" y="5"/>
                        <a:pt x="1" y="3"/>
                      </a:cubicBezTo>
                      <a:cubicBezTo>
                        <a:pt x="2" y="1"/>
                        <a:pt x="4" y="0"/>
                        <a:pt x="5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5" name="Freeform 231"/>
                <p:cNvSpPr/>
                <p:nvPr/>
              </p:nvSpPr>
              <p:spPr bwMode="auto">
                <a:xfrm>
                  <a:off x="5561" y="3834"/>
                  <a:ext cx="53" cy="51"/>
                </a:xfrm>
                <a:custGeom>
                  <a:avLst/>
                  <a:gdLst>
                    <a:gd name="T0" fmla="*/ 6 w 8"/>
                    <a:gd name="T1" fmla="*/ 1 h 8"/>
                    <a:gd name="T2" fmla="*/ 7 w 8"/>
                    <a:gd name="T3" fmla="*/ 6 h 8"/>
                    <a:gd name="T4" fmla="*/ 2 w 8"/>
                    <a:gd name="T5" fmla="*/ 7 h 8"/>
                    <a:gd name="T6" fmla="*/ 1 w 8"/>
                    <a:gd name="T7" fmla="*/ 2 h 8"/>
                    <a:gd name="T8" fmla="*/ 6 w 8"/>
                    <a:gd name="T9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6" y="1"/>
                      </a:moveTo>
                      <a:cubicBezTo>
                        <a:pt x="8" y="3"/>
                        <a:pt x="8" y="5"/>
                        <a:pt x="7" y="6"/>
                      </a:cubicBezTo>
                      <a:cubicBezTo>
                        <a:pt x="6" y="8"/>
                        <a:pt x="4" y="8"/>
                        <a:pt x="2" y="7"/>
                      </a:cubicBezTo>
                      <a:cubicBezTo>
                        <a:pt x="1" y="6"/>
                        <a:pt x="0" y="4"/>
                        <a:pt x="1" y="2"/>
                      </a:cubicBezTo>
                      <a:cubicBezTo>
                        <a:pt x="2" y="1"/>
                        <a:pt x="5" y="0"/>
                        <a:pt x="6" y="1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6" name="Freeform 232"/>
                <p:cNvSpPr/>
                <p:nvPr/>
              </p:nvSpPr>
              <p:spPr bwMode="auto">
                <a:xfrm>
                  <a:off x="5622" y="3776"/>
                  <a:ext cx="51" cy="43"/>
                </a:xfrm>
                <a:custGeom>
                  <a:avLst/>
                  <a:gdLst>
                    <a:gd name="T0" fmla="*/ 7 w 8"/>
                    <a:gd name="T1" fmla="*/ 2 h 7"/>
                    <a:gd name="T2" fmla="*/ 6 w 8"/>
                    <a:gd name="T3" fmla="*/ 6 h 7"/>
                    <a:gd name="T4" fmla="*/ 1 w 8"/>
                    <a:gd name="T5" fmla="*/ 6 h 7"/>
                    <a:gd name="T6" fmla="*/ 2 w 8"/>
                    <a:gd name="T7" fmla="*/ 1 h 7"/>
                    <a:gd name="T8" fmla="*/ 7 w 8"/>
                    <a:gd name="T9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7" y="2"/>
                      </a:moveTo>
                      <a:cubicBezTo>
                        <a:pt x="8" y="3"/>
                        <a:pt x="7" y="5"/>
                        <a:pt x="6" y="6"/>
                      </a:cubicBezTo>
                      <a:cubicBezTo>
                        <a:pt x="5" y="7"/>
                        <a:pt x="3" y="7"/>
                        <a:pt x="1" y="6"/>
                      </a:cubicBezTo>
                      <a:cubicBezTo>
                        <a:pt x="0" y="5"/>
                        <a:pt x="0" y="2"/>
                        <a:pt x="2" y="1"/>
                      </a:cubicBezTo>
                      <a:cubicBezTo>
                        <a:pt x="3" y="0"/>
                        <a:pt x="5" y="0"/>
                        <a:pt x="7" y="2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" name="Freeform 233"/>
                <p:cNvSpPr/>
                <p:nvPr/>
              </p:nvSpPr>
              <p:spPr bwMode="auto">
                <a:xfrm>
                  <a:off x="5692" y="3729"/>
                  <a:ext cx="51" cy="51"/>
                </a:xfrm>
                <a:custGeom>
                  <a:avLst/>
                  <a:gdLst>
                    <a:gd name="T0" fmla="*/ 7 w 8"/>
                    <a:gd name="T1" fmla="*/ 3 h 8"/>
                    <a:gd name="T2" fmla="*/ 5 w 8"/>
                    <a:gd name="T3" fmla="*/ 7 h 8"/>
                    <a:gd name="T4" fmla="*/ 1 w 8"/>
                    <a:gd name="T5" fmla="*/ 5 h 8"/>
                    <a:gd name="T6" fmla="*/ 3 w 8"/>
                    <a:gd name="T7" fmla="*/ 1 h 8"/>
                    <a:gd name="T8" fmla="*/ 7 w 8"/>
                    <a:gd name="T9" fmla="*/ 3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7" y="3"/>
                      </a:moveTo>
                      <a:cubicBezTo>
                        <a:pt x="8" y="5"/>
                        <a:pt x="7" y="7"/>
                        <a:pt x="5" y="7"/>
                      </a:cubicBezTo>
                      <a:cubicBezTo>
                        <a:pt x="4" y="8"/>
                        <a:pt x="2" y="7"/>
                        <a:pt x="1" y="5"/>
                      </a:cubicBezTo>
                      <a:cubicBezTo>
                        <a:pt x="0" y="4"/>
                        <a:pt x="1" y="2"/>
                        <a:pt x="3" y="1"/>
                      </a:cubicBezTo>
                      <a:cubicBezTo>
                        <a:pt x="5" y="0"/>
                        <a:pt x="7" y="1"/>
                        <a:pt x="7" y="3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8" name="Freeform 234"/>
                <p:cNvSpPr/>
                <p:nvPr/>
              </p:nvSpPr>
              <p:spPr bwMode="auto">
                <a:xfrm>
                  <a:off x="5777" y="3710"/>
                  <a:ext cx="43" cy="46"/>
                </a:xfrm>
                <a:custGeom>
                  <a:avLst/>
                  <a:gdLst>
                    <a:gd name="T0" fmla="*/ 7 w 7"/>
                    <a:gd name="T1" fmla="*/ 4 h 7"/>
                    <a:gd name="T2" fmla="*/ 4 w 7"/>
                    <a:gd name="T3" fmla="*/ 7 h 7"/>
                    <a:gd name="T4" fmla="*/ 0 w 7"/>
                    <a:gd name="T5" fmla="*/ 4 h 7"/>
                    <a:gd name="T6" fmla="*/ 3 w 7"/>
                    <a:gd name="T7" fmla="*/ 0 h 7"/>
                    <a:gd name="T8" fmla="*/ 7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7" y="4"/>
                      </a:moveTo>
                      <a:cubicBezTo>
                        <a:pt x="7" y="5"/>
                        <a:pt x="6" y="7"/>
                        <a:pt x="4" y="7"/>
                      </a:cubicBezTo>
                      <a:cubicBezTo>
                        <a:pt x="2" y="7"/>
                        <a:pt x="0" y="6"/>
                        <a:pt x="0" y="4"/>
                      </a:cubicBezTo>
                      <a:cubicBezTo>
                        <a:pt x="0" y="2"/>
                        <a:pt x="1" y="1"/>
                        <a:pt x="3" y="0"/>
                      </a:cubicBezTo>
                      <a:cubicBezTo>
                        <a:pt x="5" y="0"/>
                        <a:pt x="7" y="2"/>
                        <a:pt x="7" y="4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9" name="Oval 235"/>
                <p:cNvSpPr>
                  <a:spLocks noChangeArrowheads="1"/>
                </p:cNvSpPr>
                <p:nvPr/>
              </p:nvSpPr>
              <p:spPr bwMode="auto">
                <a:xfrm>
                  <a:off x="585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0" name="Oval 236"/>
                <p:cNvSpPr>
                  <a:spLocks noChangeArrowheads="1"/>
                </p:cNvSpPr>
                <p:nvPr/>
              </p:nvSpPr>
              <p:spPr bwMode="auto">
                <a:xfrm>
                  <a:off x="594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1" name="Oval 237"/>
                <p:cNvSpPr>
                  <a:spLocks noChangeArrowheads="1"/>
                </p:cNvSpPr>
                <p:nvPr/>
              </p:nvSpPr>
              <p:spPr bwMode="auto">
                <a:xfrm>
                  <a:off x="602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2" name="Oval 238"/>
                <p:cNvSpPr>
                  <a:spLocks noChangeArrowheads="1"/>
                </p:cNvSpPr>
                <p:nvPr/>
              </p:nvSpPr>
              <p:spPr bwMode="auto">
                <a:xfrm>
                  <a:off x="6112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3" name="Oval 239"/>
                <p:cNvSpPr>
                  <a:spLocks noChangeArrowheads="1"/>
                </p:cNvSpPr>
                <p:nvPr/>
              </p:nvSpPr>
              <p:spPr bwMode="auto">
                <a:xfrm>
                  <a:off x="619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4" name="Oval 240"/>
                <p:cNvSpPr>
                  <a:spLocks noChangeArrowheads="1"/>
                </p:cNvSpPr>
                <p:nvPr/>
              </p:nvSpPr>
              <p:spPr bwMode="auto">
                <a:xfrm>
                  <a:off x="627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5" name="Oval 241"/>
                <p:cNvSpPr>
                  <a:spLocks noChangeArrowheads="1"/>
                </p:cNvSpPr>
                <p:nvPr/>
              </p:nvSpPr>
              <p:spPr bwMode="auto">
                <a:xfrm>
                  <a:off x="6363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6" name="Oval 242"/>
                <p:cNvSpPr>
                  <a:spLocks noChangeArrowheads="1"/>
                </p:cNvSpPr>
                <p:nvPr/>
              </p:nvSpPr>
              <p:spPr bwMode="auto">
                <a:xfrm>
                  <a:off x="644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7" name="Oval 243"/>
                <p:cNvSpPr>
                  <a:spLocks noChangeArrowheads="1"/>
                </p:cNvSpPr>
                <p:nvPr/>
              </p:nvSpPr>
              <p:spPr bwMode="auto">
                <a:xfrm>
                  <a:off x="653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8" name="Oval 244"/>
                <p:cNvSpPr>
                  <a:spLocks noChangeArrowheads="1"/>
                </p:cNvSpPr>
                <p:nvPr/>
              </p:nvSpPr>
              <p:spPr bwMode="auto">
                <a:xfrm>
                  <a:off x="661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19" name="Oval 245"/>
                <p:cNvSpPr>
                  <a:spLocks noChangeArrowheads="1"/>
                </p:cNvSpPr>
                <p:nvPr/>
              </p:nvSpPr>
              <p:spPr bwMode="auto">
                <a:xfrm>
                  <a:off x="6699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0" name="Oval 246"/>
                <p:cNvSpPr>
                  <a:spLocks noChangeArrowheads="1"/>
                </p:cNvSpPr>
                <p:nvPr/>
              </p:nvSpPr>
              <p:spPr bwMode="auto">
                <a:xfrm>
                  <a:off x="678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1" name="Oval 247"/>
                <p:cNvSpPr>
                  <a:spLocks noChangeArrowheads="1"/>
                </p:cNvSpPr>
                <p:nvPr/>
              </p:nvSpPr>
              <p:spPr bwMode="auto">
                <a:xfrm>
                  <a:off x="686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2" name="Oval 248"/>
                <p:cNvSpPr>
                  <a:spLocks noChangeArrowheads="1"/>
                </p:cNvSpPr>
                <p:nvPr/>
              </p:nvSpPr>
              <p:spPr bwMode="auto">
                <a:xfrm>
                  <a:off x="6950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3" name="Oval 249"/>
                <p:cNvSpPr>
                  <a:spLocks noChangeArrowheads="1"/>
                </p:cNvSpPr>
                <p:nvPr/>
              </p:nvSpPr>
              <p:spPr bwMode="auto">
                <a:xfrm>
                  <a:off x="7034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4" name="Oval 250"/>
                <p:cNvSpPr>
                  <a:spLocks noChangeArrowheads="1"/>
                </p:cNvSpPr>
                <p:nvPr/>
              </p:nvSpPr>
              <p:spPr bwMode="auto">
                <a:xfrm>
                  <a:off x="711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5" name="Oval 251"/>
                <p:cNvSpPr>
                  <a:spLocks noChangeArrowheads="1"/>
                </p:cNvSpPr>
                <p:nvPr/>
              </p:nvSpPr>
              <p:spPr bwMode="auto">
                <a:xfrm>
                  <a:off x="720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6" name="Oval 252"/>
                <p:cNvSpPr>
                  <a:spLocks noChangeArrowheads="1"/>
                </p:cNvSpPr>
                <p:nvPr/>
              </p:nvSpPr>
              <p:spPr bwMode="auto">
                <a:xfrm>
                  <a:off x="7285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7" name="Oval 253"/>
                <p:cNvSpPr>
                  <a:spLocks noChangeArrowheads="1"/>
                </p:cNvSpPr>
                <p:nvPr/>
              </p:nvSpPr>
              <p:spPr bwMode="auto">
                <a:xfrm>
                  <a:off x="736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8" name="Oval 254"/>
                <p:cNvSpPr>
                  <a:spLocks noChangeArrowheads="1"/>
                </p:cNvSpPr>
                <p:nvPr/>
              </p:nvSpPr>
              <p:spPr bwMode="auto">
                <a:xfrm>
                  <a:off x="745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29" name="Oval 255"/>
                <p:cNvSpPr>
                  <a:spLocks noChangeArrowheads="1"/>
                </p:cNvSpPr>
                <p:nvPr/>
              </p:nvSpPr>
              <p:spPr bwMode="auto">
                <a:xfrm>
                  <a:off x="753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0" name="Oval 256"/>
                <p:cNvSpPr>
                  <a:spLocks noChangeArrowheads="1"/>
                </p:cNvSpPr>
                <p:nvPr/>
              </p:nvSpPr>
              <p:spPr bwMode="auto">
                <a:xfrm>
                  <a:off x="7621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1" name="Oval 257"/>
                <p:cNvSpPr>
                  <a:spLocks noChangeArrowheads="1"/>
                </p:cNvSpPr>
                <p:nvPr/>
              </p:nvSpPr>
              <p:spPr bwMode="auto">
                <a:xfrm>
                  <a:off x="770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2" name="Oval 258"/>
                <p:cNvSpPr>
                  <a:spLocks noChangeArrowheads="1"/>
                </p:cNvSpPr>
                <p:nvPr/>
              </p:nvSpPr>
              <p:spPr bwMode="auto">
                <a:xfrm>
                  <a:off x="778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3" name="Oval 259"/>
                <p:cNvSpPr>
                  <a:spLocks noChangeArrowheads="1"/>
                </p:cNvSpPr>
                <p:nvPr/>
              </p:nvSpPr>
              <p:spPr bwMode="auto">
                <a:xfrm>
                  <a:off x="7873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4" name="Oval 260"/>
                <p:cNvSpPr>
                  <a:spLocks noChangeArrowheads="1"/>
                </p:cNvSpPr>
                <p:nvPr/>
              </p:nvSpPr>
              <p:spPr bwMode="auto">
                <a:xfrm>
                  <a:off x="795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5" name="Oval 261"/>
                <p:cNvSpPr>
                  <a:spLocks noChangeArrowheads="1"/>
                </p:cNvSpPr>
                <p:nvPr/>
              </p:nvSpPr>
              <p:spPr bwMode="auto">
                <a:xfrm>
                  <a:off x="803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6" name="Oval 262"/>
                <p:cNvSpPr>
                  <a:spLocks noChangeArrowheads="1"/>
                </p:cNvSpPr>
                <p:nvPr/>
              </p:nvSpPr>
              <p:spPr bwMode="auto">
                <a:xfrm>
                  <a:off x="812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7" name="Oval 263"/>
                <p:cNvSpPr>
                  <a:spLocks noChangeArrowheads="1"/>
                </p:cNvSpPr>
                <p:nvPr/>
              </p:nvSpPr>
              <p:spPr bwMode="auto">
                <a:xfrm>
                  <a:off x="8208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8" name="Oval 264"/>
                <p:cNvSpPr>
                  <a:spLocks noChangeArrowheads="1"/>
                </p:cNvSpPr>
                <p:nvPr/>
              </p:nvSpPr>
              <p:spPr bwMode="auto">
                <a:xfrm>
                  <a:off x="829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9" name="Oval 265"/>
                <p:cNvSpPr>
                  <a:spLocks noChangeArrowheads="1"/>
                </p:cNvSpPr>
                <p:nvPr/>
              </p:nvSpPr>
              <p:spPr bwMode="auto">
                <a:xfrm>
                  <a:off x="8382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0" name="Oval 266"/>
                <p:cNvSpPr>
                  <a:spLocks noChangeArrowheads="1"/>
                </p:cNvSpPr>
                <p:nvPr/>
              </p:nvSpPr>
              <p:spPr bwMode="auto">
                <a:xfrm>
                  <a:off x="8467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1" name="Oval 267"/>
                <p:cNvSpPr>
                  <a:spLocks noChangeArrowheads="1"/>
                </p:cNvSpPr>
                <p:nvPr/>
              </p:nvSpPr>
              <p:spPr bwMode="auto">
                <a:xfrm>
                  <a:off x="8549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2" name="Oval 268"/>
                <p:cNvSpPr>
                  <a:spLocks noChangeArrowheads="1"/>
                </p:cNvSpPr>
                <p:nvPr/>
              </p:nvSpPr>
              <p:spPr bwMode="auto">
                <a:xfrm>
                  <a:off x="8633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3" name="Oval 269"/>
                <p:cNvSpPr>
                  <a:spLocks noChangeArrowheads="1"/>
                </p:cNvSpPr>
                <p:nvPr/>
              </p:nvSpPr>
              <p:spPr bwMode="auto">
                <a:xfrm>
                  <a:off x="8718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4" name="Oval 270"/>
                <p:cNvSpPr>
                  <a:spLocks noChangeArrowheads="1"/>
                </p:cNvSpPr>
                <p:nvPr/>
              </p:nvSpPr>
              <p:spPr bwMode="auto">
                <a:xfrm>
                  <a:off x="8800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5" name="Oval 271"/>
                <p:cNvSpPr>
                  <a:spLocks noChangeArrowheads="1"/>
                </p:cNvSpPr>
                <p:nvPr/>
              </p:nvSpPr>
              <p:spPr bwMode="auto">
                <a:xfrm>
                  <a:off x="8884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6" name="Oval 272"/>
                <p:cNvSpPr>
                  <a:spLocks noChangeArrowheads="1"/>
                </p:cNvSpPr>
                <p:nvPr/>
              </p:nvSpPr>
              <p:spPr bwMode="auto">
                <a:xfrm>
                  <a:off x="8969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7" name="Oval 273"/>
                <p:cNvSpPr>
                  <a:spLocks noChangeArrowheads="1"/>
                </p:cNvSpPr>
                <p:nvPr/>
              </p:nvSpPr>
              <p:spPr bwMode="auto">
                <a:xfrm>
                  <a:off x="9053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8" name="Oval 274"/>
                <p:cNvSpPr>
                  <a:spLocks noChangeArrowheads="1"/>
                </p:cNvSpPr>
                <p:nvPr/>
              </p:nvSpPr>
              <p:spPr bwMode="auto">
                <a:xfrm>
                  <a:off x="9135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49" name="Oval 275"/>
                <p:cNvSpPr>
                  <a:spLocks noChangeArrowheads="1"/>
                </p:cNvSpPr>
                <p:nvPr/>
              </p:nvSpPr>
              <p:spPr bwMode="auto">
                <a:xfrm>
                  <a:off x="9220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0" name="Oval 276"/>
                <p:cNvSpPr>
                  <a:spLocks noChangeArrowheads="1"/>
                </p:cNvSpPr>
                <p:nvPr/>
              </p:nvSpPr>
              <p:spPr bwMode="auto">
                <a:xfrm>
                  <a:off x="9304" y="3710"/>
                  <a:ext cx="39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1" name="Oval 277"/>
                <p:cNvSpPr>
                  <a:spLocks noChangeArrowheads="1"/>
                </p:cNvSpPr>
                <p:nvPr/>
              </p:nvSpPr>
              <p:spPr bwMode="auto">
                <a:xfrm>
                  <a:off x="938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2" name="Oval 278"/>
                <p:cNvSpPr>
                  <a:spLocks noChangeArrowheads="1"/>
                </p:cNvSpPr>
                <p:nvPr/>
              </p:nvSpPr>
              <p:spPr bwMode="auto">
                <a:xfrm>
                  <a:off x="947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3" name="Oval 279"/>
                <p:cNvSpPr>
                  <a:spLocks noChangeArrowheads="1"/>
                </p:cNvSpPr>
                <p:nvPr/>
              </p:nvSpPr>
              <p:spPr bwMode="auto">
                <a:xfrm>
                  <a:off x="955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4" name="Oval 280"/>
                <p:cNvSpPr>
                  <a:spLocks noChangeArrowheads="1"/>
                </p:cNvSpPr>
                <p:nvPr/>
              </p:nvSpPr>
              <p:spPr bwMode="auto">
                <a:xfrm>
                  <a:off x="9640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5" name="Oval 281"/>
                <p:cNvSpPr>
                  <a:spLocks noChangeArrowheads="1"/>
                </p:cNvSpPr>
                <p:nvPr/>
              </p:nvSpPr>
              <p:spPr bwMode="auto">
                <a:xfrm>
                  <a:off x="972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6" name="Oval 282"/>
                <p:cNvSpPr>
                  <a:spLocks noChangeArrowheads="1"/>
                </p:cNvSpPr>
                <p:nvPr/>
              </p:nvSpPr>
              <p:spPr bwMode="auto">
                <a:xfrm>
                  <a:off x="980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7" name="Oval 283"/>
                <p:cNvSpPr>
                  <a:spLocks noChangeArrowheads="1"/>
                </p:cNvSpPr>
                <p:nvPr/>
              </p:nvSpPr>
              <p:spPr bwMode="auto">
                <a:xfrm>
                  <a:off x="989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8" name="Oval 284"/>
                <p:cNvSpPr>
                  <a:spLocks noChangeArrowheads="1"/>
                </p:cNvSpPr>
                <p:nvPr/>
              </p:nvSpPr>
              <p:spPr bwMode="auto">
                <a:xfrm>
                  <a:off x="9975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59" name="Oval 285"/>
                <p:cNvSpPr>
                  <a:spLocks noChangeArrowheads="1"/>
                </p:cNvSpPr>
                <p:nvPr/>
              </p:nvSpPr>
              <p:spPr bwMode="auto">
                <a:xfrm>
                  <a:off x="1005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0" name="Oval 286"/>
                <p:cNvSpPr>
                  <a:spLocks noChangeArrowheads="1"/>
                </p:cNvSpPr>
                <p:nvPr/>
              </p:nvSpPr>
              <p:spPr bwMode="auto">
                <a:xfrm>
                  <a:off x="1014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1" name="Oval 287"/>
                <p:cNvSpPr>
                  <a:spLocks noChangeArrowheads="1"/>
                </p:cNvSpPr>
                <p:nvPr/>
              </p:nvSpPr>
              <p:spPr bwMode="auto">
                <a:xfrm>
                  <a:off x="10226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2" name="Oval 288"/>
                <p:cNvSpPr>
                  <a:spLocks noChangeArrowheads="1"/>
                </p:cNvSpPr>
                <p:nvPr/>
              </p:nvSpPr>
              <p:spPr bwMode="auto">
                <a:xfrm>
                  <a:off x="1030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3" name="Oval 289"/>
                <p:cNvSpPr>
                  <a:spLocks noChangeArrowheads="1"/>
                </p:cNvSpPr>
                <p:nvPr/>
              </p:nvSpPr>
              <p:spPr bwMode="auto">
                <a:xfrm>
                  <a:off x="1039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4" name="Oval 290"/>
                <p:cNvSpPr>
                  <a:spLocks noChangeArrowheads="1"/>
                </p:cNvSpPr>
                <p:nvPr/>
              </p:nvSpPr>
              <p:spPr bwMode="auto">
                <a:xfrm>
                  <a:off x="1047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5" name="Oval 291"/>
                <p:cNvSpPr>
                  <a:spLocks noChangeArrowheads="1"/>
                </p:cNvSpPr>
                <p:nvPr/>
              </p:nvSpPr>
              <p:spPr bwMode="auto">
                <a:xfrm>
                  <a:off x="10562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6" name="Oval 292"/>
                <p:cNvSpPr>
                  <a:spLocks noChangeArrowheads="1"/>
                </p:cNvSpPr>
                <p:nvPr/>
              </p:nvSpPr>
              <p:spPr bwMode="auto">
                <a:xfrm>
                  <a:off x="1064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7" name="Oval 293"/>
                <p:cNvSpPr>
                  <a:spLocks noChangeArrowheads="1"/>
                </p:cNvSpPr>
                <p:nvPr/>
              </p:nvSpPr>
              <p:spPr bwMode="auto">
                <a:xfrm>
                  <a:off x="10729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8" name="Oval 294"/>
                <p:cNvSpPr>
                  <a:spLocks noChangeArrowheads="1"/>
                </p:cNvSpPr>
                <p:nvPr/>
              </p:nvSpPr>
              <p:spPr bwMode="auto">
                <a:xfrm>
                  <a:off x="1081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9" name="Oval 295"/>
                <p:cNvSpPr>
                  <a:spLocks noChangeArrowheads="1"/>
                </p:cNvSpPr>
                <p:nvPr/>
              </p:nvSpPr>
              <p:spPr bwMode="auto">
                <a:xfrm>
                  <a:off x="10898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0" name="Oval 296"/>
                <p:cNvSpPr>
                  <a:spLocks noChangeArrowheads="1"/>
                </p:cNvSpPr>
                <p:nvPr/>
              </p:nvSpPr>
              <p:spPr bwMode="auto">
                <a:xfrm>
                  <a:off x="1098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1" name="Oval 297"/>
                <p:cNvSpPr>
                  <a:spLocks noChangeArrowheads="1"/>
                </p:cNvSpPr>
                <p:nvPr/>
              </p:nvSpPr>
              <p:spPr bwMode="auto">
                <a:xfrm>
                  <a:off x="1106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2" name="Oval 298"/>
                <p:cNvSpPr>
                  <a:spLocks noChangeArrowheads="1"/>
                </p:cNvSpPr>
                <p:nvPr/>
              </p:nvSpPr>
              <p:spPr bwMode="auto">
                <a:xfrm>
                  <a:off x="11149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3" name="Oval 299"/>
                <p:cNvSpPr>
                  <a:spLocks noChangeArrowheads="1"/>
                </p:cNvSpPr>
                <p:nvPr/>
              </p:nvSpPr>
              <p:spPr bwMode="auto">
                <a:xfrm>
                  <a:off x="1123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4" name="Oval 300"/>
                <p:cNvSpPr>
                  <a:spLocks noChangeArrowheads="1"/>
                </p:cNvSpPr>
                <p:nvPr/>
              </p:nvSpPr>
              <p:spPr bwMode="auto">
                <a:xfrm>
                  <a:off x="1131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5" name="Oval 301"/>
                <p:cNvSpPr>
                  <a:spLocks noChangeArrowheads="1"/>
                </p:cNvSpPr>
                <p:nvPr/>
              </p:nvSpPr>
              <p:spPr bwMode="auto">
                <a:xfrm>
                  <a:off x="1140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6" name="Oval 302"/>
                <p:cNvSpPr>
                  <a:spLocks noChangeArrowheads="1"/>
                </p:cNvSpPr>
                <p:nvPr/>
              </p:nvSpPr>
              <p:spPr bwMode="auto">
                <a:xfrm>
                  <a:off x="11485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7" name="Oval 303"/>
                <p:cNvSpPr>
                  <a:spLocks noChangeArrowheads="1"/>
                </p:cNvSpPr>
                <p:nvPr/>
              </p:nvSpPr>
              <p:spPr bwMode="auto">
                <a:xfrm>
                  <a:off x="1156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8" name="Oval 304"/>
                <p:cNvSpPr>
                  <a:spLocks noChangeArrowheads="1"/>
                </p:cNvSpPr>
                <p:nvPr/>
              </p:nvSpPr>
              <p:spPr bwMode="auto">
                <a:xfrm>
                  <a:off x="11651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9" name="Oval 305"/>
                <p:cNvSpPr>
                  <a:spLocks noChangeArrowheads="1"/>
                </p:cNvSpPr>
                <p:nvPr/>
              </p:nvSpPr>
              <p:spPr bwMode="auto">
                <a:xfrm>
                  <a:off x="1173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0" name="Oval 306"/>
                <p:cNvSpPr>
                  <a:spLocks noChangeArrowheads="1"/>
                </p:cNvSpPr>
                <p:nvPr/>
              </p:nvSpPr>
              <p:spPr bwMode="auto">
                <a:xfrm>
                  <a:off x="11820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5" name="Oval 308"/>
                <p:cNvSpPr>
                  <a:spLocks noChangeArrowheads="1"/>
                </p:cNvSpPr>
                <p:nvPr/>
              </p:nvSpPr>
              <p:spPr bwMode="auto">
                <a:xfrm>
                  <a:off x="1190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6" name="Oval 309"/>
                <p:cNvSpPr>
                  <a:spLocks noChangeArrowheads="1"/>
                </p:cNvSpPr>
                <p:nvPr/>
              </p:nvSpPr>
              <p:spPr bwMode="auto">
                <a:xfrm>
                  <a:off x="1198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7" name="Oval 310"/>
                <p:cNvSpPr>
                  <a:spLocks noChangeArrowheads="1"/>
                </p:cNvSpPr>
                <p:nvPr/>
              </p:nvSpPr>
              <p:spPr bwMode="auto">
                <a:xfrm>
                  <a:off x="12071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8" name="Oval 311"/>
                <p:cNvSpPr>
                  <a:spLocks noChangeArrowheads="1"/>
                </p:cNvSpPr>
                <p:nvPr/>
              </p:nvSpPr>
              <p:spPr bwMode="auto">
                <a:xfrm>
                  <a:off x="1215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9" name="Oval 312"/>
                <p:cNvSpPr>
                  <a:spLocks noChangeArrowheads="1"/>
                </p:cNvSpPr>
                <p:nvPr/>
              </p:nvSpPr>
              <p:spPr bwMode="auto">
                <a:xfrm>
                  <a:off x="12237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0" name="Oval 313"/>
                <p:cNvSpPr>
                  <a:spLocks noChangeArrowheads="1"/>
                </p:cNvSpPr>
                <p:nvPr/>
              </p:nvSpPr>
              <p:spPr bwMode="auto">
                <a:xfrm>
                  <a:off x="12322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1" name="Oval 314"/>
                <p:cNvSpPr>
                  <a:spLocks noChangeArrowheads="1"/>
                </p:cNvSpPr>
                <p:nvPr/>
              </p:nvSpPr>
              <p:spPr bwMode="auto">
                <a:xfrm>
                  <a:off x="12406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2" name="Oval 315"/>
                <p:cNvSpPr>
                  <a:spLocks noChangeArrowheads="1"/>
                </p:cNvSpPr>
                <p:nvPr/>
              </p:nvSpPr>
              <p:spPr bwMode="auto">
                <a:xfrm>
                  <a:off x="1248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3" name="Oval 316"/>
                <p:cNvSpPr>
                  <a:spLocks noChangeArrowheads="1"/>
                </p:cNvSpPr>
                <p:nvPr/>
              </p:nvSpPr>
              <p:spPr bwMode="auto">
                <a:xfrm>
                  <a:off x="12573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4" name="Oval 317"/>
                <p:cNvSpPr>
                  <a:spLocks noChangeArrowheads="1"/>
                </p:cNvSpPr>
                <p:nvPr/>
              </p:nvSpPr>
              <p:spPr bwMode="auto">
                <a:xfrm>
                  <a:off x="12657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5" name="Oval 318"/>
                <p:cNvSpPr>
                  <a:spLocks noChangeArrowheads="1"/>
                </p:cNvSpPr>
                <p:nvPr/>
              </p:nvSpPr>
              <p:spPr bwMode="auto">
                <a:xfrm>
                  <a:off x="12742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6" name="Oval 319"/>
                <p:cNvSpPr>
                  <a:spLocks noChangeArrowheads="1"/>
                </p:cNvSpPr>
                <p:nvPr/>
              </p:nvSpPr>
              <p:spPr bwMode="auto">
                <a:xfrm>
                  <a:off x="12824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7" name="Oval 320"/>
                <p:cNvSpPr>
                  <a:spLocks noChangeArrowheads="1"/>
                </p:cNvSpPr>
                <p:nvPr/>
              </p:nvSpPr>
              <p:spPr bwMode="auto">
                <a:xfrm>
                  <a:off x="12908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8" name="Oval 321"/>
                <p:cNvSpPr>
                  <a:spLocks noChangeArrowheads="1"/>
                </p:cNvSpPr>
                <p:nvPr/>
              </p:nvSpPr>
              <p:spPr bwMode="auto">
                <a:xfrm>
                  <a:off x="12993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9" name="Oval 322"/>
                <p:cNvSpPr>
                  <a:spLocks noChangeArrowheads="1"/>
                </p:cNvSpPr>
                <p:nvPr/>
              </p:nvSpPr>
              <p:spPr bwMode="auto">
                <a:xfrm>
                  <a:off x="13076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0" name="Oval 323"/>
                <p:cNvSpPr>
                  <a:spLocks noChangeArrowheads="1"/>
                </p:cNvSpPr>
                <p:nvPr/>
              </p:nvSpPr>
              <p:spPr bwMode="auto">
                <a:xfrm>
                  <a:off x="13160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1" name="Oval 324"/>
                <p:cNvSpPr>
                  <a:spLocks noChangeArrowheads="1"/>
                </p:cNvSpPr>
                <p:nvPr/>
              </p:nvSpPr>
              <p:spPr bwMode="auto">
                <a:xfrm>
                  <a:off x="13245" y="3710"/>
                  <a:ext cx="46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2" name="Oval 325"/>
                <p:cNvSpPr>
                  <a:spLocks noChangeArrowheads="1"/>
                </p:cNvSpPr>
                <p:nvPr/>
              </p:nvSpPr>
              <p:spPr bwMode="auto">
                <a:xfrm>
                  <a:off x="13329" y="3710"/>
                  <a:ext cx="43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3" name="Freeform 326"/>
                <p:cNvSpPr/>
                <p:nvPr/>
              </p:nvSpPr>
              <p:spPr bwMode="auto">
                <a:xfrm>
                  <a:off x="13411" y="3717"/>
                  <a:ext cx="53" cy="43"/>
                </a:xfrm>
                <a:custGeom>
                  <a:avLst/>
                  <a:gdLst>
                    <a:gd name="T0" fmla="*/ 7 w 8"/>
                    <a:gd name="T1" fmla="*/ 4 h 7"/>
                    <a:gd name="T2" fmla="*/ 3 w 8"/>
                    <a:gd name="T3" fmla="*/ 7 h 7"/>
                    <a:gd name="T4" fmla="*/ 0 w 8"/>
                    <a:gd name="T5" fmla="*/ 3 h 7"/>
                    <a:gd name="T6" fmla="*/ 4 w 8"/>
                    <a:gd name="T7" fmla="*/ 0 h 7"/>
                    <a:gd name="T8" fmla="*/ 7 w 8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7" y="4"/>
                      </a:moveTo>
                      <a:cubicBezTo>
                        <a:pt x="6" y="6"/>
                        <a:pt x="5" y="7"/>
                        <a:pt x="3" y="7"/>
                      </a:cubicBezTo>
                      <a:cubicBezTo>
                        <a:pt x="1" y="6"/>
                        <a:pt x="0" y="5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6" y="1"/>
                        <a:pt x="8" y="3"/>
                        <a:pt x="7" y="4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4" name="Freeform 327"/>
                <p:cNvSpPr/>
                <p:nvPr/>
              </p:nvSpPr>
              <p:spPr bwMode="auto">
                <a:xfrm>
                  <a:off x="13488" y="3741"/>
                  <a:ext cx="53" cy="53"/>
                </a:xfrm>
                <a:custGeom>
                  <a:avLst/>
                  <a:gdLst>
                    <a:gd name="T0" fmla="*/ 7 w 8"/>
                    <a:gd name="T1" fmla="*/ 6 h 8"/>
                    <a:gd name="T2" fmla="*/ 2 w 8"/>
                    <a:gd name="T3" fmla="*/ 7 h 8"/>
                    <a:gd name="T4" fmla="*/ 1 w 8"/>
                    <a:gd name="T5" fmla="*/ 3 h 8"/>
                    <a:gd name="T6" fmla="*/ 5 w 8"/>
                    <a:gd name="T7" fmla="*/ 1 h 8"/>
                    <a:gd name="T8" fmla="*/ 7 w 8"/>
                    <a:gd name="T9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7" y="6"/>
                      </a:moveTo>
                      <a:cubicBezTo>
                        <a:pt x="6" y="8"/>
                        <a:pt x="4" y="8"/>
                        <a:pt x="2" y="7"/>
                      </a:cubicBezTo>
                      <a:cubicBezTo>
                        <a:pt x="1" y="6"/>
                        <a:pt x="0" y="4"/>
                        <a:pt x="1" y="3"/>
                      </a:cubicBezTo>
                      <a:cubicBezTo>
                        <a:pt x="2" y="1"/>
                        <a:pt x="4" y="0"/>
                        <a:pt x="5" y="1"/>
                      </a:cubicBezTo>
                      <a:cubicBezTo>
                        <a:pt x="7" y="2"/>
                        <a:pt x="8" y="4"/>
                        <a:pt x="7" y="6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5" name="Freeform 328"/>
                <p:cNvSpPr/>
                <p:nvPr/>
              </p:nvSpPr>
              <p:spPr bwMode="auto">
                <a:xfrm>
                  <a:off x="13554" y="3794"/>
                  <a:ext cx="51" cy="51"/>
                </a:xfrm>
                <a:custGeom>
                  <a:avLst/>
                  <a:gdLst>
                    <a:gd name="T0" fmla="*/ 6 w 8"/>
                    <a:gd name="T1" fmla="*/ 7 h 8"/>
                    <a:gd name="T2" fmla="*/ 2 w 8"/>
                    <a:gd name="T3" fmla="*/ 7 h 8"/>
                    <a:gd name="T4" fmla="*/ 2 w 8"/>
                    <a:gd name="T5" fmla="*/ 2 h 8"/>
                    <a:gd name="T6" fmla="*/ 7 w 8"/>
                    <a:gd name="T7" fmla="*/ 2 h 8"/>
                    <a:gd name="T8" fmla="*/ 6 w 8"/>
                    <a:gd name="T9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6" y="7"/>
                      </a:moveTo>
                      <a:cubicBezTo>
                        <a:pt x="5" y="8"/>
                        <a:pt x="3" y="8"/>
                        <a:pt x="2" y="7"/>
                      </a:cubicBezTo>
                      <a:cubicBezTo>
                        <a:pt x="0" y="5"/>
                        <a:pt x="0" y="3"/>
                        <a:pt x="2" y="2"/>
                      </a:cubicBezTo>
                      <a:cubicBezTo>
                        <a:pt x="3" y="0"/>
                        <a:pt x="5" y="0"/>
                        <a:pt x="7" y="2"/>
                      </a:cubicBezTo>
                      <a:cubicBezTo>
                        <a:pt x="8" y="3"/>
                        <a:pt x="8" y="5"/>
                        <a:pt x="6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6" name="Freeform 329"/>
                <p:cNvSpPr/>
                <p:nvPr/>
              </p:nvSpPr>
              <p:spPr bwMode="auto">
                <a:xfrm>
                  <a:off x="13604" y="3864"/>
                  <a:ext cx="53" cy="46"/>
                </a:xfrm>
                <a:custGeom>
                  <a:avLst/>
                  <a:gdLst>
                    <a:gd name="T0" fmla="*/ 5 w 8"/>
                    <a:gd name="T1" fmla="*/ 7 h 7"/>
                    <a:gd name="T2" fmla="*/ 1 w 8"/>
                    <a:gd name="T3" fmla="*/ 5 h 7"/>
                    <a:gd name="T4" fmla="*/ 2 w 8"/>
                    <a:gd name="T5" fmla="*/ 1 h 7"/>
                    <a:gd name="T6" fmla="*/ 7 w 8"/>
                    <a:gd name="T7" fmla="*/ 2 h 7"/>
                    <a:gd name="T8" fmla="*/ 5 w 8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5" y="7"/>
                      </a:moveTo>
                      <a:cubicBezTo>
                        <a:pt x="3" y="7"/>
                        <a:pt x="1" y="7"/>
                        <a:pt x="1" y="5"/>
                      </a:cubicBezTo>
                      <a:cubicBezTo>
                        <a:pt x="0" y="4"/>
                        <a:pt x="0" y="2"/>
                        <a:pt x="2" y="1"/>
                      </a:cubicBezTo>
                      <a:cubicBezTo>
                        <a:pt x="4" y="0"/>
                        <a:pt x="6" y="0"/>
                        <a:pt x="7" y="2"/>
                      </a:cubicBezTo>
                      <a:cubicBezTo>
                        <a:pt x="8" y="4"/>
                        <a:pt x="7" y="6"/>
                        <a:pt x="5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7" name="Freeform 330"/>
                <p:cNvSpPr/>
                <p:nvPr/>
              </p:nvSpPr>
              <p:spPr bwMode="auto">
                <a:xfrm>
                  <a:off x="13631" y="3942"/>
                  <a:ext cx="53" cy="46"/>
                </a:xfrm>
                <a:custGeom>
                  <a:avLst/>
                  <a:gdLst>
                    <a:gd name="T0" fmla="*/ 5 w 8"/>
                    <a:gd name="T1" fmla="*/ 7 h 7"/>
                    <a:gd name="T2" fmla="*/ 1 w 8"/>
                    <a:gd name="T3" fmla="*/ 5 h 7"/>
                    <a:gd name="T4" fmla="*/ 3 w 8"/>
                    <a:gd name="T5" fmla="*/ 1 h 7"/>
                    <a:gd name="T6" fmla="*/ 7 w 8"/>
                    <a:gd name="T7" fmla="*/ 3 h 7"/>
                    <a:gd name="T8" fmla="*/ 5 w 8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5" y="7"/>
                      </a:moveTo>
                      <a:cubicBezTo>
                        <a:pt x="3" y="7"/>
                        <a:pt x="1" y="6"/>
                        <a:pt x="1" y="5"/>
                      </a:cubicBezTo>
                      <a:cubicBezTo>
                        <a:pt x="0" y="3"/>
                        <a:pt x="1" y="1"/>
                        <a:pt x="3" y="1"/>
                      </a:cubicBezTo>
                      <a:cubicBezTo>
                        <a:pt x="5" y="0"/>
                        <a:pt x="7" y="1"/>
                        <a:pt x="7" y="3"/>
                      </a:cubicBezTo>
                      <a:cubicBezTo>
                        <a:pt x="8" y="5"/>
                        <a:pt x="6" y="7"/>
                        <a:pt x="5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8" name="Oval 331"/>
                <p:cNvSpPr>
                  <a:spLocks noChangeArrowheads="1"/>
                </p:cNvSpPr>
                <p:nvPr/>
              </p:nvSpPr>
              <p:spPr bwMode="auto">
                <a:xfrm>
                  <a:off x="13643" y="4026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39" name="Oval 332"/>
                <p:cNvSpPr>
                  <a:spLocks noChangeArrowheads="1"/>
                </p:cNvSpPr>
                <p:nvPr/>
              </p:nvSpPr>
              <p:spPr bwMode="auto">
                <a:xfrm>
                  <a:off x="13643" y="411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0" name="Oval 333"/>
                <p:cNvSpPr>
                  <a:spLocks noChangeArrowheads="1"/>
                </p:cNvSpPr>
                <p:nvPr/>
              </p:nvSpPr>
              <p:spPr bwMode="auto">
                <a:xfrm>
                  <a:off x="13643" y="4195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1" name="Oval 334"/>
                <p:cNvSpPr>
                  <a:spLocks noChangeArrowheads="1"/>
                </p:cNvSpPr>
                <p:nvPr/>
              </p:nvSpPr>
              <p:spPr bwMode="auto">
                <a:xfrm>
                  <a:off x="13643" y="4280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2" name="Oval 335"/>
                <p:cNvSpPr>
                  <a:spLocks noChangeArrowheads="1"/>
                </p:cNvSpPr>
                <p:nvPr/>
              </p:nvSpPr>
              <p:spPr bwMode="auto">
                <a:xfrm>
                  <a:off x="13643" y="4364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3" name="Oval 336"/>
                <p:cNvSpPr>
                  <a:spLocks noChangeArrowheads="1"/>
                </p:cNvSpPr>
                <p:nvPr/>
              </p:nvSpPr>
              <p:spPr bwMode="auto">
                <a:xfrm>
                  <a:off x="13643" y="4449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4" name="Oval 337"/>
                <p:cNvSpPr>
                  <a:spLocks noChangeArrowheads="1"/>
                </p:cNvSpPr>
                <p:nvPr/>
              </p:nvSpPr>
              <p:spPr bwMode="auto">
                <a:xfrm>
                  <a:off x="13643" y="453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5" name="Oval 338"/>
                <p:cNvSpPr>
                  <a:spLocks noChangeArrowheads="1"/>
                </p:cNvSpPr>
                <p:nvPr/>
              </p:nvSpPr>
              <p:spPr bwMode="auto">
                <a:xfrm>
                  <a:off x="13643" y="4623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6" name="Oval 339"/>
                <p:cNvSpPr>
                  <a:spLocks noChangeArrowheads="1"/>
                </p:cNvSpPr>
                <p:nvPr/>
              </p:nvSpPr>
              <p:spPr bwMode="auto">
                <a:xfrm>
                  <a:off x="13643" y="4707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7" name="Oval 340"/>
                <p:cNvSpPr>
                  <a:spLocks noChangeArrowheads="1"/>
                </p:cNvSpPr>
                <p:nvPr/>
              </p:nvSpPr>
              <p:spPr bwMode="auto">
                <a:xfrm>
                  <a:off x="13643" y="4792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8" name="Oval 341"/>
                <p:cNvSpPr>
                  <a:spLocks noChangeArrowheads="1"/>
                </p:cNvSpPr>
                <p:nvPr/>
              </p:nvSpPr>
              <p:spPr bwMode="auto">
                <a:xfrm>
                  <a:off x="13643" y="4874"/>
                  <a:ext cx="42" cy="42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49" name="Oval 342"/>
                <p:cNvSpPr>
                  <a:spLocks noChangeArrowheads="1"/>
                </p:cNvSpPr>
                <p:nvPr/>
              </p:nvSpPr>
              <p:spPr bwMode="auto">
                <a:xfrm>
                  <a:off x="13643" y="4958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0" name="Oval 343"/>
                <p:cNvSpPr>
                  <a:spLocks noChangeArrowheads="1"/>
                </p:cNvSpPr>
                <p:nvPr/>
              </p:nvSpPr>
              <p:spPr bwMode="auto">
                <a:xfrm>
                  <a:off x="13643" y="5043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1" name="Oval 344"/>
                <p:cNvSpPr>
                  <a:spLocks noChangeArrowheads="1"/>
                </p:cNvSpPr>
                <p:nvPr/>
              </p:nvSpPr>
              <p:spPr bwMode="auto">
                <a:xfrm>
                  <a:off x="13643" y="5127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2" name="Oval 345"/>
                <p:cNvSpPr>
                  <a:spLocks noChangeArrowheads="1"/>
                </p:cNvSpPr>
                <p:nvPr/>
              </p:nvSpPr>
              <p:spPr bwMode="auto">
                <a:xfrm>
                  <a:off x="13643" y="5212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3" name="Oval 346"/>
                <p:cNvSpPr>
                  <a:spLocks noChangeArrowheads="1"/>
                </p:cNvSpPr>
                <p:nvPr/>
              </p:nvSpPr>
              <p:spPr bwMode="auto">
                <a:xfrm>
                  <a:off x="13643" y="5296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4" name="Oval 347"/>
                <p:cNvSpPr>
                  <a:spLocks noChangeArrowheads="1"/>
                </p:cNvSpPr>
                <p:nvPr/>
              </p:nvSpPr>
              <p:spPr bwMode="auto">
                <a:xfrm>
                  <a:off x="13643" y="5381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5" name="Oval 348"/>
                <p:cNvSpPr>
                  <a:spLocks noChangeArrowheads="1"/>
                </p:cNvSpPr>
                <p:nvPr/>
              </p:nvSpPr>
              <p:spPr bwMode="auto">
                <a:xfrm>
                  <a:off x="13643" y="5463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6" name="Oval 349"/>
                <p:cNvSpPr>
                  <a:spLocks noChangeArrowheads="1"/>
                </p:cNvSpPr>
                <p:nvPr/>
              </p:nvSpPr>
              <p:spPr bwMode="auto">
                <a:xfrm>
                  <a:off x="13643" y="5547"/>
                  <a:ext cx="42" cy="39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7" name="Oval 350"/>
                <p:cNvSpPr>
                  <a:spLocks noChangeArrowheads="1"/>
                </p:cNvSpPr>
                <p:nvPr/>
              </p:nvSpPr>
              <p:spPr bwMode="auto">
                <a:xfrm>
                  <a:off x="13643" y="5632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8" name="Oval 351"/>
                <p:cNvSpPr>
                  <a:spLocks noChangeArrowheads="1"/>
                </p:cNvSpPr>
                <p:nvPr/>
              </p:nvSpPr>
              <p:spPr bwMode="auto">
                <a:xfrm>
                  <a:off x="13643" y="5716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59" name="Oval 352"/>
                <p:cNvSpPr>
                  <a:spLocks noChangeArrowheads="1"/>
                </p:cNvSpPr>
                <p:nvPr/>
              </p:nvSpPr>
              <p:spPr bwMode="auto">
                <a:xfrm>
                  <a:off x="13643" y="580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0" name="Oval 353"/>
                <p:cNvSpPr>
                  <a:spLocks noChangeArrowheads="1"/>
                </p:cNvSpPr>
                <p:nvPr/>
              </p:nvSpPr>
              <p:spPr bwMode="auto">
                <a:xfrm>
                  <a:off x="13643" y="5885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1" name="Oval 354"/>
                <p:cNvSpPr>
                  <a:spLocks noChangeArrowheads="1"/>
                </p:cNvSpPr>
                <p:nvPr/>
              </p:nvSpPr>
              <p:spPr bwMode="auto">
                <a:xfrm>
                  <a:off x="13643" y="5970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2" name="Oval 355"/>
                <p:cNvSpPr>
                  <a:spLocks noChangeArrowheads="1"/>
                </p:cNvSpPr>
                <p:nvPr/>
              </p:nvSpPr>
              <p:spPr bwMode="auto">
                <a:xfrm>
                  <a:off x="13643" y="6053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3" name="Oval 356"/>
                <p:cNvSpPr>
                  <a:spLocks noChangeArrowheads="1"/>
                </p:cNvSpPr>
                <p:nvPr/>
              </p:nvSpPr>
              <p:spPr bwMode="auto">
                <a:xfrm>
                  <a:off x="13643" y="6137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4" name="Oval 357"/>
                <p:cNvSpPr>
                  <a:spLocks noChangeArrowheads="1"/>
                </p:cNvSpPr>
                <p:nvPr/>
              </p:nvSpPr>
              <p:spPr bwMode="auto">
                <a:xfrm>
                  <a:off x="13643" y="6222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5" name="Oval 358"/>
                <p:cNvSpPr>
                  <a:spLocks noChangeArrowheads="1"/>
                </p:cNvSpPr>
                <p:nvPr/>
              </p:nvSpPr>
              <p:spPr bwMode="auto">
                <a:xfrm>
                  <a:off x="13643" y="6306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6" name="Oval 359"/>
                <p:cNvSpPr>
                  <a:spLocks noChangeArrowheads="1"/>
                </p:cNvSpPr>
                <p:nvPr/>
              </p:nvSpPr>
              <p:spPr bwMode="auto">
                <a:xfrm>
                  <a:off x="13643" y="6391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7" name="Oval 360"/>
                <p:cNvSpPr>
                  <a:spLocks noChangeArrowheads="1"/>
                </p:cNvSpPr>
                <p:nvPr/>
              </p:nvSpPr>
              <p:spPr bwMode="auto">
                <a:xfrm>
                  <a:off x="13643" y="6475"/>
                  <a:ext cx="42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8" name="Oval 361"/>
                <p:cNvSpPr>
                  <a:spLocks noChangeArrowheads="1"/>
                </p:cNvSpPr>
                <p:nvPr/>
              </p:nvSpPr>
              <p:spPr bwMode="auto">
                <a:xfrm>
                  <a:off x="13643" y="6557"/>
                  <a:ext cx="42" cy="46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9" name="Freeform 362"/>
                <p:cNvSpPr/>
                <p:nvPr/>
              </p:nvSpPr>
              <p:spPr bwMode="auto">
                <a:xfrm>
                  <a:off x="13638" y="6642"/>
                  <a:ext cx="46" cy="46"/>
                </a:xfrm>
                <a:custGeom>
                  <a:avLst/>
                  <a:gdLst>
                    <a:gd name="T0" fmla="*/ 4 w 7"/>
                    <a:gd name="T1" fmla="*/ 7 h 7"/>
                    <a:gd name="T2" fmla="*/ 0 w 7"/>
                    <a:gd name="T3" fmla="*/ 3 h 7"/>
                    <a:gd name="T4" fmla="*/ 4 w 7"/>
                    <a:gd name="T5" fmla="*/ 0 h 7"/>
                    <a:gd name="T6" fmla="*/ 7 w 7"/>
                    <a:gd name="T7" fmla="*/ 3 h 7"/>
                    <a:gd name="T8" fmla="*/ 4 w 7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4" y="7"/>
                      </a:moveTo>
                      <a:cubicBezTo>
                        <a:pt x="2" y="6"/>
                        <a:pt x="0" y="5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6" y="0"/>
                        <a:pt x="7" y="1"/>
                        <a:pt x="7" y="3"/>
                      </a:cubicBezTo>
                      <a:cubicBezTo>
                        <a:pt x="7" y="6"/>
                        <a:pt x="5" y="7"/>
                        <a:pt x="4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0" name="Freeform 363"/>
                <p:cNvSpPr/>
                <p:nvPr/>
              </p:nvSpPr>
              <p:spPr bwMode="auto">
                <a:xfrm>
                  <a:off x="13623" y="6719"/>
                  <a:ext cx="46" cy="53"/>
                </a:xfrm>
                <a:custGeom>
                  <a:avLst/>
                  <a:gdLst>
                    <a:gd name="T0" fmla="*/ 2 w 7"/>
                    <a:gd name="T1" fmla="*/ 7 h 8"/>
                    <a:gd name="T2" fmla="*/ 0 w 7"/>
                    <a:gd name="T3" fmla="*/ 3 h 8"/>
                    <a:gd name="T4" fmla="*/ 4 w 7"/>
                    <a:gd name="T5" fmla="*/ 1 h 8"/>
                    <a:gd name="T6" fmla="*/ 7 w 7"/>
                    <a:gd name="T7" fmla="*/ 5 h 8"/>
                    <a:gd name="T8" fmla="*/ 2 w 7"/>
                    <a:gd name="T9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8">
                      <a:moveTo>
                        <a:pt x="2" y="7"/>
                      </a:moveTo>
                      <a:cubicBezTo>
                        <a:pt x="0" y="6"/>
                        <a:pt x="0" y="4"/>
                        <a:pt x="0" y="3"/>
                      </a:cubicBezTo>
                      <a:cubicBezTo>
                        <a:pt x="1" y="1"/>
                        <a:pt x="2" y="0"/>
                        <a:pt x="4" y="1"/>
                      </a:cubicBezTo>
                      <a:cubicBezTo>
                        <a:pt x="6" y="1"/>
                        <a:pt x="7" y="3"/>
                        <a:pt x="7" y="5"/>
                      </a:cubicBezTo>
                      <a:cubicBezTo>
                        <a:pt x="6" y="7"/>
                        <a:pt x="4" y="8"/>
                        <a:pt x="2" y="7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1" name="Freeform 364"/>
                <p:cNvSpPr/>
                <p:nvPr/>
              </p:nvSpPr>
              <p:spPr bwMode="auto">
                <a:xfrm>
                  <a:off x="13580" y="6798"/>
                  <a:ext cx="51" cy="43"/>
                </a:xfrm>
                <a:custGeom>
                  <a:avLst/>
                  <a:gdLst>
                    <a:gd name="T0" fmla="*/ 2 w 8"/>
                    <a:gd name="T1" fmla="*/ 6 h 7"/>
                    <a:gd name="T2" fmla="*/ 1 w 8"/>
                    <a:gd name="T3" fmla="*/ 1 h 7"/>
                    <a:gd name="T4" fmla="*/ 6 w 8"/>
                    <a:gd name="T5" fmla="*/ 1 h 7"/>
                    <a:gd name="T6" fmla="*/ 7 w 8"/>
                    <a:gd name="T7" fmla="*/ 5 h 7"/>
                    <a:gd name="T8" fmla="*/ 2 w 8"/>
                    <a:gd name="T9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7">
                      <a:moveTo>
                        <a:pt x="2" y="6"/>
                      </a:moveTo>
                      <a:cubicBezTo>
                        <a:pt x="1" y="5"/>
                        <a:pt x="0" y="3"/>
                        <a:pt x="1" y="1"/>
                      </a:cubicBezTo>
                      <a:cubicBezTo>
                        <a:pt x="3" y="0"/>
                        <a:pt x="5" y="0"/>
                        <a:pt x="6" y="1"/>
                      </a:cubicBezTo>
                      <a:cubicBezTo>
                        <a:pt x="8" y="2"/>
                        <a:pt x="8" y="4"/>
                        <a:pt x="7" y="5"/>
                      </a:cubicBezTo>
                      <a:cubicBezTo>
                        <a:pt x="6" y="7"/>
                        <a:pt x="4" y="7"/>
                        <a:pt x="2" y="6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2" name="Freeform 365"/>
                <p:cNvSpPr/>
                <p:nvPr/>
              </p:nvSpPr>
              <p:spPr bwMode="auto">
                <a:xfrm>
                  <a:off x="13522" y="6856"/>
                  <a:ext cx="51" cy="51"/>
                </a:xfrm>
                <a:custGeom>
                  <a:avLst/>
                  <a:gdLst>
                    <a:gd name="T0" fmla="*/ 1 w 8"/>
                    <a:gd name="T1" fmla="*/ 6 h 8"/>
                    <a:gd name="T2" fmla="*/ 2 w 8"/>
                    <a:gd name="T3" fmla="*/ 1 h 8"/>
                    <a:gd name="T4" fmla="*/ 7 w 8"/>
                    <a:gd name="T5" fmla="*/ 2 h 8"/>
                    <a:gd name="T6" fmla="*/ 6 w 8"/>
                    <a:gd name="T7" fmla="*/ 6 h 8"/>
                    <a:gd name="T8" fmla="*/ 1 w 8"/>
                    <a:gd name="T9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1" y="6"/>
                      </a:moveTo>
                      <a:cubicBezTo>
                        <a:pt x="0" y="4"/>
                        <a:pt x="1" y="2"/>
                        <a:pt x="2" y="1"/>
                      </a:cubicBezTo>
                      <a:cubicBezTo>
                        <a:pt x="4" y="0"/>
                        <a:pt x="6" y="0"/>
                        <a:pt x="7" y="2"/>
                      </a:cubicBezTo>
                      <a:cubicBezTo>
                        <a:pt x="8" y="3"/>
                        <a:pt x="8" y="5"/>
                        <a:pt x="6" y="6"/>
                      </a:cubicBezTo>
                      <a:cubicBezTo>
                        <a:pt x="5" y="8"/>
                        <a:pt x="2" y="7"/>
                        <a:pt x="1" y="6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3" name="Freeform 366"/>
                <p:cNvSpPr/>
                <p:nvPr/>
              </p:nvSpPr>
              <p:spPr bwMode="auto">
                <a:xfrm>
                  <a:off x="13449" y="6895"/>
                  <a:ext cx="53" cy="51"/>
                </a:xfrm>
                <a:custGeom>
                  <a:avLst/>
                  <a:gdLst>
                    <a:gd name="T0" fmla="*/ 1 w 8"/>
                    <a:gd name="T1" fmla="*/ 5 h 8"/>
                    <a:gd name="T2" fmla="*/ 3 w 8"/>
                    <a:gd name="T3" fmla="*/ 1 h 8"/>
                    <a:gd name="T4" fmla="*/ 7 w 8"/>
                    <a:gd name="T5" fmla="*/ 3 h 8"/>
                    <a:gd name="T6" fmla="*/ 5 w 8"/>
                    <a:gd name="T7" fmla="*/ 7 h 8"/>
                    <a:gd name="T8" fmla="*/ 1 w 8"/>
                    <a:gd name="T9" fmla="*/ 5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8">
                      <a:moveTo>
                        <a:pt x="1" y="5"/>
                      </a:moveTo>
                      <a:cubicBezTo>
                        <a:pt x="0" y="3"/>
                        <a:pt x="1" y="1"/>
                        <a:pt x="3" y="1"/>
                      </a:cubicBezTo>
                      <a:cubicBezTo>
                        <a:pt x="4" y="0"/>
                        <a:pt x="6" y="1"/>
                        <a:pt x="7" y="3"/>
                      </a:cubicBezTo>
                      <a:cubicBezTo>
                        <a:pt x="8" y="4"/>
                        <a:pt x="7" y="7"/>
                        <a:pt x="5" y="7"/>
                      </a:cubicBezTo>
                      <a:cubicBezTo>
                        <a:pt x="3" y="8"/>
                        <a:pt x="1" y="7"/>
                        <a:pt x="1" y="5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4" name="Freeform 367"/>
                <p:cNvSpPr/>
                <p:nvPr/>
              </p:nvSpPr>
              <p:spPr bwMode="auto">
                <a:xfrm>
                  <a:off x="13372" y="6914"/>
                  <a:ext cx="46" cy="46"/>
                </a:xfrm>
                <a:custGeom>
                  <a:avLst/>
                  <a:gdLst>
                    <a:gd name="T0" fmla="*/ 0 w 7"/>
                    <a:gd name="T1" fmla="*/ 4 h 7"/>
                    <a:gd name="T2" fmla="*/ 3 w 7"/>
                    <a:gd name="T3" fmla="*/ 1 h 7"/>
                    <a:gd name="T4" fmla="*/ 7 w 7"/>
                    <a:gd name="T5" fmla="*/ 4 h 7"/>
                    <a:gd name="T6" fmla="*/ 4 w 7"/>
                    <a:gd name="T7" fmla="*/ 7 h 7"/>
                    <a:gd name="T8" fmla="*/ 0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0" y="4"/>
                      </a:moveTo>
                      <a:cubicBezTo>
                        <a:pt x="0" y="2"/>
                        <a:pt x="1" y="1"/>
                        <a:pt x="3" y="1"/>
                      </a:cubicBezTo>
                      <a:cubicBezTo>
                        <a:pt x="5" y="0"/>
                        <a:pt x="6" y="2"/>
                        <a:pt x="7" y="4"/>
                      </a:cubicBezTo>
                      <a:cubicBezTo>
                        <a:pt x="7" y="5"/>
                        <a:pt x="6" y="7"/>
                        <a:pt x="4" y="7"/>
                      </a:cubicBezTo>
                      <a:cubicBezTo>
                        <a:pt x="1" y="7"/>
                        <a:pt x="0" y="6"/>
                        <a:pt x="0" y="4"/>
                      </a:cubicBezTo>
                      <a:close/>
                    </a:path>
                  </a:pathLst>
                </a:cu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5" name="Oval 368"/>
                <p:cNvSpPr>
                  <a:spLocks noChangeArrowheads="1"/>
                </p:cNvSpPr>
                <p:nvPr/>
              </p:nvSpPr>
              <p:spPr bwMode="auto">
                <a:xfrm>
                  <a:off x="13290" y="6922"/>
                  <a:ext cx="43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6" name="Oval 369"/>
                <p:cNvSpPr>
                  <a:spLocks noChangeArrowheads="1"/>
                </p:cNvSpPr>
                <p:nvPr/>
              </p:nvSpPr>
              <p:spPr bwMode="auto">
                <a:xfrm>
                  <a:off x="13206" y="6922"/>
                  <a:ext cx="46" cy="43"/>
                </a:xfrm>
                <a:prstGeom prst="ellipse">
                  <a:avLst/>
                </a:prstGeom>
                <a:solidFill>
                  <a:srgbClr val="4A7C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7" name="Rectangle 370"/>
                <p:cNvSpPr>
                  <a:spLocks noChangeArrowheads="1"/>
                </p:cNvSpPr>
                <p:nvPr/>
              </p:nvSpPr>
              <p:spPr bwMode="auto">
                <a:xfrm>
                  <a:off x="12781" y="6999"/>
                  <a:ext cx="58" cy="66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8" name="Rectangle 371"/>
                <p:cNvSpPr>
                  <a:spLocks noChangeArrowheads="1"/>
                </p:cNvSpPr>
                <p:nvPr/>
              </p:nvSpPr>
              <p:spPr bwMode="auto">
                <a:xfrm>
                  <a:off x="12870" y="6922"/>
                  <a:ext cx="58" cy="143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9" name="Rectangle 372"/>
                <p:cNvSpPr>
                  <a:spLocks noChangeArrowheads="1"/>
                </p:cNvSpPr>
                <p:nvPr/>
              </p:nvSpPr>
              <p:spPr bwMode="auto">
                <a:xfrm>
                  <a:off x="12960" y="6876"/>
                  <a:ext cx="58" cy="188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0" name="Freeform 373"/>
                <p:cNvSpPr>
                  <a:spLocks noEditPoints="1"/>
                </p:cNvSpPr>
                <p:nvPr/>
              </p:nvSpPr>
              <p:spPr bwMode="auto">
                <a:xfrm>
                  <a:off x="12677" y="6740"/>
                  <a:ext cx="457" cy="467"/>
                </a:xfrm>
                <a:custGeom>
                  <a:avLst/>
                  <a:gdLst>
                    <a:gd name="T0" fmla="*/ 35 w 69"/>
                    <a:gd name="T1" fmla="*/ 70 h 70"/>
                    <a:gd name="T2" fmla="*/ 0 w 69"/>
                    <a:gd name="T3" fmla="*/ 35 h 70"/>
                    <a:gd name="T4" fmla="*/ 35 w 69"/>
                    <a:gd name="T5" fmla="*/ 0 h 70"/>
                    <a:gd name="T6" fmla="*/ 69 w 69"/>
                    <a:gd name="T7" fmla="*/ 35 h 70"/>
                    <a:gd name="T8" fmla="*/ 35 w 69"/>
                    <a:gd name="T9" fmla="*/ 70 h 70"/>
                    <a:gd name="T10" fmla="*/ 35 w 69"/>
                    <a:gd name="T11" fmla="*/ 6 h 70"/>
                    <a:gd name="T12" fmla="*/ 6 w 69"/>
                    <a:gd name="T13" fmla="*/ 35 h 70"/>
                    <a:gd name="T14" fmla="*/ 35 w 69"/>
                    <a:gd name="T15" fmla="*/ 64 h 70"/>
                    <a:gd name="T16" fmla="*/ 63 w 69"/>
                    <a:gd name="T17" fmla="*/ 35 h 70"/>
                    <a:gd name="T18" fmla="*/ 35 w 69"/>
                    <a:gd name="T19" fmla="*/ 6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9" h="70">
                      <a:moveTo>
                        <a:pt x="35" y="70"/>
                      </a:moveTo>
                      <a:cubicBezTo>
                        <a:pt x="16" y="70"/>
                        <a:pt x="0" y="54"/>
                        <a:pt x="0" y="35"/>
                      </a:cubicBezTo>
                      <a:cubicBezTo>
                        <a:pt x="0" y="16"/>
                        <a:pt x="16" y="0"/>
                        <a:pt x="35" y="0"/>
                      </a:cubicBezTo>
                      <a:cubicBezTo>
                        <a:pt x="54" y="0"/>
                        <a:pt x="69" y="16"/>
                        <a:pt x="69" y="35"/>
                      </a:cubicBezTo>
                      <a:cubicBezTo>
                        <a:pt x="69" y="54"/>
                        <a:pt x="54" y="70"/>
                        <a:pt x="35" y="70"/>
                      </a:cubicBezTo>
                      <a:close/>
                      <a:moveTo>
                        <a:pt x="35" y="6"/>
                      </a:moveTo>
                      <a:cubicBezTo>
                        <a:pt x="19" y="6"/>
                        <a:pt x="6" y="19"/>
                        <a:pt x="6" y="35"/>
                      </a:cubicBezTo>
                      <a:cubicBezTo>
                        <a:pt x="6" y="51"/>
                        <a:pt x="19" y="64"/>
                        <a:pt x="35" y="64"/>
                      </a:cubicBezTo>
                      <a:cubicBezTo>
                        <a:pt x="50" y="64"/>
                        <a:pt x="63" y="51"/>
                        <a:pt x="63" y="35"/>
                      </a:cubicBezTo>
                      <a:cubicBezTo>
                        <a:pt x="63" y="19"/>
                        <a:pt x="50" y="6"/>
                        <a:pt x="35" y="6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75" name="文本框 74"/>
              <p:cNvSpPr txBox="1"/>
              <p:nvPr/>
            </p:nvSpPr>
            <p:spPr>
              <a:xfrm>
                <a:off x="5650" y="4590"/>
                <a:ext cx="2729" cy="744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fontAlgn="auto">
                  <a:lnSpc>
                    <a:spcPts val="34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>
                    <a:solidFill>
                      <a:schemeClr val="accent4">
                        <a:lumMod val="10000"/>
                      </a:schemeClr>
                    </a:solidFill>
                    <a:latin typeface="汉仪中黑简" panose="02010600000101010101" charset="-122"/>
                    <a:ea typeface="汉仪中黑简" panose="02010600000101010101" charset="-122"/>
                    <a:cs typeface="汉仪中黑简" panose="02010600000101010101" charset="-122"/>
                    <a:sym typeface="+mn-ea"/>
                  </a:rPr>
                  <a:t>E.g. Calculte the integral of function f on the surface of a sphere with radius of 1, where                </a:t>
                </a:r>
                <a:endParaRPr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中黑简" panose="02010600000101010101" charset="-122"/>
                  <a:ea typeface="汉仪中黑简" panose="02010600000101010101" charset="-122"/>
                  <a:cs typeface="汉仪中黑简" panose="02010600000101010101" charset="-122"/>
                  <a:sym typeface="+mn-ea"/>
                </a:endParaRPr>
              </a:p>
            </p:txBody>
          </p:sp>
        </p:grpSp>
        <p:graphicFrame>
          <p:nvGraphicFramePr>
            <p:cNvPr id="10" name="对象 9"/>
            <p:cNvGraphicFramePr/>
            <p:nvPr/>
          </p:nvGraphicFramePr>
          <p:xfrm>
            <a:off x="703" y="8948"/>
            <a:ext cx="4099" cy="7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155700" imgH="228600" progId="Equation.DSMT4">
                    <p:embed/>
                  </p:oleObj>
                </mc:Choice>
                <mc:Fallback>
                  <p:oleObj r:id="rId10" imgW="1155700" imgH="22860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03" y="8948"/>
                          <a:ext cx="4099" cy="7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1259840" y="838200"/>
            <a:ext cx="2609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Exercise</a:t>
            </a:r>
            <a:r>
              <a:rPr lang="zh-CN" altLang="en-US" sz="2800"/>
              <a:t>：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315" y="478155"/>
            <a:ext cx="9144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/>
          </p:cNvSpPr>
          <p:nvPr>
            <p:ph type="body" sz="half" idx="1" hasCustomPrompt="1"/>
          </p:nvPr>
        </p:nvSpPr>
        <p:spPr>
          <a:xfrm>
            <a:off x="395288" y="404813"/>
            <a:ext cx="4464050" cy="431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4.  Relationships</a:t>
            </a: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18435" name="Rectangle 3"/>
          <p:cNvSpPr/>
          <p:nvPr/>
        </p:nvSpPr>
        <p:spPr>
          <a:xfrm>
            <a:off x="1835150" y="1123950"/>
            <a:ext cx="4321175" cy="1585913"/>
          </a:xfrm>
          <a:prstGeom prst="rect">
            <a:avLst/>
          </a:prstGeom>
          <a:solidFill>
            <a:srgbClr val="C7E3FF"/>
          </a:solidFill>
          <a:ln w="9525" cap="flat" cmpd="sng">
            <a:solidFill>
              <a:srgbClr val="DA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7652" name="Group 4"/>
          <p:cNvGraphicFramePr>
            <a:graphicFrameLocks noGrp="1"/>
          </p:cNvGraphicFramePr>
          <p:nvPr/>
        </p:nvGraphicFramePr>
        <p:xfrm>
          <a:off x="1908175" y="1196975"/>
          <a:ext cx="4183063" cy="1439864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463" name="Group 31"/>
          <p:cNvGrpSpPr/>
          <p:nvPr/>
        </p:nvGrpSpPr>
        <p:grpSpPr>
          <a:xfrm>
            <a:off x="2051050" y="1196975"/>
            <a:ext cx="3617913" cy="1447800"/>
            <a:chOff x="1292" y="754"/>
            <a:chExt cx="2279" cy="912"/>
          </a:xfrm>
        </p:grpSpPr>
        <p:graphicFrame>
          <p:nvGraphicFramePr>
            <p:cNvPr id="18622" name="Object 32"/>
            <p:cNvGraphicFramePr/>
            <p:nvPr/>
          </p:nvGraphicFramePr>
          <p:xfrm>
            <a:off x="1832" y="754"/>
            <a:ext cx="18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65100" imgH="241300" progId="Equation.3">
                    <p:embed/>
                  </p:oleObj>
                </mc:Choice>
                <mc:Fallback>
                  <p:oleObj r:id="rId2" imgW="165100" imgH="241300" progId="Equation.3">
                    <p:embed/>
                    <p:pic>
                      <p:nvPicPr>
                        <p:cNvPr id="18622" name="Object 3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832" y="754"/>
                          <a:ext cx="183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3" name="Object 33"/>
            <p:cNvGraphicFramePr/>
            <p:nvPr/>
          </p:nvGraphicFramePr>
          <p:xfrm>
            <a:off x="2668" y="754"/>
            <a:ext cx="18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77800" imgH="266065" progId="Equation.3">
                    <p:embed/>
                  </p:oleObj>
                </mc:Choice>
                <mc:Fallback>
                  <p:oleObj r:id="rId4" imgW="177800" imgH="266065" progId="Equation.3">
                    <p:embed/>
                    <p:pic>
                      <p:nvPicPr>
                        <p:cNvPr id="18623" name="Object 3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68" y="754"/>
                          <a:ext cx="18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4" name="Object 34"/>
            <p:cNvGraphicFramePr/>
            <p:nvPr/>
          </p:nvGraphicFramePr>
          <p:xfrm>
            <a:off x="3401" y="754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65100" imgH="241300" progId="Equation.3">
                    <p:embed/>
                  </p:oleObj>
                </mc:Choice>
                <mc:Fallback>
                  <p:oleObj r:id="rId6" imgW="165100" imgH="241300" progId="Equation.3">
                    <p:embed/>
                    <p:pic>
                      <p:nvPicPr>
                        <p:cNvPr id="18624" name="Object 3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01" y="754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5" name="Object 35"/>
            <p:cNvGraphicFramePr/>
            <p:nvPr/>
          </p:nvGraphicFramePr>
          <p:xfrm>
            <a:off x="1292" y="965"/>
            <a:ext cx="18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77800" imgH="253365" progId="Equation.3">
                    <p:embed/>
                  </p:oleObj>
                </mc:Choice>
                <mc:Fallback>
                  <p:oleObj r:id="rId8" imgW="177800" imgH="253365" progId="Equation.3">
                    <p:embed/>
                    <p:pic>
                      <p:nvPicPr>
                        <p:cNvPr id="18625" name="Object 3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92" y="965"/>
                          <a:ext cx="184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6" name="Object 36"/>
            <p:cNvGraphicFramePr>
              <a:graphicFrameLocks noChangeAspect="1"/>
            </p:cNvGraphicFramePr>
            <p:nvPr/>
          </p:nvGraphicFramePr>
          <p:xfrm>
            <a:off x="1292" y="1188"/>
            <a:ext cx="17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65100" imgH="254000" progId="Equation.3">
                    <p:embed/>
                  </p:oleObj>
                </mc:Choice>
                <mc:Fallback>
                  <p:oleObj r:id="rId10" imgW="165100" imgH="254000" progId="Equation.3">
                    <p:embed/>
                    <p:pic>
                      <p:nvPicPr>
                        <p:cNvPr id="18626" name="Object 3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292" y="1188"/>
                          <a:ext cx="171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7" name="Object 37"/>
            <p:cNvGraphicFramePr>
              <a:graphicFrameLocks noChangeAspect="1"/>
            </p:cNvGraphicFramePr>
            <p:nvPr/>
          </p:nvGraphicFramePr>
          <p:xfrm>
            <a:off x="1298" y="1413"/>
            <a:ext cx="172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65100" imgH="241300" progId="Equation.3">
                    <p:embed/>
                  </p:oleObj>
                </mc:Choice>
                <mc:Fallback>
                  <p:oleObj r:id="rId12" imgW="165100" imgH="241300" progId="Equation.3">
                    <p:embed/>
                    <p:pic>
                      <p:nvPicPr>
                        <p:cNvPr id="18627" name="Object 37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298" y="1413"/>
                          <a:ext cx="172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8" name="Object 38"/>
            <p:cNvGraphicFramePr>
              <a:graphicFrameLocks noChangeAspect="1"/>
            </p:cNvGraphicFramePr>
            <p:nvPr/>
          </p:nvGraphicFramePr>
          <p:xfrm>
            <a:off x="1714" y="987"/>
            <a:ext cx="40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93065" imgH="215900" progId="Equation.3">
                    <p:embed/>
                  </p:oleObj>
                </mc:Choice>
                <mc:Fallback>
                  <p:oleObj r:id="rId14" imgW="393065" imgH="215900" progId="Equation.3">
                    <p:embed/>
                    <p:pic>
                      <p:nvPicPr>
                        <p:cNvPr id="18628" name="Object 38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714" y="987"/>
                          <a:ext cx="408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9" name="Object 39"/>
            <p:cNvGraphicFramePr>
              <a:graphicFrameLocks noChangeAspect="1"/>
            </p:cNvGraphicFramePr>
            <p:nvPr/>
          </p:nvGraphicFramePr>
          <p:xfrm>
            <a:off x="2525" y="1000"/>
            <a:ext cx="38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68300" imgH="215900" progId="Equation.3">
                    <p:embed/>
                  </p:oleObj>
                </mc:Choice>
                <mc:Fallback>
                  <p:oleObj r:id="rId16" imgW="368300" imgH="215900" progId="Equation.3">
                    <p:embed/>
                    <p:pic>
                      <p:nvPicPr>
                        <p:cNvPr id="18629" name="Object 3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525" y="1000"/>
                          <a:ext cx="383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30" name="Object 40"/>
            <p:cNvGraphicFramePr>
              <a:graphicFrameLocks noChangeAspect="1"/>
            </p:cNvGraphicFramePr>
            <p:nvPr/>
          </p:nvGraphicFramePr>
          <p:xfrm>
            <a:off x="3421" y="1013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27000" imgH="190500" progId="Equation.3">
                    <p:embed/>
                  </p:oleObj>
                </mc:Choice>
                <mc:Fallback>
                  <p:oleObj r:id="rId18" imgW="127000" imgH="190500" progId="Equation.3">
                    <p:embed/>
                    <p:pic>
                      <p:nvPicPr>
                        <p:cNvPr id="18630" name="Object 40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421" y="1013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31" name="Object 41"/>
            <p:cNvGraphicFramePr>
              <a:graphicFrameLocks noChangeAspect="1"/>
            </p:cNvGraphicFramePr>
            <p:nvPr/>
          </p:nvGraphicFramePr>
          <p:xfrm>
            <a:off x="2517" y="1222"/>
            <a:ext cx="40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393065" imgH="215900" progId="Equation.3">
                    <p:embed/>
                  </p:oleObj>
                </mc:Choice>
                <mc:Fallback>
                  <p:oleObj r:id="rId20" imgW="393065" imgH="215900" progId="Equation.3">
                    <p:embed/>
                    <p:pic>
                      <p:nvPicPr>
                        <p:cNvPr id="18631" name="Object 41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517" y="1222"/>
                          <a:ext cx="408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32" name="Object 42"/>
            <p:cNvGraphicFramePr>
              <a:graphicFrameLocks noChangeAspect="1"/>
            </p:cNvGraphicFramePr>
            <p:nvPr/>
          </p:nvGraphicFramePr>
          <p:xfrm>
            <a:off x="1655" y="1229"/>
            <a:ext cx="51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494665" imgH="215900" progId="Equation.3">
                    <p:embed/>
                  </p:oleObj>
                </mc:Choice>
                <mc:Fallback>
                  <p:oleObj r:id="rId22" imgW="494665" imgH="215900" progId="Equation.3">
                    <p:embed/>
                    <p:pic>
                      <p:nvPicPr>
                        <p:cNvPr id="18632" name="Object 42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655" y="1229"/>
                          <a:ext cx="516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33" name="Object 43"/>
            <p:cNvGraphicFramePr>
              <a:graphicFrameLocks noChangeAspect="1"/>
            </p:cNvGraphicFramePr>
            <p:nvPr/>
          </p:nvGraphicFramePr>
          <p:xfrm>
            <a:off x="3427" y="1227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27000" imgH="190500" progId="Equation.3">
                    <p:embed/>
                  </p:oleObj>
                </mc:Choice>
                <mc:Fallback>
                  <p:oleObj r:id="rId24" imgW="127000" imgH="190500" progId="Equation.3">
                    <p:embed/>
                    <p:pic>
                      <p:nvPicPr>
                        <p:cNvPr id="18633" name="Object 43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427" y="1227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34" name="Object 44"/>
            <p:cNvGraphicFramePr>
              <a:graphicFrameLocks noChangeAspect="1"/>
            </p:cNvGraphicFramePr>
            <p:nvPr/>
          </p:nvGraphicFramePr>
          <p:xfrm>
            <a:off x="1832" y="1464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27000" imgH="190500" progId="Equation.3">
                    <p:embed/>
                  </p:oleObj>
                </mc:Choice>
                <mc:Fallback>
                  <p:oleObj r:id="rId26" imgW="127000" imgH="190500" progId="Equation.3">
                    <p:embed/>
                    <p:pic>
                      <p:nvPicPr>
                        <p:cNvPr id="18634" name="Object 4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832" y="1464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35" name="Object 45"/>
            <p:cNvGraphicFramePr>
              <a:graphicFrameLocks noChangeAspect="1"/>
            </p:cNvGraphicFramePr>
            <p:nvPr/>
          </p:nvGraphicFramePr>
          <p:xfrm>
            <a:off x="2659" y="1461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27000" imgH="190500" progId="Equation.3">
                    <p:embed/>
                  </p:oleObj>
                </mc:Choice>
                <mc:Fallback>
                  <p:oleObj r:id="rId26" imgW="127000" imgH="190500" progId="Equation.3">
                    <p:embed/>
                    <p:pic>
                      <p:nvPicPr>
                        <p:cNvPr id="18635" name="Object 45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659" y="1461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36" name="Object 46"/>
            <p:cNvGraphicFramePr>
              <a:graphicFrameLocks noChangeAspect="1"/>
            </p:cNvGraphicFramePr>
            <p:nvPr/>
          </p:nvGraphicFramePr>
          <p:xfrm>
            <a:off x="3443" y="1435"/>
            <a:ext cx="10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101600" imgH="177800" progId="Equation.3">
                    <p:embed/>
                  </p:oleObj>
                </mc:Choice>
                <mc:Fallback>
                  <p:oleObj r:id="rId27" imgW="101600" imgH="177800" progId="Equation.3">
                    <p:embed/>
                    <p:pic>
                      <p:nvPicPr>
                        <p:cNvPr id="18636" name="Object 4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443" y="1435"/>
                          <a:ext cx="105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64" name="Rectangle 47"/>
          <p:cNvSpPr/>
          <p:nvPr/>
        </p:nvSpPr>
        <p:spPr>
          <a:xfrm>
            <a:off x="107950" y="1268413"/>
            <a:ext cx="1692275" cy="1223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Cartesian</a:t>
            </a:r>
          </a:p>
          <a:p>
            <a:pPr marL="342900" lvl="0" indent="-342900" eaLnBrk="1" hangingPunct="1"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and</a:t>
            </a:r>
          </a:p>
          <a:p>
            <a:pPr marL="342900" lvl="0" indent="-342900" eaLnBrk="1" hangingPunct="1"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Cylindrical</a:t>
            </a:r>
          </a:p>
        </p:txBody>
      </p:sp>
      <p:sp>
        <p:nvSpPr>
          <p:cNvPr id="18465" name="Rectangle 48"/>
          <p:cNvSpPr/>
          <p:nvPr/>
        </p:nvSpPr>
        <p:spPr>
          <a:xfrm>
            <a:off x="1835150" y="2851150"/>
            <a:ext cx="4321175" cy="1585913"/>
          </a:xfrm>
          <a:prstGeom prst="rect">
            <a:avLst/>
          </a:prstGeom>
          <a:solidFill>
            <a:srgbClr val="C7E3FF"/>
          </a:solidFill>
          <a:ln w="9525" cap="flat" cmpd="sng">
            <a:solidFill>
              <a:srgbClr val="DA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7697" name="Group 49"/>
          <p:cNvGraphicFramePr>
            <a:graphicFrameLocks noGrp="1"/>
          </p:cNvGraphicFramePr>
          <p:nvPr/>
        </p:nvGraphicFramePr>
        <p:xfrm>
          <a:off x="1906588" y="2925763"/>
          <a:ext cx="4183062" cy="1439861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493" name="Group 76"/>
          <p:cNvGrpSpPr/>
          <p:nvPr/>
        </p:nvGrpSpPr>
        <p:grpSpPr>
          <a:xfrm>
            <a:off x="2039938" y="2916238"/>
            <a:ext cx="3900487" cy="1468437"/>
            <a:chOff x="1285" y="1837"/>
            <a:chExt cx="2457" cy="925"/>
          </a:xfrm>
        </p:grpSpPr>
        <p:graphicFrame>
          <p:nvGraphicFramePr>
            <p:cNvPr id="18607" name="Object 77"/>
            <p:cNvGraphicFramePr/>
            <p:nvPr/>
          </p:nvGraphicFramePr>
          <p:xfrm>
            <a:off x="1825" y="1837"/>
            <a:ext cx="19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177800" imgH="253365" progId="Equation.3">
                    <p:embed/>
                  </p:oleObj>
                </mc:Choice>
                <mc:Fallback>
                  <p:oleObj r:id="rId29" imgW="177800" imgH="253365" progId="Equation.3">
                    <p:embed/>
                    <p:pic>
                      <p:nvPicPr>
                        <p:cNvPr id="18607" name="Object 77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825" y="1837"/>
                          <a:ext cx="197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8" name="Object 78"/>
            <p:cNvGraphicFramePr/>
            <p:nvPr/>
          </p:nvGraphicFramePr>
          <p:xfrm>
            <a:off x="2674" y="1849"/>
            <a:ext cx="17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1" imgW="165100" imgH="254000" progId="Equation.3">
                    <p:embed/>
                  </p:oleObj>
                </mc:Choice>
                <mc:Fallback>
                  <p:oleObj r:id="rId31" imgW="165100" imgH="254000" progId="Equation.3">
                    <p:embed/>
                    <p:pic>
                      <p:nvPicPr>
                        <p:cNvPr id="18608" name="Object 78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674" y="1849"/>
                          <a:ext cx="173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9" name="Object 79"/>
            <p:cNvGraphicFramePr/>
            <p:nvPr/>
          </p:nvGraphicFramePr>
          <p:xfrm>
            <a:off x="3401" y="1843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3" imgW="165100" imgH="241300" progId="Equation.3">
                    <p:embed/>
                  </p:oleObj>
                </mc:Choice>
                <mc:Fallback>
                  <p:oleObj r:id="rId33" imgW="165100" imgH="241300" progId="Equation.3">
                    <p:embed/>
                    <p:pic>
                      <p:nvPicPr>
                        <p:cNvPr id="18609" name="Object 7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01" y="1843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0" name="Object 80"/>
            <p:cNvGraphicFramePr/>
            <p:nvPr/>
          </p:nvGraphicFramePr>
          <p:xfrm>
            <a:off x="1298" y="2060"/>
            <a:ext cx="17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165100" imgH="241300" progId="Equation.3">
                    <p:embed/>
                  </p:oleObj>
                </mc:Choice>
                <mc:Fallback>
                  <p:oleObj r:id="rId34" imgW="165100" imgH="241300" progId="Equation.3">
                    <p:embed/>
                    <p:pic>
                      <p:nvPicPr>
                        <p:cNvPr id="18610" name="Object 80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1298" y="2060"/>
                          <a:ext cx="171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1" name="Object 81"/>
            <p:cNvGraphicFramePr>
              <a:graphicFrameLocks noChangeAspect="1"/>
            </p:cNvGraphicFramePr>
            <p:nvPr/>
          </p:nvGraphicFramePr>
          <p:xfrm>
            <a:off x="1285" y="2284"/>
            <a:ext cx="18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177800" imgH="241300" progId="Equation.3">
                    <p:embed/>
                  </p:oleObj>
                </mc:Choice>
                <mc:Fallback>
                  <p:oleObj r:id="rId36" imgW="177800" imgH="241300" progId="Equation.3">
                    <p:embed/>
                    <p:pic>
                      <p:nvPicPr>
                        <p:cNvPr id="18611" name="Object 81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285" y="2284"/>
                          <a:ext cx="185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2" name="Object 82"/>
            <p:cNvGraphicFramePr>
              <a:graphicFrameLocks noChangeAspect="1"/>
            </p:cNvGraphicFramePr>
            <p:nvPr/>
          </p:nvGraphicFramePr>
          <p:xfrm>
            <a:off x="1298" y="2496"/>
            <a:ext cx="1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165100" imgH="254000" progId="Equation.3">
                    <p:embed/>
                  </p:oleObj>
                </mc:Choice>
                <mc:Fallback>
                  <p:oleObj r:id="rId38" imgW="165100" imgH="254000" progId="Equation.3">
                    <p:embed/>
                    <p:pic>
                      <p:nvPicPr>
                        <p:cNvPr id="18612" name="Object 82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1298" y="2496"/>
                          <a:ext cx="172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3" name="Object 83"/>
            <p:cNvGraphicFramePr>
              <a:graphicFrameLocks noChangeAspect="1"/>
            </p:cNvGraphicFramePr>
            <p:nvPr/>
          </p:nvGraphicFramePr>
          <p:xfrm>
            <a:off x="1727" y="2089"/>
            <a:ext cx="381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0" imgW="368300" imgH="190500" progId="Equation.3">
                    <p:embed/>
                  </p:oleObj>
                </mc:Choice>
                <mc:Fallback>
                  <p:oleObj r:id="rId40" imgW="368300" imgH="190500" progId="Equation.3">
                    <p:embed/>
                    <p:pic>
                      <p:nvPicPr>
                        <p:cNvPr id="18613" name="Object 83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1727" y="2089"/>
                          <a:ext cx="381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4" name="Object 84"/>
            <p:cNvGraphicFramePr>
              <a:graphicFrameLocks noChangeAspect="1"/>
            </p:cNvGraphicFramePr>
            <p:nvPr/>
          </p:nvGraphicFramePr>
          <p:xfrm>
            <a:off x="2657" y="2102"/>
            <a:ext cx="13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2" imgW="127000" imgH="190500" progId="Equation.3">
                    <p:embed/>
                  </p:oleObj>
                </mc:Choice>
                <mc:Fallback>
                  <p:oleObj r:id="rId42" imgW="127000" imgH="190500" progId="Equation.3">
                    <p:embed/>
                    <p:pic>
                      <p:nvPicPr>
                        <p:cNvPr id="18614" name="Object 8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657" y="2102"/>
                          <a:ext cx="132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5" name="Object 85"/>
            <p:cNvGraphicFramePr>
              <a:graphicFrameLocks noChangeAspect="1"/>
            </p:cNvGraphicFramePr>
            <p:nvPr/>
          </p:nvGraphicFramePr>
          <p:xfrm>
            <a:off x="3283" y="2102"/>
            <a:ext cx="40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3" imgW="393700" imgH="190500" progId="Equation.3">
                    <p:embed/>
                  </p:oleObj>
                </mc:Choice>
                <mc:Fallback>
                  <p:oleObj r:id="rId43" imgW="393700" imgH="190500" progId="Equation.3">
                    <p:embed/>
                    <p:pic>
                      <p:nvPicPr>
                        <p:cNvPr id="18615" name="Object 85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3283" y="2102"/>
                          <a:ext cx="409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6" name="Object 86"/>
            <p:cNvGraphicFramePr>
              <a:graphicFrameLocks noChangeAspect="1"/>
            </p:cNvGraphicFramePr>
            <p:nvPr/>
          </p:nvGraphicFramePr>
          <p:xfrm>
            <a:off x="3215" y="2296"/>
            <a:ext cx="52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5" imgW="508000" imgH="190500" progId="Equation.3">
                    <p:embed/>
                  </p:oleObj>
                </mc:Choice>
                <mc:Fallback>
                  <p:oleObj r:id="rId45" imgW="508000" imgH="190500" progId="Equation.3">
                    <p:embed/>
                    <p:pic>
                      <p:nvPicPr>
                        <p:cNvPr id="18616" name="Object 86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3215" y="2296"/>
                          <a:ext cx="527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7" name="Object 87"/>
            <p:cNvGraphicFramePr>
              <a:graphicFrameLocks noChangeAspect="1"/>
            </p:cNvGraphicFramePr>
            <p:nvPr/>
          </p:nvGraphicFramePr>
          <p:xfrm>
            <a:off x="1708" y="2315"/>
            <a:ext cx="41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7" imgW="393700" imgH="190500" progId="Equation.3">
                    <p:embed/>
                  </p:oleObj>
                </mc:Choice>
                <mc:Fallback>
                  <p:oleObj r:id="rId47" imgW="393700" imgH="190500" progId="Equation.3">
                    <p:embed/>
                    <p:pic>
                      <p:nvPicPr>
                        <p:cNvPr id="18617" name="Object 87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1708" y="2315"/>
                          <a:ext cx="41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8" name="Object 88"/>
            <p:cNvGraphicFramePr>
              <a:graphicFrameLocks noChangeAspect="1"/>
            </p:cNvGraphicFramePr>
            <p:nvPr/>
          </p:nvGraphicFramePr>
          <p:xfrm>
            <a:off x="2653" y="2296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9" imgW="127000" imgH="190500" progId="Equation.3">
                    <p:embed/>
                  </p:oleObj>
                </mc:Choice>
                <mc:Fallback>
                  <p:oleObj r:id="rId49" imgW="127000" imgH="190500" progId="Equation.3">
                    <p:embed/>
                    <p:pic>
                      <p:nvPicPr>
                        <p:cNvPr id="18618" name="Object 88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653" y="2296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19" name="Object 89"/>
            <p:cNvGraphicFramePr>
              <a:graphicFrameLocks noChangeAspect="1"/>
            </p:cNvGraphicFramePr>
            <p:nvPr/>
          </p:nvGraphicFramePr>
          <p:xfrm>
            <a:off x="1832" y="2529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27000" imgH="190500" progId="Equation.3">
                    <p:embed/>
                  </p:oleObj>
                </mc:Choice>
                <mc:Fallback>
                  <p:oleObj r:id="rId26" imgW="127000" imgH="190500" progId="Equation.3">
                    <p:embed/>
                    <p:pic>
                      <p:nvPicPr>
                        <p:cNvPr id="18619" name="Object 89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832" y="2529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0" name="Object 90"/>
            <p:cNvGraphicFramePr>
              <a:graphicFrameLocks noChangeAspect="1"/>
            </p:cNvGraphicFramePr>
            <p:nvPr/>
          </p:nvGraphicFramePr>
          <p:xfrm>
            <a:off x="3419" y="2534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27000" imgH="190500" progId="Equation.3">
                    <p:embed/>
                  </p:oleObj>
                </mc:Choice>
                <mc:Fallback>
                  <p:oleObj r:id="rId26" imgW="127000" imgH="190500" progId="Equation.3">
                    <p:embed/>
                    <p:pic>
                      <p:nvPicPr>
                        <p:cNvPr id="18620" name="Object 90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419" y="2534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21" name="Object 91"/>
            <p:cNvGraphicFramePr>
              <a:graphicFrameLocks noChangeAspect="1"/>
            </p:cNvGraphicFramePr>
            <p:nvPr/>
          </p:nvGraphicFramePr>
          <p:xfrm>
            <a:off x="2669" y="2539"/>
            <a:ext cx="10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0" imgW="101600" imgH="177800" progId="Equation.3">
                    <p:embed/>
                  </p:oleObj>
                </mc:Choice>
                <mc:Fallback>
                  <p:oleObj r:id="rId50" imgW="101600" imgH="177800" progId="Equation.3">
                    <p:embed/>
                    <p:pic>
                      <p:nvPicPr>
                        <p:cNvPr id="18621" name="Object 91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669" y="2539"/>
                          <a:ext cx="105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94" name="Rectangle 92"/>
          <p:cNvSpPr/>
          <p:nvPr/>
        </p:nvSpPr>
        <p:spPr>
          <a:xfrm>
            <a:off x="144463" y="3141663"/>
            <a:ext cx="1547812" cy="936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Cylindrical </a:t>
            </a: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and </a:t>
            </a: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Spherical</a:t>
            </a:r>
          </a:p>
        </p:txBody>
      </p:sp>
      <p:sp>
        <p:nvSpPr>
          <p:cNvPr id="18495" name="Rectangle 93"/>
          <p:cNvSpPr/>
          <p:nvPr/>
        </p:nvSpPr>
        <p:spPr>
          <a:xfrm>
            <a:off x="1835150" y="4651375"/>
            <a:ext cx="4321175" cy="1585913"/>
          </a:xfrm>
          <a:prstGeom prst="rect">
            <a:avLst/>
          </a:prstGeom>
          <a:solidFill>
            <a:srgbClr val="C7E3FF"/>
          </a:solidFill>
          <a:ln w="9525" cap="flat" cmpd="sng">
            <a:solidFill>
              <a:srgbClr val="DA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7742" name="Group 94"/>
          <p:cNvGraphicFramePr>
            <a:graphicFrameLocks noGrp="1"/>
          </p:cNvGraphicFramePr>
          <p:nvPr/>
        </p:nvGraphicFramePr>
        <p:xfrm>
          <a:off x="1908175" y="4725988"/>
          <a:ext cx="4183063" cy="1439861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523" name="Rectangle 121"/>
          <p:cNvSpPr/>
          <p:nvPr/>
        </p:nvSpPr>
        <p:spPr>
          <a:xfrm>
            <a:off x="179388" y="4868863"/>
            <a:ext cx="1658937" cy="1152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Cartesian </a:t>
            </a: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and </a:t>
            </a: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Spherical</a:t>
            </a:r>
          </a:p>
        </p:txBody>
      </p:sp>
      <p:grpSp>
        <p:nvGrpSpPr>
          <p:cNvPr id="18524" name="Group 122"/>
          <p:cNvGrpSpPr/>
          <p:nvPr/>
        </p:nvGrpSpPr>
        <p:grpSpPr>
          <a:xfrm>
            <a:off x="2051050" y="4724400"/>
            <a:ext cx="4043363" cy="1458913"/>
            <a:chOff x="1285" y="2976"/>
            <a:chExt cx="2547" cy="919"/>
          </a:xfrm>
        </p:grpSpPr>
        <p:graphicFrame>
          <p:nvGraphicFramePr>
            <p:cNvPr id="18592" name="Object 123"/>
            <p:cNvGraphicFramePr/>
            <p:nvPr/>
          </p:nvGraphicFramePr>
          <p:xfrm>
            <a:off x="3491" y="2976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1" imgW="165100" imgH="241300" progId="Equation.3">
                    <p:embed/>
                  </p:oleObj>
                </mc:Choice>
                <mc:Fallback>
                  <p:oleObj r:id="rId51" imgW="165100" imgH="241300" progId="Equation.3">
                    <p:embed/>
                    <p:pic>
                      <p:nvPicPr>
                        <p:cNvPr id="18592" name="Object 123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91" y="2976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3" name="Object 124"/>
            <p:cNvGraphicFramePr/>
            <p:nvPr/>
          </p:nvGraphicFramePr>
          <p:xfrm>
            <a:off x="1298" y="3193"/>
            <a:ext cx="17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2" imgW="165100" imgH="241300" progId="Equation.3">
                    <p:embed/>
                  </p:oleObj>
                </mc:Choice>
                <mc:Fallback>
                  <p:oleObj r:id="rId52" imgW="165100" imgH="241300" progId="Equation.3">
                    <p:embed/>
                    <p:pic>
                      <p:nvPicPr>
                        <p:cNvPr id="18593" name="Object 124"/>
                        <p:cNvPicPr/>
                        <p:nvPr/>
                      </p:nvPicPr>
                      <p:blipFill>
                        <a:blip r:embed="rId53"/>
                        <a:stretch>
                          <a:fillRect/>
                        </a:stretch>
                      </p:blipFill>
                      <p:spPr>
                        <a:xfrm>
                          <a:off x="1298" y="3193"/>
                          <a:ext cx="171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4" name="Object 125"/>
            <p:cNvGraphicFramePr>
              <a:graphicFrameLocks noChangeAspect="1"/>
            </p:cNvGraphicFramePr>
            <p:nvPr/>
          </p:nvGraphicFramePr>
          <p:xfrm>
            <a:off x="1285" y="3417"/>
            <a:ext cx="18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4" imgW="177800" imgH="241300" progId="Equation.3">
                    <p:embed/>
                  </p:oleObj>
                </mc:Choice>
                <mc:Fallback>
                  <p:oleObj r:id="rId54" imgW="177800" imgH="241300" progId="Equation.3">
                    <p:embed/>
                    <p:pic>
                      <p:nvPicPr>
                        <p:cNvPr id="18594" name="Object 125"/>
                        <p:cNvPicPr/>
                        <p:nvPr/>
                      </p:nvPicPr>
                      <p:blipFill>
                        <a:blip r:embed="rId55"/>
                        <a:stretch>
                          <a:fillRect/>
                        </a:stretch>
                      </p:blipFill>
                      <p:spPr>
                        <a:xfrm>
                          <a:off x="1285" y="3417"/>
                          <a:ext cx="185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5" name="Object 126"/>
            <p:cNvGraphicFramePr>
              <a:graphicFrameLocks noChangeAspect="1"/>
            </p:cNvGraphicFramePr>
            <p:nvPr/>
          </p:nvGraphicFramePr>
          <p:xfrm>
            <a:off x="1298" y="3629"/>
            <a:ext cx="1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6" imgW="165100" imgH="254000" progId="Equation.3">
                    <p:embed/>
                  </p:oleObj>
                </mc:Choice>
                <mc:Fallback>
                  <p:oleObj r:id="rId56" imgW="165100" imgH="254000" progId="Equation.3">
                    <p:embed/>
                    <p:pic>
                      <p:nvPicPr>
                        <p:cNvPr id="18595" name="Object 126"/>
                        <p:cNvPicPr/>
                        <p:nvPr/>
                      </p:nvPicPr>
                      <p:blipFill>
                        <a:blip r:embed="rId57"/>
                        <a:stretch>
                          <a:fillRect/>
                        </a:stretch>
                      </p:blipFill>
                      <p:spPr>
                        <a:xfrm>
                          <a:off x="1298" y="3629"/>
                          <a:ext cx="172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6" name="Object 127"/>
            <p:cNvGraphicFramePr>
              <a:graphicFrameLocks noChangeAspect="1"/>
            </p:cNvGraphicFramePr>
            <p:nvPr/>
          </p:nvGraphicFramePr>
          <p:xfrm>
            <a:off x="1573" y="3209"/>
            <a:ext cx="76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8" imgW="735965" imgH="215900" progId="Equation.3">
                    <p:embed/>
                  </p:oleObj>
                </mc:Choice>
                <mc:Fallback>
                  <p:oleObj r:id="rId58" imgW="735965" imgH="215900" progId="Equation.3">
                    <p:embed/>
                    <p:pic>
                      <p:nvPicPr>
                        <p:cNvPr id="18596" name="Object 127"/>
                        <p:cNvPicPr/>
                        <p:nvPr/>
                      </p:nvPicPr>
                      <p:blipFill>
                        <a:blip r:embed="rId59"/>
                        <a:stretch>
                          <a:fillRect/>
                        </a:stretch>
                      </p:blipFill>
                      <p:spPr>
                        <a:xfrm>
                          <a:off x="1573" y="3209"/>
                          <a:ext cx="762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7" name="Object 128"/>
            <p:cNvGraphicFramePr>
              <a:graphicFrameLocks noChangeAspect="1"/>
            </p:cNvGraphicFramePr>
            <p:nvPr/>
          </p:nvGraphicFramePr>
          <p:xfrm>
            <a:off x="3373" y="3235"/>
            <a:ext cx="40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0" imgW="393700" imgH="190500" progId="Equation.3">
                    <p:embed/>
                  </p:oleObj>
                </mc:Choice>
                <mc:Fallback>
                  <p:oleObj r:id="rId60" imgW="393700" imgH="190500" progId="Equation.3">
                    <p:embed/>
                    <p:pic>
                      <p:nvPicPr>
                        <p:cNvPr id="18597" name="Object 128"/>
                        <p:cNvPicPr/>
                        <p:nvPr/>
                      </p:nvPicPr>
                      <p:blipFill>
                        <a:blip r:embed="rId61"/>
                        <a:stretch>
                          <a:fillRect/>
                        </a:stretch>
                      </p:blipFill>
                      <p:spPr>
                        <a:xfrm>
                          <a:off x="3373" y="3235"/>
                          <a:ext cx="409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8" name="Object 129"/>
            <p:cNvGraphicFramePr>
              <a:graphicFrameLocks noChangeAspect="1"/>
            </p:cNvGraphicFramePr>
            <p:nvPr/>
          </p:nvGraphicFramePr>
          <p:xfrm>
            <a:off x="3305" y="3429"/>
            <a:ext cx="52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2" imgW="508000" imgH="190500" progId="Equation.3">
                    <p:embed/>
                  </p:oleObj>
                </mc:Choice>
                <mc:Fallback>
                  <p:oleObj r:id="rId62" imgW="508000" imgH="190500" progId="Equation.3">
                    <p:embed/>
                    <p:pic>
                      <p:nvPicPr>
                        <p:cNvPr id="18598" name="Object 129"/>
                        <p:cNvPicPr/>
                        <p:nvPr/>
                      </p:nvPicPr>
                      <p:blipFill>
                        <a:blip r:embed="rId63"/>
                        <a:stretch>
                          <a:fillRect/>
                        </a:stretch>
                      </p:blipFill>
                      <p:spPr>
                        <a:xfrm>
                          <a:off x="3305" y="3429"/>
                          <a:ext cx="527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9" name="Object 130"/>
            <p:cNvGraphicFramePr>
              <a:graphicFrameLocks noChangeAspect="1"/>
            </p:cNvGraphicFramePr>
            <p:nvPr/>
          </p:nvGraphicFramePr>
          <p:xfrm>
            <a:off x="1620" y="3446"/>
            <a:ext cx="67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4" imgW="673100" imgH="203200" progId="Equation.DSMT4">
                    <p:embed/>
                  </p:oleObj>
                </mc:Choice>
                <mc:Fallback>
                  <p:oleObj r:id="rId64" imgW="673100" imgH="203200" progId="Equation.DSMT4">
                    <p:embed/>
                    <p:pic>
                      <p:nvPicPr>
                        <p:cNvPr id="18599" name="Object 130"/>
                        <p:cNvPicPr/>
                        <p:nvPr/>
                      </p:nvPicPr>
                      <p:blipFill>
                        <a:blip r:embed="rId65"/>
                        <a:stretch>
                          <a:fillRect/>
                        </a:stretch>
                      </p:blipFill>
                      <p:spPr>
                        <a:xfrm>
                          <a:off x="1620" y="3446"/>
                          <a:ext cx="675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0" name="Object 131"/>
            <p:cNvGraphicFramePr>
              <a:graphicFrameLocks noChangeAspect="1"/>
            </p:cNvGraphicFramePr>
            <p:nvPr/>
          </p:nvGraphicFramePr>
          <p:xfrm>
            <a:off x="3509" y="3667"/>
            <a:ext cx="1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6" imgW="127000" imgH="190500" progId="Equation.3">
                    <p:embed/>
                  </p:oleObj>
                </mc:Choice>
                <mc:Fallback>
                  <p:oleObj r:id="rId66" imgW="127000" imgH="190500" progId="Equation.3">
                    <p:embed/>
                    <p:pic>
                      <p:nvPicPr>
                        <p:cNvPr id="18600" name="Object 131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509" y="3667"/>
                          <a:ext cx="13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1" name="Object 132"/>
            <p:cNvGraphicFramePr/>
            <p:nvPr/>
          </p:nvGraphicFramePr>
          <p:xfrm>
            <a:off x="1812" y="2984"/>
            <a:ext cx="18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7" imgW="165100" imgH="241300" progId="Equation.3">
                    <p:embed/>
                  </p:oleObj>
                </mc:Choice>
                <mc:Fallback>
                  <p:oleObj r:id="rId67" imgW="165100" imgH="241300" progId="Equation.3">
                    <p:embed/>
                    <p:pic>
                      <p:nvPicPr>
                        <p:cNvPr id="18601" name="Object 13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812" y="2984"/>
                          <a:ext cx="183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2" name="Object 133"/>
            <p:cNvGraphicFramePr/>
            <p:nvPr/>
          </p:nvGraphicFramePr>
          <p:xfrm>
            <a:off x="2648" y="2984"/>
            <a:ext cx="18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8" imgW="177800" imgH="266065" progId="Equation.3">
                    <p:embed/>
                  </p:oleObj>
                </mc:Choice>
                <mc:Fallback>
                  <p:oleObj r:id="rId68" imgW="177800" imgH="266065" progId="Equation.3">
                    <p:embed/>
                    <p:pic>
                      <p:nvPicPr>
                        <p:cNvPr id="18602" name="Object 13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48" y="2984"/>
                          <a:ext cx="18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3" name="Object 134"/>
            <p:cNvGraphicFramePr>
              <a:graphicFrameLocks noChangeAspect="1"/>
            </p:cNvGraphicFramePr>
            <p:nvPr/>
          </p:nvGraphicFramePr>
          <p:xfrm>
            <a:off x="2508" y="3220"/>
            <a:ext cx="73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9" imgW="711200" imgH="215900" progId="Equation.3">
                    <p:embed/>
                  </p:oleObj>
                </mc:Choice>
                <mc:Fallback>
                  <p:oleObj r:id="rId69" imgW="711200" imgH="215900" progId="Equation.3">
                    <p:embed/>
                    <p:pic>
                      <p:nvPicPr>
                        <p:cNvPr id="18603" name="Object 134"/>
                        <p:cNvPicPr/>
                        <p:nvPr/>
                      </p:nvPicPr>
                      <p:blipFill>
                        <a:blip r:embed="rId70"/>
                        <a:stretch>
                          <a:fillRect/>
                        </a:stretch>
                      </p:blipFill>
                      <p:spPr>
                        <a:xfrm>
                          <a:off x="2508" y="3220"/>
                          <a:ext cx="735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4" name="Object 135"/>
            <p:cNvGraphicFramePr>
              <a:graphicFrameLocks noChangeAspect="1"/>
            </p:cNvGraphicFramePr>
            <p:nvPr/>
          </p:nvGraphicFramePr>
          <p:xfrm>
            <a:off x="2481" y="3430"/>
            <a:ext cx="76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1" imgW="735965" imgH="215900" progId="Equation.3">
                    <p:embed/>
                  </p:oleObj>
                </mc:Choice>
                <mc:Fallback>
                  <p:oleObj r:id="rId71" imgW="735965" imgH="215900" progId="Equation.3">
                    <p:embed/>
                    <p:pic>
                      <p:nvPicPr>
                        <p:cNvPr id="18604" name="Object 135"/>
                        <p:cNvPicPr/>
                        <p:nvPr/>
                      </p:nvPicPr>
                      <p:blipFill>
                        <a:blip r:embed="rId72"/>
                        <a:stretch>
                          <a:fillRect/>
                        </a:stretch>
                      </p:blipFill>
                      <p:spPr>
                        <a:xfrm>
                          <a:off x="2481" y="3430"/>
                          <a:ext cx="762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5" name="Object 136"/>
            <p:cNvGraphicFramePr>
              <a:graphicFrameLocks noChangeAspect="1"/>
            </p:cNvGraphicFramePr>
            <p:nvPr/>
          </p:nvGraphicFramePr>
          <p:xfrm>
            <a:off x="2653" y="3651"/>
            <a:ext cx="40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3" imgW="393065" imgH="215900" progId="Equation.3">
                    <p:embed/>
                  </p:oleObj>
                </mc:Choice>
                <mc:Fallback>
                  <p:oleObj r:id="rId73" imgW="393065" imgH="215900" progId="Equation.3">
                    <p:embed/>
                    <p:pic>
                      <p:nvPicPr>
                        <p:cNvPr id="18605" name="Object 136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653" y="3651"/>
                          <a:ext cx="408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06" name="Object 137"/>
            <p:cNvGraphicFramePr>
              <a:graphicFrameLocks noChangeAspect="1"/>
            </p:cNvGraphicFramePr>
            <p:nvPr/>
          </p:nvGraphicFramePr>
          <p:xfrm>
            <a:off x="1700" y="3658"/>
            <a:ext cx="51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4" imgW="494665" imgH="215900" progId="Equation.3">
                    <p:embed/>
                  </p:oleObj>
                </mc:Choice>
                <mc:Fallback>
                  <p:oleObj r:id="rId74" imgW="494665" imgH="215900" progId="Equation.3">
                    <p:embed/>
                    <p:pic>
                      <p:nvPicPr>
                        <p:cNvPr id="18606" name="Object 137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700" y="3658"/>
                          <a:ext cx="516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25" name="Group 138"/>
          <p:cNvGrpSpPr/>
          <p:nvPr/>
        </p:nvGrpSpPr>
        <p:grpSpPr>
          <a:xfrm>
            <a:off x="6300788" y="549275"/>
            <a:ext cx="2665412" cy="2878138"/>
            <a:chOff x="3977" y="346"/>
            <a:chExt cx="1679" cy="1813"/>
          </a:xfrm>
        </p:grpSpPr>
        <p:sp>
          <p:nvSpPr>
            <p:cNvPr id="18559" name="Rectangle 139"/>
            <p:cNvSpPr/>
            <p:nvPr/>
          </p:nvSpPr>
          <p:spPr>
            <a:xfrm>
              <a:off x="3977" y="346"/>
              <a:ext cx="1679" cy="181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DA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560" name="Rectangle 140"/>
            <p:cNvSpPr/>
            <p:nvPr/>
          </p:nvSpPr>
          <p:spPr>
            <a:xfrm>
              <a:off x="4108" y="1571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800"/>
            </a:p>
          </p:txBody>
        </p:sp>
        <p:sp>
          <p:nvSpPr>
            <p:cNvPr id="18561" name="Freeform 141"/>
            <p:cNvSpPr>
              <a:spLocks noEditPoints="1"/>
            </p:cNvSpPr>
            <p:nvPr/>
          </p:nvSpPr>
          <p:spPr>
            <a:xfrm>
              <a:off x="4198" y="527"/>
              <a:ext cx="46" cy="1142"/>
            </a:xfrm>
            <a:custGeom>
              <a:avLst/>
              <a:gdLst/>
              <a:ahLst/>
              <a:cxnLst>
                <a:cxn ang="0">
                  <a:pos x="15" y="1142"/>
                </a:cxn>
                <a:cxn ang="0">
                  <a:pos x="15" y="45"/>
                </a:cxn>
                <a:cxn ang="0">
                  <a:pos x="31" y="45"/>
                </a:cxn>
                <a:cxn ang="0">
                  <a:pos x="31" y="1142"/>
                </a:cxn>
                <a:cxn ang="0">
                  <a:pos x="15" y="1142"/>
                </a:cxn>
                <a:cxn ang="0">
                  <a:pos x="0" y="61"/>
                </a:cxn>
                <a:cxn ang="0">
                  <a:pos x="23" y="0"/>
                </a:cxn>
                <a:cxn ang="0">
                  <a:pos x="46" y="61"/>
                </a:cxn>
                <a:cxn ang="0">
                  <a:pos x="0" y="61"/>
                </a:cxn>
              </a:cxnLst>
              <a:rect l="0" t="0" r="0" b="0"/>
              <a:pathLst>
                <a:path w="46" h="1142">
                  <a:moveTo>
                    <a:pt x="15" y="1142"/>
                  </a:moveTo>
                  <a:lnTo>
                    <a:pt x="15" y="45"/>
                  </a:lnTo>
                  <a:lnTo>
                    <a:pt x="31" y="45"/>
                  </a:lnTo>
                  <a:lnTo>
                    <a:pt x="31" y="1142"/>
                  </a:lnTo>
                  <a:lnTo>
                    <a:pt x="15" y="1142"/>
                  </a:lnTo>
                  <a:close/>
                  <a:moveTo>
                    <a:pt x="0" y="61"/>
                  </a:moveTo>
                  <a:lnTo>
                    <a:pt x="23" y="0"/>
                  </a:lnTo>
                  <a:lnTo>
                    <a:pt x="46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27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2" name="Freeform 142"/>
            <p:cNvSpPr>
              <a:spLocks noEditPoints="1"/>
            </p:cNvSpPr>
            <p:nvPr/>
          </p:nvSpPr>
          <p:spPr>
            <a:xfrm>
              <a:off x="4221" y="1655"/>
              <a:ext cx="1209" cy="38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163" y="8"/>
                </a:cxn>
                <a:cxn ang="0">
                  <a:pos x="1163" y="23"/>
                </a:cxn>
                <a:cxn ang="0">
                  <a:pos x="0" y="23"/>
                </a:cxn>
                <a:cxn ang="0">
                  <a:pos x="0" y="8"/>
                </a:cxn>
                <a:cxn ang="0">
                  <a:pos x="1148" y="0"/>
                </a:cxn>
                <a:cxn ang="0">
                  <a:pos x="1209" y="15"/>
                </a:cxn>
                <a:cxn ang="0">
                  <a:pos x="1148" y="38"/>
                </a:cxn>
                <a:cxn ang="0">
                  <a:pos x="1148" y="0"/>
                </a:cxn>
              </a:cxnLst>
              <a:rect l="0" t="0" r="0" b="0"/>
              <a:pathLst>
                <a:path w="1209" h="38">
                  <a:moveTo>
                    <a:pt x="0" y="8"/>
                  </a:moveTo>
                  <a:lnTo>
                    <a:pt x="1163" y="8"/>
                  </a:lnTo>
                  <a:lnTo>
                    <a:pt x="1163" y="23"/>
                  </a:lnTo>
                  <a:lnTo>
                    <a:pt x="0" y="23"/>
                  </a:lnTo>
                  <a:lnTo>
                    <a:pt x="0" y="8"/>
                  </a:lnTo>
                  <a:close/>
                  <a:moveTo>
                    <a:pt x="1148" y="0"/>
                  </a:moveTo>
                  <a:lnTo>
                    <a:pt x="1209" y="15"/>
                  </a:lnTo>
                  <a:lnTo>
                    <a:pt x="1148" y="38"/>
                  </a:lnTo>
                  <a:lnTo>
                    <a:pt x="1148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27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3" name="Freeform 143"/>
            <p:cNvSpPr/>
            <p:nvPr/>
          </p:nvSpPr>
          <p:spPr>
            <a:xfrm>
              <a:off x="4516" y="610"/>
              <a:ext cx="778" cy="780"/>
            </a:xfrm>
            <a:custGeom>
              <a:avLst/>
              <a:gdLst/>
              <a:ahLst/>
              <a:cxnLst>
                <a:cxn ang="0">
                  <a:pos x="347" y="0"/>
                </a:cxn>
                <a:cxn ang="0">
                  <a:pos x="272" y="15"/>
                </a:cxn>
                <a:cxn ang="0">
                  <a:pos x="204" y="46"/>
                </a:cxn>
                <a:cxn ang="0">
                  <a:pos x="143" y="91"/>
                </a:cxn>
                <a:cxn ang="0">
                  <a:pos x="90" y="144"/>
                </a:cxn>
                <a:cxn ang="0">
                  <a:pos x="45" y="204"/>
                </a:cxn>
                <a:cxn ang="0">
                  <a:pos x="15" y="273"/>
                </a:cxn>
                <a:cxn ang="0">
                  <a:pos x="0" y="348"/>
                </a:cxn>
                <a:cxn ang="0">
                  <a:pos x="0" y="431"/>
                </a:cxn>
                <a:cxn ang="0">
                  <a:pos x="15" y="507"/>
                </a:cxn>
                <a:cxn ang="0">
                  <a:pos x="45" y="575"/>
                </a:cxn>
                <a:cxn ang="0">
                  <a:pos x="90" y="636"/>
                </a:cxn>
                <a:cxn ang="0">
                  <a:pos x="143" y="689"/>
                </a:cxn>
                <a:cxn ang="0">
                  <a:pos x="204" y="734"/>
                </a:cxn>
                <a:cxn ang="0">
                  <a:pos x="272" y="764"/>
                </a:cxn>
                <a:cxn ang="0">
                  <a:pos x="347" y="780"/>
                </a:cxn>
                <a:cxn ang="0">
                  <a:pos x="430" y="780"/>
                </a:cxn>
                <a:cxn ang="0">
                  <a:pos x="506" y="764"/>
                </a:cxn>
                <a:cxn ang="0">
                  <a:pos x="574" y="734"/>
                </a:cxn>
                <a:cxn ang="0">
                  <a:pos x="634" y="689"/>
                </a:cxn>
                <a:cxn ang="0">
                  <a:pos x="687" y="636"/>
                </a:cxn>
                <a:cxn ang="0">
                  <a:pos x="732" y="575"/>
                </a:cxn>
                <a:cxn ang="0">
                  <a:pos x="763" y="507"/>
                </a:cxn>
                <a:cxn ang="0">
                  <a:pos x="778" y="431"/>
                </a:cxn>
                <a:cxn ang="0">
                  <a:pos x="778" y="348"/>
                </a:cxn>
                <a:cxn ang="0">
                  <a:pos x="763" y="273"/>
                </a:cxn>
                <a:cxn ang="0">
                  <a:pos x="732" y="204"/>
                </a:cxn>
                <a:cxn ang="0">
                  <a:pos x="687" y="144"/>
                </a:cxn>
                <a:cxn ang="0">
                  <a:pos x="634" y="91"/>
                </a:cxn>
                <a:cxn ang="0">
                  <a:pos x="574" y="46"/>
                </a:cxn>
                <a:cxn ang="0">
                  <a:pos x="506" y="15"/>
                </a:cxn>
                <a:cxn ang="0">
                  <a:pos x="430" y="0"/>
                </a:cxn>
              </a:cxnLst>
              <a:rect l="0" t="0" r="0" b="0"/>
              <a:pathLst>
                <a:path w="778" h="780">
                  <a:moveTo>
                    <a:pt x="385" y="0"/>
                  </a:moveTo>
                  <a:lnTo>
                    <a:pt x="347" y="0"/>
                  </a:lnTo>
                  <a:lnTo>
                    <a:pt x="309" y="8"/>
                  </a:lnTo>
                  <a:lnTo>
                    <a:pt x="272" y="15"/>
                  </a:lnTo>
                  <a:lnTo>
                    <a:pt x="234" y="30"/>
                  </a:lnTo>
                  <a:lnTo>
                    <a:pt x="204" y="46"/>
                  </a:lnTo>
                  <a:lnTo>
                    <a:pt x="173" y="68"/>
                  </a:lnTo>
                  <a:lnTo>
                    <a:pt x="143" y="91"/>
                  </a:lnTo>
                  <a:lnTo>
                    <a:pt x="113" y="114"/>
                  </a:lnTo>
                  <a:lnTo>
                    <a:pt x="90" y="144"/>
                  </a:lnTo>
                  <a:lnTo>
                    <a:pt x="68" y="174"/>
                  </a:lnTo>
                  <a:lnTo>
                    <a:pt x="45" y="204"/>
                  </a:lnTo>
                  <a:lnTo>
                    <a:pt x="30" y="235"/>
                  </a:lnTo>
                  <a:lnTo>
                    <a:pt x="15" y="273"/>
                  </a:lnTo>
                  <a:lnTo>
                    <a:pt x="7" y="310"/>
                  </a:lnTo>
                  <a:lnTo>
                    <a:pt x="0" y="348"/>
                  </a:lnTo>
                  <a:lnTo>
                    <a:pt x="0" y="386"/>
                  </a:lnTo>
                  <a:lnTo>
                    <a:pt x="0" y="431"/>
                  </a:lnTo>
                  <a:lnTo>
                    <a:pt x="7" y="469"/>
                  </a:lnTo>
                  <a:lnTo>
                    <a:pt x="15" y="507"/>
                  </a:lnTo>
                  <a:lnTo>
                    <a:pt x="30" y="537"/>
                  </a:lnTo>
                  <a:lnTo>
                    <a:pt x="45" y="575"/>
                  </a:lnTo>
                  <a:lnTo>
                    <a:pt x="68" y="606"/>
                  </a:lnTo>
                  <a:lnTo>
                    <a:pt x="90" y="636"/>
                  </a:lnTo>
                  <a:lnTo>
                    <a:pt x="113" y="666"/>
                  </a:lnTo>
                  <a:lnTo>
                    <a:pt x="143" y="689"/>
                  </a:lnTo>
                  <a:lnTo>
                    <a:pt x="173" y="711"/>
                  </a:lnTo>
                  <a:lnTo>
                    <a:pt x="204" y="734"/>
                  </a:lnTo>
                  <a:lnTo>
                    <a:pt x="234" y="749"/>
                  </a:lnTo>
                  <a:lnTo>
                    <a:pt x="272" y="764"/>
                  </a:lnTo>
                  <a:lnTo>
                    <a:pt x="309" y="772"/>
                  </a:lnTo>
                  <a:lnTo>
                    <a:pt x="347" y="780"/>
                  </a:lnTo>
                  <a:lnTo>
                    <a:pt x="385" y="780"/>
                  </a:lnTo>
                  <a:lnTo>
                    <a:pt x="430" y="780"/>
                  </a:lnTo>
                  <a:lnTo>
                    <a:pt x="468" y="772"/>
                  </a:lnTo>
                  <a:lnTo>
                    <a:pt x="506" y="764"/>
                  </a:lnTo>
                  <a:lnTo>
                    <a:pt x="543" y="749"/>
                  </a:lnTo>
                  <a:lnTo>
                    <a:pt x="574" y="734"/>
                  </a:lnTo>
                  <a:lnTo>
                    <a:pt x="604" y="711"/>
                  </a:lnTo>
                  <a:lnTo>
                    <a:pt x="634" y="689"/>
                  </a:lnTo>
                  <a:lnTo>
                    <a:pt x="664" y="666"/>
                  </a:lnTo>
                  <a:lnTo>
                    <a:pt x="687" y="636"/>
                  </a:lnTo>
                  <a:lnTo>
                    <a:pt x="710" y="606"/>
                  </a:lnTo>
                  <a:lnTo>
                    <a:pt x="732" y="575"/>
                  </a:lnTo>
                  <a:lnTo>
                    <a:pt x="747" y="537"/>
                  </a:lnTo>
                  <a:lnTo>
                    <a:pt x="763" y="507"/>
                  </a:lnTo>
                  <a:lnTo>
                    <a:pt x="770" y="469"/>
                  </a:lnTo>
                  <a:lnTo>
                    <a:pt x="778" y="431"/>
                  </a:lnTo>
                  <a:lnTo>
                    <a:pt x="778" y="386"/>
                  </a:lnTo>
                  <a:lnTo>
                    <a:pt x="778" y="348"/>
                  </a:lnTo>
                  <a:lnTo>
                    <a:pt x="770" y="310"/>
                  </a:lnTo>
                  <a:lnTo>
                    <a:pt x="763" y="273"/>
                  </a:lnTo>
                  <a:lnTo>
                    <a:pt x="747" y="235"/>
                  </a:lnTo>
                  <a:lnTo>
                    <a:pt x="732" y="204"/>
                  </a:lnTo>
                  <a:lnTo>
                    <a:pt x="710" y="174"/>
                  </a:lnTo>
                  <a:lnTo>
                    <a:pt x="687" y="144"/>
                  </a:lnTo>
                  <a:lnTo>
                    <a:pt x="664" y="114"/>
                  </a:lnTo>
                  <a:lnTo>
                    <a:pt x="634" y="91"/>
                  </a:lnTo>
                  <a:lnTo>
                    <a:pt x="604" y="68"/>
                  </a:lnTo>
                  <a:lnTo>
                    <a:pt x="574" y="46"/>
                  </a:lnTo>
                  <a:lnTo>
                    <a:pt x="543" y="30"/>
                  </a:lnTo>
                  <a:lnTo>
                    <a:pt x="506" y="15"/>
                  </a:lnTo>
                  <a:lnTo>
                    <a:pt x="468" y="8"/>
                  </a:lnTo>
                  <a:lnTo>
                    <a:pt x="430" y="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FC3E1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4" name="Freeform 144"/>
            <p:cNvSpPr/>
            <p:nvPr/>
          </p:nvSpPr>
          <p:spPr>
            <a:xfrm>
              <a:off x="4516" y="610"/>
              <a:ext cx="778" cy="780"/>
            </a:xfrm>
            <a:custGeom>
              <a:avLst/>
              <a:gdLst/>
              <a:ahLst/>
              <a:cxnLst>
                <a:cxn ang="0">
                  <a:pos x="347" y="0"/>
                </a:cxn>
                <a:cxn ang="0">
                  <a:pos x="272" y="15"/>
                </a:cxn>
                <a:cxn ang="0">
                  <a:pos x="204" y="46"/>
                </a:cxn>
                <a:cxn ang="0">
                  <a:pos x="143" y="91"/>
                </a:cxn>
                <a:cxn ang="0">
                  <a:pos x="90" y="144"/>
                </a:cxn>
                <a:cxn ang="0">
                  <a:pos x="45" y="204"/>
                </a:cxn>
                <a:cxn ang="0">
                  <a:pos x="15" y="273"/>
                </a:cxn>
                <a:cxn ang="0">
                  <a:pos x="0" y="348"/>
                </a:cxn>
                <a:cxn ang="0">
                  <a:pos x="0" y="431"/>
                </a:cxn>
                <a:cxn ang="0">
                  <a:pos x="15" y="507"/>
                </a:cxn>
                <a:cxn ang="0">
                  <a:pos x="45" y="575"/>
                </a:cxn>
                <a:cxn ang="0">
                  <a:pos x="90" y="636"/>
                </a:cxn>
                <a:cxn ang="0">
                  <a:pos x="143" y="689"/>
                </a:cxn>
                <a:cxn ang="0">
                  <a:pos x="204" y="734"/>
                </a:cxn>
                <a:cxn ang="0">
                  <a:pos x="272" y="764"/>
                </a:cxn>
                <a:cxn ang="0">
                  <a:pos x="347" y="780"/>
                </a:cxn>
                <a:cxn ang="0">
                  <a:pos x="430" y="780"/>
                </a:cxn>
                <a:cxn ang="0">
                  <a:pos x="506" y="764"/>
                </a:cxn>
                <a:cxn ang="0">
                  <a:pos x="574" y="734"/>
                </a:cxn>
                <a:cxn ang="0">
                  <a:pos x="634" y="689"/>
                </a:cxn>
                <a:cxn ang="0">
                  <a:pos x="687" y="636"/>
                </a:cxn>
                <a:cxn ang="0">
                  <a:pos x="732" y="575"/>
                </a:cxn>
                <a:cxn ang="0">
                  <a:pos x="763" y="507"/>
                </a:cxn>
                <a:cxn ang="0">
                  <a:pos x="778" y="431"/>
                </a:cxn>
                <a:cxn ang="0">
                  <a:pos x="778" y="348"/>
                </a:cxn>
                <a:cxn ang="0">
                  <a:pos x="763" y="273"/>
                </a:cxn>
                <a:cxn ang="0">
                  <a:pos x="732" y="204"/>
                </a:cxn>
                <a:cxn ang="0">
                  <a:pos x="687" y="144"/>
                </a:cxn>
                <a:cxn ang="0">
                  <a:pos x="634" y="91"/>
                </a:cxn>
                <a:cxn ang="0">
                  <a:pos x="574" y="46"/>
                </a:cxn>
                <a:cxn ang="0">
                  <a:pos x="506" y="15"/>
                </a:cxn>
                <a:cxn ang="0">
                  <a:pos x="430" y="0"/>
                </a:cxn>
              </a:cxnLst>
              <a:rect l="0" t="0" r="0" b="0"/>
              <a:pathLst>
                <a:path w="778" h="780">
                  <a:moveTo>
                    <a:pt x="385" y="0"/>
                  </a:moveTo>
                  <a:lnTo>
                    <a:pt x="347" y="0"/>
                  </a:lnTo>
                  <a:lnTo>
                    <a:pt x="309" y="8"/>
                  </a:lnTo>
                  <a:lnTo>
                    <a:pt x="272" y="15"/>
                  </a:lnTo>
                  <a:lnTo>
                    <a:pt x="234" y="30"/>
                  </a:lnTo>
                  <a:lnTo>
                    <a:pt x="204" y="46"/>
                  </a:lnTo>
                  <a:lnTo>
                    <a:pt x="173" y="68"/>
                  </a:lnTo>
                  <a:lnTo>
                    <a:pt x="143" y="91"/>
                  </a:lnTo>
                  <a:lnTo>
                    <a:pt x="113" y="114"/>
                  </a:lnTo>
                  <a:lnTo>
                    <a:pt x="90" y="144"/>
                  </a:lnTo>
                  <a:lnTo>
                    <a:pt x="68" y="174"/>
                  </a:lnTo>
                  <a:lnTo>
                    <a:pt x="45" y="204"/>
                  </a:lnTo>
                  <a:lnTo>
                    <a:pt x="30" y="235"/>
                  </a:lnTo>
                  <a:lnTo>
                    <a:pt x="15" y="273"/>
                  </a:lnTo>
                  <a:lnTo>
                    <a:pt x="7" y="310"/>
                  </a:lnTo>
                  <a:lnTo>
                    <a:pt x="0" y="348"/>
                  </a:lnTo>
                  <a:lnTo>
                    <a:pt x="0" y="386"/>
                  </a:lnTo>
                  <a:lnTo>
                    <a:pt x="0" y="431"/>
                  </a:lnTo>
                  <a:lnTo>
                    <a:pt x="7" y="469"/>
                  </a:lnTo>
                  <a:lnTo>
                    <a:pt x="15" y="507"/>
                  </a:lnTo>
                  <a:lnTo>
                    <a:pt x="30" y="537"/>
                  </a:lnTo>
                  <a:lnTo>
                    <a:pt x="45" y="575"/>
                  </a:lnTo>
                  <a:lnTo>
                    <a:pt x="68" y="606"/>
                  </a:lnTo>
                  <a:lnTo>
                    <a:pt x="90" y="636"/>
                  </a:lnTo>
                  <a:lnTo>
                    <a:pt x="113" y="666"/>
                  </a:lnTo>
                  <a:lnTo>
                    <a:pt x="143" y="689"/>
                  </a:lnTo>
                  <a:lnTo>
                    <a:pt x="173" y="711"/>
                  </a:lnTo>
                  <a:lnTo>
                    <a:pt x="204" y="734"/>
                  </a:lnTo>
                  <a:lnTo>
                    <a:pt x="234" y="749"/>
                  </a:lnTo>
                  <a:lnTo>
                    <a:pt x="272" y="764"/>
                  </a:lnTo>
                  <a:lnTo>
                    <a:pt x="309" y="772"/>
                  </a:lnTo>
                  <a:lnTo>
                    <a:pt x="347" y="780"/>
                  </a:lnTo>
                  <a:lnTo>
                    <a:pt x="385" y="780"/>
                  </a:lnTo>
                  <a:lnTo>
                    <a:pt x="430" y="780"/>
                  </a:lnTo>
                  <a:lnTo>
                    <a:pt x="468" y="772"/>
                  </a:lnTo>
                  <a:lnTo>
                    <a:pt x="506" y="764"/>
                  </a:lnTo>
                  <a:lnTo>
                    <a:pt x="543" y="749"/>
                  </a:lnTo>
                  <a:lnTo>
                    <a:pt x="574" y="734"/>
                  </a:lnTo>
                  <a:lnTo>
                    <a:pt x="604" y="711"/>
                  </a:lnTo>
                  <a:lnTo>
                    <a:pt x="634" y="689"/>
                  </a:lnTo>
                  <a:lnTo>
                    <a:pt x="664" y="666"/>
                  </a:lnTo>
                  <a:lnTo>
                    <a:pt x="687" y="636"/>
                  </a:lnTo>
                  <a:lnTo>
                    <a:pt x="710" y="606"/>
                  </a:lnTo>
                  <a:lnTo>
                    <a:pt x="732" y="575"/>
                  </a:lnTo>
                  <a:lnTo>
                    <a:pt x="747" y="537"/>
                  </a:lnTo>
                  <a:lnTo>
                    <a:pt x="763" y="507"/>
                  </a:lnTo>
                  <a:lnTo>
                    <a:pt x="770" y="469"/>
                  </a:lnTo>
                  <a:lnTo>
                    <a:pt x="778" y="431"/>
                  </a:lnTo>
                  <a:lnTo>
                    <a:pt x="778" y="386"/>
                  </a:lnTo>
                  <a:lnTo>
                    <a:pt x="778" y="348"/>
                  </a:lnTo>
                  <a:lnTo>
                    <a:pt x="770" y="310"/>
                  </a:lnTo>
                  <a:lnTo>
                    <a:pt x="763" y="273"/>
                  </a:lnTo>
                  <a:lnTo>
                    <a:pt x="747" y="235"/>
                  </a:lnTo>
                  <a:lnTo>
                    <a:pt x="732" y="204"/>
                  </a:lnTo>
                  <a:lnTo>
                    <a:pt x="710" y="174"/>
                  </a:lnTo>
                  <a:lnTo>
                    <a:pt x="687" y="144"/>
                  </a:lnTo>
                  <a:lnTo>
                    <a:pt x="664" y="114"/>
                  </a:lnTo>
                  <a:lnTo>
                    <a:pt x="634" y="91"/>
                  </a:lnTo>
                  <a:lnTo>
                    <a:pt x="604" y="68"/>
                  </a:lnTo>
                  <a:lnTo>
                    <a:pt x="574" y="46"/>
                  </a:lnTo>
                  <a:lnTo>
                    <a:pt x="543" y="30"/>
                  </a:lnTo>
                  <a:lnTo>
                    <a:pt x="506" y="15"/>
                  </a:lnTo>
                  <a:lnTo>
                    <a:pt x="468" y="8"/>
                  </a:lnTo>
                  <a:lnTo>
                    <a:pt x="430" y="0"/>
                  </a:lnTo>
                  <a:lnTo>
                    <a:pt x="385" y="0"/>
                  </a:lnTo>
                </a:path>
              </a:pathLst>
            </a:custGeom>
            <a:noFill/>
            <a:ln w="36513" cap="flat" cmpd="sng">
              <a:solidFill>
                <a:srgbClr val="9933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5" name="Freeform 145"/>
            <p:cNvSpPr>
              <a:spLocks noEditPoints="1"/>
            </p:cNvSpPr>
            <p:nvPr/>
          </p:nvSpPr>
          <p:spPr>
            <a:xfrm>
              <a:off x="4213" y="996"/>
              <a:ext cx="688" cy="8"/>
            </a:xfrm>
            <a:custGeom>
              <a:avLst/>
              <a:gdLst/>
              <a:ahLst/>
              <a:cxnLst>
                <a:cxn ang="0">
                  <a:pos x="61" y="0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8" y="8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144" y="0"/>
                </a:cxn>
                <a:cxn ang="0">
                  <a:pos x="144" y="8"/>
                </a:cxn>
                <a:cxn ang="0">
                  <a:pos x="144" y="8"/>
                </a:cxn>
                <a:cxn ang="0">
                  <a:pos x="91" y="8"/>
                </a:cxn>
                <a:cxn ang="0">
                  <a:pos x="91" y="0"/>
                </a:cxn>
                <a:cxn ang="0">
                  <a:pos x="91" y="0"/>
                </a:cxn>
                <a:cxn ang="0">
                  <a:pos x="227" y="0"/>
                </a:cxn>
                <a:cxn ang="0">
                  <a:pos x="227" y="8"/>
                </a:cxn>
                <a:cxn ang="0">
                  <a:pos x="227" y="8"/>
                </a:cxn>
                <a:cxn ang="0">
                  <a:pos x="174" y="8"/>
                </a:cxn>
                <a:cxn ang="0">
                  <a:pos x="174" y="8"/>
                </a:cxn>
                <a:cxn ang="0">
                  <a:pos x="174" y="0"/>
                </a:cxn>
                <a:cxn ang="0">
                  <a:pos x="310" y="0"/>
                </a:cxn>
                <a:cxn ang="0">
                  <a:pos x="310" y="8"/>
                </a:cxn>
                <a:cxn ang="0">
                  <a:pos x="310" y="8"/>
                </a:cxn>
                <a:cxn ang="0">
                  <a:pos x="257" y="8"/>
                </a:cxn>
                <a:cxn ang="0">
                  <a:pos x="257" y="8"/>
                </a:cxn>
                <a:cxn ang="0">
                  <a:pos x="257" y="0"/>
                </a:cxn>
                <a:cxn ang="0">
                  <a:pos x="393" y="0"/>
                </a:cxn>
                <a:cxn ang="0">
                  <a:pos x="393" y="8"/>
                </a:cxn>
                <a:cxn ang="0">
                  <a:pos x="393" y="8"/>
                </a:cxn>
                <a:cxn ang="0">
                  <a:pos x="340" y="8"/>
                </a:cxn>
                <a:cxn ang="0">
                  <a:pos x="340" y="8"/>
                </a:cxn>
                <a:cxn ang="0">
                  <a:pos x="340" y="0"/>
                </a:cxn>
                <a:cxn ang="0">
                  <a:pos x="476" y="0"/>
                </a:cxn>
                <a:cxn ang="0">
                  <a:pos x="476" y="8"/>
                </a:cxn>
                <a:cxn ang="0">
                  <a:pos x="476" y="8"/>
                </a:cxn>
                <a:cxn ang="0">
                  <a:pos x="423" y="8"/>
                </a:cxn>
                <a:cxn ang="0">
                  <a:pos x="423" y="8"/>
                </a:cxn>
                <a:cxn ang="0">
                  <a:pos x="423" y="0"/>
                </a:cxn>
                <a:cxn ang="0">
                  <a:pos x="559" y="0"/>
                </a:cxn>
                <a:cxn ang="0">
                  <a:pos x="559" y="8"/>
                </a:cxn>
                <a:cxn ang="0">
                  <a:pos x="559" y="8"/>
                </a:cxn>
                <a:cxn ang="0">
                  <a:pos x="507" y="8"/>
                </a:cxn>
                <a:cxn ang="0">
                  <a:pos x="507" y="8"/>
                </a:cxn>
                <a:cxn ang="0">
                  <a:pos x="507" y="0"/>
                </a:cxn>
                <a:cxn ang="0">
                  <a:pos x="643" y="0"/>
                </a:cxn>
                <a:cxn ang="0">
                  <a:pos x="643" y="8"/>
                </a:cxn>
                <a:cxn ang="0">
                  <a:pos x="643" y="8"/>
                </a:cxn>
                <a:cxn ang="0">
                  <a:pos x="590" y="8"/>
                </a:cxn>
                <a:cxn ang="0">
                  <a:pos x="590" y="8"/>
                </a:cxn>
                <a:cxn ang="0">
                  <a:pos x="590" y="0"/>
                </a:cxn>
                <a:cxn ang="0">
                  <a:pos x="680" y="0"/>
                </a:cxn>
                <a:cxn ang="0">
                  <a:pos x="688" y="8"/>
                </a:cxn>
                <a:cxn ang="0">
                  <a:pos x="680" y="8"/>
                </a:cxn>
                <a:cxn ang="0">
                  <a:pos x="673" y="8"/>
                </a:cxn>
                <a:cxn ang="0">
                  <a:pos x="673" y="8"/>
                </a:cxn>
                <a:cxn ang="0">
                  <a:pos x="673" y="0"/>
                </a:cxn>
              </a:cxnLst>
              <a:rect l="0" t="0" r="0" b="0"/>
              <a:pathLst>
                <a:path w="688" h="8">
                  <a:moveTo>
                    <a:pt x="8" y="0"/>
                  </a:moveTo>
                  <a:lnTo>
                    <a:pt x="61" y="0"/>
                  </a:lnTo>
                  <a:lnTo>
                    <a:pt x="61" y="8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0"/>
                  </a:lnTo>
                  <a:close/>
                  <a:moveTo>
                    <a:pt x="91" y="0"/>
                  </a:moveTo>
                  <a:lnTo>
                    <a:pt x="144" y="0"/>
                  </a:lnTo>
                  <a:lnTo>
                    <a:pt x="144" y="8"/>
                  </a:lnTo>
                  <a:lnTo>
                    <a:pt x="91" y="8"/>
                  </a:lnTo>
                  <a:lnTo>
                    <a:pt x="84" y="8"/>
                  </a:lnTo>
                  <a:lnTo>
                    <a:pt x="91" y="0"/>
                  </a:lnTo>
                  <a:close/>
                  <a:moveTo>
                    <a:pt x="174" y="0"/>
                  </a:moveTo>
                  <a:lnTo>
                    <a:pt x="227" y="0"/>
                  </a:lnTo>
                  <a:lnTo>
                    <a:pt x="227" y="8"/>
                  </a:lnTo>
                  <a:lnTo>
                    <a:pt x="174" y="8"/>
                  </a:lnTo>
                  <a:lnTo>
                    <a:pt x="167" y="8"/>
                  </a:lnTo>
                  <a:lnTo>
                    <a:pt x="174" y="8"/>
                  </a:lnTo>
                  <a:lnTo>
                    <a:pt x="174" y="0"/>
                  </a:lnTo>
                  <a:close/>
                  <a:moveTo>
                    <a:pt x="257" y="0"/>
                  </a:moveTo>
                  <a:lnTo>
                    <a:pt x="310" y="0"/>
                  </a:lnTo>
                  <a:lnTo>
                    <a:pt x="310" y="8"/>
                  </a:lnTo>
                  <a:lnTo>
                    <a:pt x="257" y="8"/>
                  </a:lnTo>
                  <a:lnTo>
                    <a:pt x="250" y="8"/>
                  </a:lnTo>
                  <a:lnTo>
                    <a:pt x="257" y="8"/>
                  </a:lnTo>
                  <a:lnTo>
                    <a:pt x="257" y="0"/>
                  </a:lnTo>
                  <a:close/>
                  <a:moveTo>
                    <a:pt x="340" y="0"/>
                  </a:moveTo>
                  <a:lnTo>
                    <a:pt x="393" y="0"/>
                  </a:lnTo>
                  <a:lnTo>
                    <a:pt x="393" y="8"/>
                  </a:lnTo>
                  <a:lnTo>
                    <a:pt x="340" y="8"/>
                  </a:lnTo>
                  <a:lnTo>
                    <a:pt x="333" y="8"/>
                  </a:lnTo>
                  <a:lnTo>
                    <a:pt x="340" y="8"/>
                  </a:lnTo>
                  <a:lnTo>
                    <a:pt x="340" y="0"/>
                  </a:lnTo>
                  <a:close/>
                  <a:moveTo>
                    <a:pt x="423" y="0"/>
                  </a:moveTo>
                  <a:lnTo>
                    <a:pt x="476" y="0"/>
                  </a:lnTo>
                  <a:lnTo>
                    <a:pt x="476" y="8"/>
                  </a:lnTo>
                  <a:lnTo>
                    <a:pt x="423" y="8"/>
                  </a:lnTo>
                  <a:lnTo>
                    <a:pt x="416" y="8"/>
                  </a:lnTo>
                  <a:lnTo>
                    <a:pt x="423" y="8"/>
                  </a:lnTo>
                  <a:lnTo>
                    <a:pt x="423" y="0"/>
                  </a:lnTo>
                  <a:close/>
                  <a:moveTo>
                    <a:pt x="507" y="0"/>
                  </a:moveTo>
                  <a:lnTo>
                    <a:pt x="559" y="0"/>
                  </a:lnTo>
                  <a:lnTo>
                    <a:pt x="559" y="8"/>
                  </a:lnTo>
                  <a:lnTo>
                    <a:pt x="507" y="8"/>
                  </a:lnTo>
                  <a:lnTo>
                    <a:pt x="499" y="8"/>
                  </a:lnTo>
                  <a:lnTo>
                    <a:pt x="507" y="8"/>
                  </a:lnTo>
                  <a:lnTo>
                    <a:pt x="507" y="0"/>
                  </a:lnTo>
                  <a:close/>
                  <a:moveTo>
                    <a:pt x="590" y="0"/>
                  </a:moveTo>
                  <a:lnTo>
                    <a:pt x="643" y="0"/>
                  </a:lnTo>
                  <a:lnTo>
                    <a:pt x="643" y="8"/>
                  </a:lnTo>
                  <a:lnTo>
                    <a:pt x="590" y="8"/>
                  </a:lnTo>
                  <a:lnTo>
                    <a:pt x="582" y="8"/>
                  </a:lnTo>
                  <a:lnTo>
                    <a:pt x="590" y="8"/>
                  </a:lnTo>
                  <a:lnTo>
                    <a:pt x="590" y="0"/>
                  </a:lnTo>
                  <a:close/>
                  <a:moveTo>
                    <a:pt x="673" y="0"/>
                  </a:moveTo>
                  <a:lnTo>
                    <a:pt x="680" y="0"/>
                  </a:lnTo>
                  <a:lnTo>
                    <a:pt x="688" y="8"/>
                  </a:lnTo>
                  <a:lnTo>
                    <a:pt x="680" y="8"/>
                  </a:lnTo>
                  <a:lnTo>
                    <a:pt x="673" y="8"/>
                  </a:lnTo>
                  <a:lnTo>
                    <a:pt x="665" y="8"/>
                  </a:lnTo>
                  <a:lnTo>
                    <a:pt x="673" y="8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6" name="Freeform 146"/>
            <p:cNvSpPr>
              <a:spLocks noEditPoints="1"/>
            </p:cNvSpPr>
            <p:nvPr/>
          </p:nvSpPr>
          <p:spPr>
            <a:xfrm>
              <a:off x="4901" y="996"/>
              <a:ext cx="7" cy="643"/>
            </a:xfrm>
            <a:custGeom>
              <a:avLst/>
              <a:gdLst/>
              <a:ahLst/>
              <a:cxnLst>
                <a:cxn ang="0">
                  <a:pos x="7" y="61"/>
                </a:cxn>
                <a:cxn ang="0">
                  <a:pos x="7" y="61"/>
                </a:cxn>
                <a:cxn ang="0">
                  <a:pos x="0" y="6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7" y="8"/>
                </a:cxn>
                <a:cxn ang="0">
                  <a:pos x="7" y="144"/>
                </a:cxn>
                <a:cxn ang="0">
                  <a:pos x="7" y="144"/>
                </a:cxn>
                <a:cxn ang="0">
                  <a:pos x="0" y="144"/>
                </a:cxn>
                <a:cxn ang="0">
                  <a:pos x="7" y="83"/>
                </a:cxn>
                <a:cxn ang="0">
                  <a:pos x="7" y="83"/>
                </a:cxn>
                <a:cxn ang="0">
                  <a:pos x="7" y="91"/>
                </a:cxn>
                <a:cxn ang="0">
                  <a:pos x="7" y="227"/>
                </a:cxn>
                <a:cxn ang="0">
                  <a:pos x="7" y="227"/>
                </a:cxn>
                <a:cxn ang="0">
                  <a:pos x="0" y="227"/>
                </a:cxn>
                <a:cxn ang="0">
                  <a:pos x="7" y="167"/>
                </a:cxn>
                <a:cxn ang="0">
                  <a:pos x="7" y="167"/>
                </a:cxn>
                <a:cxn ang="0">
                  <a:pos x="7" y="174"/>
                </a:cxn>
                <a:cxn ang="0">
                  <a:pos x="7" y="310"/>
                </a:cxn>
                <a:cxn ang="0">
                  <a:pos x="7" y="310"/>
                </a:cxn>
                <a:cxn ang="0">
                  <a:pos x="0" y="310"/>
                </a:cxn>
                <a:cxn ang="0">
                  <a:pos x="7" y="250"/>
                </a:cxn>
                <a:cxn ang="0">
                  <a:pos x="7" y="257"/>
                </a:cxn>
                <a:cxn ang="0">
                  <a:pos x="7" y="341"/>
                </a:cxn>
                <a:cxn ang="0">
                  <a:pos x="7" y="394"/>
                </a:cxn>
                <a:cxn ang="0">
                  <a:pos x="7" y="394"/>
                </a:cxn>
                <a:cxn ang="0">
                  <a:pos x="0" y="341"/>
                </a:cxn>
                <a:cxn ang="0">
                  <a:pos x="7" y="333"/>
                </a:cxn>
                <a:cxn ang="0">
                  <a:pos x="7" y="341"/>
                </a:cxn>
                <a:cxn ang="0">
                  <a:pos x="7" y="477"/>
                </a:cxn>
                <a:cxn ang="0">
                  <a:pos x="7" y="477"/>
                </a:cxn>
                <a:cxn ang="0">
                  <a:pos x="0" y="477"/>
                </a:cxn>
                <a:cxn ang="0">
                  <a:pos x="7" y="416"/>
                </a:cxn>
                <a:cxn ang="0">
                  <a:pos x="7" y="424"/>
                </a:cxn>
                <a:cxn ang="0">
                  <a:pos x="7" y="507"/>
                </a:cxn>
                <a:cxn ang="0">
                  <a:pos x="7" y="560"/>
                </a:cxn>
                <a:cxn ang="0">
                  <a:pos x="7" y="560"/>
                </a:cxn>
                <a:cxn ang="0">
                  <a:pos x="0" y="507"/>
                </a:cxn>
                <a:cxn ang="0">
                  <a:pos x="7" y="499"/>
                </a:cxn>
                <a:cxn ang="0">
                  <a:pos x="7" y="507"/>
                </a:cxn>
                <a:cxn ang="0">
                  <a:pos x="7" y="643"/>
                </a:cxn>
                <a:cxn ang="0">
                  <a:pos x="7" y="643"/>
                </a:cxn>
                <a:cxn ang="0">
                  <a:pos x="0" y="643"/>
                </a:cxn>
                <a:cxn ang="0">
                  <a:pos x="7" y="583"/>
                </a:cxn>
                <a:cxn ang="0">
                  <a:pos x="7" y="590"/>
                </a:cxn>
              </a:cxnLst>
              <a:rect l="0" t="0" r="0" b="0"/>
              <a:pathLst>
                <a:path w="7" h="643">
                  <a:moveTo>
                    <a:pt x="7" y="8"/>
                  </a:moveTo>
                  <a:lnTo>
                    <a:pt x="7" y="61"/>
                  </a:lnTo>
                  <a:lnTo>
                    <a:pt x="0" y="61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close/>
                  <a:moveTo>
                    <a:pt x="7" y="91"/>
                  </a:moveTo>
                  <a:lnTo>
                    <a:pt x="7" y="144"/>
                  </a:lnTo>
                  <a:lnTo>
                    <a:pt x="0" y="144"/>
                  </a:lnTo>
                  <a:lnTo>
                    <a:pt x="0" y="91"/>
                  </a:lnTo>
                  <a:lnTo>
                    <a:pt x="7" y="83"/>
                  </a:lnTo>
                  <a:lnTo>
                    <a:pt x="7" y="91"/>
                  </a:lnTo>
                  <a:close/>
                  <a:moveTo>
                    <a:pt x="7" y="174"/>
                  </a:moveTo>
                  <a:lnTo>
                    <a:pt x="7" y="227"/>
                  </a:lnTo>
                  <a:lnTo>
                    <a:pt x="0" y="227"/>
                  </a:lnTo>
                  <a:lnTo>
                    <a:pt x="0" y="174"/>
                  </a:lnTo>
                  <a:lnTo>
                    <a:pt x="7" y="167"/>
                  </a:lnTo>
                  <a:lnTo>
                    <a:pt x="7" y="174"/>
                  </a:lnTo>
                  <a:close/>
                  <a:moveTo>
                    <a:pt x="7" y="257"/>
                  </a:moveTo>
                  <a:lnTo>
                    <a:pt x="7" y="310"/>
                  </a:lnTo>
                  <a:lnTo>
                    <a:pt x="0" y="310"/>
                  </a:lnTo>
                  <a:lnTo>
                    <a:pt x="0" y="257"/>
                  </a:lnTo>
                  <a:lnTo>
                    <a:pt x="7" y="250"/>
                  </a:lnTo>
                  <a:lnTo>
                    <a:pt x="7" y="257"/>
                  </a:lnTo>
                  <a:close/>
                  <a:moveTo>
                    <a:pt x="7" y="341"/>
                  </a:moveTo>
                  <a:lnTo>
                    <a:pt x="7" y="394"/>
                  </a:lnTo>
                  <a:lnTo>
                    <a:pt x="0" y="394"/>
                  </a:lnTo>
                  <a:lnTo>
                    <a:pt x="0" y="341"/>
                  </a:lnTo>
                  <a:lnTo>
                    <a:pt x="7" y="333"/>
                  </a:lnTo>
                  <a:lnTo>
                    <a:pt x="7" y="341"/>
                  </a:lnTo>
                  <a:close/>
                  <a:moveTo>
                    <a:pt x="7" y="424"/>
                  </a:moveTo>
                  <a:lnTo>
                    <a:pt x="7" y="477"/>
                  </a:lnTo>
                  <a:lnTo>
                    <a:pt x="0" y="477"/>
                  </a:lnTo>
                  <a:lnTo>
                    <a:pt x="0" y="424"/>
                  </a:lnTo>
                  <a:lnTo>
                    <a:pt x="7" y="416"/>
                  </a:lnTo>
                  <a:lnTo>
                    <a:pt x="7" y="424"/>
                  </a:lnTo>
                  <a:close/>
                  <a:moveTo>
                    <a:pt x="7" y="507"/>
                  </a:moveTo>
                  <a:lnTo>
                    <a:pt x="7" y="560"/>
                  </a:lnTo>
                  <a:lnTo>
                    <a:pt x="0" y="560"/>
                  </a:lnTo>
                  <a:lnTo>
                    <a:pt x="0" y="507"/>
                  </a:lnTo>
                  <a:lnTo>
                    <a:pt x="7" y="499"/>
                  </a:lnTo>
                  <a:lnTo>
                    <a:pt x="7" y="507"/>
                  </a:lnTo>
                  <a:close/>
                  <a:moveTo>
                    <a:pt x="7" y="590"/>
                  </a:moveTo>
                  <a:lnTo>
                    <a:pt x="7" y="643"/>
                  </a:lnTo>
                  <a:lnTo>
                    <a:pt x="0" y="643"/>
                  </a:lnTo>
                  <a:lnTo>
                    <a:pt x="0" y="590"/>
                  </a:lnTo>
                  <a:lnTo>
                    <a:pt x="7" y="583"/>
                  </a:lnTo>
                  <a:lnTo>
                    <a:pt x="7" y="5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7" name="Line 147"/>
            <p:cNvSpPr/>
            <p:nvPr/>
          </p:nvSpPr>
          <p:spPr>
            <a:xfrm flipV="1">
              <a:off x="4221" y="1004"/>
              <a:ext cx="687" cy="65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8" name="Freeform 148"/>
            <p:cNvSpPr>
              <a:spLocks noEditPoints="1"/>
            </p:cNvSpPr>
            <p:nvPr/>
          </p:nvSpPr>
          <p:spPr>
            <a:xfrm>
              <a:off x="4901" y="731"/>
              <a:ext cx="294" cy="280"/>
            </a:xfrm>
            <a:custGeom>
              <a:avLst/>
              <a:gdLst/>
              <a:ahLst/>
              <a:cxnLst>
                <a:cxn ang="0">
                  <a:pos x="0" y="265"/>
                </a:cxn>
                <a:cxn ang="0">
                  <a:pos x="249" y="31"/>
                </a:cxn>
                <a:cxn ang="0">
                  <a:pos x="264" y="46"/>
                </a:cxn>
                <a:cxn ang="0">
                  <a:pos x="7" y="280"/>
                </a:cxn>
                <a:cxn ang="0">
                  <a:pos x="0" y="265"/>
                </a:cxn>
                <a:cxn ang="0">
                  <a:pos x="234" y="31"/>
                </a:cxn>
                <a:cxn ang="0">
                  <a:pos x="294" y="0"/>
                </a:cxn>
                <a:cxn ang="0">
                  <a:pos x="264" y="53"/>
                </a:cxn>
                <a:cxn ang="0">
                  <a:pos x="234" y="31"/>
                </a:cxn>
              </a:cxnLst>
              <a:rect l="0" t="0" r="0" b="0"/>
              <a:pathLst>
                <a:path w="294" h="280">
                  <a:moveTo>
                    <a:pt x="0" y="265"/>
                  </a:moveTo>
                  <a:lnTo>
                    <a:pt x="249" y="31"/>
                  </a:lnTo>
                  <a:lnTo>
                    <a:pt x="264" y="46"/>
                  </a:lnTo>
                  <a:lnTo>
                    <a:pt x="7" y="280"/>
                  </a:lnTo>
                  <a:lnTo>
                    <a:pt x="0" y="265"/>
                  </a:lnTo>
                  <a:close/>
                  <a:moveTo>
                    <a:pt x="234" y="31"/>
                  </a:moveTo>
                  <a:lnTo>
                    <a:pt x="294" y="0"/>
                  </a:lnTo>
                  <a:lnTo>
                    <a:pt x="264" y="53"/>
                  </a:lnTo>
                  <a:lnTo>
                    <a:pt x="234" y="31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  <a:ln w="12700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9" name="Freeform 149"/>
            <p:cNvSpPr>
              <a:spLocks noEditPoints="1"/>
            </p:cNvSpPr>
            <p:nvPr/>
          </p:nvSpPr>
          <p:spPr>
            <a:xfrm>
              <a:off x="4621" y="709"/>
              <a:ext cx="287" cy="295"/>
            </a:xfrm>
            <a:custGeom>
              <a:avLst/>
              <a:gdLst/>
              <a:ahLst/>
              <a:cxnLst>
                <a:cxn ang="0">
                  <a:pos x="272" y="295"/>
                </a:cxn>
                <a:cxn ang="0">
                  <a:pos x="31" y="45"/>
                </a:cxn>
                <a:cxn ang="0">
                  <a:pos x="46" y="30"/>
                </a:cxn>
                <a:cxn ang="0">
                  <a:pos x="287" y="280"/>
                </a:cxn>
                <a:cxn ang="0">
                  <a:pos x="272" y="295"/>
                </a:cxn>
                <a:cxn ang="0">
                  <a:pos x="31" y="60"/>
                </a:cxn>
                <a:cxn ang="0">
                  <a:pos x="0" y="0"/>
                </a:cxn>
                <a:cxn ang="0">
                  <a:pos x="61" y="30"/>
                </a:cxn>
                <a:cxn ang="0">
                  <a:pos x="31" y="60"/>
                </a:cxn>
              </a:cxnLst>
              <a:rect l="0" t="0" r="0" b="0"/>
              <a:pathLst>
                <a:path w="287" h="295">
                  <a:moveTo>
                    <a:pt x="272" y="295"/>
                  </a:moveTo>
                  <a:lnTo>
                    <a:pt x="31" y="45"/>
                  </a:lnTo>
                  <a:lnTo>
                    <a:pt x="46" y="30"/>
                  </a:lnTo>
                  <a:lnTo>
                    <a:pt x="287" y="280"/>
                  </a:lnTo>
                  <a:lnTo>
                    <a:pt x="272" y="295"/>
                  </a:lnTo>
                  <a:close/>
                  <a:moveTo>
                    <a:pt x="31" y="60"/>
                  </a:moveTo>
                  <a:lnTo>
                    <a:pt x="0" y="0"/>
                  </a:lnTo>
                  <a:lnTo>
                    <a:pt x="61" y="30"/>
                  </a:lnTo>
                  <a:lnTo>
                    <a:pt x="31" y="6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  <a:ln w="12700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0" name="Freeform 150"/>
            <p:cNvSpPr>
              <a:spLocks noEditPoints="1"/>
            </p:cNvSpPr>
            <p:nvPr/>
          </p:nvSpPr>
          <p:spPr>
            <a:xfrm>
              <a:off x="4901" y="989"/>
              <a:ext cx="393" cy="3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340" y="7"/>
                </a:cxn>
                <a:cxn ang="0">
                  <a:pos x="340" y="30"/>
                </a:cxn>
                <a:cxn ang="0">
                  <a:pos x="0" y="30"/>
                </a:cxn>
                <a:cxn ang="0">
                  <a:pos x="0" y="7"/>
                </a:cxn>
                <a:cxn ang="0">
                  <a:pos x="332" y="0"/>
                </a:cxn>
                <a:cxn ang="0">
                  <a:pos x="393" y="15"/>
                </a:cxn>
                <a:cxn ang="0">
                  <a:pos x="332" y="37"/>
                </a:cxn>
                <a:cxn ang="0">
                  <a:pos x="332" y="0"/>
                </a:cxn>
              </a:cxnLst>
              <a:rect l="0" t="0" r="0" b="0"/>
              <a:pathLst>
                <a:path w="393" h="37">
                  <a:moveTo>
                    <a:pt x="0" y="7"/>
                  </a:moveTo>
                  <a:lnTo>
                    <a:pt x="340" y="7"/>
                  </a:lnTo>
                  <a:lnTo>
                    <a:pt x="340" y="30"/>
                  </a:lnTo>
                  <a:lnTo>
                    <a:pt x="0" y="30"/>
                  </a:lnTo>
                  <a:lnTo>
                    <a:pt x="0" y="7"/>
                  </a:lnTo>
                  <a:close/>
                  <a:moveTo>
                    <a:pt x="332" y="0"/>
                  </a:moveTo>
                  <a:lnTo>
                    <a:pt x="393" y="15"/>
                  </a:lnTo>
                  <a:lnTo>
                    <a:pt x="332" y="37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27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1" name="Freeform 151"/>
            <p:cNvSpPr>
              <a:spLocks noEditPoints="1"/>
            </p:cNvSpPr>
            <p:nvPr/>
          </p:nvSpPr>
          <p:spPr>
            <a:xfrm>
              <a:off x="4893" y="610"/>
              <a:ext cx="38" cy="386"/>
            </a:xfrm>
            <a:custGeom>
              <a:avLst/>
              <a:gdLst/>
              <a:ahLst/>
              <a:cxnLst>
                <a:cxn ang="0">
                  <a:pos x="8" y="386"/>
                </a:cxn>
                <a:cxn ang="0">
                  <a:pos x="8" y="46"/>
                </a:cxn>
                <a:cxn ang="0">
                  <a:pos x="30" y="46"/>
                </a:cxn>
                <a:cxn ang="0">
                  <a:pos x="30" y="386"/>
                </a:cxn>
                <a:cxn ang="0">
                  <a:pos x="8" y="386"/>
                </a:cxn>
                <a:cxn ang="0">
                  <a:pos x="0" y="61"/>
                </a:cxn>
                <a:cxn ang="0">
                  <a:pos x="15" y="0"/>
                </a:cxn>
                <a:cxn ang="0">
                  <a:pos x="38" y="61"/>
                </a:cxn>
                <a:cxn ang="0">
                  <a:pos x="0" y="61"/>
                </a:cxn>
              </a:cxnLst>
              <a:rect l="0" t="0" r="0" b="0"/>
              <a:pathLst>
                <a:path w="38" h="386">
                  <a:moveTo>
                    <a:pt x="8" y="386"/>
                  </a:moveTo>
                  <a:lnTo>
                    <a:pt x="8" y="46"/>
                  </a:lnTo>
                  <a:lnTo>
                    <a:pt x="30" y="46"/>
                  </a:lnTo>
                  <a:lnTo>
                    <a:pt x="30" y="386"/>
                  </a:lnTo>
                  <a:lnTo>
                    <a:pt x="8" y="386"/>
                  </a:lnTo>
                  <a:close/>
                  <a:moveTo>
                    <a:pt x="0" y="61"/>
                  </a:moveTo>
                  <a:lnTo>
                    <a:pt x="15" y="0"/>
                  </a:lnTo>
                  <a:lnTo>
                    <a:pt x="38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27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2" name="Freeform 152"/>
            <p:cNvSpPr/>
            <p:nvPr/>
          </p:nvSpPr>
          <p:spPr>
            <a:xfrm>
              <a:off x="4319" y="1564"/>
              <a:ext cx="91" cy="10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0"/>
                </a:cxn>
                <a:cxn ang="0">
                  <a:pos x="30" y="7"/>
                </a:cxn>
                <a:cxn ang="0">
                  <a:pos x="45" y="15"/>
                </a:cxn>
                <a:cxn ang="0">
                  <a:pos x="53" y="30"/>
                </a:cxn>
                <a:cxn ang="0">
                  <a:pos x="68" y="45"/>
                </a:cxn>
                <a:cxn ang="0">
                  <a:pos x="76" y="60"/>
                </a:cxn>
                <a:cxn ang="0">
                  <a:pos x="83" y="83"/>
                </a:cxn>
                <a:cxn ang="0">
                  <a:pos x="91" y="105"/>
                </a:cxn>
              </a:cxnLst>
              <a:rect l="0" t="0" r="0" b="0"/>
              <a:pathLst>
                <a:path w="91" h="105">
                  <a:moveTo>
                    <a:pt x="0" y="0"/>
                  </a:moveTo>
                  <a:lnTo>
                    <a:pt x="15" y="0"/>
                  </a:lnTo>
                  <a:lnTo>
                    <a:pt x="30" y="7"/>
                  </a:lnTo>
                  <a:lnTo>
                    <a:pt x="45" y="15"/>
                  </a:lnTo>
                  <a:lnTo>
                    <a:pt x="53" y="30"/>
                  </a:lnTo>
                  <a:lnTo>
                    <a:pt x="68" y="45"/>
                  </a:lnTo>
                  <a:lnTo>
                    <a:pt x="76" y="60"/>
                  </a:lnTo>
                  <a:lnTo>
                    <a:pt x="83" y="83"/>
                  </a:lnTo>
                  <a:lnTo>
                    <a:pt x="91" y="105"/>
                  </a:lnTo>
                </a:path>
              </a:pathLst>
            </a:custGeom>
            <a:noFill/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3" name="Rectangle 153"/>
            <p:cNvSpPr/>
            <p:nvPr/>
          </p:nvSpPr>
          <p:spPr>
            <a:xfrm>
              <a:off x="4402" y="1472"/>
              <a:ext cx="6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000000"/>
                  </a:solidFill>
                  <a:latin typeface="Symbol" panose="05050102010706020507" pitchFamily="18" charset="2"/>
                </a:rPr>
                <a:t>f</a:t>
              </a:r>
              <a:endParaRPr lang="en-US" altLang="zh-CN" sz="2800"/>
            </a:p>
          </p:txBody>
        </p:sp>
        <p:sp>
          <p:nvSpPr>
            <p:cNvPr id="18574" name="Rectangle 154"/>
            <p:cNvSpPr/>
            <p:nvPr/>
          </p:nvSpPr>
          <p:spPr>
            <a:xfrm>
              <a:off x="5392" y="1617"/>
              <a:ext cx="78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800"/>
            </a:p>
          </p:txBody>
        </p:sp>
        <p:sp>
          <p:nvSpPr>
            <p:cNvPr id="18575" name="Rectangle 155"/>
            <p:cNvSpPr/>
            <p:nvPr/>
          </p:nvSpPr>
          <p:spPr>
            <a:xfrm>
              <a:off x="4266" y="429"/>
              <a:ext cx="7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/>
            </a:p>
          </p:txBody>
        </p:sp>
        <p:sp>
          <p:nvSpPr>
            <p:cNvPr id="18576" name="Line 156"/>
            <p:cNvSpPr/>
            <p:nvPr/>
          </p:nvSpPr>
          <p:spPr>
            <a:xfrm flipH="1">
              <a:off x="4742" y="928"/>
              <a:ext cx="76" cy="7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7" name="Line 157"/>
            <p:cNvSpPr/>
            <p:nvPr/>
          </p:nvSpPr>
          <p:spPr>
            <a:xfrm>
              <a:off x="4742" y="1004"/>
              <a:ext cx="76" cy="9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8" name="Line 158"/>
            <p:cNvSpPr/>
            <p:nvPr/>
          </p:nvSpPr>
          <p:spPr>
            <a:xfrm flipH="1" flipV="1">
              <a:off x="4908" y="852"/>
              <a:ext cx="76" cy="76"/>
            </a:xfrm>
            <a:prstGeom prst="line">
              <a:avLst/>
            </a:prstGeom>
            <a:ln w="127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9" name="Line 159"/>
            <p:cNvSpPr/>
            <p:nvPr/>
          </p:nvSpPr>
          <p:spPr>
            <a:xfrm flipH="1">
              <a:off x="4818" y="852"/>
              <a:ext cx="83" cy="76"/>
            </a:xfrm>
            <a:prstGeom prst="line">
              <a:avLst/>
            </a:prstGeom>
            <a:ln w="127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0" name="Line 160"/>
            <p:cNvSpPr/>
            <p:nvPr/>
          </p:nvSpPr>
          <p:spPr>
            <a:xfrm>
              <a:off x="4901" y="928"/>
              <a:ext cx="120" cy="1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1" name="Line 161"/>
            <p:cNvSpPr/>
            <p:nvPr/>
          </p:nvSpPr>
          <p:spPr>
            <a:xfrm>
              <a:off x="5020" y="928"/>
              <a:ext cx="1" cy="68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2" name="Rectangle 162"/>
            <p:cNvSpPr/>
            <p:nvPr/>
          </p:nvSpPr>
          <p:spPr>
            <a:xfrm>
              <a:off x="5029" y="1427"/>
              <a:ext cx="572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 b="1">
                  <a:solidFill>
                    <a:srgbClr val="000000"/>
                  </a:solidFill>
                  <a:latin typeface="宋体" panose="02010600030101010101" pitchFamily="2" charset="-122"/>
                </a:rPr>
                <a:t>Unit circle</a:t>
              </a:r>
              <a:endParaRPr lang="en-US" altLang="zh-CN" sz="2800" b="1"/>
            </a:p>
          </p:txBody>
        </p:sp>
        <p:sp>
          <p:nvSpPr>
            <p:cNvPr id="18583" name="Rectangle 163"/>
            <p:cNvSpPr/>
            <p:nvPr/>
          </p:nvSpPr>
          <p:spPr>
            <a:xfrm>
              <a:off x="5347" y="1420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8584" name="Rectangle 164"/>
            <p:cNvSpPr/>
            <p:nvPr/>
          </p:nvSpPr>
          <p:spPr>
            <a:xfrm>
              <a:off x="4244" y="1813"/>
              <a:ext cx="1400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Cartesian and cylindrical</a:t>
              </a:r>
              <a:endParaRPr lang="en-US" altLang="zh-CN" sz="1400"/>
            </a:p>
          </p:txBody>
        </p:sp>
        <p:sp>
          <p:nvSpPr>
            <p:cNvPr id="18585" name="Rectangle 165"/>
            <p:cNvSpPr/>
            <p:nvPr/>
          </p:nvSpPr>
          <p:spPr>
            <a:xfrm>
              <a:off x="4402" y="1979"/>
              <a:ext cx="1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endParaRPr lang="zh-CN" altLang="zh-CN" sz="1400"/>
            </a:p>
          </p:txBody>
        </p:sp>
        <p:sp>
          <p:nvSpPr>
            <p:cNvPr id="18586" name="Freeform 166"/>
            <p:cNvSpPr/>
            <p:nvPr/>
          </p:nvSpPr>
          <p:spPr>
            <a:xfrm>
              <a:off x="5030" y="891"/>
              <a:ext cx="91" cy="10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0"/>
                </a:cxn>
                <a:cxn ang="0">
                  <a:pos x="30" y="7"/>
                </a:cxn>
                <a:cxn ang="0">
                  <a:pos x="45" y="15"/>
                </a:cxn>
                <a:cxn ang="0">
                  <a:pos x="53" y="30"/>
                </a:cxn>
                <a:cxn ang="0">
                  <a:pos x="68" y="45"/>
                </a:cxn>
                <a:cxn ang="0">
                  <a:pos x="76" y="60"/>
                </a:cxn>
                <a:cxn ang="0">
                  <a:pos x="83" y="83"/>
                </a:cxn>
                <a:cxn ang="0">
                  <a:pos x="91" y="105"/>
                </a:cxn>
              </a:cxnLst>
              <a:rect l="0" t="0" r="0" b="0"/>
              <a:pathLst>
                <a:path w="91" h="105">
                  <a:moveTo>
                    <a:pt x="0" y="0"/>
                  </a:moveTo>
                  <a:lnTo>
                    <a:pt x="15" y="0"/>
                  </a:lnTo>
                  <a:lnTo>
                    <a:pt x="30" y="7"/>
                  </a:lnTo>
                  <a:lnTo>
                    <a:pt x="45" y="15"/>
                  </a:lnTo>
                  <a:lnTo>
                    <a:pt x="53" y="30"/>
                  </a:lnTo>
                  <a:lnTo>
                    <a:pt x="68" y="45"/>
                  </a:lnTo>
                  <a:lnTo>
                    <a:pt x="76" y="60"/>
                  </a:lnTo>
                  <a:lnTo>
                    <a:pt x="83" y="83"/>
                  </a:lnTo>
                  <a:lnTo>
                    <a:pt x="91" y="105"/>
                  </a:lnTo>
                </a:path>
              </a:pathLst>
            </a:custGeom>
            <a:noFill/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7" name="Rectangle 167"/>
            <p:cNvSpPr/>
            <p:nvPr/>
          </p:nvSpPr>
          <p:spPr>
            <a:xfrm>
              <a:off x="5097" y="799"/>
              <a:ext cx="112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000000"/>
                  </a:solidFill>
                  <a:latin typeface="Symbol" panose="05050102010706020507" pitchFamily="18" charset="2"/>
                </a:rPr>
                <a:t>f</a:t>
              </a:r>
              <a:endParaRPr lang="en-US" altLang="zh-CN" sz="2800"/>
            </a:p>
          </p:txBody>
        </p:sp>
        <p:graphicFrame>
          <p:nvGraphicFramePr>
            <p:cNvPr id="18588" name="Object 168"/>
            <p:cNvGraphicFramePr/>
            <p:nvPr/>
          </p:nvGraphicFramePr>
          <p:xfrm>
            <a:off x="5329" y="935"/>
            <a:ext cx="13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65100" imgH="241300" progId="Equation.3">
                    <p:embed/>
                  </p:oleObj>
                </mc:Choice>
                <mc:Fallback>
                  <p:oleObj r:id="rId26" imgW="165100" imgH="241300" progId="Equation.3">
                    <p:embed/>
                    <p:pic>
                      <p:nvPicPr>
                        <p:cNvPr id="18588" name="Object 16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329" y="935"/>
                          <a:ext cx="136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89" name="Object 169"/>
            <p:cNvGraphicFramePr/>
            <p:nvPr/>
          </p:nvGraphicFramePr>
          <p:xfrm>
            <a:off x="4871" y="391"/>
            <a:ext cx="18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77800" imgH="266065" progId="Equation.3">
                    <p:embed/>
                  </p:oleObj>
                </mc:Choice>
                <mc:Fallback>
                  <p:oleObj r:id="rId26" imgW="177800" imgH="266065" progId="Equation.3">
                    <p:embed/>
                    <p:pic>
                      <p:nvPicPr>
                        <p:cNvPr id="18589" name="Object 16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71" y="391"/>
                          <a:ext cx="18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0" name="Object 170"/>
            <p:cNvGraphicFramePr/>
            <p:nvPr/>
          </p:nvGraphicFramePr>
          <p:xfrm>
            <a:off x="5215" y="578"/>
            <a:ext cx="16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5" imgW="74930" imgH="144780" progId="Equation.3">
                    <p:embed/>
                  </p:oleObj>
                </mc:Choice>
                <mc:Fallback>
                  <p:oleObj r:id="rId75" imgW="74930" imgH="144780" progId="Equation.3">
                    <p:embed/>
                    <p:pic>
                      <p:nvPicPr>
                        <p:cNvPr id="18590" name="Object 170"/>
                        <p:cNvPicPr/>
                        <p:nvPr/>
                      </p:nvPicPr>
                      <p:blipFill>
                        <a:blip r:embed="rId76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15" y="578"/>
                          <a:ext cx="160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91" name="Object 171"/>
            <p:cNvGraphicFramePr/>
            <p:nvPr/>
          </p:nvGraphicFramePr>
          <p:xfrm>
            <a:off x="4468" y="524"/>
            <a:ext cx="17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7" imgW="57785" imgH="144780" progId="Equation.3">
                    <p:embed/>
                  </p:oleObj>
                </mc:Choice>
                <mc:Fallback>
                  <p:oleObj r:id="rId77" imgW="57785" imgH="144780" progId="Equation.3">
                    <p:embed/>
                    <p:pic>
                      <p:nvPicPr>
                        <p:cNvPr id="18591" name="Object 171"/>
                        <p:cNvPicPr/>
                        <p:nvPr/>
                      </p:nvPicPr>
                      <p:blipFill>
                        <a:blip r:embed="rId78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8" y="524"/>
                          <a:ext cx="173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26" name="Group 172"/>
          <p:cNvGrpSpPr/>
          <p:nvPr/>
        </p:nvGrpSpPr>
        <p:grpSpPr>
          <a:xfrm>
            <a:off x="6321425" y="3429000"/>
            <a:ext cx="2700338" cy="3011488"/>
            <a:chOff x="3982" y="2160"/>
            <a:chExt cx="1701" cy="1897"/>
          </a:xfrm>
        </p:grpSpPr>
        <p:sp>
          <p:nvSpPr>
            <p:cNvPr id="18528" name="Rectangle 173"/>
            <p:cNvSpPr/>
            <p:nvPr/>
          </p:nvSpPr>
          <p:spPr>
            <a:xfrm>
              <a:off x="3982" y="2243"/>
              <a:ext cx="1701" cy="181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DA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529" name="AutoShape 174"/>
            <p:cNvSpPr>
              <a:spLocks noChangeAspect="1" noTextEdit="1"/>
            </p:cNvSpPr>
            <p:nvPr/>
          </p:nvSpPr>
          <p:spPr>
            <a:xfrm>
              <a:off x="4065" y="2160"/>
              <a:ext cx="1550" cy="183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0" name="Rectangle 175"/>
            <p:cNvSpPr/>
            <p:nvPr/>
          </p:nvSpPr>
          <p:spPr>
            <a:xfrm>
              <a:off x="4139" y="3435"/>
              <a:ext cx="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800"/>
            </a:p>
          </p:txBody>
        </p:sp>
        <p:sp>
          <p:nvSpPr>
            <p:cNvPr id="18531" name="Freeform 176"/>
            <p:cNvSpPr>
              <a:spLocks noEditPoints="1"/>
            </p:cNvSpPr>
            <p:nvPr/>
          </p:nvSpPr>
          <p:spPr>
            <a:xfrm>
              <a:off x="4235" y="2390"/>
              <a:ext cx="41" cy="1147"/>
            </a:xfrm>
            <a:custGeom>
              <a:avLst/>
              <a:gdLst/>
              <a:ahLst/>
              <a:cxnLst>
                <a:cxn ang="0">
                  <a:pos x="11" y="1147"/>
                </a:cxn>
                <a:cxn ang="0">
                  <a:pos x="11" y="49"/>
                </a:cxn>
                <a:cxn ang="0">
                  <a:pos x="30" y="49"/>
                </a:cxn>
                <a:cxn ang="0">
                  <a:pos x="28" y="1147"/>
                </a:cxn>
                <a:cxn ang="0">
                  <a:pos x="11" y="1147"/>
                </a:cxn>
                <a:cxn ang="0">
                  <a:pos x="0" y="60"/>
                </a:cxn>
                <a:cxn ang="0">
                  <a:pos x="20" y="0"/>
                </a:cxn>
                <a:cxn ang="0">
                  <a:pos x="41" y="60"/>
                </a:cxn>
                <a:cxn ang="0">
                  <a:pos x="0" y="60"/>
                </a:cxn>
              </a:cxnLst>
              <a:rect l="0" t="0" r="0" b="0"/>
              <a:pathLst>
                <a:path w="41" h="1147">
                  <a:moveTo>
                    <a:pt x="11" y="1147"/>
                  </a:moveTo>
                  <a:lnTo>
                    <a:pt x="11" y="49"/>
                  </a:lnTo>
                  <a:lnTo>
                    <a:pt x="30" y="49"/>
                  </a:lnTo>
                  <a:lnTo>
                    <a:pt x="28" y="1147"/>
                  </a:lnTo>
                  <a:lnTo>
                    <a:pt x="11" y="1147"/>
                  </a:lnTo>
                  <a:close/>
                  <a:moveTo>
                    <a:pt x="0" y="60"/>
                  </a:moveTo>
                  <a:lnTo>
                    <a:pt x="20" y="0"/>
                  </a:lnTo>
                  <a:lnTo>
                    <a:pt x="41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2" name="Freeform 177"/>
            <p:cNvSpPr>
              <a:spLocks noEditPoints="1"/>
            </p:cNvSpPr>
            <p:nvPr/>
          </p:nvSpPr>
          <p:spPr>
            <a:xfrm>
              <a:off x="4255" y="3519"/>
              <a:ext cx="1221" cy="40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170" y="11"/>
                </a:cxn>
                <a:cxn ang="0">
                  <a:pos x="1170" y="29"/>
                </a:cxn>
                <a:cxn ang="0">
                  <a:pos x="0" y="29"/>
                </a:cxn>
                <a:cxn ang="0">
                  <a:pos x="0" y="12"/>
                </a:cxn>
                <a:cxn ang="0">
                  <a:pos x="1160" y="0"/>
                </a:cxn>
                <a:cxn ang="0">
                  <a:pos x="1221" y="19"/>
                </a:cxn>
                <a:cxn ang="0">
                  <a:pos x="1160" y="40"/>
                </a:cxn>
                <a:cxn ang="0">
                  <a:pos x="1160" y="0"/>
                </a:cxn>
              </a:cxnLst>
              <a:rect l="0" t="0" r="0" b="0"/>
              <a:pathLst>
                <a:path w="1221" h="40">
                  <a:moveTo>
                    <a:pt x="0" y="12"/>
                  </a:moveTo>
                  <a:lnTo>
                    <a:pt x="1170" y="11"/>
                  </a:lnTo>
                  <a:lnTo>
                    <a:pt x="1170" y="29"/>
                  </a:lnTo>
                  <a:lnTo>
                    <a:pt x="0" y="29"/>
                  </a:lnTo>
                  <a:lnTo>
                    <a:pt x="0" y="12"/>
                  </a:lnTo>
                  <a:close/>
                  <a:moveTo>
                    <a:pt x="1160" y="0"/>
                  </a:moveTo>
                  <a:lnTo>
                    <a:pt x="1221" y="19"/>
                  </a:lnTo>
                  <a:lnTo>
                    <a:pt x="1160" y="40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3" name="Freeform 178"/>
            <p:cNvSpPr/>
            <p:nvPr/>
          </p:nvSpPr>
          <p:spPr>
            <a:xfrm>
              <a:off x="4552" y="2472"/>
              <a:ext cx="785" cy="782"/>
            </a:xfrm>
            <a:custGeom>
              <a:avLst/>
              <a:gdLst/>
              <a:ahLst/>
              <a:cxnLst>
                <a:cxn ang="0">
                  <a:pos x="352" y="3"/>
                </a:cxn>
                <a:cxn ang="0">
                  <a:pos x="293" y="13"/>
                </a:cxn>
                <a:cxn ang="0">
                  <a:pos x="240" y="32"/>
                </a:cxn>
                <a:cxn ang="0">
                  <a:pos x="189" y="57"/>
                </a:cxn>
                <a:cxn ang="0">
                  <a:pos x="142" y="90"/>
                </a:cxn>
                <a:cxn ang="0">
                  <a:pos x="101" y="129"/>
                </a:cxn>
                <a:cxn ang="0">
                  <a:pos x="67" y="173"/>
                </a:cxn>
                <a:cxn ang="0">
                  <a:pos x="38" y="222"/>
                </a:cxn>
                <a:cxn ang="0">
                  <a:pos x="17" y="276"/>
                </a:cxn>
                <a:cxn ang="0">
                  <a:pos x="4" y="332"/>
                </a:cxn>
                <a:cxn ang="0">
                  <a:pos x="0" y="391"/>
                </a:cxn>
                <a:cxn ang="0">
                  <a:pos x="4" y="451"/>
                </a:cxn>
                <a:cxn ang="0">
                  <a:pos x="17" y="508"/>
                </a:cxn>
                <a:cxn ang="0">
                  <a:pos x="38" y="561"/>
                </a:cxn>
                <a:cxn ang="0">
                  <a:pos x="67" y="610"/>
                </a:cxn>
                <a:cxn ang="0">
                  <a:pos x="101" y="655"/>
                </a:cxn>
                <a:cxn ang="0">
                  <a:pos x="142" y="693"/>
                </a:cxn>
                <a:cxn ang="0">
                  <a:pos x="189" y="726"/>
                </a:cxn>
                <a:cxn ang="0">
                  <a:pos x="240" y="752"/>
                </a:cxn>
                <a:cxn ang="0">
                  <a:pos x="293" y="770"/>
                </a:cxn>
                <a:cxn ang="0">
                  <a:pos x="352" y="781"/>
                </a:cxn>
                <a:cxn ang="0">
                  <a:pos x="413" y="782"/>
                </a:cxn>
                <a:cxn ang="0">
                  <a:pos x="471" y="775"/>
                </a:cxn>
                <a:cxn ang="0">
                  <a:pos x="527" y="759"/>
                </a:cxn>
                <a:cxn ang="0">
                  <a:pos x="579" y="735"/>
                </a:cxn>
                <a:cxn ang="0">
                  <a:pos x="627" y="704"/>
                </a:cxn>
                <a:cxn ang="0">
                  <a:pos x="670" y="668"/>
                </a:cxn>
                <a:cxn ang="0">
                  <a:pos x="706" y="625"/>
                </a:cxn>
                <a:cxn ang="0">
                  <a:pos x="738" y="578"/>
                </a:cxn>
                <a:cxn ang="0">
                  <a:pos x="761" y="526"/>
                </a:cxn>
                <a:cxn ang="0">
                  <a:pos x="777" y="470"/>
                </a:cxn>
                <a:cxn ang="0">
                  <a:pos x="784" y="412"/>
                </a:cxn>
                <a:cxn ang="0">
                  <a:pos x="783" y="351"/>
                </a:cxn>
                <a:cxn ang="0">
                  <a:pos x="772" y="294"/>
                </a:cxn>
                <a:cxn ang="0">
                  <a:pos x="754" y="239"/>
                </a:cxn>
                <a:cxn ang="0">
                  <a:pos x="728" y="188"/>
                </a:cxn>
                <a:cxn ang="0">
                  <a:pos x="695" y="143"/>
                </a:cxn>
                <a:cxn ang="0">
                  <a:pos x="656" y="102"/>
                </a:cxn>
                <a:cxn ang="0">
                  <a:pos x="611" y="67"/>
                </a:cxn>
                <a:cxn ang="0">
                  <a:pos x="562" y="39"/>
                </a:cxn>
                <a:cxn ang="0">
                  <a:pos x="509" y="18"/>
                </a:cxn>
                <a:cxn ang="0">
                  <a:pos x="452" y="5"/>
                </a:cxn>
                <a:cxn ang="0">
                  <a:pos x="392" y="0"/>
                </a:cxn>
              </a:cxnLst>
              <a:rect l="0" t="0" r="0" b="0"/>
              <a:pathLst>
                <a:path w="785" h="782">
                  <a:moveTo>
                    <a:pt x="392" y="0"/>
                  </a:moveTo>
                  <a:lnTo>
                    <a:pt x="371" y="1"/>
                  </a:lnTo>
                  <a:lnTo>
                    <a:pt x="352" y="3"/>
                  </a:lnTo>
                  <a:lnTo>
                    <a:pt x="332" y="5"/>
                  </a:lnTo>
                  <a:lnTo>
                    <a:pt x="313" y="9"/>
                  </a:lnTo>
                  <a:lnTo>
                    <a:pt x="293" y="13"/>
                  </a:lnTo>
                  <a:lnTo>
                    <a:pt x="275" y="18"/>
                  </a:lnTo>
                  <a:lnTo>
                    <a:pt x="257" y="24"/>
                  </a:lnTo>
                  <a:lnTo>
                    <a:pt x="240" y="32"/>
                  </a:lnTo>
                  <a:lnTo>
                    <a:pt x="222" y="39"/>
                  </a:lnTo>
                  <a:lnTo>
                    <a:pt x="204" y="47"/>
                  </a:lnTo>
                  <a:lnTo>
                    <a:pt x="189" y="57"/>
                  </a:lnTo>
                  <a:lnTo>
                    <a:pt x="173" y="67"/>
                  </a:lnTo>
                  <a:lnTo>
                    <a:pt x="157" y="78"/>
                  </a:lnTo>
                  <a:lnTo>
                    <a:pt x="142" y="90"/>
                  </a:lnTo>
                  <a:lnTo>
                    <a:pt x="128" y="102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3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6" y="188"/>
                  </a:lnTo>
                  <a:lnTo>
                    <a:pt x="46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3" y="258"/>
                  </a:lnTo>
                  <a:lnTo>
                    <a:pt x="17" y="276"/>
                  </a:lnTo>
                  <a:lnTo>
                    <a:pt x="12" y="294"/>
                  </a:lnTo>
                  <a:lnTo>
                    <a:pt x="7" y="312"/>
                  </a:lnTo>
                  <a:lnTo>
                    <a:pt x="4" y="332"/>
                  </a:lnTo>
                  <a:lnTo>
                    <a:pt x="1" y="351"/>
                  </a:lnTo>
                  <a:lnTo>
                    <a:pt x="0" y="372"/>
                  </a:lnTo>
                  <a:lnTo>
                    <a:pt x="0" y="391"/>
                  </a:lnTo>
                  <a:lnTo>
                    <a:pt x="0" y="412"/>
                  </a:lnTo>
                  <a:lnTo>
                    <a:pt x="1" y="431"/>
                  </a:lnTo>
                  <a:lnTo>
                    <a:pt x="4" y="451"/>
                  </a:lnTo>
                  <a:lnTo>
                    <a:pt x="7" y="470"/>
                  </a:lnTo>
                  <a:lnTo>
                    <a:pt x="12" y="489"/>
                  </a:lnTo>
                  <a:lnTo>
                    <a:pt x="17" y="508"/>
                  </a:lnTo>
                  <a:lnTo>
                    <a:pt x="23" y="526"/>
                  </a:lnTo>
                  <a:lnTo>
                    <a:pt x="30" y="544"/>
                  </a:lnTo>
                  <a:lnTo>
                    <a:pt x="38" y="561"/>
                  </a:lnTo>
                  <a:lnTo>
                    <a:pt x="46" y="578"/>
                  </a:lnTo>
                  <a:lnTo>
                    <a:pt x="56" y="594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40"/>
                  </a:lnTo>
                  <a:lnTo>
                    <a:pt x="101" y="655"/>
                  </a:lnTo>
                  <a:lnTo>
                    <a:pt x="114" y="668"/>
                  </a:lnTo>
                  <a:lnTo>
                    <a:pt x="128" y="681"/>
                  </a:lnTo>
                  <a:lnTo>
                    <a:pt x="142" y="693"/>
                  </a:lnTo>
                  <a:lnTo>
                    <a:pt x="157" y="704"/>
                  </a:lnTo>
                  <a:lnTo>
                    <a:pt x="173" y="715"/>
                  </a:lnTo>
                  <a:lnTo>
                    <a:pt x="189" y="726"/>
                  </a:lnTo>
                  <a:lnTo>
                    <a:pt x="204" y="735"/>
                  </a:lnTo>
                  <a:lnTo>
                    <a:pt x="222" y="743"/>
                  </a:lnTo>
                  <a:lnTo>
                    <a:pt x="240" y="752"/>
                  </a:lnTo>
                  <a:lnTo>
                    <a:pt x="257" y="759"/>
                  </a:lnTo>
                  <a:lnTo>
                    <a:pt x="275" y="765"/>
                  </a:lnTo>
                  <a:lnTo>
                    <a:pt x="293" y="770"/>
                  </a:lnTo>
                  <a:lnTo>
                    <a:pt x="313" y="775"/>
                  </a:lnTo>
                  <a:lnTo>
                    <a:pt x="332" y="778"/>
                  </a:lnTo>
                  <a:lnTo>
                    <a:pt x="352" y="781"/>
                  </a:lnTo>
                  <a:lnTo>
                    <a:pt x="371" y="782"/>
                  </a:lnTo>
                  <a:lnTo>
                    <a:pt x="392" y="782"/>
                  </a:lnTo>
                  <a:lnTo>
                    <a:pt x="413" y="782"/>
                  </a:lnTo>
                  <a:lnTo>
                    <a:pt x="432" y="781"/>
                  </a:lnTo>
                  <a:lnTo>
                    <a:pt x="452" y="778"/>
                  </a:lnTo>
                  <a:lnTo>
                    <a:pt x="471" y="775"/>
                  </a:lnTo>
                  <a:lnTo>
                    <a:pt x="491" y="770"/>
                  </a:lnTo>
                  <a:lnTo>
                    <a:pt x="509" y="765"/>
                  </a:lnTo>
                  <a:lnTo>
                    <a:pt x="527" y="759"/>
                  </a:lnTo>
                  <a:lnTo>
                    <a:pt x="545" y="752"/>
                  </a:lnTo>
                  <a:lnTo>
                    <a:pt x="562" y="743"/>
                  </a:lnTo>
                  <a:lnTo>
                    <a:pt x="579" y="735"/>
                  </a:lnTo>
                  <a:lnTo>
                    <a:pt x="595" y="726"/>
                  </a:lnTo>
                  <a:lnTo>
                    <a:pt x="611" y="715"/>
                  </a:lnTo>
                  <a:lnTo>
                    <a:pt x="627" y="704"/>
                  </a:lnTo>
                  <a:lnTo>
                    <a:pt x="642" y="693"/>
                  </a:lnTo>
                  <a:lnTo>
                    <a:pt x="656" y="681"/>
                  </a:lnTo>
                  <a:lnTo>
                    <a:pt x="670" y="668"/>
                  </a:lnTo>
                  <a:lnTo>
                    <a:pt x="683" y="655"/>
                  </a:lnTo>
                  <a:lnTo>
                    <a:pt x="695" y="640"/>
                  </a:lnTo>
                  <a:lnTo>
                    <a:pt x="706" y="625"/>
                  </a:lnTo>
                  <a:lnTo>
                    <a:pt x="717" y="610"/>
                  </a:lnTo>
                  <a:lnTo>
                    <a:pt x="728" y="594"/>
                  </a:lnTo>
                  <a:lnTo>
                    <a:pt x="738" y="578"/>
                  </a:lnTo>
                  <a:lnTo>
                    <a:pt x="746" y="561"/>
                  </a:lnTo>
                  <a:lnTo>
                    <a:pt x="754" y="544"/>
                  </a:lnTo>
                  <a:lnTo>
                    <a:pt x="761" y="526"/>
                  </a:lnTo>
                  <a:lnTo>
                    <a:pt x="767" y="508"/>
                  </a:lnTo>
                  <a:lnTo>
                    <a:pt x="772" y="489"/>
                  </a:lnTo>
                  <a:lnTo>
                    <a:pt x="777" y="470"/>
                  </a:lnTo>
                  <a:lnTo>
                    <a:pt x="780" y="451"/>
                  </a:lnTo>
                  <a:lnTo>
                    <a:pt x="783" y="431"/>
                  </a:lnTo>
                  <a:lnTo>
                    <a:pt x="784" y="412"/>
                  </a:lnTo>
                  <a:lnTo>
                    <a:pt x="785" y="391"/>
                  </a:lnTo>
                  <a:lnTo>
                    <a:pt x="784" y="372"/>
                  </a:lnTo>
                  <a:lnTo>
                    <a:pt x="783" y="351"/>
                  </a:lnTo>
                  <a:lnTo>
                    <a:pt x="780" y="332"/>
                  </a:lnTo>
                  <a:lnTo>
                    <a:pt x="777" y="312"/>
                  </a:lnTo>
                  <a:lnTo>
                    <a:pt x="772" y="294"/>
                  </a:lnTo>
                  <a:lnTo>
                    <a:pt x="767" y="276"/>
                  </a:lnTo>
                  <a:lnTo>
                    <a:pt x="761" y="258"/>
                  </a:lnTo>
                  <a:lnTo>
                    <a:pt x="754" y="239"/>
                  </a:lnTo>
                  <a:lnTo>
                    <a:pt x="746" y="222"/>
                  </a:lnTo>
                  <a:lnTo>
                    <a:pt x="738" y="205"/>
                  </a:lnTo>
                  <a:lnTo>
                    <a:pt x="728" y="188"/>
                  </a:lnTo>
                  <a:lnTo>
                    <a:pt x="717" y="173"/>
                  </a:lnTo>
                  <a:lnTo>
                    <a:pt x="706" y="158"/>
                  </a:lnTo>
                  <a:lnTo>
                    <a:pt x="695" y="143"/>
                  </a:lnTo>
                  <a:lnTo>
                    <a:pt x="683" y="129"/>
                  </a:lnTo>
                  <a:lnTo>
                    <a:pt x="670" y="115"/>
                  </a:lnTo>
                  <a:lnTo>
                    <a:pt x="656" y="102"/>
                  </a:lnTo>
                  <a:lnTo>
                    <a:pt x="642" y="90"/>
                  </a:lnTo>
                  <a:lnTo>
                    <a:pt x="627" y="78"/>
                  </a:lnTo>
                  <a:lnTo>
                    <a:pt x="611" y="67"/>
                  </a:lnTo>
                  <a:lnTo>
                    <a:pt x="595" y="57"/>
                  </a:lnTo>
                  <a:lnTo>
                    <a:pt x="579" y="47"/>
                  </a:lnTo>
                  <a:lnTo>
                    <a:pt x="562" y="39"/>
                  </a:lnTo>
                  <a:lnTo>
                    <a:pt x="545" y="32"/>
                  </a:lnTo>
                  <a:lnTo>
                    <a:pt x="527" y="24"/>
                  </a:lnTo>
                  <a:lnTo>
                    <a:pt x="509" y="18"/>
                  </a:lnTo>
                  <a:lnTo>
                    <a:pt x="491" y="13"/>
                  </a:lnTo>
                  <a:lnTo>
                    <a:pt x="471" y="9"/>
                  </a:lnTo>
                  <a:lnTo>
                    <a:pt x="452" y="5"/>
                  </a:lnTo>
                  <a:lnTo>
                    <a:pt x="432" y="3"/>
                  </a:lnTo>
                  <a:lnTo>
                    <a:pt x="413" y="1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FFC3E1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4" name="Freeform 179"/>
            <p:cNvSpPr/>
            <p:nvPr/>
          </p:nvSpPr>
          <p:spPr>
            <a:xfrm>
              <a:off x="4552" y="2472"/>
              <a:ext cx="785" cy="782"/>
            </a:xfrm>
            <a:custGeom>
              <a:avLst/>
              <a:gdLst/>
              <a:ahLst/>
              <a:cxnLst>
                <a:cxn ang="0">
                  <a:pos x="352" y="3"/>
                </a:cxn>
                <a:cxn ang="0">
                  <a:pos x="293" y="13"/>
                </a:cxn>
                <a:cxn ang="0">
                  <a:pos x="240" y="32"/>
                </a:cxn>
                <a:cxn ang="0">
                  <a:pos x="189" y="57"/>
                </a:cxn>
                <a:cxn ang="0">
                  <a:pos x="142" y="90"/>
                </a:cxn>
                <a:cxn ang="0">
                  <a:pos x="101" y="129"/>
                </a:cxn>
                <a:cxn ang="0">
                  <a:pos x="67" y="173"/>
                </a:cxn>
                <a:cxn ang="0">
                  <a:pos x="38" y="222"/>
                </a:cxn>
                <a:cxn ang="0">
                  <a:pos x="17" y="276"/>
                </a:cxn>
                <a:cxn ang="0">
                  <a:pos x="4" y="332"/>
                </a:cxn>
                <a:cxn ang="0">
                  <a:pos x="0" y="391"/>
                </a:cxn>
                <a:cxn ang="0">
                  <a:pos x="4" y="451"/>
                </a:cxn>
                <a:cxn ang="0">
                  <a:pos x="17" y="508"/>
                </a:cxn>
                <a:cxn ang="0">
                  <a:pos x="38" y="561"/>
                </a:cxn>
                <a:cxn ang="0">
                  <a:pos x="67" y="610"/>
                </a:cxn>
                <a:cxn ang="0">
                  <a:pos x="101" y="655"/>
                </a:cxn>
                <a:cxn ang="0">
                  <a:pos x="142" y="693"/>
                </a:cxn>
                <a:cxn ang="0">
                  <a:pos x="189" y="726"/>
                </a:cxn>
                <a:cxn ang="0">
                  <a:pos x="240" y="752"/>
                </a:cxn>
                <a:cxn ang="0">
                  <a:pos x="293" y="770"/>
                </a:cxn>
                <a:cxn ang="0">
                  <a:pos x="352" y="781"/>
                </a:cxn>
                <a:cxn ang="0">
                  <a:pos x="413" y="782"/>
                </a:cxn>
                <a:cxn ang="0">
                  <a:pos x="471" y="775"/>
                </a:cxn>
                <a:cxn ang="0">
                  <a:pos x="527" y="759"/>
                </a:cxn>
                <a:cxn ang="0">
                  <a:pos x="579" y="735"/>
                </a:cxn>
                <a:cxn ang="0">
                  <a:pos x="627" y="704"/>
                </a:cxn>
                <a:cxn ang="0">
                  <a:pos x="670" y="668"/>
                </a:cxn>
                <a:cxn ang="0">
                  <a:pos x="706" y="625"/>
                </a:cxn>
                <a:cxn ang="0">
                  <a:pos x="738" y="578"/>
                </a:cxn>
                <a:cxn ang="0">
                  <a:pos x="761" y="526"/>
                </a:cxn>
                <a:cxn ang="0">
                  <a:pos x="777" y="470"/>
                </a:cxn>
                <a:cxn ang="0">
                  <a:pos x="784" y="412"/>
                </a:cxn>
                <a:cxn ang="0">
                  <a:pos x="783" y="351"/>
                </a:cxn>
                <a:cxn ang="0">
                  <a:pos x="772" y="294"/>
                </a:cxn>
                <a:cxn ang="0">
                  <a:pos x="754" y="239"/>
                </a:cxn>
                <a:cxn ang="0">
                  <a:pos x="728" y="188"/>
                </a:cxn>
                <a:cxn ang="0">
                  <a:pos x="695" y="143"/>
                </a:cxn>
                <a:cxn ang="0">
                  <a:pos x="656" y="102"/>
                </a:cxn>
                <a:cxn ang="0">
                  <a:pos x="611" y="67"/>
                </a:cxn>
                <a:cxn ang="0">
                  <a:pos x="562" y="39"/>
                </a:cxn>
                <a:cxn ang="0">
                  <a:pos x="509" y="18"/>
                </a:cxn>
                <a:cxn ang="0">
                  <a:pos x="452" y="5"/>
                </a:cxn>
                <a:cxn ang="0">
                  <a:pos x="392" y="0"/>
                </a:cxn>
              </a:cxnLst>
              <a:rect l="0" t="0" r="0" b="0"/>
              <a:pathLst>
                <a:path w="785" h="782">
                  <a:moveTo>
                    <a:pt x="392" y="0"/>
                  </a:moveTo>
                  <a:lnTo>
                    <a:pt x="371" y="1"/>
                  </a:lnTo>
                  <a:lnTo>
                    <a:pt x="352" y="3"/>
                  </a:lnTo>
                  <a:lnTo>
                    <a:pt x="332" y="5"/>
                  </a:lnTo>
                  <a:lnTo>
                    <a:pt x="313" y="9"/>
                  </a:lnTo>
                  <a:lnTo>
                    <a:pt x="293" y="13"/>
                  </a:lnTo>
                  <a:lnTo>
                    <a:pt x="275" y="18"/>
                  </a:lnTo>
                  <a:lnTo>
                    <a:pt x="257" y="24"/>
                  </a:lnTo>
                  <a:lnTo>
                    <a:pt x="240" y="32"/>
                  </a:lnTo>
                  <a:lnTo>
                    <a:pt x="222" y="39"/>
                  </a:lnTo>
                  <a:lnTo>
                    <a:pt x="204" y="47"/>
                  </a:lnTo>
                  <a:lnTo>
                    <a:pt x="189" y="57"/>
                  </a:lnTo>
                  <a:lnTo>
                    <a:pt x="173" y="67"/>
                  </a:lnTo>
                  <a:lnTo>
                    <a:pt x="157" y="78"/>
                  </a:lnTo>
                  <a:lnTo>
                    <a:pt x="142" y="90"/>
                  </a:lnTo>
                  <a:lnTo>
                    <a:pt x="128" y="102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3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6" y="188"/>
                  </a:lnTo>
                  <a:lnTo>
                    <a:pt x="46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3" y="258"/>
                  </a:lnTo>
                  <a:lnTo>
                    <a:pt x="17" y="276"/>
                  </a:lnTo>
                  <a:lnTo>
                    <a:pt x="12" y="294"/>
                  </a:lnTo>
                  <a:lnTo>
                    <a:pt x="7" y="312"/>
                  </a:lnTo>
                  <a:lnTo>
                    <a:pt x="4" y="332"/>
                  </a:lnTo>
                  <a:lnTo>
                    <a:pt x="1" y="351"/>
                  </a:lnTo>
                  <a:lnTo>
                    <a:pt x="0" y="372"/>
                  </a:lnTo>
                  <a:lnTo>
                    <a:pt x="0" y="391"/>
                  </a:lnTo>
                  <a:lnTo>
                    <a:pt x="0" y="412"/>
                  </a:lnTo>
                  <a:lnTo>
                    <a:pt x="1" y="431"/>
                  </a:lnTo>
                  <a:lnTo>
                    <a:pt x="4" y="451"/>
                  </a:lnTo>
                  <a:lnTo>
                    <a:pt x="7" y="470"/>
                  </a:lnTo>
                  <a:lnTo>
                    <a:pt x="12" y="489"/>
                  </a:lnTo>
                  <a:lnTo>
                    <a:pt x="17" y="508"/>
                  </a:lnTo>
                  <a:lnTo>
                    <a:pt x="23" y="526"/>
                  </a:lnTo>
                  <a:lnTo>
                    <a:pt x="30" y="544"/>
                  </a:lnTo>
                  <a:lnTo>
                    <a:pt x="38" y="561"/>
                  </a:lnTo>
                  <a:lnTo>
                    <a:pt x="46" y="578"/>
                  </a:lnTo>
                  <a:lnTo>
                    <a:pt x="56" y="594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40"/>
                  </a:lnTo>
                  <a:lnTo>
                    <a:pt x="101" y="655"/>
                  </a:lnTo>
                  <a:lnTo>
                    <a:pt x="114" y="668"/>
                  </a:lnTo>
                  <a:lnTo>
                    <a:pt x="128" y="681"/>
                  </a:lnTo>
                  <a:lnTo>
                    <a:pt x="142" y="693"/>
                  </a:lnTo>
                  <a:lnTo>
                    <a:pt x="157" y="704"/>
                  </a:lnTo>
                  <a:lnTo>
                    <a:pt x="173" y="715"/>
                  </a:lnTo>
                  <a:lnTo>
                    <a:pt x="189" y="726"/>
                  </a:lnTo>
                  <a:lnTo>
                    <a:pt x="204" y="735"/>
                  </a:lnTo>
                  <a:lnTo>
                    <a:pt x="222" y="743"/>
                  </a:lnTo>
                  <a:lnTo>
                    <a:pt x="240" y="752"/>
                  </a:lnTo>
                  <a:lnTo>
                    <a:pt x="257" y="759"/>
                  </a:lnTo>
                  <a:lnTo>
                    <a:pt x="275" y="765"/>
                  </a:lnTo>
                  <a:lnTo>
                    <a:pt x="293" y="770"/>
                  </a:lnTo>
                  <a:lnTo>
                    <a:pt x="313" y="775"/>
                  </a:lnTo>
                  <a:lnTo>
                    <a:pt x="332" y="778"/>
                  </a:lnTo>
                  <a:lnTo>
                    <a:pt x="352" y="781"/>
                  </a:lnTo>
                  <a:lnTo>
                    <a:pt x="371" y="782"/>
                  </a:lnTo>
                  <a:lnTo>
                    <a:pt x="392" y="782"/>
                  </a:lnTo>
                  <a:lnTo>
                    <a:pt x="413" y="782"/>
                  </a:lnTo>
                  <a:lnTo>
                    <a:pt x="432" y="781"/>
                  </a:lnTo>
                  <a:lnTo>
                    <a:pt x="452" y="778"/>
                  </a:lnTo>
                  <a:lnTo>
                    <a:pt x="471" y="775"/>
                  </a:lnTo>
                  <a:lnTo>
                    <a:pt x="491" y="770"/>
                  </a:lnTo>
                  <a:lnTo>
                    <a:pt x="509" y="765"/>
                  </a:lnTo>
                  <a:lnTo>
                    <a:pt x="527" y="759"/>
                  </a:lnTo>
                  <a:lnTo>
                    <a:pt x="545" y="752"/>
                  </a:lnTo>
                  <a:lnTo>
                    <a:pt x="562" y="743"/>
                  </a:lnTo>
                  <a:lnTo>
                    <a:pt x="579" y="735"/>
                  </a:lnTo>
                  <a:lnTo>
                    <a:pt x="595" y="726"/>
                  </a:lnTo>
                  <a:lnTo>
                    <a:pt x="611" y="715"/>
                  </a:lnTo>
                  <a:lnTo>
                    <a:pt x="627" y="704"/>
                  </a:lnTo>
                  <a:lnTo>
                    <a:pt x="642" y="693"/>
                  </a:lnTo>
                  <a:lnTo>
                    <a:pt x="656" y="681"/>
                  </a:lnTo>
                  <a:lnTo>
                    <a:pt x="670" y="668"/>
                  </a:lnTo>
                  <a:lnTo>
                    <a:pt x="683" y="655"/>
                  </a:lnTo>
                  <a:lnTo>
                    <a:pt x="695" y="640"/>
                  </a:lnTo>
                  <a:lnTo>
                    <a:pt x="706" y="625"/>
                  </a:lnTo>
                  <a:lnTo>
                    <a:pt x="717" y="610"/>
                  </a:lnTo>
                  <a:lnTo>
                    <a:pt x="728" y="594"/>
                  </a:lnTo>
                  <a:lnTo>
                    <a:pt x="738" y="578"/>
                  </a:lnTo>
                  <a:lnTo>
                    <a:pt x="746" y="561"/>
                  </a:lnTo>
                  <a:lnTo>
                    <a:pt x="754" y="544"/>
                  </a:lnTo>
                  <a:lnTo>
                    <a:pt x="761" y="526"/>
                  </a:lnTo>
                  <a:lnTo>
                    <a:pt x="767" y="508"/>
                  </a:lnTo>
                  <a:lnTo>
                    <a:pt x="772" y="489"/>
                  </a:lnTo>
                  <a:lnTo>
                    <a:pt x="777" y="470"/>
                  </a:lnTo>
                  <a:lnTo>
                    <a:pt x="780" y="451"/>
                  </a:lnTo>
                  <a:lnTo>
                    <a:pt x="783" y="431"/>
                  </a:lnTo>
                  <a:lnTo>
                    <a:pt x="784" y="412"/>
                  </a:lnTo>
                  <a:lnTo>
                    <a:pt x="785" y="391"/>
                  </a:lnTo>
                  <a:lnTo>
                    <a:pt x="784" y="372"/>
                  </a:lnTo>
                  <a:lnTo>
                    <a:pt x="783" y="351"/>
                  </a:lnTo>
                  <a:lnTo>
                    <a:pt x="780" y="332"/>
                  </a:lnTo>
                  <a:lnTo>
                    <a:pt x="777" y="312"/>
                  </a:lnTo>
                  <a:lnTo>
                    <a:pt x="772" y="294"/>
                  </a:lnTo>
                  <a:lnTo>
                    <a:pt x="767" y="276"/>
                  </a:lnTo>
                  <a:lnTo>
                    <a:pt x="761" y="258"/>
                  </a:lnTo>
                  <a:lnTo>
                    <a:pt x="754" y="239"/>
                  </a:lnTo>
                  <a:lnTo>
                    <a:pt x="746" y="222"/>
                  </a:lnTo>
                  <a:lnTo>
                    <a:pt x="738" y="205"/>
                  </a:lnTo>
                  <a:lnTo>
                    <a:pt x="728" y="188"/>
                  </a:lnTo>
                  <a:lnTo>
                    <a:pt x="717" y="173"/>
                  </a:lnTo>
                  <a:lnTo>
                    <a:pt x="706" y="158"/>
                  </a:lnTo>
                  <a:lnTo>
                    <a:pt x="695" y="143"/>
                  </a:lnTo>
                  <a:lnTo>
                    <a:pt x="683" y="129"/>
                  </a:lnTo>
                  <a:lnTo>
                    <a:pt x="670" y="115"/>
                  </a:lnTo>
                  <a:lnTo>
                    <a:pt x="656" y="102"/>
                  </a:lnTo>
                  <a:lnTo>
                    <a:pt x="642" y="90"/>
                  </a:lnTo>
                  <a:lnTo>
                    <a:pt x="627" y="78"/>
                  </a:lnTo>
                  <a:lnTo>
                    <a:pt x="611" y="67"/>
                  </a:lnTo>
                  <a:lnTo>
                    <a:pt x="595" y="57"/>
                  </a:lnTo>
                  <a:lnTo>
                    <a:pt x="579" y="47"/>
                  </a:lnTo>
                  <a:lnTo>
                    <a:pt x="562" y="39"/>
                  </a:lnTo>
                  <a:lnTo>
                    <a:pt x="545" y="32"/>
                  </a:lnTo>
                  <a:lnTo>
                    <a:pt x="527" y="24"/>
                  </a:lnTo>
                  <a:lnTo>
                    <a:pt x="509" y="18"/>
                  </a:lnTo>
                  <a:lnTo>
                    <a:pt x="491" y="13"/>
                  </a:lnTo>
                  <a:lnTo>
                    <a:pt x="471" y="9"/>
                  </a:lnTo>
                  <a:lnTo>
                    <a:pt x="452" y="5"/>
                  </a:lnTo>
                  <a:lnTo>
                    <a:pt x="432" y="3"/>
                  </a:lnTo>
                  <a:lnTo>
                    <a:pt x="413" y="1"/>
                  </a:lnTo>
                  <a:lnTo>
                    <a:pt x="392" y="0"/>
                  </a:lnTo>
                </a:path>
              </a:pathLst>
            </a:custGeom>
            <a:noFill/>
            <a:ln w="33338" cap="flat" cmpd="sng">
              <a:solidFill>
                <a:srgbClr val="9933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5" name="Freeform 180"/>
            <p:cNvSpPr>
              <a:spLocks noEditPoints="1"/>
            </p:cNvSpPr>
            <p:nvPr/>
          </p:nvSpPr>
          <p:spPr>
            <a:xfrm>
              <a:off x="4251" y="2863"/>
              <a:ext cx="689" cy="9"/>
            </a:xfrm>
            <a:custGeom>
              <a:avLst/>
              <a:gdLst/>
              <a:ahLst/>
              <a:cxnLst>
                <a:cxn ang="0">
                  <a:pos x="59" y="1"/>
                </a:cxn>
                <a:cxn ang="0">
                  <a:pos x="61" y="5"/>
                </a:cxn>
                <a:cxn ang="0">
                  <a:pos x="59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88" y="0"/>
                </a:cxn>
                <a:cxn ang="0">
                  <a:pos x="144" y="1"/>
                </a:cxn>
                <a:cxn ang="0">
                  <a:pos x="144" y="6"/>
                </a:cxn>
                <a:cxn ang="0">
                  <a:pos x="140" y="9"/>
                </a:cxn>
                <a:cxn ang="0">
                  <a:pos x="84" y="7"/>
                </a:cxn>
                <a:cxn ang="0">
                  <a:pos x="84" y="3"/>
                </a:cxn>
                <a:cxn ang="0">
                  <a:pos x="88" y="0"/>
                </a:cxn>
                <a:cxn ang="0">
                  <a:pos x="224" y="0"/>
                </a:cxn>
                <a:cxn ang="0">
                  <a:pos x="228" y="3"/>
                </a:cxn>
                <a:cxn ang="0">
                  <a:pos x="227" y="7"/>
                </a:cxn>
                <a:cxn ang="0">
                  <a:pos x="171" y="9"/>
                </a:cxn>
                <a:cxn ang="0">
                  <a:pos x="167" y="6"/>
                </a:cxn>
                <a:cxn ang="0">
                  <a:pos x="168" y="1"/>
                </a:cxn>
                <a:cxn ang="0">
                  <a:pos x="171" y="0"/>
                </a:cxn>
                <a:cxn ang="0">
                  <a:pos x="309" y="1"/>
                </a:cxn>
                <a:cxn ang="0">
                  <a:pos x="312" y="5"/>
                </a:cxn>
                <a:cxn ang="0">
                  <a:pos x="309" y="9"/>
                </a:cxn>
                <a:cxn ang="0">
                  <a:pos x="253" y="9"/>
                </a:cxn>
                <a:cxn ang="0">
                  <a:pos x="251" y="5"/>
                </a:cxn>
                <a:cxn ang="0">
                  <a:pos x="253" y="1"/>
                </a:cxn>
                <a:cxn ang="0">
                  <a:pos x="339" y="1"/>
                </a:cxn>
                <a:cxn ang="0">
                  <a:pos x="395" y="3"/>
                </a:cxn>
                <a:cxn ang="0">
                  <a:pos x="395" y="6"/>
                </a:cxn>
                <a:cxn ang="0">
                  <a:pos x="392" y="9"/>
                </a:cxn>
                <a:cxn ang="0">
                  <a:pos x="336" y="7"/>
                </a:cxn>
                <a:cxn ang="0">
                  <a:pos x="335" y="3"/>
                </a:cxn>
                <a:cxn ang="0">
                  <a:pos x="339" y="1"/>
                </a:cxn>
                <a:cxn ang="0">
                  <a:pos x="475" y="1"/>
                </a:cxn>
                <a:cxn ang="0">
                  <a:pos x="479" y="4"/>
                </a:cxn>
                <a:cxn ang="0">
                  <a:pos x="477" y="7"/>
                </a:cxn>
                <a:cxn ang="0">
                  <a:pos x="423" y="9"/>
                </a:cxn>
                <a:cxn ang="0">
                  <a:pos x="419" y="6"/>
                </a:cxn>
                <a:cxn ang="0">
                  <a:pos x="419" y="3"/>
                </a:cxn>
                <a:cxn ang="0">
                  <a:pos x="423" y="1"/>
                </a:cxn>
                <a:cxn ang="0">
                  <a:pos x="560" y="1"/>
                </a:cxn>
                <a:cxn ang="0">
                  <a:pos x="563" y="5"/>
                </a:cxn>
                <a:cxn ang="0">
                  <a:pos x="560" y="9"/>
                </a:cxn>
                <a:cxn ang="0">
                  <a:pos x="504" y="9"/>
                </a:cxn>
                <a:cxn ang="0">
                  <a:pos x="502" y="5"/>
                </a:cxn>
                <a:cxn ang="0">
                  <a:pos x="504" y="1"/>
                </a:cxn>
                <a:cxn ang="0">
                  <a:pos x="589" y="1"/>
                </a:cxn>
                <a:cxn ang="0">
                  <a:pos x="646" y="3"/>
                </a:cxn>
                <a:cxn ang="0">
                  <a:pos x="647" y="6"/>
                </a:cxn>
                <a:cxn ang="0">
                  <a:pos x="643" y="9"/>
                </a:cxn>
                <a:cxn ang="0">
                  <a:pos x="587" y="7"/>
                </a:cxn>
                <a:cxn ang="0">
                  <a:pos x="586" y="4"/>
                </a:cxn>
                <a:cxn ang="0">
                  <a:pos x="589" y="1"/>
                </a:cxn>
                <a:cxn ang="0">
                  <a:pos x="686" y="1"/>
                </a:cxn>
                <a:cxn ang="0">
                  <a:pos x="689" y="4"/>
                </a:cxn>
                <a:cxn ang="0">
                  <a:pos x="688" y="7"/>
                </a:cxn>
                <a:cxn ang="0">
                  <a:pos x="674" y="9"/>
                </a:cxn>
                <a:cxn ang="0">
                  <a:pos x="670" y="6"/>
                </a:cxn>
                <a:cxn ang="0">
                  <a:pos x="671" y="3"/>
                </a:cxn>
                <a:cxn ang="0">
                  <a:pos x="674" y="1"/>
                </a:cxn>
              </a:cxnLst>
              <a:rect l="0" t="0" r="0" b="0"/>
              <a:pathLst>
                <a:path w="689" h="9">
                  <a:moveTo>
                    <a:pt x="4" y="0"/>
                  </a:moveTo>
                  <a:lnTo>
                    <a:pt x="57" y="0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0" y="3"/>
                  </a:lnTo>
                  <a:lnTo>
                    <a:pt x="61" y="5"/>
                  </a:lnTo>
                  <a:lnTo>
                    <a:pt x="60" y="6"/>
                  </a:lnTo>
                  <a:lnTo>
                    <a:pt x="60" y="7"/>
                  </a:lnTo>
                  <a:lnTo>
                    <a:pt x="59" y="7"/>
                  </a:lnTo>
                  <a:lnTo>
                    <a:pt x="57" y="9"/>
                  </a:lnTo>
                  <a:lnTo>
                    <a:pt x="4" y="9"/>
                  </a:lnTo>
                  <a:lnTo>
                    <a:pt x="3" y="7"/>
                  </a:lnTo>
                  <a:lnTo>
                    <a:pt x="1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1"/>
                  </a:lnTo>
                  <a:lnTo>
                    <a:pt x="3" y="1"/>
                  </a:lnTo>
                  <a:lnTo>
                    <a:pt x="4" y="0"/>
                  </a:lnTo>
                  <a:close/>
                  <a:moveTo>
                    <a:pt x="88" y="0"/>
                  </a:moveTo>
                  <a:lnTo>
                    <a:pt x="140" y="0"/>
                  </a:lnTo>
                  <a:lnTo>
                    <a:pt x="143" y="1"/>
                  </a:lnTo>
                  <a:lnTo>
                    <a:pt x="144" y="1"/>
                  </a:lnTo>
                  <a:lnTo>
                    <a:pt x="144" y="3"/>
                  </a:lnTo>
                  <a:lnTo>
                    <a:pt x="144" y="5"/>
                  </a:lnTo>
                  <a:lnTo>
                    <a:pt x="144" y="6"/>
                  </a:lnTo>
                  <a:lnTo>
                    <a:pt x="143" y="7"/>
                  </a:lnTo>
                  <a:lnTo>
                    <a:pt x="141" y="7"/>
                  </a:lnTo>
                  <a:lnTo>
                    <a:pt x="140" y="9"/>
                  </a:lnTo>
                  <a:lnTo>
                    <a:pt x="88" y="9"/>
                  </a:lnTo>
                  <a:lnTo>
                    <a:pt x="85" y="7"/>
                  </a:lnTo>
                  <a:lnTo>
                    <a:pt x="84" y="7"/>
                  </a:lnTo>
                  <a:lnTo>
                    <a:pt x="84" y="6"/>
                  </a:lnTo>
                  <a:lnTo>
                    <a:pt x="83" y="5"/>
                  </a:lnTo>
                  <a:lnTo>
                    <a:pt x="84" y="3"/>
                  </a:lnTo>
                  <a:lnTo>
                    <a:pt x="84" y="1"/>
                  </a:lnTo>
                  <a:lnTo>
                    <a:pt x="85" y="1"/>
                  </a:lnTo>
                  <a:lnTo>
                    <a:pt x="88" y="0"/>
                  </a:lnTo>
                  <a:close/>
                  <a:moveTo>
                    <a:pt x="171" y="0"/>
                  </a:moveTo>
                  <a:lnTo>
                    <a:pt x="224" y="0"/>
                  </a:lnTo>
                  <a:lnTo>
                    <a:pt x="225" y="1"/>
                  </a:lnTo>
                  <a:lnTo>
                    <a:pt x="227" y="1"/>
                  </a:lnTo>
                  <a:lnTo>
                    <a:pt x="228" y="3"/>
                  </a:lnTo>
                  <a:lnTo>
                    <a:pt x="228" y="5"/>
                  </a:lnTo>
                  <a:lnTo>
                    <a:pt x="228" y="6"/>
                  </a:lnTo>
                  <a:lnTo>
                    <a:pt x="227" y="7"/>
                  </a:lnTo>
                  <a:lnTo>
                    <a:pt x="225" y="7"/>
                  </a:lnTo>
                  <a:lnTo>
                    <a:pt x="224" y="9"/>
                  </a:lnTo>
                  <a:lnTo>
                    <a:pt x="171" y="9"/>
                  </a:lnTo>
                  <a:lnTo>
                    <a:pt x="169" y="7"/>
                  </a:lnTo>
                  <a:lnTo>
                    <a:pt x="168" y="7"/>
                  </a:lnTo>
                  <a:lnTo>
                    <a:pt x="167" y="6"/>
                  </a:lnTo>
                  <a:lnTo>
                    <a:pt x="167" y="5"/>
                  </a:lnTo>
                  <a:lnTo>
                    <a:pt x="167" y="3"/>
                  </a:lnTo>
                  <a:lnTo>
                    <a:pt x="168" y="1"/>
                  </a:lnTo>
                  <a:lnTo>
                    <a:pt x="169" y="1"/>
                  </a:lnTo>
                  <a:lnTo>
                    <a:pt x="171" y="0"/>
                  </a:lnTo>
                  <a:close/>
                  <a:moveTo>
                    <a:pt x="255" y="1"/>
                  </a:moveTo>
                  <a:lnTo>
                    <a:pt x="308" y="1"/>
                  </a:lnTo>
                  <a:lnTo>
                    <a:pt x="309" y="1"/>
                  </a:lnTo>
                  <a:lnTo>
                    <a:pt x="311" y="1"/>
                  </a:lnTo>
                  <a:lnTo>
                    <a:pt x="312" y="3"/>
                  </a:lnTo>
                  <a:lnTo>
                    <a:pt x="312" y="5"/>
                  </a:lnTo>
                  <a:lnTo>
                    <a:pt x="312" y="6"/>
                  </a:lnTo>
                  <a:lnTo>
                    <a:pt x="311" y="7"/>
                  </a:lnTo>
                  <a:lnTo>
                    <a:pt x="309" y="9"/>
                  </a:lnTo>
                  <a:lnTo>
                    <a:pt x="308" y="9"/>
                  </a:lnTo>
                  <a:lnTo>
                    <a:pt x="255" y="9"/>
                  </a:lnTo>
                  <a:lnTo>
                    <a:pt x="253" y="9"/>
                  </a:lnTo>
                  <a:lnTo>
                    <a:pt x="252" y="7"/>
                  </a:lnTo>
                  <a:lnTo>
                    <a:pt x="251" y="6"/>
                  </a:lnTo>
                  <a:lnTo>
                    <a:pt x="251" y="5"/>
                  </a:lnTo>
                  <a:lnTo>
                    <a:pt x="251" y="3"/>
                  </a:lnTo>
                  <a:lnTo>
                    <a:pt x="252" y="1"/>
                  </a:lnTo>
                  <a:lnTo>
                    <a:pt x="253" y="1"/>
                  </a:lnTo>
                  <a:lnTo>
                    <a:pt x="255" y="1"/>
                  </a:lnTo>
                  <a:close/>
                  <a:moveTo>
                    <a:pt x="339" y="1"/>
                  </a:moveTo>
                  <a:lnTo>
                    <a:pt x="392" y="1"/>
                  </a:lnTo>
                  <a:lnTo>
                    <a:pt x="393" y="1"/>
                  </a:lnTo>
                  <a:lnTo>
                    <a:pt x="395" y="3"/>
                  </a:lnTo>
                  <a:lnTo>
                    <a:pt x="395" y="4"/>
                  </a:lnTo>
                  <a:lnTo>
                    <a:pt x="396" y="5"/>
                  </a:lnTo>
                  <a:lnTo>
                    <a:pt x="395" y="6"/>
                  </a:lnTo>
                  <a:lnTo>
                    <a:pt x="395" y="7"/>
                  </a:lnTo>
                  <a:lnTo>
                    <a:pt x="393" y="9"/>
                  </a:lnTo>
                  <a:lnTo>
                    <a:pt x="392" y="9"/>
                  </a:lnTo>
                  <a:lnTo>
                    <a:pt x="339" y="9"/>
                  </a:lnTo>
                  <a:lnTo>
                    <a:pt x="337" y="9"/>
                  </a:lnTo>
                  <a:lnTo>
                    <a:pt x="336" y="7"/>
                  </a:lnTo>
                  <a:lnTo>
                    <a:pt x="335" y="6"/>
                  </a:lnTo>
                  <a:lnTo>
                    <a:pt x="335" y="5"/>
                  </a:lnTo>
                  <a:lnTo>
                    <a:pt x="335" y="3"/>
                  </a:lnTo>
                  <a:lnTo>
                    <a:pt x="336" y="1"/>
                  </a:lnTo>
                  <a:lnTo>
                    <a:pt x="337" y="1"/>
                  </a:lnTo>
                  <a:lnTo>
                    <a:pt x="339" y="1"/>
                  </a:lnTo>
                  <a:close/>
                  <a:moveTo>
                    <a:pt x="423" y="1"/>
                  </a:moveTo>
                  <a:lnTo>
                    <a:pt x="475" y="1"/>
                  </a:lnTo>
                  <a:lnTo>
                    <a:pt x="477" y="1"/>
                  </a:lnTo>
                  <a:lnTo>
                    <a:pt x="479" y="3"/>
                  </a:lnTo>
                  <a:lnTo>
                    <a:pt x="479" y="4"/>
                  </a:lnTo>
                  <a:lnTo>
                    <a:pt x="479" y="5"/>
                  </a:lnTo>
                  <a:lnTo>
                    <a:pt x="479" y="6"/>
                  </a:lnTo>
                  <a:lnTo>
                    <a:pt x="477" y="7"/>
                  </a:lnTo>
                  <a:lnTo>
                    <a:pt x="476" y="9"/>
                  </a:lnTo>
                  <a:lnTo>
                    <a:pt x="475" y="9"/>
                  </a:lnTo>
                  <a:lnTo>
                    <a:pt x="423" y="9"/>
                  </a:lnTo>
                  <a:lnTo>
                    <a:pt x="420" y="9"/>
                  </a:lnTo>
                  <a:lnTo>
                    <a:pt x="419" y="7"/>
                  </a:lnTo>
                  <a:lnTo>
                    <a:pt x="419" y="6"/>
                  </a:lnTo>
                  <a:lnTo>
                    <a:pt x="418" y="5"/>
                  </a:lnTo>
                  <a:lnTo>
                    <a:pt x="419" y="4"/>
                  </a:lnTo>
                  <a:lnTo>
                    <a:pt x="419" y="3"/>
                  </a:lnTo>
                  <a:lnTo>
                    <a:pt x="420" y="1"/>
                  </a:lnTo>
                  <a:lnTo>
                    <a:pt x="423" y="1"/>
                  </a:lnTo>
                  <a:close/>
                  <a:moveTo>
                    <a:pt x="505" y="1"/>
                  </a:moveTo>
                  <a:lnTo>
                    <a:pt x="559" y="1"/>
                  </a:lnTo>
                  <a:lnTo>
                    <a:pt x="560" y="1"/>
                  </a:lnTo>
                  <a:lnTo>
                    <a:pt x="561" y="3"/>
                  </a:lnTo>
                  <a:lnTo>
                    <a:pt x="563" y="4"/>
                  </a:lnTo>
                  <a:lnTo>
                    <a:pt x="563" y="5"/>
                  </a:lnTo>
                  <a:lnTo>
                    <a:pt x="563" y="6"/>
                  </a:lnTo>
                  <a:lnTo>
                    <a:pt x="561" y="7"/>
                  </a:lnTo>
                  <a:lnTo>
                    <a:pt x="560" y="9"/>
                  </a:lnTo>
                  <a:lnTo>
                    <a:pt x="559" y="9"/>
                  </a:lnTo>
                  <a:lnTo>
                    <a:pt x="505" y="9"/>
                  </a:lnTo>
                  <a:lnTo>
                    <a:pt x="504" y="9"/>
                  </a:lnTo>
                  <a:lnTo>
                    <a:pt x="503" y="7"/>
                  </a:lnTo>
                  <a:lnTo>
                    <a:pt x="502" y="6"/>
                  </a:lnTo>
                  <a:lnTo>
                    <a:pt x="502" y="5"/>
                  </a:lnTo>
                  <a:lnTo>
                    <a:pt x="502" y="4"/>
                  </a:lnTo>
                  <a:lnTo>
                    <a:pt x="503" y="3"/>
                  </a:lnTo>
                  <a:lnTo>
                    <a:pt x="504" y="1"/>
                  </a:lnTo>
                  <a:lnTo>
                    <a:pt x="505" y="1"/>
                  </a:lnTo>
                  <a:close/>
                  <a:moveTo>
                    <a:pt x="589" y="1"/>
                  </a:moveTo>
                  <a:lnTo>
                    <a:pt x="643" y="1"/>
                  </a:lnTo>
                  <a:lnTo>
                    <a:pt x="644" y="1"/>
                  </a:lnTo>
                  <a:lnTo>
                    <a:pt x="646" y="3"/>
                  </a:lnTo>
                  <a:lnTo>
                    <a:pt x="647" y="4"/>
                  </a:lnTo>
                  <a:lnTo>
                    <a:pt x="647" y="5"/>
                  </a:lnTo>
                  <a:lnTo>
                    <a:pt x="647" y="6"/>
                  </a:lnTo>
                  <a:lnTo>
                    <a:pt x="646" y="7"/>
                  </a:lnTo>
                  <a:lnTo>
                    <a:pt x="644" y="9"/>
                  </a:lnTo>
                  <a:lnTo>
                    <a:pt x="643" y="9"/>
                  </a:lnTo>
                  <a:lnTo>
                    <a:pt x="589" y="9"/>
                  </a:lnTo>
                  <a:lnTo>
                    <a:pt x="588" y="9"/>
                  </a:lnTo>
                  <a:lnTo>
                    <a:pt x="587" y="7"/>
                  </a:lnTo>
                  <a:lnTo>
                    <a:pt x="586" y="6"/>
                  </a:lnTo>
                  <a:lnTo>
                    <a:pt x="586" y="5"/>
                  </a:lnTo>
                  <a:lnTo>
                    <a:pt x="586" y="4"/>
                  </a:lnTo>
                  <a:lnTo>
                    <a:pt x="587" y="3"/>
                  </a:lnTo>
                  <a:lnTo>
                    <a:pt x="588" y="1"/>
                  </a:lnTo>
                  <a:lnTo>
                    <a:pt x="589" y="1"/>
                  </a:lnTo>
                  <a:close/>
                  <a:moveTo>
                    <a:pt x="674" y="1"/>
                  </a:moveTo>
                  <a:lnTo>
                    <a:pt x="686" y="1"/>
                  </a:lnTo>
                  <a:lnTo>
                    <a:pt x="687" y="1"/>
                  </a:lnTo>
                  <a:lnTo>
                    <a:pt x="688" y="3"/>
                  </a:lnTo>
                  <a:lnTo>
                    <a:pt x="689" y="4"/>
                  </a:lnTo>
                  <a:lnTo>
                    <a:pt x="689" y="5"/>
                  </a:lnTo>
                  <a:lnTo>
                    <a:pt x="689" y="6"/>
                  </a:lnTo>
                  <a:lnTo>
                    <a:pt x="688" y="7"/>
                  </a:lnTo>
                  <a:lnTo>
                    <a:pt x="687" y="9"/>
                  </a:lnTo>
                  <a:lnTo>
                    <a:pt x="686" y="9"/>
                  </a:lnTo>
                  <a:lnTo>
                    <a:pt x="674" y="9"/>
                  </a:lnTo>
                  <a:lnTo>
                    <a:pt x="672" y="9"/>
                  </a:lnTo>
                  <a:lnTo>
                    <a:pt x="671" y="7"/>
                  </a:lnTo>
                  <a:lnTo>
                    <a:pt x="670" y="6"/>
                  </a:lnTo>
                  <a:lnTo>
                    <a:pt x="670" y="5"/>
                  </a:lnTo>
                  <a:lnTo>
                    <a:pt x="670" y="4"/>
                  </a:lnTo>
                  <a:lnTo>
                    <a:pt x="671" y="3"/>
                  </a:lnTo>
                  <a:lnTo>
                    <a:pt x="672" y="1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588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" name="Freeform 181"/>
            <p:cNvSpPr>
              <a:spLocks noEditPoints="1"/>
            </p:cNvSpPr>
            <p:nvPr/>
          </p:nvSpPr>
          <p:spPr>
            <a:xfrm>
              <a:off x="4943" y="2863"/>
              <a:ext cx="8" cy="646"/>
            </a:xfrm>
            <a:custGeom>
              <a:avLst/>
              <a:gdLst/>
              <a:ahLst/>
              <a:cxnLst>
                <a:cxn ang="0">
                  <a:pos x="7" y="58"/>
                </a:cxn>
                <a:cxn ang="0">
                  <a:pos x="5" y="61"/>
                </a:cxn>
                <a:cxn ang="0">
                  <a:pos x="1" y="58"/>
                </a:cxn>
                <a:cxn ang="0">
                  <a:pos x="1" y="3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88"/>
                </a:cxn>
                <a:cxn ang="0">
                  <a:pos x="7" y="143"/>
                </a:cxn>
                <a:cxn ang="0">
                  <a:pos x="2" y="145"/>
                </a:cxn>
                <a:cxn ang="0">
                  <a:pos x="1" y="141"/>
                </a:cxn>
                <a:cxn ang="0">
                  <a:pos x="1" y="85"/>
                </a:cxn>
                <a:cxn ang="0">
                  <a:pos x="6" y="84"/>
                </a:cxn>
                <a:cxn ang="0">
                  <a:pos x="8" y="88"/>
                </a:cxn>
                <a:cxn ang="0">
                  <a:pos x="8" y="225"/>
                </a:cxn>
                <a:cxn ang="0">
                  <a:pos x="6" y="228"/>
                </a:cxn>
                <a:cxn ang="0">
                  <a:pos x="2" y="227"/>
                </a:cxn>
                <a:cxn ang="0">
                  <a:pos x="1" y="171"/>
                </a:cxn>
                <a:cxn ang="0">
                  <a:pos x="2" y="168"/>
                </a:cxn>
                <a:cxn ang="0">
                  <a:pos x="7" y="169"/>
                </a:cxn>
                <a:cxn ang="0">
                  <a:pos x="8" y="171"/>
                </a:cxn>
                <a:cxn ang="0">
                  <a:pos x="8" y="310"/>
                </a:cxn>
                <a:cxn ang="0">
                  <a:pos x="5" y="312"/>
                </a:cxn>
                <a:cxn ang="0">
                  <a:pos x="1" y="310"/>
                </a:cxn>
                <a:cxn ang="0">
                  <a:pos x="1" y="254"/>
                </a:cxn>
                <a:cxn ang="0">
                  <a:pos x="5" y="251"/>
                </a:cxn>
                <a:cxn ang="0">
                  <a:pos x="8" y="254"/>
                </a:cxn>
                <a:cxn ang="0">
                  <a:pos x="8" y="338"/>
                </a:cxn>
                <a:cxn ang="0">
                  <a:pos x="7" y="394"/>
                </a:cxn>
                <a:cxn ang="0">
                  <a:pos x="3" y="395"/>
                </a:cxn>
                <a:cxn ang="0">
                  <a:pos x="1" y="391"/>
                </a:cxn>
                <a:cxn ang="0">
                  <a:pos x="2" y="335"/>
                </a:cxn>
                <a:cxn ang="0">
                  <a:pos x="6" y="335"/>
                </a:cxn>
                <a:cxn ang="0">
                  <a:pos x="8" y="338"/>
                </a:cxn>
                <a:cxn ang="0">
                  <a:pos x="8" y="475"/>
                </a:cxn>
                <a:cxn ang="0">
                  <a:pos x="6" y="479"/>
                </a:cxn>
                <a:cxn ang="0">
                  <a:pos x="2" y="477"/>
                </a:cxn>
                <a:cxn ang="0">
                  <a:pos x="1" y="421"/>
                </a:cxn>
                <a:cxn ang="0">
                  <a:pos x="3" y="418"/>
                </a:cxn>
                <a:cxn ang="0">
                  <a:pos x="7" y="419"/>
                </a:cxn>
                <a:cxn ang="0">
                  <a:pos x="8" y="421"/>
                </a:cxn>
                <a:cxn ang="0">
                  <a:pos x="8" y="560"/>
                </a:cxn>
                <a:cxn ang="0">
                  <a:pos x="5" y="562"/>
                </a:cxn>
                <a:cxn ang="0">
                  <a:pos x="1" y="560"/>
                </a:cxn>
                <a:cxn ang="0">
                  <a:pos x="1" y="504"/>
                </a:cxn>
                <a:cxn ang="0">
                  <a:pos x="5" y="502"/>
                </a:cxn>
                <a:cxn ang="0">
                  <a:pos x="8" y="504"/>
                </a:cxn>
                <a:cxn ang="0">
                  <a:pos x="8" y="589"/>
                </a:cxn>
                <a:cxn ang="0">
                  <a:pos x="7" y="645"/>
                </a:cxn>
                <a:cxn ang="0">
                  <a:pos x="3" y="645"/>
                </a:cxn>
                <a:cxn ang="0">
                  <a:pos x="1" y="641"/>
                </a:cxn>
                <a:cxn ang="0">
                  <a:pos x="2" y="587"/>
                </a:cxn>
                <a:cxn ang="0">
                  <a:pos x="6" y="585"/>
                </a:cxn>
                <a:cxn ang="0">
                  <a:pos x="8" y="589"/>
                </a:cxn>
              </a:cxnLst>
              <a:rect l="0" t="0" r="0" b="0"/>
              <a:pathLst>
                <a:path w="8" h="646">
                  <a:moveTo>
                    <a:pt x="8" y="4"/>
                  </a:moveTo>
                  <a:lnTo>
                    <a:pt x="8" y="57"/>
                  </a:lnTo>
                  <a:lnTo>
                    <a:pt x="7" y="58"/>
                  </a:lnTo>
                  <a:lnTo>
                    <a:pt x="7" y="60"/>
                  </a:lnTo>
                  <a:lnTo>
                    <a:pt x="6" y="61"/>
                  </a:lnTo>
                  <a:lnTo>
                    <a:pt x="5" y="61"/>
                  </a:lnTo>
                  <a:lnTo>
                    <a:pt x="2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0" y="57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1"/>
                  </a:lnTo>
                  <a:lnTo>
                    <a:pt x="2" y="1"/>
                  </a:lnTo>
                  <a:lnTo>
                    <a:pt x="5" y="0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3"/>
                  </a:lnTo>
                  <a:lnTo>
                    <a:pt x="8" y="4"/>
                  </a:lnTo>
                  <a:close/>
                  <a:moveTo>
                    <a:pt x="8" y="88"/>
                  </a:moveTo>
                  <a:lnTo>
                    <a:pt x="8" y="141"/>
                  </a:lnTo>
                  <a:lnTo>
                    <a:pt x="8" y="142"/>
                  </a:lnTo>
                  <a:lnTo>
                    <a:pt x="7" y="143"/>
                  </a:lnTo>
                  <a:lnTo>
                    <a:pt x="6" y="145"/>
                  </a:lnTo>
                  <a:lnTo>
                    <a:pt x="5" y="145"/>
                  </a:lnTo>
                  <a:lnTo>
                    <a:pt x="2" y="145"/>
                  </a:lnTo>
                  <a:lnTo>
                    <a:pt x="1" y="143"/>
                  </a:lnTo>
                  <a:lnTo>
                    <a:pt x="1" y="142"/>
                  </a:lnTo>
                  <a:lnTo>
                    <a:pt x="1" y="141"/>
                  </a:lnTo>
                  <a:lnTo>
                    <a:pt x="0" y="88"/>
                  </a:lnTo>
                  <a:lnTo>
                    <a:pt x="1" y="86"/>
                  </a:lnTo>
                  <a:lnTo>
                    <a:pt x="1" y="85"/>
                  </a:lnTo>
                  <a:lnTo>
                    <a:pt x="2" y="84"/>
                  </a:lnTo>
                  <a:lnTo>
                    <a:pt x="5" y="84"/>
                  </a:lnTo>
                  <a:lnTo>
                    <a:pt x="6" y="84"/>
                  </a:lnTo>
                  <a:lnTo>
                    <a:pt x="7" y="85"/>
                  </a:lnTo>
                  <a:lnTo>
                    <a:pt x="7" y="86"/>
                  </a:lnTo>
                  <a:lnTo>
                    <a:pt x="8" y="88"/>
                  </a:lnTo>
                  <a:close/>
                  <a:moveTo>
                    <a:pt x="8" y="171"/>
                  </a:moveTo>
                  <a:lnTo>
                    <a:pt x="8" y="225"/>
                  </a:lnTo>
                  <a:lnTo>
                    <a:pt x="8" y="226"/>
                  </a:lnTo>
                  <a:lnTo>
                    <a:pt x="7" y="227"/>
                  </a:lnTo>
                  <a:lnTo>
                    <a:pt x="6" y="228"/>
                  </a:lnTo>
                  <a:lnTo>
                    <a:pt x="5" y="228"/>
                  </a:lnTo>
                  <a:lnTo>
                    <a:pt x="3" y="228"/>
                  </a:lnTo>
                  <a:lnTo>
                    <a:pt x="2" y="227"/>
                  </a:lnTo>
                  <a:lnTo>
                    <a:pt x="1" y="226"/>
                  </a:lnTo>
                  <a:lnTo>
                    <a:pt x="1" y="225"/>
                  </a:lnTo>
                  <a:lnTo>
                    <a:pt x="1" y="171"/>
                  </a:lnTo>
                  <a:lnTo>
                    <a:pt x="1" y="170"/>
                  </a:lnTo>
                  <a:lnTo>
                    <a:pt x="1" y="169"/>
                  </a:lnTo>
                  <a:lnTo>
                    <a:pt x="2" y="168"/>
                  </a:lnTo>
                  <a:lnTo>
                    <a:pt x="5" y="168"/>
                  </a:lnTo>
                  <a:lnTo>
                    <a:pt x="6" y="168"/>
                  </a:lnTo>
                  <a:lnTo>
                    <a:pt x="7" y="169"/>
                  </a:lnTo>
                  <a:lnTo>
                    <a:pt x="8" y="170"/>
                  </a:lnTo>
                  <a:lnTo>
                    <a:pt x="8" y="171"/>
                  </a:lnTo>
                  <a:close/>
                  <a:moveTo>
                    <a:pt x="8" y="255"/>
                  </a:moveTo>
                  <a:lnTo>
                    <a:pt x="8" y="307"/>
                  </a:lnTo>
                  <a:lnTo>
                    <a:pt x="8" y="310"/>
                  </a:lnTo>
                  <a:lnTo>
                    <a:pt x="7" y="311"/>
                  </a:lnTo>
                  <a:lnTo>
                    <a:pt x="6" y="311"/>
                  </a:lnTo>
                  <a:lnTo>
                    <a:pt x="5" y="312"/>
                  </a:lnTo>
                  <a:lnTo>
                    <a:pt x="3" y="311"/>
                  </a:lnTo>
                  <a:lnTo>
                    <a:pt x="2" y="311"/>
                  </a:lnTo>
                  <a:lnTo>
                    <a:pt x="1" y="310"/>
                  </a:lnTo>
                  <a:lnTo>
                    <a:pt x="1" y="307"/>
                  </a:lnTo>
                  <a:lnTo>
                    <a:pt x="1" y="255"/>
                  </a:lnTo>
                  <a:lnTo>
                    <a:pt x="1" y="254"/>
                  </a:lnTo>
                  <a:lnTo>
                    <a:pt x="2" y="253"/>
                  </a:lnTo>
                  <a:lnTo>
                    <a:pt x="3" y="251"/>
                  </a:lnTo>
                  <a:lnTo>
                    <a:pt x="5" y="251"/>
                  </a:lnTo>
                  <a:lnTo>
                    <a:pt x="6" y="251"/>
                  </a:lnTo>
                  <a:lnTo>
                    <a:pt x="7" y="253"/>
                  </a:lnTo>
                  <a:lnTo>
                    <a:pt x="8" y="254"/>
                  </a:lnTo>
                  <a:lnTo>
                    <a:pt x="8" y="255"/>
                  </a:lnTo>
                  <a:close/>
                  <a:moveTo>
                    <a:pt x="8" y="338"/>
                  </a:moveTo>
                  <a:lnTo>
                    <a:pt x="8" y="391"/>
                  </a:lnTo>
                  <a:lnTo>
                    <a:pt x="8" y="392"/>
                  </a:lnTo>
                  <a:lnTo>
                    <a:pt x="7" y="394"/>
                  </a:lnTo>
                  <a:lnTo>
                    <a:pt x="6" y="395"/>
                  </a:lnTo>
                  <a:lnTo>
                    <a:pt x="5" y="395"/>
                  </a:lnTo>
                  <a:lnTo>
                    <a:pt x="3" y="395"/>
                  </a:lnTo>
                  <a:lnTo>
                    <a:pt x="2" y="394"/>
                  </a:lnTo>
                  <a:lnTo>
                    <a:pt x="1" y="392"/>
                  </a:lnTo>
                  <a:lnTo>
                    <a:pt x="1" y="391"/>
                  </a:lnTo>
                  <a:lnTo>
                    <a:pt x="1" y="338"/>
                  </a:lnTo>
                  <a:lnTo>
                    <a:pt x="1" y="336"/>
                  </a:lnTo>
                  <a:lnTo>
                    <a:pt x="2" y="335"/>
                  </a:lnTo>
                  <a:lnTo>
                    <a:pt x="3" y="335"/>
                  </a:lnTo>
                  <a:lnTo>
                    <a:pt x="5" y="334"/>
                  </a:lnTo>
                  <a:lnTo>
                    <a:pt x="6" y="335"/>
                  </a:lnTo>
                  <a:lnTo>
                    <a:pt x="7" y="335"/>
                  </a:lnTo>
                  <a:lnTo>
                    <a:pt x="8" y="336"/>
                  </a:lnTo>
                  <a:lnTo>
                    <a:pt x="8" y="338"/>
                  </a:lnTo>
                  <a:close/>
                  <a:moveTo>
                    <a:pt x="8" y="421"/>
                  </a:moveTo>
                  <a:lnTo>
                    <a:pt x="8" y="475"/>
                  </a:lnTo>
                  <a:lnTo>
                    <a:pt x="8" y="476"/>
                  </a:lnTo>
                  <a:lnTo>
                    <a:pt x="7" y="477"/>
                  </a:lnTo>
                  <a:lnTo>
                    <a:pt x="6" y="479"/>
                  </a:lnTo>
                  <a:lnTo>
                    <a:pt x="5" y="479"/>
                  </a:lnTo>
                  <a:lnTo>
                    <a:pt x="3" y="479"/>
                  </a:lnTo>
                  <a:lnTo>
                    <a:pt x="2" y="477"/>
                  </a:lnTo>
                  <a:lnTo>
                    <a:pt x="1" y="476"/>
                  </a:lnTo>
                  <a:lnTo>
                    <a:pt x="1" y="475"/>
                  </a:lnTo>
                  <a:lnTo>
                    <a:pt x="1" y="421"/>
                  </a:lnTo>
                  <a:lnTo>
                    <a:pt x="1" y="420"/>
                  </a:lnTo>
                  <a:lnTo>
                    <a:pt x="2" y="419"/>
                  </a:lnTo>
                  <a:lnTo>
                    <a:pt x="3" y="418"/>
                  </a:lnTo>
                  <a:lnTo>
                    <a:pt x="5" y="418"/>
                  </a:lnTo>
                  <a:lnTo>
                    <a:pt x="6" y="418"/>
                  </a:lnTo>
                  <a:lnTo>
                    <a:pt x="7" y="419"/>
                  </a:lnTo>
                  <a:lnTo>
                    <a:pt x="8" y="420"/>
                  </a:lnTo>
                  <a:lnTo>
                    <a:pt x="8" y="421"/>
                  </a:lnTo>
                  <a:close/>
                  <a:moveTo>
                    <a:pt x="8" y="505"/>
                  </a:moveTo>
                  <a:lnTo>
                    <a:pt x="8" y="559"/>
                  </a:lnTo>
                  <a:lnTo>
                    <a:pt x="8" y="560"/>
                  </a:lnTo>
                  <a:lnTo>
                    <a:pt x="7" y="561"/>
                  </a:lnTo>
                  <a:lnTo>
                    <a:pt x="6" y="562"/>
                  </a:lnTo>
                  <a:lnTo>
                    <a:pt x="5" y="562"/>
                  </a:lnTo>
                  <a:lnTo>
                    <a:pt x="3" y="562"/>
                  </a:lnTo>
                  <a:lnTo>
                    <a:pt x="2" y="561"/>
                  </a:lnTo>
                  <a:lnTo>
                    <a:pt x="1" y="560"/>
                  </a:lnTo>
                  <a:lnTo>
                    <a:pt x="1" y="559"/>
                  </a:lnTo>
                  <a:lnTo>
                    <a:pt x="1" y="505"/>
                  </a:lnTo>
                  <a:lnTo>
                    <a:pt x="1" y="504"/>
                  </a:lnTo>
                  <a:lnTo>
                    <a:pt x="2" y="503"/>
                  </a:lnTo>
                  <a:lnTo>
                    <a:pt x="3" y="502"/>
                  </a:lnTo>
                  <a:lnTo>
                    <a:pt x="5" y="502"/>
                  </a:lnTo>
                  <a:lnTo>
                    <a:pt x="6" y="502"/>
                  </a:lnTo>
                  <a:lnTo>
                    <a:pt x="7" y="503"/>
                  </a:lnTo>
                  <a:lnTo>
                    <a:pt x="8" y="504"/>
                  </a:lnTo>
                  <a:lnTo>
                    <a:pt x="8" y="505"/>
                  </a:lnTo>
                  <a:close/>
                  <a:moveTo>
                    <a:pt x="8" y="589"/>
                  </a:moveTo>
                  <a:lnTo>
                    <a:pt x="8" y="641"/>
                  </a:lnTo>
                  <a:lnTo>
                    <a:pt x="8" y="644"/>
                  </a:lnTo>
                  <a:lnTo>
                    <a:pt x="7" y="645"/>
                  </a:lnTo>
                  <a:lnTo>
                    <a:pt x="6" y="645"/>
                  </a:lnTo>
                  <a:lnTo>
                    <a:pt x="5" y="646"/>
                  </a:lnTo>
                  <a:lnTo>
                    <a:pt x="3" y="645"/>
                  </a:lnTo>
                  <a:lnTo>
                    <a:pt x="2" y="645"/>
                  </a:lnTo>
                  <a:lnTo>
                    <a:pt x="1" y="644"/>
                  </a:lnTo>
                  <a:lnTo>
                    <a:pt x="1" y="641"/>
                  </a:lnTo>
                  <a:lnTo>
                    <a:pt x="1" y="589"/>
                  </a:lnTo>
                  <a:lnTo>
                    <a:pt x="1" y="588"/>
                  </a:lnTo>
                  <a:lnTo>
                    <a:pt x="2" y="587"/>
                  </a:lnTo>
                  <a:lnTo>
                    <a:pt x="3" y="585"/>
                  </a:lnTo>
                  <a:lnTo>
                    <a:pt x="5" y="585"/>
                  </a:lnTo>
                  <a:lnTo>
                    <a:pt x="6" y="585"/>
                  </a:lnTo>
                  <a:lnTo>
                    <a:pt x="7" y="587"/>
                  </a:lnTo>
                  <a:lnTo>
                    <a:pt x="8" y="588"/>
                  </a:lnTo>
                  <a:lnTo>
                    <a:pt x="8" y="5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588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7" name="Line 182"/>
            <p:cNvSpPr/>
            <p:nvPr/>
          </p:nvSpPr>
          <p:spPr>
            <a:xfrm flipV="1">
              <a:off x="4255" y="2868"/>
              <a:ext cx="693" cy="659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8" name="Freeform 183"/>
            <p:cNvSpPr>
              <a:spLocks noEditPoints="1"/>
            </p:cNvSpPr>
            <p:nvPr/>
          </p:nvSpPr>
          <p:spPr>
            <a:xfrm>
              <a:off x="4937" y="2595"/>
              <a:ext cx="298" cy="284"/>
            </a:xfrm>
            <a:custGeom>
              <a:avLst/>
              <a:gdLst/>
              <a:ahLst/>
              <a:cxnLst>
                <a:cxn ang="0">
                  <a:pos x="0" y="269"/>
                </a:cxn>
                <a:cxn ang="0">
                  <a:pos x="254" y="28"/>
                </a:cxn>
                <a:cxn ang="0">
                  <a:pos x="268" y="42"/>
                </a:cxn>
                <a:cxn ang="0">
                  <a:pos x="14" y="284"/>
                </a:cxn>
                <a:cxn ang="0">
                  <a:pos x="0" y="269"/>
                </a:cxn>
                <a:cxn ang="0">
                  <a:pos x="240" y="28"/>
                </a:cxn>
                <a:cxn ang="0">
                  <a:pos x="298" y="0"/>
                </a:cxn>
                <a:cxn ang="0">
                  <a:pos x="268" y="57"/>
                </a:cxn>
                <a:cxn ang="0">
                  <a:pos x="240" y="28"/>
                </a:cxn>
              </a:cxnLst>
              <a:rect l="0" t="0" r="0" b="0"/>
              <a:pathLst>
                <a:path w="298" h="284">
                  <a:moveTo>
                    <a:pt x="0" y="269"/>
                  </a:moveTo>
                  <a:lnTo>
                    <a:pt x="254" y="28"/>
                  </a:lnTo>
                  <a:lnTo>
                    <a:pt x="268" y="42"/>
                  </a:lnTo>
                  <a:lnTo>
                    <a:pt x="14" y="284"/>
                  </a:lnTo>
                  <a:lnTo>
                    <a:pt x="0" y="269"/>
                  </a:lnTo>
                  <a:close/>
                  <a:moveTo>
                    <a:pt x="240" y="28"/>
                  </a:moveTo>
                  <a:lnTo>
                    <a:pt x="298" y="0"/>
                  </a:lnTo>
                  <a:lnTo>
                    <a:pt x="268" y="57"/>
                  </a:lnTo>
                  <a:lnTo>
                    <a:pt x="240" y="28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  <a:ln w="1588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9" name="Freeform 184"/>
            <p:cNvSpPr>
              <a:spLocks noEditPoints="1"/>
            </p:cNvSpPr>
            <p:nvPr/>
          </p:nvSpPr>
          <p:spPr>
            <a:xfrm>
              <a:off x="4935" y="2862"/>
              <a:ext cx="285" cy="297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257" y="254"/>
                </a:cxn>
                <a:cxn ang="0">
                  <a:pos x="243" y="268"/>
                </a:cxn>
                <a:cxn ang="0">
                  <a:pos x="0" y="14"/>
                </a:cxn>
                <a:cxn ang="0">
                  <a:pos x="15" y="0"/>
                </a:cxn>
                <a:cxn ang="0">
                  <a:pos x="259" y="239"/>
                </a:cxn>
                <a:cxn ang="0">
                  <a:pos x="285" y="297"/>
                </a:cxn>
                <a:cxn ang="0">
                  <a:pos x="229" y="267"/>
                </a:cxn>
                <a:cxn ang="0">
                  <a:pos x="259" y="239"/>
                </a:cxn>
              </a:cxnLst>
              <a:rect l="0" t="0" r="0" b="0"/>
              <a:pathLst>
                <a:path w="285" h="297">
                  <a:moveTo>
                    <a:pt x="15" y="0"/>
                  </a:moveTo>
                  <a:lnTo>
                    <a:pt x="257" y="254"/>
                  </a:lnTo>
                  <a:lnTo>
                    <a:pt x="243" y="268"/>
                  </a:lnTo>
                  <a:lnTo>
                    <a:pt x="0" y="14"/>
                  </a:lnTo>
                  <a:lnTo>
                    <a:pt x="15" y="0"/>
                  </a:lnTo>
                  <a:close/>
                  <a:moveTo>
                    <a:pt x="259" y="239"/>
                  </a:moveTo>
                  <a:lnTo>
                    <a:pt x="285" y="297"/>
                  </a:lnTo>
                  <a:lnTo>
                    <a:pt x="229" y="267"/>
                  </a:lnTo>
                  <a:lnTo>
                    <a:pt x="259" y="239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  <a:ln w="1588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" name="Freeform 185"/>
            <p:cNvSpPr>
              <a:spLocks noEditPoints="1"/>
            </p:cNvSpPr>
            <p:nvPr/>
          </p:nvSpPr>
          <p:spPr>
            <a:xfrm>
              <a:off x="4944" y="2852"/>
              <a:ext cx="393" cy="4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342" y="10"/>
                </a:cxn>
                <a:cxn ang="0">
                  <a:pos x="342" y="31"/>
                </a:cxn>
                <a:cxn ang="0">
                  <a:pos x="0" y="31"/>
                </a:cxn>
                <a:cxn ang="0">
                  <a:pos x="0" y="10"/>
                </a:cxn>
                <a:cxn ang="0">
                  <a:pos x="332" y="0"/>
                </a:cxn>
                <a:cxn ang="0">
                  <a:pos x="393" y="21"/>
                </a:cxn>
                <a:cxn ang="0">
                  <a:pos x="332" y="40"/>
                </a:cxn>
                <a:cxn ang="0">
                  <a:pos x="332" y="0"/>
                </a:cxn>
              </a:cxnLst>
              <a:rect l="0" t="0" r="0" b="0"/>
              <a:pathLst>
                <a:path w="393" h="40">
                  <a:moveTo>
                    <a:pt x="0" y="10"/>
                  </a:moveTo>
                  <a:lnTo>
                    <a:pt x="342" y="10"/>
                  </a:lnTo>
                  <a:lnTo>
                    <a:pt x="342" y="31"/>
                  </a:lnTo>
                  <a:lnTo>
                    <a:pt x="0" y="31"/>
                  </a:lnTo>
                  <a:lnTo>
                    <a:pt x="0" y="10"/>
                  </a:lnTo>
                  <a:close/>
                  <a:moveTo>
                    <a:pt x="332" y="0"/>
                  </a:moveTo>
                  <a:lnTo>
                    <a:pt x="393" y="21"/>
                  </a:lnTo>
                  <a:lnTo>
                    <a:pt x="332" y="40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1" name="Freeform 186"/>
            <p:cNvSpPr>
              <a:spLocks noEditPoints="1"/>
            </p:cNvSpPr>
            <p:nvPr/>
          </p:nvSpPr>
          <p:spPr>
            <a:xfrm>
              <a:off x="4931" y="2471"/>
              <a:ext cx="40" cy="392"/>
            </a:xfrm>
            <a:custGeom>
              <a:avLst/>
              <a:gdLst/>
              <a:ahLst/>
              <a:cxnLst>
                <a:cxn ang="0">
                  <a:pos x="9" y="392"/>
                </a:cxn>
                <a:cxn ang="0">
                  <a:pos x="9" y="51"/>
                </a:cxn>
                <a:cxn ang="0">
                  <a:pos x="30" y="51"/>
                </a:cxn>
                <a:cxn ang="0">
                  <a:pos x="29" y="392"/>
                </a:cxn>
                <a:cxn ang="0">
                  <a:pos x="9" y="392"/>
                </a:cxn>
                <a:cxn ang="0">
                  <a:pos x="0" y="61"/>
                </a:cxn>
                <a:cxn ang="0">
                  <a:pos x="19" y="0"/>
                </a:cxn>
                <a:cxn ang="0">
                  <a:pos x="40" y="61"/>
                </a:cxn>
                <a:cxn ang="0">
                  <a:pos x="0" y="61"/>
                </a:cxn>
              </a:cxnLst>
              <a:rect l="0" t="0" r="0" b="0"/>
              <a:pathLst>
                <a:path w="40" h="392">
                  <a:moveTo>
                    <a:pt x="9" y="392"/>
                  </a:moveTo>
                  <a:lnTo>
                    <a:pt x="9" y="51"/>
                  </a:lnTo>
                  <a:lnTo>
                    <a:pt x="30" y="51"/>
                  </a:lnTo>
                  <a:lnTo>
                    <a:pt x="29" y="392"/>
                  </a:lnTo>
                  <a:lnTo>
                    <a:pt x="9" y="392"/>
                  </a:lnTo>
                  <a:close/>
                  <a:moveTo>
                    <a:pt x="0" y="61"/>
                  </a:moveTo>
                  <a:lnTo>
                    <a:pt x="19" y="0"/>
                  </a:lnTo>
                  <a:lnTo>
                    <a:pt x="40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1588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2" name="Freeform 187"/>
            <p:cNvSpPr/>
            <p:nvPr/>
          </p:nvSpPr>
          <p:spPr>
            <a:xfrm>
              <a:off x="4255" y="3331"/>
              <a:ext cx="117" cy="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19" y="1"/>
                </a:cxn>
                <a:cxn ang="0">
                  <a:pos x="29" y="3"/>
                </a:cxn>
                <a:cxn ang="0">
                  <a:pos x="39" y="6"/>
                </a:cxn>
                <a:cxn ang="0">
                  <a:pos x="47" y="8"/>
                </a:cxn>
                <a:cxn ang="0">
                  <a:pos x="57" y="13"/>
                </a:cxn>
                <a:cxn ang="0">
                  <a:pos x="64" y="17"/>
                </a:cxn>
                <a:cxn ang="0">
                  <a:pos x="73" y="23"/>
                </a:cxn>
                <a:cxn ang="0">
                  <a:pos x="80" y="29"/>
                </a:cxn>
                <a:cxn ang="0">
                  <a:pos x="88" y="35"/>
                </a:cxn>
                <a:cxn ang="0">
                  <a:pos x="94" y="41"/>
                </a:cxn>
                <a:cxn ang="0">
                  <a:pos x="100" y="48"/>
                </a:cxn>
                <a:cxn ang="0">
                  <a:pos x="106" y="57"/>
                </a:cxn>
                <a:cxn ang="0">
                  <a:pos x="109" y="65"/>
                </a:cxn>
                <a:cxn ang="0">
                  <a:pos x="114" y="74"/>
                </a:cxn>
                <a:cxn ang="0">
                  <a:pos x="117" y="82"/>
                </a:cxn>
              </a:cxnLst>
              <a:rect l="0" t="0" r="0" b="0"/>
              <a:pathLst>
                <a:path w="117" h="82">
                  <a:moveTo>
                    <a:pt x="0" y="0"/>
                  </a:moveTo>
                  <a:lnTo>
                    <a:pt x="10" y="0"/>
                  </a:lnTo>
                  <a:lnTo>
                    <a:pt x="19" y="1"/>
                  </a:lnTo>
                  <a:lnTo>
                    <a:pt x="29" y="3"/>
                  </a:lnTo>
                  <a:lnTo>
                    <a:pt x="39" y="6"/>
                  </a:lnTo>
                  <a:lnTo>
                    <a:pt x="47" y="8"/>
                  </a:lnTo>
                  <a:lnTo>
                    <a:pt x="57" y="13"/>
                  </a:lnTo>
                  <a:lnTo>
                    <a:pt x="64" y="17"/>
                  </a:lnTo>
                  <a:lnTo>
                    <a:pt x="73" y="23"/>
                  </a:lnTo>
                  <a:lnTo>
                    <a:pt x="80" y="29"/>
                  </a:lnTo>
                  <a:lnTo>
                    <a:pt x="88" y="35"/>
                  </a:lnTo>
                  <a:lnTo>
                    <a:pt x="94" y="41"/>
                  </a:lnTo>
                  <a:lnTo>
                    <a:pt x="100" y="48"/>
                  </a:lnTo>
                  <a:lnTo>
                    <a:pt x="106" y="57"/>
                  </a:lnTo>
                  <a:lnTo>
                    <a:pt x="109" y="65"/>
                  </a:lnTo>
                  <a:lnTo>
                    <a:pt x="114" y="74"/>
                  </a:lnTo>
                  <a:lnTo>
                    <a:pt x="117" y="82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3" name="Rectangle 188"/>
            <p:cNvSpPr/>
            <p:nvPr/>
          </p:nvSpPr>
          <p:spPr>
            <a:xfrm>
              <a:off x="4316" y="3201"/>
              <a:ext cx="6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 sz="2800"/>
            </a:p>
          </p:txBody>
        </p:sp>
        <p:sp>
          <p:nvSpPr>
            <p:cNvPr id="18544" name="Rectangle 189"/>
            <p:cNvSpPr/>
            <p:nvPr/>
          </p:nvSpPr>
          <p:spPr>
            <a:xfrm>
              <a:off x="5429" y="3476"/>
              <a:ext cx="79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 i="1">
                  <a:solidFill>
                    <a:srgbClr val="000000"/>
                  </a:solidFill>
                  <a:latin typeface="Symbol" panose="05050102010706020507" pitchFamily="18" charset="2"/>
                </a:rPr>
                <a:t>r</a:t>
              </a:r>
              <a:endParaRPr lang="en-US" altLang="zh-CN" sz="2800"/>
            </a:p>
          </p:txBody>
        </p:sp>
        <p:sp>
          <p:nvSpPr>
            <p:cNvPr id="18545" name="Rectangle 190"/>
            <p:cNvSpPr/>
            <p:nvPr/>
          </p:nvSpPr>
          <p:spPr>
            <a:xfrm>
              <a:off x="4293" y="2267"/>
              <a:ext cx="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800"/>
            </a:p>
          </p:txBody>
        </p:sp>
        <p:sp>
          <p:nvSpPr>
            <p:cNvPr id="18546" name="Line 191"/>
            <p:cNvSpPr/>
            <p:nvPr/>
          </p:nvSpPr>
          <p:spPr>
            <a:xfrm>
              <a:off x="4859" y="2959"/>
              <a:ext cx="73" cy="78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7" name="Line 192"/>
            <p:cNvSpPr/>
            <p:nvPr/>
          </p:nvSpPr>
          <p:spPr>
            <a:xfrm flipV="1">
              <a:off x="4937" y="2959"/>
              <a:ext cx="86" cy="78"/>
            </a:xfrm>
            <a:prstGeom prst="line">
              <a:avLst/>
            </a:prstGeom>
            <a:ln w="111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8" name="Rectangle 193"/>
            <p:cNvSpPr/>
            <p:nvPr/>
          </p:nvSpPr>
          <p:spPr>
            <a:xfrm>
              <a:off x="4596" y="3298"/>
              <a:ext cx="572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 b="1">
                  <a:solidFill>
                    <a:srgbClr val="000000"/>
                  </a:solidFill>
                  <a:latin typeface="宋体" panose="02010600030101010101" pitchFamily="2" charset="-122"/>
                </a:rPr>
                <a:t>Unit circle</a:t>
              </a:r>
              <a:endParaRPr lang="en-US" altLang="zh-CN" sz="2800" b="1"/>
            </a:p>
          </p:txBody>
        </p:sp>
        <p:sp>
          <p:nvSpPr>
            <p:cNvPr id="18549" name="Rectangle 194"/>
            <p:cNvSpPr/>
            <p:nvPr/>
          </p:nvSpPr>
          <p:spPr>
            <a:xfrm>
              <a:off x="4917" y="3290"/>
              <a:ext cx="26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18550" name="Rectangle 195"/>
            <p:cNvSpPr/>
            <p:nvPr/>
          </p:nvSpPr>
          <p:spPr>
            <a:xfrm>
              <a:off x="4210" y="3702"/>
              <a:ext cx="1360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宋体" panose="02010600030101010101" pitchFamily="2" charset="-122"/>
                  <a:ea typeface="楷体_GB2312" pitchFamily="49" charset="-122"/>
                </a:rPr>
                <a:t>Cylindrical and spherical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18551" name="Freeform 196"/>
            <p:cNvSpPr/>
            <p:nvPr/>
          </p:nvSpPr>
          <p:spPr>
            <a:xfrm>
              <a:off x="4946" y="2731"/>
              <a:ext cx="89" cy="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6" y="0"/>
                </a:cxn>
                <a:cxn ang="0">
                  <a:pos x="24" y="2"/>
                </a:cxn>
                <a:cxn ang="0">
                  <a:pos x="30" y="3"/>
                </a:cxn>
                <a:cxn ang="0">
                  <a:pos x="37" y="6"/>
                </a:cxn>
                <a:cxn ang="0">
                  <a:pos x="44" y="9"/>
                </a:cxn>
                <a:cxn ang="0">
                  <a:pos x="50" y="13"/>
                </a:cxn>
                <a:cxn ang="0">
                  <a:pos x="56" y="17"/>
                </a:cxn>
                <a:cxn ang="0">
                  <a:pos x="63" y="22"/>
                </a:cxn>
                <a:cxn ang="0">
                  <a:pos x="67" y="26"/>
                </a:cxn>
                <a:cxn ang="0">
                  <a:pos x="72" y="31"/>
                </a:cxn>
                <a:cxn ang="0">
                  <a:pos x="77" y="36"/>
                </a:cxn>
                <a:cxn ang="0">
                  <a:pos x="81" y="42"/>
                </a:cxn>
                <a:cxn ang="0">
                  <a:pos x="84" y="50"/>
                </a:cxn>
                <a:cxn ang="0">
                  <a:pos x="87" y="56"/>
                </a:cxn>
                <a:cxn ang="0">
                  <a:pos x="89" y="63"/>
                </a:cxn>
              </a:cxnLst>
              <a:rect l="0" t="0" r="0" b="0"/>
              <a:pathLst>
                <a:path w="89" h="63">
                  <a:moveTo>
                    <a:pt x="0" y="0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24" y="2"/>
                  </a:lnTo>
                  <a:lnTo>
                    <a:pt x="30" y="3"/>
                  </a:lnTo>
                  <a:lnTo>
                    <a:pt x="37" y="6"/>
                  </a:lnTo>
                  <a:lnTo>
                    <a:pt x="44" y="9"/>
                  </a:lnTo>
                  <a:lnTo>
                    <a:pt x="50" y="13"/>
                  </a:lnTo>
                  <a:lnTo>
                    <a:pt x="56" y="17"/>
                  </a:lnTo>
                  <a:lnTo>
                    <a:pt x="63" y="22"/>
                  </a:lnTo>
                  <a:lnTo>
                    <a:pt x="67" y="26"/>
                  </a:lnTo>
                  <a:lnTo>
                    <a:pt x="72" y="31"/>
                  </a:lnTo>
                  <a:lnTo>
                    <a:pt x="77" y="36"/>
                  </a:lnTo>
                  <a:lnTo>
                    <a:pt x="81" y="42"/>
                  </a:lnTo>
                  <a:lnTo>
                    <a:pt x="84" y="50"/>
                  </a:lnTo>
                  <a:lnTo>
                    <a:pt x="87" y="56"/>
                  </a:lnTo>
                  <a:lnTo>
                    <a:pt x="89" y="63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2" name="Freeform 197"/>
            <p:cNvSpPr/>
            <p:nvPr/>
          </p:nvSpPr>
          <p:spPr>
            <a:xfrm>
              <a:off x="5000" y="2878"/>
              <a:ext cx="89" cy="63"/>
            </a:xfrm>
            <a:custGeom>
              <a:avLst/>
              <a:gdLst/>
              <a:ahLst/>
              <a:cxnLst>
                <a:cxn ang="0">
                  <a:pos x="0" y="63"/>
                </a:cxn>
                <a:cxn ang="0">
                  <a:pos x="7" y="63"/>
                </a:cxn>
                <a:cxn ang="0">
                  <a:pos x="15" y="62"/>
                </a:cxn>
                <a:cxn ang="0">
                  <a:pos x="22" y="60"/>
                </a:cxn>
                <a:cxn ang="0">
                  <a:pos x="29" y="58"/>
                </a:cxn>
                <a:cxn ang="0">
                  <a:pos x="37" y="56"/>
                </a:cxn>
                <a:cxn ang="0">
                  <a:pos x="43" y="53"/>
                </a:cxn>
                <a:cxn ang="0">
                  <a:pos x="50" y="49"/>
                </a:cxn>
                <a:cxn ang="0">
                  <a:pos x="56" y="45"/>
                </a:cxn>
                <a:cxn ang="0">
                  <a:pos x="61" y="41"/>
                </a:cxn>
                <a:cxn ang="0">
                  <a:pos x="67" y="36"/>
                </a:cxn>
                <a:cxn ang="0">
                  <a:pos x="72" y="31"/>
                </a:cxn>
                <a:cxn ang="0">
                  <a:pos x="75" y="25"/>
                </a:cxn>
                <a:cxn ang="0">
                  <a:pos x="80" y="19"/>
                </a:cxn>
                <a:cxn ang="0">
                  <a:pos x="84" y="13"/>
                </a:cxn>
                <a:cxn ang="0">
                  <a:pos x="86" y="6"/>
                </a:cxn>
                <a:cxn ang="0">
                  <a:pos x="89" y="0"/>
                </a:cxn>
              </a:cxnLst>
              <a:rect l="0" t="0" r="0" b="0"/>
              <a:pathLst>
                <a:path w="89" h="63">
                  <a:moveTo>
                    <a:pt x="0" y="63"/>
                  </a:moveTo>
                  <a:lnTo>
                    <a:pt x="7" y="63"/>
                  </a:lnTo>
                  <a:lnTo>
                    <a:pt x="15" y="62"/>
                  </a:lnTo>
                  <a:lnTo>
                    <a:pt x="22" y="60"/>
                  </a:lnTo>
                  <a:lnTo>
                    <a:pt x="29" y="58"/>
                  </a:lnTo>
                  <a:lnTo>
                    <a:pt x="37" y="56"/>
                  </a:lnTo>
                  <a:lnTo>
                    <a:pt x="43" y="53"/>
                  </a:lnTo>
                  <a:lnTo>
                    <a:pt x="50" y="49"/>
                  </a:lnTo>
                  <a:lnTo>
                    <a:pt x="56" y="45"/>
                  </a:lnTo>
                  <a:lnTo>
                    <a:pt x="61" y="41"/>
                  </a:lnTo>
                  <a:lnTo>
                    <a:pt x="67" y="36"/>
                  </a:lnTo>
                  <a:lnTo>
                    <a:pt x="72" y="31"/>
                  </a:lnTo>
                  <a:lnTo>
                    <a:pt x="75" y="25"/>
                  </a:lnTo>
                  <a:lnTo>
                    <a:pt x="80" y="19"/>
                  </a:lnTo>
                  <a:lnTo>
                    <a:pt x="84" y="13"/>
                  </a:lnTo>
                  <a:lnTo>
                    <a:pt x="86" y="6"/>
                  </a:lnTo>
                  <a:lnTo>
                    <a:pt x="89" y="0"/>
                  </a:lnTo>
                </a:path>
              </a:pathLst>
            </a:custGeom>
            <a:noFill/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3" name="Rectangle 198"/>
            <p:cNvSpPr/>
            <p:nvPr/>
          </p:nvSpPr>
          <p:spPr>
            <a:xfrm>
              <a:off x="4985" y="2603"/>
              <a:ext cx="6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 sz="2800"/>
            </a:p>
          </p:txBody>
        </p:sp>
        <p:sp>
          <p:nvSpPr>
            <p:cNvPr id="18554" name="Rectangle 199"/>
            <p:cNvSpPr/>
            <p:nvPr/>
          </p:nvSpPr>
          <p:spPr>
            <a:xfrm>
              <a:off x="5077" y="2872"/>
              <a:ext cx="6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5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 sz="2800"/>
            </a:p>
          </p:txBody>
        </p:sp>
        <p:graphicFrame>
          <p:nvGraphicFramePr>
            <p:cNvPr id="18555" name="Object 200"/>
            <p:cNvGraphicFramePr/>
            <p:nvPr/>
          </p:nvGraphicFramePr>
          <p:xfrm>
            <a:off x="4889" y="2251"/>
            <a:ext cx="17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9" imgW="165100" imgH="241300" progId="Equation.3">
                    <p:embed/>
                  </p:oleObj>
                </mc:Choice>
                <mc:Fallback>
                  <p:oleObj r:id="rId79" imgW="165100" imgH="241300" progId="Equation.3">
                    <p:embed/>
                    <p:pic>
                      <p:nvPicPr>
                        <p:cNvPr id="18555" name="Object 20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889" y="2251"/>
                          <a:ext cx="17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56" name="Object 201"/>
            <p:cNvGraphicFramePr/>
            <p:nvPr/>
          </p:nvGraphicFramePr>
          <p:xfrm>
            <a:off x="5343" y="2750"/>
            <a:ext cx="15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77800" imgH="253365" progId="Equation.3">
                    <p:embed/>
                  </p:oleObj>
                </mc:Choice>
                <mc:Fallback>
                  <p:oleObj r:id="rId26" imgW="177800" imgH="253365" progId="Equation.3">
                    <p:embed/>
                    <p:pic>
                      <p:nvPicPr>
                        <p:cNvPr id="18556" name="Object 201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343" y="2750"/>
                          <a:ext cx="159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57" name="Object 202"/>
            <p:cNvGraphicFramePr/>
            <p:nvPr/>
          </p:nvGraphicFramePr>
          <p:xfrm>
            <a:off x="5236" y="2432"/>
            <a:ext cx="17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0" imgW="57785" imgH="127635" progId="Equation.3">
                    <p:embed/>
                  </p:oleObj>
                </mc:Choice>
                <mc:Fallback>
                  <p:oleObj r:id="rId80" imgW="57785" imgH="127635" progId="Equation.3">
                    <p:embed/>
                    <p:pic>
                      <p:nvPicPr>
                        <p:cNvPr id="18557" name="Object 202"/>
                        <p:cNvPicPr/>
                        <p:nvPr/>
                      </p:nvPicPr>
                      <p:blipFill>
                        <a:blip r:embed="rId81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6" y="2432"/>
                          <a:ext cx="171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58" name="Object 203"/>
            <p:cNvGraphicFramePr>
              <a:graphicFrameLocks noChangeAspect="1"/>
            </p:cNvGraphicFramePr>
            <p:nvPr/>
          </p:nvGraphicFramePr>
          <p:xfrm>
            <a:off x="5196" y="3113"/>
            <a:ext cx="18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2" imgW="74930" imgH="127635" progId="Equation.3">
                    <p:embed/>
                  </p:oleObj>
                </mc:Choice>
                <mc:Fallback>
                  <p:oleObj r:id="rId82" imgW="74930" imgH="127635" progId="Equation.3">
                    <p:embed/>
                    <p:pic>
                      <p:nvPicPr>
                        <p:cNvPr id="18558" name="Object 203"/>
                        <p:cNvPicPr/>
                        <p:nvPr/>
                      </p:nvPicPr>
                      <p:blipFill>
                        <a:blip r:embed="rId83">
                          <a:clrChange>
                            <a:clrFrom>
                              <a:srgbClr val="000000"/>
                            </a:clrFrom>
                            <a:clrTo>
                              <a:srgbClr val="FF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96" y="3113"/>
                          <a:ext cx="185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" name="矩形 205"/>
          <p:cNvSpPr/>
          <p:nvPr/>
        </p:nvSpPr>
        <p:spPr>
          <a:xfrm>
            <a:off x="68263" y="168275"/>
            <a:ext cx="1774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Vector algebra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7825" y="796925"/>
            <a:ext cx="84791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Notes:</a:t>
            </a:r>
          </a:p>
          <a:p>
            <a:endParaRPr lang="en-US" altLang="zh-CN" sz="2800"/>
          </a:p>
          <a:p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323215" y="1628775"/>
            <a:ext cx="75006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u"/>
            </a:pPr>
            <a:r>
              <a:rPr lang="en-US" altLang="zh-CN" sz="2400">
                <a:solidFill>
                  <a:schemeClr val="accent1">
                    <a:lumMod val="25000"/>
                  </a:schemeClr>
                </a:solidFill>
              </a:rPr>
              <a:t>Cartesian system: usually applied in the questions with surface symmetry, e.g., infinitely large surface</a:t>
            </a:r>
          </a:p>
          <a:p>
            <a:endParaRPr lang="en-US" altLang="zh-CN" sz="2400">
              <a:solidFill>
                <a:schemeClr val="accent1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u"/>
            </a:pPr>
            <a:r>
              <a:rPr lang="en-US" altLang="zh-CN" sz="2400">
                <a:solidFill>
                  <a:schemeClr val="accent1">
                    <a:lumMod val="25000"/>
                  </a:schemeClr>
                </a:solidFill>
              </a:rPr>
              <a:t>Cylindrical coordinates system: usually applied in the questions with axial symmetry, e.g., the field near to a charged long line.</a:t>
            </a:r>
          </a:p>
          <a:p>
            <a:pPr marL="342900" indent="-342900" algn="l">
              <a:buClrTx/>
              <a:buSzTx/>
              <a:buFont typeface="Wingdings" panose="05000000000000000000" charset="0"/>
              <a:buChar char="u"/>
            </a:pPr>
            <a:endParaRPr lang="en-US" altLang="zh-CN" sz="2400">
              <a:solidFill>
                <a:schemeClr val="accent1">
                  <a:lumMod val="25000"/>
                </a:schemeClr>
              </a:solidFill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u"/>
            </a:pPr>
            <a:r>
              <a:rPr lang="en-US" altLang="zh-CN" sz="2400">
                <a:solidFill>
                  <a:schemeClr val="accent1">
                    <a:lumMod val="25000"/>
                  </a:schemeClr>
                </a:solidFill>
              </a:rPr>
              <a:t>Spherical coordinates system: usually applied in the questions with point symmetry, e.g., the field due to a point charge.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850" y="557213"/>
            <a:ext cx="8351838" cy="4175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2.3   Gradient of a Scalar Field</a:t>
            </a:r>
          </a:p>
        </p:txBody>
      </p:sp>
      <p:sp>
        <p:nvSpPr>
          <p:cNvPr id="28675" name="Rectangle 3"/>
          <p:cNvSpPr/>
          <p:nvPr/>
        </p:nvSpPr>
        <p:spPr>
          <a:xfrm>
            <a:off x="755650" y="2349500"/>
            <a:ext cx="8153400" cy="2881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1000" lvl="0" indent="-381000" eaLnBrk="1" hangingPunct="1">
              <a:lnSpc>
                <a:spcPct val="14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If the quantity is a scalar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it is called scalar field;</a:t>
            </a:r>
            <a:endParaRPr lang="en-US" altLang="zh-CN" sz="2400" b="1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81000" lvl="0" indent="-381000" eaLnBrk="1" hangingPunct="1">
              <a:lnSpc>
                <a:spcPct val="140000"/>
              </a:lnSpc>
              <a:spcBef>
                <a:spcPct val="10000"/>
              </a:spcBef>
              <a:buClrTx/>
              <a:buSzTx/>
              <a:buNone/>
            </a:pPr>
            <a:r>
              <a:rPr lang="en-US" altLang="zh-CN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Ex.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Temperature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Potential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Altitude…</a:t>
            </a:r>
          </a:p>
          <a:p>
            <a:pPr marL="381000" lvl="0" indent="-3810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If the quantity is a vector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it is called vector field;</a:t>
            </a:r>
            <a:endParaRPr lang="en-US" altLang="zh-CN" sz="2400" b="1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81000" lvl="0" indent="-3810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Ex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Velocity of flow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Gravity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Electric</a:t>
            </a:r>
            <a:r>
              <a:rPr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Magnetic…</a:t>
            </a:r>
          </a:p>
          <a:p>
            <a:pPr marL="381000" lvl="0" indent="-3810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If it is a function of time, it is called a time-varying field; otherwise it is called a static field.</a:t>
            </a:r>
          </a:p>
        </p:txBody>
      </p:sp>
      <p:grpSp>
        <p:nvGrpSpPr>
          <p:cNvPr id="28676" name="Group 4"/>
          <p:cNvGrpSpPr/>
          <p:nvPr/>
        </p:nvGrpSpPr>
        <p:grpSpPr>
          <a:xfrm>
            <a:off x="520700" y="5767388"/>
            <a:ext cx="8337550" cy="660400"/>
            <a:chOff x="464" y="3632"/>
            <a:chExt cx="5252" cy="416"/>
          </a:xfrm>
        </p:grpSpPr>
        <p:sp>
          <p:nvSpPr>
            <p:cNvPr id="19468" name="Rectangle 5"/>
            <p:cNvSpPr/>
            <p:nvPr/>
          </p:nvSpPr>
          <p:spPr>
            <a:xfrm>
              <a:off x="464" y="3632"/>
              <a:ext cx="5252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buClrTx/>
                <a:buSzTx/>
                <a:buFontTx/>
                <a:buNone/>
              </a:pP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Expression for time-varying field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pSp>
          <p:nvGrpSpPr>
            <p:cNvPr id="19469" name="Group 6"/>
            <p:cNvGrpSpPr/>
            <p:nvPr/>
          </p:nvGrpSpPr>
          <p:grpSpPr>
            <a:xfrm>
              <a:off x="3560" y="3702"/>
              <a:ext cx="1780" cy="346"/>
              <a:chOff x="3560" y="3702"/>
              <a:chExt cx="1780" cy="346"/>
            </a:xfrm>
          </p:grpSpPr>
          <p:graphicFrame>
            <p:nvGraphicFramePr>
              <p:cNvPr id="19470" name="Object 7"/>
              <p:cNvGraphicFramePr>
                <a:graphicFrameLocks noChangeAspect="1"/>
              </p:cNvGraphicFramePr>
              <p:nvPr/>
            </p:nvGraphicFramePr>
            <p:xfrm>
              <a:off x="3560" y="3793"/>
              <a:ext cx="811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607695" imgH="92710" progId="Equation.DSMT4">
                      <p:embed/>
                    </p:oleObj>
                  </mc:Choice>
                  <mc:Fallback>
                    <p:oleObj r:id="rId3" imgW="607695" imgH="92710" progId="Equation.DSMT4">
                      <p:embed/>
                      <p:pic>
                        <p:nvPicPr>
                          <p:cNvPr id="19470" name="Object 7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560" y="3793"/>
                            <a:ext cx="811" cy="2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1" name="Object 8"/>
              <p:cNvGraphicFramePr>
                <a:graphicFrameLocks noChangeAspect="1"/>
              </p:cNvGraphicFramePr>
              <p:nvPr/>
            </p:nvGraphicFramePr>
            <p:xfrm>
              <a:off x="4468" y="3702"/>
              <a:ext cx="872" cy="3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572770" imgH="127635" progId="Equation.DSMT4">
                      <p:embed/>
                    </p:oleObj>
                  </mc:Choice>
                  <mc:Fallback>
                    <p:oleObj r:id="rId5" imgW="572770" imgH="127635" progId="Equation.DSMT4">
                      <p:embed/>
                      <p:pic>
                        <p:nvPicPr>
                          <p:cNvPr id="19471" name="Object 8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68" y="3702"/>
                            <a:ext cx="872" cy="3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8681" name="Rectangle 9"/>
          <p:cNvSpPr/>
          <p:nvPr/>
        </p:nvSpPr>
        <p:spPr>
          <a:xfrm>
            <a:off x="323850" y="1341438"/>
            <a:ext cx="8497888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 field is a spatial distribution of a quantity, which may or may not be a function of time.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8682" name="Rectangle 10"/>
          <p:cNvSpPr/>
          <p:nvPr/>
        </p:nvSpPr>
        <p:spPr>
          <a:xfrm>
            <a:off x="323850" y="1052513"/>
            <a:ext cx="4752975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Scalar field and Vector field</a:t>
            </a:r>
          </a:p>
        </p:txBody>
      </p:sp>
      <p:grpSp>
        <p:nvGrpSpPr>
          <p:cNvPr id="28683" name="Group 11"/>
          <p:cNvGrpSpPr/>
          <p:nvPr/>
        </p:nvGrpSpPr>
        <p:grpSpPr>
          <a:xfrm>
            <a:off x="468313" y="5229225"/>
            <a:ext cx="8337550" cy="720725"/>
            <a:chOff x="476" y="3294"/>
            <a:chExt cx="5252" cy="454"/>
          </a:xfrm>
        </p:grpSpPr>
        <p:grpSp>
          <p:nvGrpSpPr>
            <p:cNvPr id="19464" name="Group 12"/>
            <p:cNvGrpSpPr/>
            <p:nvPr/>
          </p:nvGrpSpPr>
          <p:grpSpPr>
            <a:xfrm>
              <a:off x="3560" y="3339"/>
              <a:ext cx="1638" cy="315"/>
              <a:chOff x="3560" y="3339"/>
              <a:chExt cx="1638" cy="315"/>
            </a:xfrm>
          </p:grpSpPr>
          <p:graphicFrame>
            <p:nvGraphicFramePr>
              <p:cNvPr id="19466" name="Object 13"/>
              <p:cNvGraphicFramePr>
                <a:graphicFrameLocks noChangeAspect="1"/>
              </p:cNvGraphicFramePr>
              <p:nvPr/>
            </p:nvGraphicFramePr>
            <p:xfrm>
              <a:off x="3560" y="3384"/>
              <a:ext cx="835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492125" imgH="92710" progId="Equation.DSMT4">
                      <p:embed/>
                    </p:oleObj>
                  </mc:Choice>
                  <mc:Fallback>
                    <p:oleObj r:id="rId7" imgW="492125" imgH="92710" progId="Equation.DSMT4">
                      <p:embed/>
                      <p:pic>
                        <p:nvPicPr>
                          <p:cNvPr id="19466" name="Object 13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560" y="3384"/>
                            <a:ext cx="835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7" name="Object 14"/>
              <p:cNvGraphicFramePr>
                <a:graphicFrameLocks noChangeAspect="1"/>
              </p:cNvGraphicFramePr>
              <p:nvPr/>
            </p:nvGraphicFramePr>
            <p:xfrm>
              <a:off x="4468" y="3339"/>
              <a:ext cx="730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544195" imgH="161925" progId="Equation.DSMT4">
                      <p:embed/>
                    </p:oleObj>
                  </mc:Choice>
                  <mc:Fallback>
                    <p:oleObj r:id="rId9" imgW="544195" imgH="161925" progId="Equation.DSMT4">
                      <p:embed/>
                      <p:pic>
                        <p:nvPicPr>
                          <p:cNvPr id="19467" name="Object 14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68" y="3339"/>
                            <a:ext cx="730" cy="31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465" name="Rectangle 15"/>
            <p:cNvSpPr/>
            <p:nvPr/>
          </p:nvSpPr>
          <p:spPr>
            <a:xfrm>
              <a:off x="476" y="3294"/>
              <a:ext cx="5252" cy="4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Expression for static field </a:t>
              </a:r>
              <a:r>
                <a:rPr lang="zh-CN" altLang="en-US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/>
      <p:bldP spid="286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625282" y="184137"/>
            <a:ext cx="5931535" cy="2943561"/>
            <a:chOff x="1714" y="1283"/>
            <a:chExt cx="9341" cy="4636"/>
          </a:xfrm>
        </p:grpSpPr>
        <p:pic>
          <p:nvPicPr>
            <p:cNvPr id="5" name="https://docer-ks3.wpscdn.cn/picture/28487113/86ed8d2b576535a00ef4e9a4b6e6be3b_612.jpg" descr="Abstract representation of a piece of landscape, 3d illustration"/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87" y="1283"/>
              <a:ext cx="5835" cy="4507"/>
            </a:xfrm>
            <a:prstGeom prst="rect">
              <a:avLst/>
            </a:prstGeom>
          </p:spPr>
        </p:pic>
        <p:sp>
          <p:nvSpPr>
            <p:cNvPr id="6" name="上箭头 32"/>
            <p:cNvSpPr/>
            <p:nvPr>
              <p:custDataLst>
                <p:tags r:id="rId1"/>
              </p:custDataLst>
            </p:nvPr>
          </p:nvSpPr>
          <p:spPr>
            <a:xfrm>
              <a:off x="7997" y="2770"/>
              <a:ext cx="515" cy="573"/>
            </a:xfrm>
            <a:prstGeom prst="upArrow">
              <a:avLst>
                <a:gd name="adj1" fmla="val 54584"/>
                <a:gd name="adj2" fmla="val 70496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5000">
                  <a:schemeClr val="accent1">
                    <a:alpha val="3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2"/>
              </p:custDataLst>
            </p:nvPr>
          </p:nvSpPr>
          <p:spPr>
            <a:xfrm>
              <a:off x="3909" y="2498"/>
              <a:ext cx="5363" cy="2875"/>
            </a:xfrm>
            <a:prstGeom prst="ellipse">
              <a:avLst/>
            </a:prstGeom>
            <a:noFill/>
            <a:ln w="15875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3"/>
              </p:custDataLst>
            </p:nvPr>
          </p:nvSpPr>
          <p:spPr>
            <a:xfrm>
              <a:off x="4367" y="3159"/>
              <a:ext cx="4330" cy="1836"/>
            </a:xfrm>
            <a:prstGeom prst="ellipse">
              <a:avLst/>
            </a:prstGeom>
            <a:noFill/>
            <a:ln>
              <a:gradFill>
                <a:gsLst>
                  <a:gs pos="7100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336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9" name="椭圆 8"/>
            <p:cNvSpPr/>
            <p:nvPr>
              <p:custDataLst>
                <p:tags r:id="rId4"/>
              </p:custDataLst>
            </p:nvPr>
          </p:nvSpPr>
          <p:spPr>
            <a:xfrm>
              <a:off x="4181" y="3159"/>
              <a:ext cx="4330" cy="1836"/>
            </a:xfrm>
            <a:prstGeom prst="ellipse">
              <a:avLst/>
            </a:prstGeom>
            <a:noFill/>
            <a:ln>
              <a:gradFill>
                <a:gsLst>
                  <a:gs pos="15000">
                    <a:schemeClr val="accent1">
                      <a:alpha val="0"/>
                    </a:schemeClr>
                  </a:gs>
                  <a:gs pos="0">
                    <a:schemeClr val="accent1">
                      <a:alpha val="100000"/>
                    </a:schemeClr>
                  </a:gs>
                </a:gsLst>
                <a:lin ang="138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71755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" name="上箭头 38"/>
            <p:cNvSpPr/>
            <p:nvPr>
              <p:custDataLst>
                <p:tags r:id="rId5"/>
              </p:custDataLst>
            </p:nvPr>
          </p:nvSpPr>
          <p:spPr>
            <a:xfrm>
              <a:off x="4192" y="2976"/>
              <a:ext cx="516" cy="799"/>
            </a:xfrm>
            <a:prstGeom prst="upArrow">
              <a:avLst>
                <a:gd name="adj1" fmla="val 54584"/>
                <a:gd name="adj2" fmla="val 70496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5000">
                  <a:schemeClr val="accent1">
                    <a:alpha val="3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" name="椭圆 10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6380" y="5259"/>
              <a:ext cx="149" cy="149"/>
            </a:xfrm>
            <a:prstGeom prst="ellipse">
              <a:avLst/>
            </a:prstGeom>
            <a:gradFill>
              <a:gsLst>
                <a:gs pos="100000">
                  <a:schemeClr val="accent2">
                    <a:lumMod val="20000"/>
                    <a:lumOff val="80000"/>
                    <a:alpha val="100000"/>
                  </a:schemeClr>
                </a:gs>
                <a:gs pos="0">
                  <a:schemeClr val="accent2">
                    <a:lumMod val="60000"/>
                    <a:lumOff val="40000"/>
                    <a:alpha val="100000"/>
                  </a:schemeClr>
                </a:gs>
                <a:gs pos="34000">
                  <a:schemeClr val="accent2">
                    <a:alpha val="100000"/>
                  </a:schemeClr>
                </a:gs>
                <a:gs pos="62000">
                  <a:schemeClr val="accent2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2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2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" name="椭圆 11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8722" y="4692"/>
              <a:ext cx="149" cy="149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34000">
                  <a:schemeClr val="accent1">
                    <a:alpha val="100000"/>
                  </a:schemeClr>
                </a:gs>
                <a:gs pos="62000">
                  <a:schemeClr val="accent1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272" y="3862"/>
              <a:ext cx="1783" cy="60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>
                  <a:solidFill>
                    <a:schemeClr val="tx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Radar 3</a:t>
              </a:r>
              <a:endParaRPr lang="zh-CN" altLang="en-US" b="1">
                <a:solidFill>
                  <a:schemeClr val="tx1">
                    <a:lumMod val="50000"/>
                  </a:schemeClr>
                </a:solidFill>
                <a:latin typeface="+mn-ea"/>
                <a:cs typeface="+mn-ea"/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9"/>
              </p:custDataLst>
            </p:nvPr>
          </p:nvCxnSpPr>
          <p:spPr>
            <a:xfrm>
              <a:off x="9212" y="4543"/>
              <a:ext cx="1700" cy="0"/>
            </a:xfrm>
            <a:prstGeom prst="line">
              <a:avLst/>
            </a:prstGeom>
            <a:ln w="9525">
              <a:gradFill>
                <a:gsLst>
                  <a:gs pos="95000">
                    <a:srgbClr val="376FFF">
                      <a:alpha val="0"/>
                    </a:srgbClr>
                  </a:gs>
                  <a:gs pos="0">
                    <a:schemeClr val="accent1">
                      <a:alpha val="80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4039" y="4469"/>
              <a:ext cx="149" cy="149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34000">
                  <a:schemeClr val="accent1">
                    <a:alpha val="100000"/>
                  </a:schemeClr>
                </a:gs>
                <a:gs pos="62000">
                  <a:schemeClr val="accent1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714" y="3931"/>
              <a:ext cx="1979" cy="60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+mn-ea"/>
                  <a:cs typeface="+mn-ea"/>
                </a:rPr>
                <a:t>Radar1</a:t>
              </a:r>
              <a:endParaRPr lang="zh-CN" altLang="en-US" b="1">
                <a:solidFill>
                  <a:schemeClr val="tx1">
                    <a:lumMod val="50000"/>
                  </a:schemeClr>
                </a:solidFill>
                <a:latin typeface="+mn-ea"/>
                <a:cs typeface="+mn-ea"/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12"/>
              </p:custDataLst>
            </p:nvPr>
          </p:nvCxnSpPr>
          <p:spPr>
            <a:xfrm>
              <a:off x="1993" y="4611"/>
              <a:ext cx="1700" cy="0"/>
            </a:xfrm>
            <a:prstGeom prst="line">
              <a:avLst/>
            </a:prstGeom>
            <a:ln w="9525">
              <a:gradFill>
                <a:gsLst>
                  <a:gs pos="95000">
                    <a:srgbClr val="376FFF">
                      <a:alpha val="0"/>
                    </a:srgbClr>
                  </a:gs>
                  <a:gs pos="0">
                    <a:schemeClr val="accent1">
                      <a:alpha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>
              <p:custDataLst>
                <p:tags r:id="rId13"/>
              </p:custDataLst>
            </p:nvPr>
          </p:nvSpPr>
          <p:spPr>
            <a:xfrm>
              <a:off x="4483" y="3931"/>
              <a:ext cx="3945" cy="93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>
                    <a:gsLst>
                      <a:gs pos="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80000">
                        <a:schemeClr val="accent1">
                          <a:alpha val="25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71755" rIns="0" bIns="36195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</a:pPr>
              <a:r>
                <a:rPr lang="en-US" altLang="zh-CN" sz="19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+mn-ea"/>
                  <a:sym typeface="+mn-ea"/>
                </a:rPr>
                <a:t>T</a:t>
              </a:r>
              <a:r>
                <a:rPr lang="en-US" altLang="zh-CN" sz="1900" b="1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+mn-ea"/>
                  <a:sym typeface="+mn-ea"/>
                </a:rPr>
                <a:t>arget</a:t>
              </a:r>
              <a:endParaRPr lang="zh-CN" altLang="en-US" sz="1900" b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4"/>
              </p:custDataLst>
            </p:nvPr>
          </p:nvSpPr>
          <p:spPr>
            <a:xfrm>
              <a:off x="4594" y="5313"/>
              <a:ext cx="3403" cy="60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>
                  <a:solidFill>
                    <a:schemeClr val="tx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Radar 2</a:t>
              </a:r>
              <a:endParaRPr lang="zh-CN" altLang="en-US" b="1">
                <a:solidFill>
                  <a:schemeClr val="tx1">
                    <a:lumMod val="50000"/>
                  </a:schemeClr>
                </a:solidFill>
                <a:latin typeface="+mn-ea"/>
                <a:cs typeface="+mn-ea"/>
              </a:endParaRPr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57503" y="3408525"/>
            <a:ext cx="6354062" cy="3086531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3993561" y="5661248"/>
            <a:ext cx="1189261" cy="64633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Slowly changed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308304" y="5085184"/>
            <a:ext cx="1189261" cy="64633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Quickly  changed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9" name="Rectangle 9"/>
          <p:cNvSpPr/>
          <p:nvPr/>
        </p:nvSpPr>
        <p:spPr>
          <a:xfrm>
            <a:off x="179636" y="4253706"/>
            <a:ext cx="6480175" cy="20161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lnSpc>
                <a:spcPct val="130000"/>
              </a:lnSpc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When the constant C take a series of different values, a series of different level surfaces will be obtained, forming the level surface family;</a:t>
            </a:r>
          </a:p>
          <a:p>
            <a:pPr marL="381000" indent="-381000" eaLnBrk="1" hangingPunct="1">
              <a:lnSpc>
                <a:spcPct val="130000"/>
              </a:lnSpc>
              <a:buChar char="•"/>
            </a:pPr>
            <a:r>
              <a:rPr lang="en-US" altLang="zh-CN" sz="2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These surfaces fill up all the space of the scalar field</a:t>
            </a:r>
            <a:r>
              <a:rPr lang="zh-CN" altLang="en-US" sz="2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marL="381000" indent="-381000" eaLnBrk="1" hangingPunct="1">
              <a:lnSpc>
                <a:spcPct val="130000"/>
              </a:lnSpc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These surfaces cannot intersect with each other.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30730" name="Rectangle 10"/>
          <p:cNvSpPr/>
          <p:nvPr/>
        </p:nvSpPr>
        <p:spPr>
          <a:xfrm>
            <a:off x="395536" y="3748881"/>
            <a:ext cx="4608513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Characteristics</a:t>
            </a:r>
            <a:r>
              <a:rPr lang="zh-CN" altLang="en-US" sz="2400" b="1">
                <a:solidFill>
                  <a:srgbClr val="0000CC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：</a:t>
            </a:r>
          </a:p>
        </p:txBody>
      </p:sp>
      <p:graphicFrame>
        <p:nvGraphicFramePr>
          <p:cNvPr id="30731" name="Object 11"/>
          <p:cNvGraphicFramePr>
            <a:graphicFrameLocks noGrp="1" noChangeAspect="1"/>
          </p:cNvGraphicFramePr>
          <p:nvPr>
            <p:ph hasCustomPrompt="1"/>
          </p:nvPr>
        </p:nvGraphicFramePr>
        <p:xfrm>
          <a:off x="6591549" y="4087018"/>
          <a:ext cx="2446337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01495" imgH="1447800" progId="Word.Picture.8">
                  <p:embed/>
                </p:oleObj>
              </mc:Choice>
              <mc:Fallback>
                <p:oleObj r:id="rId2" imgW="1801495" imgH="1447800" progId="Word.Picture.8">
                  <p:embed/>
                  <p:pic>
                    <p:nvPicPr>
                      <p:cNvPr id="30731" name="Object 11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6591549" y="4087018"/>
                        <a:ext cx="2446337" cy="19669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Group 6"/>
          <p:cNvGrpSpPr/>
          <p:nvPr/>
        </p:nvGrpSpPr>
        <p:grpSpPr>
          <a:xfrm>
            <a:off x="1331640" y="3356992"/>
            <a:ext cx="3960812" cy="473075"/>
            <a:chOff x="249" y="1480"/>
            <a:chExt cx="2495" cy="298"/>
          </a:xfrm>
        </p:grpSpPr>
        <p:graphicFrame>
          <p:nvGraphicFramePr>
            <p:cNvPr id="21515" name="Object 7"/>
            <p:cNvGraphicFramePr>
              <a:graphicFrameLocks noChangeAspect="1"/>
            </p:cNvGraphicFramePr>
            <p:nvPr/>
          </p:nvGraphicFramePr>
          <p:xfrm>
            <a:off x="1461" y="1525"/>
            <a:ext cx="1283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86765" imgH="127635" progId="Equation.DSMT4">
                    <p:embed/>
                  </p:oleObj>
                </mc:Choice>
                <mc:Fallback>
                  <p:oleObj r:id="rId4" imgW="786765" imgH="127635" progId="Equation.DSMT4">
                    <p:embed/>
                    <p:pic>
                      <p:nvPicPr>
                        <p:cNvPr id="21515" name="Object 7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61" y="1525"/>
                          <a:ext cx="1283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6" name="Rectangle 8"/>
            <p:cNvSpPr/>
            <p:nvPr/>
          </p:nvSpPr>
          <p:spPr>
            <a:xfrm>
              <a:off x="249" y="1480"/>
              <a:ext cx="195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81000" indent="-381000" eaLnBrk="1" hangingPunct="1">
                <a:spcBef>
                  <a:spcPct val="20000"/>
                </a:spcBef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Equation</a:t>
              </a:r>
              <a:r>
                <a:rPr lang="zh-CN" altLang="en-US" sz="2400" b="1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：</a:t>
              </a:r>
              <a:endPara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21506" name="Rectangle 2"/>
          <p:cNvSpPr/>
          <p:nvPr/>
        </p:nvSpPr>
        <p:spPr>
          <a:xfrm>
            <a:off x="342335" y="714293"/>
            <a:ext cx="5543550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AutoNum type="arabicPeriod"/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</a:rPr>
              <a:t>Level surface</a:t>
            </a:r>
          </a:p>
        </p:txBody>
      </p:sp>
      <p:sp>
        <p:nvSpPr>
          <p:cNvPr id="21507" name="Text Box 3"/>
          <p:cNvSpPr txBox="1"/>
          <p:nvPr/>
        </p:nvSpPr>
        <p:spPr>
          <a:xfrm>
            <a:off x="5885885" y="3522581"/>
            <a:ext cx="2619375" cy="396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Level surface (line)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pic>
        <p:nvPicPr>
          <p:cNvPr id="21508" name="Picture 4" descr="S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110" y="858756"/>
            <a:ext cx="3384550" cy="262572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</p:pic>
      <p:sp>
        <p:nvSpPr>
          <p:cNvPr id="30725" name="Rectangle 5"/>
          <p:cNvSpPr/>
          <p:nvPr/>
        </p:nvSpPr>
        <p:spPr>
          <a:xfrm>
            <a:off x="197873" y="1363581"/>
            <a:ext cx="5472112" cy="10080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lnSpc>
                <a:spcPct val="130000"/>
              </a:lnSpc>
              <a:buChar char="•"/>
            </a:pP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</a:rPr>
              <a:t>Level surface:</a:t>
            </a:r>
            <a:r>
              <a:rPr lang="en-US" altLang="zh-CN" sz="2000" b="1"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Surface on which the scalar function is equal to a constant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;</a:t>
            </a:r>
            <a:r>
              <a:rPr lang="en-US" altLang="zh-CN" sz="2400" b="1">
                <a:solidFill>
                  <a:srgbClr val="66FF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2" name="Rectangle 12"/>
          <p:cNvSpPr/>
          <p:nvPr/>
        </p:nvSpPr>
        <p:spPr>
          <a:xfrm>
            <a:off x="269310" y="2371643"/>
            <a:ext cx="5472113" cy="10080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lnSpc>
                <a:spcPct val="130000"/>
              </a:lnSpc>
              <a:buChar char="•"/>
            </a:pPr>
            <a:r>
              <a:rPr lang="en-US" altLang="zh-CN" sz="20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It describes the distribution of physical quantities in space visually.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0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0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0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0" grpId="0"/>
      <p:bldP spid="30725" grpId="0"/>
      <p:bldP spid="307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/>
          <p:nvPr/>
        </p:nvSpPr>
        <p:spPr>
          <a:xfrm>
            <a:off x="250825" y="442913"/>
            <a:ext cx="511333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eaLnBrk="1" hangingPunct="1">
              <a:buClrTx/>
              <a:buSzTx/>
              <a:buFontTx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2.  Directional derivative</a:t>
            </a:r>
          </a:p>
        </p:txBody>
      </p:sp>
      <p:sp>
        <p:nvSpPr>
          <p:cNvPr id="31747" name="Text Box 3"/>
          <p:cNvSpPr txBox="1"/>
          <p:nvPr/>
        </p:nvSpPr>
        <p:spPr>
          <a:xfrm>
            <a:off x="557213" y="2152650"/>
            <a:ext cx="8353425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Directional derivative: describes the spatial rate of change of a scalar field;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22532" name="Object 5"/>
          <p:cNvGraphicFramePr>
            <a:graphicFrameLocks noChangeAspect="1"/>
          </p:cNvGraphicFramePr>
          <p:nvPr/>
        </p:nvGraphicFramePr>
        <p:xfrm>
          <a:off x="1612900" y="846138"/>
          <a:ext cx="224313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77900" imgH="364490" progId="Equation.DSMT4">
                  <p:embed/>
                </p:oleObj>
              </mc:Choice>
              <mc:Fallback>
                <p:oleObj r:id="rId2" imgW="977900" imgH="364490" progId="Equation.DSMT4">
                  <p:embed/>
                  <p:pic>
                    <p:nvPicPr>
                      <p:cNvPr id="22532" name="Object 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12900" y="846138"/>
                        <a:ext cx="2243138" cy="877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Group 7"/>
          <p:cNvGrpSpPr/>
          <p:nvPr/>
        </p:nvGrpSpPr>
        <p:grpSpPr>
          <a:xfrm>
            <a:off x="755650" y="2852738"/>
            <a:ext cx="5800725" cy="792162"/>
            <a:chOff x="476" y="1826"/>
            <a:chExt cx="3402" cy="499"/>
          </a:xfrm>
        </p:grpSpPr>
        <p:graphicFrame>
          <p:nvGraphicFramePr>
            <p:cNvPr id="22566" name="Object 8"/>
            <p:cNvGraphicFramePr>
              <a:graphicFrameLocks noChangeAspect="1"/>
            </p:cNvGraphicFramePr>
            <p:nvPr/>
          </p:nvGraphicFramePr>
          <p:xfrm>
            <a:off x="2429" y="1888"/>
            <a:ext cx="180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7145" imgH="109855" progId="Equation.DSMT4">
                    <p:embed/>
                  </p:oleObj>
                </mc:Choice>
                <mc:Fallback>
                  <p:oleObj r:id="rId4" imgW="17145" imgH="109855" progId="Equation.DSMT4">
                    <p:embed/>
                    <p:pic>
                      <p:nvPicPr>
                        <p:cNvPr id="22566" name="Object 8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29" y="1888"/>
                          <a:ext cx="180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7" name="Object 9"/>
            <p:cNvGraphicFramePr/>
            <p:nvPr/>
          </p:nvGraphicFramePr>
          <p:xfrm>
            <a:off x="657" y="1826"/>
            <a:ext cx="726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29565" imgH="266065" progId="Equation.DSMT4">
                    <p:embed/>
                  </p:oleObj>
                </mc:Choice>
                <mc:Fallback>
                  <p:oleObj r:id="rId6" imgW="329565" imgH="266065" progId="Equation.DSMT4">
                    <p:embed/>
                    <p:pic>
                      <p:nvPicPr>
                        <p:cNvPr id="22567" name="Object 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57" y="1826"/>
                          <a:ext cx="726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8" name="Text Box 10"/>
            <p:cNvSpPr txBox="1"/>
            <p:nvPr/>
          </p:nvSpPr>
          <p:spPr>
            <a:xfrm>
              <a:off x="476" y="1917"/>
              <a:ext cx="340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         </a:t>
              </a:r>
              <a:r>
                <a:rPr lang="en-US" altLang="zh-CN" sz="2400" b="1">
                  <a:solidFill>
                    <a:srgbClr val="000000"/>
                  </a:solidFill>
                  <a:ea typeface="楷体_GB2312" pitchFamily="49" charset="-122"/>
                </a:rPr>
                <a:t>——</a:t>
              </a: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increases along line</a:t>
              </a:r>
              <a:r>
                <a: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；</a:t>
              </a:r>
              <a:r>
                <a: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31755" name="Group 11"/>
          <p:cNvGrpSpPr/>
          <p:nvPr/>
        </p:nvGrpSpPr>
        <p:grpSpPr>
          <a:xfrm>
            <a:off x="755650" y="3571875"/>
            <a:ext cx="5872163" cy="792163"/>
            <a:chOff x="476" y="2235"/>
            <a:chExt cx="3266" cy="499"/>
          </a:xfrm>
        </p:grpSpPr>
        <p:graphicFrame>
          <p:nvGraphicFramePr>
            <p:cNvPr id="22563" name="Object 12"/>
            <p:cNvGraphicFramePr>
              <a:graphicFrameLocks noChangeAspect="1"/>
            </p:cNvGraphicFramePr>
            <p:nvPr/>
          </p:nvGraphicFramePr>
          <p:xfrm>
            <a:off x="2442" y="2280"/>
            <a:ext cx="19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7145" imgH="109855" progId="Equation.DSMT4">
                    <p:embed/>
                  </p:oleObj>
                </mc:Choice>
                <mc:Fallback>
                  <p:oleObj r:id="rId8" imgW="17145" imgH="109855" progId="Equation.DSMT4">
                    <p:embed/>
                    <p:pic>
                      <p:nvPicPr>
                        <p:cNvPr id="22563" name="Object 12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42" y="2280"/>
                          <a:ext cx="196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4" name="Object 13"/>
            <p:cNvGraphicFramePr/>
            <p:nvPr/>
          </p:nvGraphicFramePr>
          <p:xfrm>
            <a:off x="704" y="2235"/>
            <a:ext cx="626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18135" imgH="266065" progId="Equation.DSMT4">
                    <p:embed/>
                  </p:oleObj>
                </mc:Choice>
                <mc:Fallback>
                  <p:oleObj r:id="rId10" imgW="318135" imgH="266065" progId="Equation.DSMT4">
                    <p:embed/>
                    <p:pic>
                      <p:nvPicPr>
                        <p:cNvPr id="22564" name="Object 1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4" y="2235"/>
                          <a:ext cx="626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5" name="Text Box 14"/>
            <p:cNvSpPr txBox="1"/>
            <p:nvPr/>
          </p:nvSpPr>
          <p:spPr>
            <a:xfrm>
              <a:off x="476" y="2326"/>
              <a:ext cx="326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          </a:t>
              </a:r>
              <a:r>
                <a:rPr lang="en-US" altLang="zh-CN" sz="2400" b="1">
                  <a:solidFill>
                    <a:srgbClr val="000000"/>
                  </a:solidFill>
                  <a:ea typeface="楷体_GB2312" pitchFamily="49" charset="-122"/>
                </a:rPr>
                <a:t>——</a:t>
              </a: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  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decreases along line;</a:t>
              </a:r>
            </a:p>
          </p:txBody>
        </p:sp>
      </p:grpSp>
      <p:grpSp>
        <p:nvGrpSpPr>
          <p:cNvPr id="31759" name="Group 15"/>
          <p:cNvGrpSpPr/>
          <p:nvPr/>
        </p:nvGrpSpPr>
        <p:grpSpPr>
          <a:xfrm>
            <a:off x="755650" y="4292600"/>
            <a:ext cx="5956300" cy="831850"/>
            <a:chOff x="249" y="2684"/>
            <a:chExt cx="3493" cy="524"/>
          </a:xfrm>
        </p:grpSpPr>
        <p:graphicFrame>
          <p:nvGraphicFramePr>
            <p:cNvPr id="22560" name="Object 16"/>
            <p:cNvGraphicFramePr>
              <a:graphicFrameLocks noChangeAspect="1"/>
            </p:cNvGraphicFramePr>
            <p:nvPr/>
          </p:nvGraphicFramePr>
          <p:xfrm>
            <a:off x="2216" y="2732"/>
            <a:ext cx="181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7145" imgH="109855" progId="Equation.DSMT4">
                    <p:embed/>
                  </p:oleObj>
                </mc:Choice>
                <mc:Fallback>
                  <p:oleObj r:id="rId8" imgW="17145" imgH="109855" progId="Equation.DSMT4">
                    <p:embed/>
                    <p:pic>
                      <p:nvPicPr>
                        <p:cNvPr id="22560" name="Object 1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16" y="2732"/>
                          <a:ext cx="181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1" name="Object 17"/>
            <p:cNvGraphicFramePr/>
            <p:nvPr/>
          </p:nvGraphicFramePr>
          <p:xfrm>
            <a:off x="430" y="2684"/>
            <a:ext cx="656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329565" imgH="266065" progId="Equation.DSMT4">
                    <p:embed/>
                  </p:oleObj>
                </mc:Choice>
                <mc:Fallback>
                  <p:oleObj r:id="rId13" imgW="329565" imgH="266065" progId="Equation.DSMT4">
                    <p:embed/>
                    <p:pic>
                      <p:nvPicPr>
                        <p:cNvPr id="22561" name="Object 1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0" y="2684"/>
                          <a:ext cx="656" cy="5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2" name="Text Box 18"/>
            <p:cNvSpPr txBox="1"/>
            <p:nvPr/>
          </p:nvSpPr>
          <p:spPr>
            <a:xfrm>
              <a:off x="249" y="2774"/>
              <a:ext cx="349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        </a:t>
              </a:r>
              <a:r>
                <a:rPr lang="en-US" altLang="zh-CN" sz="2400" b="1">
                  <a:solidFill>
                    <a:srgbClr val="000000"/>
                  </a:solidFill>
                  <a:ea typeface="楷体_GB2312" pitchFamily="49" charset="-122"/>
                </a:rPr>
                <a:t>——</a:t>
              </a: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with no change;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31763" name="Group 19"/>
          <p:cNvGrpSpPr/>
          <p:nvPr/>
        </p:nvGrpSpPr>
        <p:grpSpPr>
          <a:xfrm>
            <a:off x="6264275" y="3106738"/>
            <a:ext cx="2940050" cy="2665412"/>
            <a:chOff x="3832" y="1797"/>
            <a:chExt cx="1724" cy="1679"/>
          </a:xfrm>
        </p:grpSpPr>
        <p:sp>
          <p:nvSpPr>
            <p:cNvPr id="22547" name="Rectangle 20"/>
            <p:cNvSpPr/>
            <p:nvPr/>
          </p:nvSpPr>
          <p:spPr>
            <a:xfrm>
              <a:off x="3832" y="1797"/>
              <a:ext cx="1724" cy="1679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DA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2548" name="Text Box 21"/>
            <p:cNvSpPr txBox="1"/>
            <p:nvPr/>
          </p:nvSpPr>
          <p:spPr>
            <a:xfrm>
              <a:off x="4231" y="2024"/>
              <a:ext cx="3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549" name="Line 22"/>
            <p:cNvSpPr/>
            <p:nvPr/>
          </p:nvSpPr>
          <p:spPr>
            <a:xfrm flipH="1" flipV="1">
              <a:off x="4255" y="1933"/>
              <a:ext cx="5" cy="870"/>
            </a:xfrm>
            <a:prstGeom prst="line">
              <a:avLst/>
            </a:prstGeom>
            <a:ln w="254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23"/>
            <p:cNvSpPr/>
            <p:nvPr/>
          </p:nvSpPr>
          <p:spPr>
            <a:xfrm>
              <a:off x="4252" y="2803"/>
              <a:ext cx="1132" cy="1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24"/>
            <p:cNvSpPr>
              <a:spLocks noChangeAspect="1"/>
            </p:cNvSpPr>
            <p:nvPr/>
          </p:nvSpPr>
          <p:spPr>
            <a:xfrm flipH="1">
              <a:off x="3900" y="2795"/>
              <a:ext cx="363" cy="36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2" name="Object 25"/>
            <p:cNvGraphicFramePr/>
            <p:nvPr/>
          </p:nvGraphicFramePr>
          <p:xfrm>
            <a:off x="5295" y="1933"/>
            <a:ext cx="20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7145" imgH="109855" progId="Equation.DSMT4">
                    <p:embed/>
                  </p:oleObj>
                </mc:Choice>
                <mc:Fallback>
                  <p:oleObj r:id="rId15" imgW="17145" imgH="109855" progId="Equation.DSMT4">
                    <p:embed/>
                    <p:pic>
                      <p:nvPicPr>
                        <p:cNvPr id="22552" name="Object 25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95" y="1933"/>
                          <a:ext cx="200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3" name="Line 26"/>
            <p:cNvSpPr/>
            <p:nvPr/>
          </p:nvSpPr>
          <p:spPr>
            <a:xfrm flipV="1">
              <a:off x="4500" y="2115"/>
              <a:ext cx="798" cy="135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27"/>
            <p:cNvSpPr/>
            <p:nvPr/>
          </p:nvSpPr>
          <p:spPr>
            <a:xfrm flipV="1">
              <a:off x="4260" y="2251"/>
              <a:ext cx="257" cy="54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Line 28"/>
            <p:cNvSpPr/>
            <p:nvPr/>
          </p:nvSpPr>
          <p:spPr>
            <a:xfrm flipV="1">
              <a:off x="4268" y="2190"/>
              <a:ext cx="576" cy="61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Text Box 29"/>
            <p:cNvSpPr txBox="1"/>
            <p:nvPr/>
          </p:nvSpPr>
          <p:spPr>
            <a:xfrm>
              <a:off x="4807" y="2160"/>
              <a:ext cx="3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M</a:t>
              </a:r>
            </a:p>
          </p:txBody>
        </p:sp>
        <p:graphicFrame>
          <p:nvGraphicFramePr>
            <p:cNvPr id="22557" name="Object 30"/>
            <p:cNvGraphicFramePr/>
            <p:nvPr/>
          </p:nvGraphicFramePr>
          <p:xfrm>
            <a:off x="4542" y="1888"/>
            <a:ext cx="22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92710" imgH="74930" progId="Equation.DSMT4">
                    <p:embed/>
                  </p:oleObj>
                </mc:Choice>
                <mc:Fallback>
                  <p:oleObj r:id="rId17" imgW="92710" imgH="74930" progId="Equation.DSMT4">
                    <p:embed/>
                    <p:pic>
                      <p:nvPicPr>
                        <p:cNvPr id="22557" name="Object 30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42" y="1888"/>
                          <a:ext cx="221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8" name="AutoShape 31"/>
            <p:cNvSpPr/>
            <p:nvPr/>
          </p:nvSpPr>
          <p:spPr>
            <a:xfrm rot="4877769">
              <a:off x="4617" y="1949"/>
              <a:ext cx="91" cy="332"/>
            </a:xfrm>
            <a:prstGeom prst="leftBrace">
              <a:avLst>
                <a:gd name="adj1" fmla="val 30402"/>
                <a:gd name="adj2" fmla="val 50000"/>
              </a:avLst>
            </a:prstGeom>
            <a:noFill/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endParaRPr lang="zh-CN" altLang="zh-CN" sz="2800"/>
            </a:p>
          </p:txBody>
        </p:sp>
        <p:sp>
          <p:nvSpPr>
            <p:cNvPr id="22559" name="Text Box 32"/>
            <p:cNvSpPr txBox="1"/>
            <p:nvPr/>
          </p:nvSpPr>
          <p:spPr>
            <a:xfrm>
              <a:off x="4143" y="3158"/>
              <a:ext cx="12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400" b="1">
                <a:latin typeface="宋体" panose="02010600030101010101" pitchFamily="2" charset="-122"/>
              </a:endParaRPr>
            </a:p>
          </p:txBody>
        </p:sp>
      </p:grpSp>
      <p:grpSp>
        <p:nvGrpSpPr>
          <p:cNvPr id="31777" name="Group 33"/>
          <p:cNvGrpSpPr/>
          <p:nvPr/>
        </p:nvGrpSpPr>
        <p:grpSpPr>
          <a:xfrm>
            <a:off x="468313" y="4940300"/>
            <a:ext cx="6188075" cy="1041400"/>
            <a:chOff x="249" y="3182"/>
            <a:chExt cx="3629" cy="656"/>
          </a:xfrm>
        </p:grpSpPr>
        <p:graphicFrame>
          <p:nvGraphicFramePr>
            <p:cNvPr id="22545" name="Object 34"/>
            <p:cNvGraphicFramePr/>
            <p:nvPr/>
          </p:nvGraphicFramePr>
          <p:xfrm>
            <a:off x="3424" y="3226"/>
            <a:ext cx="18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7145" imgH="109855" progId="Equation.DSMT4">
                    <p:embed/>
                  </p:oleObj>
                </mc:Choice>
                <mc:Fallback>
                  <p:oleObj r:id="rId19" imgW="17145" imgH="109855" progId="Equation.DSMT4">
                    <p:embed/>
                    <p:pic>
                      <p:nvPicPr>
                        <p:cNvPr id="22545" name="Object 34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24" y="3226"/>
                          <a:ext cx="18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Text Box 35"/>
            <p:cNvSpPr txBox="1"/>
            <p:nvPr/>
          </p:nvSpPr>
          <p:spPr>
            <a:xfrm>
              <a:off x="249" y="3182"/>
              <a:ext cx="3629" cy="6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Characteristics</a:t>
              </a:r>
              <a:r>
                <a:rPr lang="zh-CN" altLang="en-US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directional derivative is related to M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as well as line direction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.</a:t>
              </a:r>
            </a:p>
          </p:txBody>
        </p:sp>
      </p:grpSp>
      <p:sp>
        <p:nvSpPr>
          <p:cNvPr id="31780" name="Text Box 36"/>
          <p:cNvSpPr txBox="1"/>
          <p:nvPr/>
        </p:nvSpPr>
        <p:spPr>
          <a:xfrm>
            <a:off x="250825" y="5954713"/>
            <a:ext cx="93583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990000"/>
                </a:solidFill>
              </a:rPr>
              <a:t>Q</a:t>
            </a:r>
            <a:r>
              <a:rPr lang="zh-CN" altLang="en-US" sz="2400" b="1">
                <a:solidFill>
                  <a:srgbClr val="990000"/>
                </a:solidFill>
                <a:ea typeface="楷体_GB2312" pitchFamily="49" charset="-122"/>
              </a:rPr>
              <a:t>：</a:t>
            </a:r>
            <a:r>
              <a:rPr lang="en-US" altLang="zh-CN" sz="2400" b="1">
                <a:solidFill>
                  <a:srgbClr val="990000"/>
                </a:solidFill>
                <a:ea typeface="楷体_GB2312" pitchFamily="49" charset="-122"/>
              </a:rPr>
              <a:t>What is the maximum spatial rate of change and where?</a:t>
            </a:r>
            <a:endParaRPr lang="en-US" altLang="zh-CN" sz="2400" b="1">
              <a:solidFill>
                <a:srgbClr val="990000"/>
              </a:solidFill>
              <a:ea typeface="幼圆" panose="02010509060101010101" pitchFamily="49" charset="-122"/>
            </a:endParaRPr>
          </a:p>
        </p:txBody>
      </p:sp>
      <p:grpSp>
        <p:nvGrpSpPr>
          <p:cNvPr id="31781" name="Group 37"/>
          <p:cNvGrpSpPr/>
          <p:nvPr/>
        </p:nvGrpSpPr>
        <p:grpSpPr>
          <a:xfrm>
            <a:off x="539750" y="1665288"/>
            <a:ext cx="7632700" cy="468312"/>
            <a:chOff x="294" y="1191"/>
            <a:chExt cx="4808" cy="295"/>
          </a:xfrm>
        </p:grpSpPr>
        <p:sp>
          <p:nvSpPr>
            <p:cNvPr id="22541" name="Text Box 38"/>
            <p:cNvSpPr txBox="1"/>
            <p:nvPr/>
          </p:nvSpPr>
          <p:spPr>
            <a:xfrm>
              <a:off x="2766" y="1191"/>
              <a:ext cx="2336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楷体_GB2312" pitchFamily="49" charset="-122"/>
                </a:rPr>
                <a:t>——</a:t>
              </a: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is directional cosines</a:t>
              </a:r>
              <a:r>
                <a:rPr lang="en-US" altLang="zh-CN" sz="1800" b="1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6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2542" name="Object 39"/>
            <p:cNvGraphicFramePr>
              <a:graphicFrameLocks noChangeAspect="1"/>
            </p:cNvGraphicFramePr>
            <p:nvPr/>
          </p:nvGraphicFramePr>
          <p:xfrm>
            <a:off x="3265" y="1191"/>
            <a:ext cx="28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109855" imgH="109855" progId="Equation.DSMT4">
                    <p:embed/>
                  </p:oleObj>
                </mc:Choice>
                <mc:Fallback>
                  <p:oleObj r:id="rId21" imgW="109855" imgH="109855" progId="Equation.DSMT4">
                    <p:embed/>
                    <p:pic>
                      <p:nvPicPr>
                        <p:cNvPr id="22542" name="Object 39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65" y="1191"/>
                          <a:ext cx="288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3" name="Text Box 40"/>
            <p:cNvSpPr txBox="1"/>
            <p:nvPr/>
          </p:nvSpPr>
          <p:spPr>
            <a:xfrm>
              <a:off x="294" y="1192"/>
              <a:ext cx="20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400" b="1">
                <a:solidFill>
                  <a:schemeClr val="bg1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2544" name="Object 41"/>
            <p:cNvGraphicFramePr>
              <a:graphicFrameLocks noChangeAspect="1"/>
            </p:cNvGraphicFramePr>
            <p:nvPr/>
          </p:nvGraphicFramePr>
          <p:xfrm>
            <a:off x="861" y="1214"/>
            <a:ext cx="19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1047750" imgH="92710" progId="Equation.DSMT4">
                    <p:embed/>
                  </p:oleObj>
                </mc:Choice>
                <mc:Fallback>
                  <p:oleObj r:id="rId23" imgW="1047750" imgH="92710" progId="Equation.DSMT4">
                    <p:embed/>
                    <p:pic>
                      <p:nvPicPr>
                        <p:cNvPr id="22544" name="Object 41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61" y="1214"/>
                          <a:ext cx="19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802063" y="850900"/>
          <a:ext cx="41560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1943100" imgH="419100" progId="Equation.DSMT4">
                  <p:embed/>
                </p:oleObj>
              </mc:Choice>
              <mc:Fallback>
                <p:oleObj r:id="rId25" imgW="1943100" imgH="4191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802063" y="850900"/>
                        <a:ext cx="4156075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/>
      <p:bldP spid="3178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2492896"/>
            <a:ext cx="4298950" cy="3722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36"/>
          <p:cNvSpPr txBox="1"/>
          <p:nvPr/>
        </p:nvSpPr>
        <p:spPr>
          <a:xfrm>
            <a:off x="273050" y="1484784"/>
            <a:ext cx="6963246" cy="457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990000"/>
                </a:solidFill>
              </a:rPr>
              <a:t>Q</a:t>
            </a:r>
            <a:r>
              <a:rPr lang="zh-CN" altLang="en-US" sz="2400" b="1">
                <a:solidFill>
                  <a:srgbClr val="990000"/>
                </a:solidFill>
                <a:ea typeface="楷体_GB2312" pitchFamily="49" charset="-122"/>
              </a:rPr>
              <a:t>：</a:t>
            </a:r>
            <a:r>
              <a:rPr lang="en-US" altLang="zh-CN" sz="2400" b="1">
                <a:solidFill>
                  <a:srgbClr val="990000"/>
                </a:solidFill>
                <a:ea typeface="楷体_GB2312" pitchFamily="49" charset="-122"/>
              </a:rPr>
              <a:t>which direction is the best way to skip?</a:t>
            </a:r>
            <a:endParaRPr lang="en-US" altLang="zh-CN" sz="2400" b="1">
              <a:solidFill>
                <a:srgbClr val="990000"/>
              </a:solidFill>
              <a:ea typeface="幼圆" panose="02010509060101010101" pitchFamily="49" charset="-122"/>
            </a:endParaRPr>
          </a:p>
        </p:txBody>
      </p:sp>
      <p:sp>
        <p:nvSpPr>
          <p:cNvPr id="5" name="Text Box 36"/>
          <p:cNvSpPr txBox="1"/>
          <p:nvPr/>
        </p:nvSpPr>
        <p:spPr>
          <a:xfrm>
            <a:off x="4860032" y="2708920"/>
            <a:ext cx="4176464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990000"/>
                </a:solidFill>
              </a:rPr>
              <a:t>Q</a:t>
            </a:r>
            <a:r>
              <a:rPr lang="zh-CN" altLang="en-US" sz="2400" b="1">
                <a:solidFill>
                  <a:srgbClr val="990000"/>
                </a:solidFill>
                <a:ea typeface="楷体_GB2312" pitchFamily="49" charset="-122"/>
              </a:rPr>
              <a:t>：</a:t>
            </a:r>
            <a:r>
              <a:rPr lang="en-US" altLang="zh-CN" sz="2400" b="1">
                <a:solidFill>
                  <a:srgbClr val="990000"/>
                </a:solidFill>
                <a:ea typeface="楷体_GB2312" pitchFamily="49" charset="-122"/>
              </a:rPr>
              <a:t>which direction we get the maximum change?</a:t>
            </a:r>
            <a:endParaRPr lang="en-US" altLang="zh-CN" sz="2400" b="1">
              <a:solidFill>
                <a:srgbClr val="990000"/>
              </a:solidFill>
              <a:ea typeface="幼圆" panose="02010509060101010101" pitchFamily="49" charset="-122"/>
            </a:endParaRPr>
          </a:p>
        </p:txBody>
      </p:sp>
      <p:sp>
        <p:nvSpPr>
          <p:cNvPr id="6" name="箭头: 下 5"/>
          <p:cNvSpPr/>
          <p:nvPr/>
        </p:nvSpPr>
        <p:spPr>
          <a:xfrm>
            <a:off x="6300192" y="3789040"/>
            <a:ext cx="288032" cy="72008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86860" y="4767535"/>
            <a:ext cx="144943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b="1"/>
              <a:t>Gradient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8" name="Group 12"/>
          <p:cNvGrpSpPr/>
          <p:nvPr/>
        </p:nvGrpSpPr>
        <p:grpSpPr>
          <a:xfrm>
            <a:off x="-5080" y="615778"/>
            <a:ext cx="7777163" cy="522631"/>
            <a:chOff x="144" y="402"/>
            <a:chExt cx="3870" cy="297"/>
          </a:xfrm>
        </p:grpSpPr>
        <p:sp>
          <p:nvSpPr>
            <p:cNvPr id="23564" name="Rectangle 13"/>
            <p:cNvSpPr/>
            <p:nvPr/>
          </p:nvSpPr>
          <p:spPr>
            <a:xfrm>
              <a:off x="144" y="402"/>
              <a:ext cx="3870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3. </a:t>
              </a:r>
              <a:r>
                <a:rPr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Gradient of a scalar field   </a:t>
              </a:r>
              <a:r>
                <a:rPr lang="zh-CN" altLang="en-US" sz="2800" b="1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（         </a:t>
              </a:r>
              <a:r>
                <a:rPr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or</a:t>
              </a:r>
              <a:r>
                <a:rPr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gradu  </a:t>
              </a:r>
              <a:r>
                <a:rPr lang="zh-CN" altLang="en-US" sz="2800" b="1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）</a:t>
              </a:r>
            </a:p>
          </p:txBody>
        </p:sp>
        <p:graphicFrame>
          <p:nvGraphicFramePr>
            <p:cNvPr id="23565" name="Object 14"/>
            <p:cNvGraphicFramePr>
              <a:graphicFrameLocks noChangeAspect="1"/>
            </p:cNvGraphicFramePr>
            <p:nvPr/>
          </p:nvGraphicFramePr>
          <p:xfrm>
            <a:off x="2068" y="454"/>
            <a:ext cx="153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145" imgH="74930" progId="Equation.DSMT4">
                    <p:embed/>
                  </p:oleObj>
                </mc:Choice>
                <mc:Fallback>
                  <p:oleObj r:id="rId2" imgW="17145" imgH="74930" progId="Equation.DSMT4">
                    <p:embed/>
                    <p:pic>
                      <p:nvPicPr>
                        <p:cNvPr id="23565" name="Object 14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8" y="454"/>
                          <a:ext cx="153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6" name="Object 15"/>
            <p:cNvGraphicFramePr>
              <a:graphicFrameLocks noChangeAspect="1"/>
            </p:cNvGraphicFramePr>
            <p:nvPr/>
          </p:nvGraphicFramePr>
          <p:xfrm>
            <a:off x="2601" y="446"/>
            <a:ext cx="32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7635" imgH="74930" progId="Equation.DSMT4">
                    <p:embed/>
                  </p:oleObj>
                </mc:Choice>
                <mc:Fallback>
                  <p:oleObj r:id="rId4" imgW="127635" imgH="74930" progId="Equation.DSMT4">
                    <p:embed/>
                    <p:pic>
                      <p:nvPicPr>
                        <p:cNvPr id="23566" name="Object 15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01" y="446"/>
                          <a:ext cx="322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4" name="Rectangle 16"/>
          <p:cNvSpPr/>
          <p:nvPr/>
        </p:nvSpPr>
        <p:spPr>
          <a:xfrm>
            <a:off x="396875" y="2348548"/>
            <a:ext cx="8351838" cy="1152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 eaLnBrk="1" hangingPunct="1">
              <a:lnSpc>
                <a:spcPct val="140000"/>
              </a:lnSpc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Gradient of a scalar field is a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vector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marL="0" lvl="0" indent="0" eaLnBrk="1" hangingPunct="1">
              <a:lnSpc>
                <a:spcPct val="140000"/>
              </a:lnSpc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Describe the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maximum spatial rate of change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of the scalar field at a point, and the direction of maximum value;</a:t>
            </a:r>
          </a:p>
          <a:p>
            <a:pPr marL="0" lvl="0" indent="0" eaLnBrk="1" hangingPunct="1">
              <a:lnSpc>
                <a:spcPct val="140000"/>
              </a:lnSpc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Direction of a gradient at some position is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perpendicular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to the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level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surface  of the scalar field at the position.</a:t>
            </a:r>
          </a:p>
          <a:p>
            <a:pPr marL="0" lvl="0" indent="0" eaLnBrk="1" hangingPunct="1">
              <a:lnSpc>
                <a:spcPct val="140000"/>
              </a:lnSpc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The directional derivative  at a position is the projection of the gradient at this position.</a:t>
            </a:r>
          </a:p>
          <a:p>
            <a:pPr marL="0" lvl="0" indent="0" eaLnBrk="1" hangingPunct="1">
              <a:lnSpc>
                <a:spcPct val="140000"/>
              </a:lnSpc>
              <a:buClrTx/>
              <a:buSzTx/>
              <a:buFontTx/>
              <a:buChar char="•"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lvl="0" indent="0" eaLnBrk="1" hangingPunct="1">
              <a:lnSpc>
                <a:spcPct val="140000"/>
              </a:lnSpc>
              <a:buClrTx/>
              <a:buSzTx/>
              <a:buFontTx/>
              <a:buChar char="•"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562" name="Object 19"/>
          <p:cNvGraphicFramePr>
            <a:graphicFrameLocks noChangeAspect="1"/>
          </p:cNvGraphicFramePr>
          <p:nvPr/>
        </p:nvGraphicFramePr>
        <p:xfrm>
          <a:off x="2916555" y="1268730"/>
          <a:ext cx="2479675" cy="10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34695" imgH="266065" progId="Equation.DSMT4">
                  <p:embed/>
                </p:oleObj>
              </mc:Choice>
              <mc:Fallback>
                <p:oleObj r:id="rId6" imgW="734695" imgH="266065" progId="Equation.DSMT4">
                  <p:embed/>
                  <p:pic>
                    <p:nvPicPr>
                      <p:cNvPr id="23562" name="Object 1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16555" y="1268730"/>
                        <a:ext cx="2479675" cy="10337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6515735" y="1138555"/>
          <a:ext cx="255016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696075" imgH="3838575" progId="MSPhotoEd.3">
                  <p:embed/>
                </p:oleObj>
              </mc:Choice>
              <mc:Fallback>
                <p:oleObj r:id="rId8" imgW="6696075" imgH="3838575" progId="MSPhotoEd.3">
                  <p:embed/>
                  <p:pic>
                    <p:nvPicPr>
                      <p:cNvPr id="24579" name="Object 3"/>
                      <p:cNvPicPr/>
                      <p:nvPr/>
                    </p:nvPicPr>
                    <p:blipFill>
                      <a:blip r:embed="rId9">
                        <a:biLevel thresh="50000"/>
                        <a:grayscl/>
                        <a:lum bright="-12000" contrast="42000"/>
                      </a:blip>
                      <a:stretch>
                        <a:fillRect/>
                      </a:stretch>
                    </p:blipFill>
                    <p:spPr>
                      <a:xfrm>
                        <a:off x="6515735" y="1138555"/>
                        <a:ext cx="2550160" cy="17907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/>
          <p:nvPr/>
        </p:nvSpPr>
        <p:spPr>
          <a:xfrm>
            <a:off x="251143" y="692468"/>
            <a:ext cx="3671887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Expression of gradient</a:t>
            </a:r>
            <a:r>
              <a:rPr lang="zh-CN" altLang="en-US" sz="2400" b="1">
                <a:solidFill>
                  <a:srgbClr val="0000CC"/>
                </a:solidFill>
                <a:ea typeface="幼圆" panose="02010509060101010101" pitchFamily="49" charset="-122"/>
              </a:rPr>
              <a:t>：</a:t>
            </a:r>
          </a:p>
        </p:txBody>
      </p:sp>
      <p:grpSp>
        <p:nvGrpSpPr>
          <p:cNvPr id="32771" name="Group 3"/>
          <p:cNvGrpSpPr/>
          <p:nvPr/>
        </p:nvGrpSpPr>
        <p:grpSpPr>
          <a:xfrm>
            <a:off x="1403033" y="2082483"/>
            <a:ext cx="5978525" cy="823912"/>
            <a:chOff x="431" y="2767"/>
            <a:chExt cx="3766" cy="519"/>
          </a:xfrm>
        </p:grpSpPr>
        <p:graphicFrame>
          <p:nvGraphicFramePr>
            <p:cNvPr id="23571" name="Object 4"/>
            <p:cNvGraphicFramePr>
              <a:graphicFrameLocks noChangeAspect="1"/>
            </p:cNvGraphicFramePr>
            <p:nvPr/>
          </p:nvGraphicFramePr>
          <p:xfrm>
            <a:off x="1791" y="2767"/>
            <a:ext cx="2406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88160" imgH="353060" progId="Equation.DSMT4">
                    <p:embed/>
                  </p:oleObj>
                </mc:Choice>
                <mc:Fallback>
                  <p:oleObj r:id="rId2" imgW="1788160" imgH="353060" progId="Equation.DSMT4">
                    <p:embed/>
                    <p:pic>
                      <p:nvPicPr>
                        <p:cNvPr id="23571" name="Object 4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2767"/>
                          <a:ext cx="2406" cy="5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2" name="Rectangle 5"/>
            <p:cNvSpPr/>
            <p:nvPr/>
          </p:nvSpPr>
          <p:spPr>
            <a:xfrm>
              <a:off x="431" y="2878"/>
              <a:ext cx="154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Cylindrical </a:t>
              </a:r>
            </a:p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Coordinates:</a:t>
              </a:r>
            </a:p>
          </p:txBody>
        </p:sp>
      </p:grpSp>
      <p:grpSp>
        <p:nvGrpSpPr>
          <p:cNvPr id="32774" name="Group 6"/>
          <p:cNvGrpSpPr/>
          <p:nvPr/>
        </p:nvGrpSpPr>
        <p:grpSpPr>
          <a:xfrm>
            <a:off x="1404620" y="2992120"/>
            <a:ext cx="6562725" cy="777875"/>
            <a:chOff x="430" y="3394"/>
            <a:chExt cx="4134" cy="490"/>
          </a:xfrm>
        </p:grpSpPr>
        <p:graphicFrame>
          <p:nvGraphicFramePr>
            <p:cNvPr id="23569" name="Object 7"/>
            <p:cNvGraphicFramePr>
              <a:graphicFrameLocks noChangeAspect="1"/>
            </p:cNvGraphicFramePr>
            <p:nvPr/>
          </p:nvGraphicFramePr>
          <p:xfrm>
            <a:off x="1791" y="3394"/>
            <a:ext cx="2773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915795" imgH="295275" progId="Equation.DSMT4">
                    <p:embed/>
                  </p:oleObj>
                </mc:Choice>
                <mc:Fallback>
                  <p:oleObj r:id="rId4" imgW="1915795" imgH="295275" progId="Equation.DSMT4">
                    <p:embed/>
                    <p:pic>
                      <p:nvPicPr>
                        <p:cNvPr id="23569" name="Object 7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3394"/>
                          <a:ext cx="2773" cy="4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0" name="Rectangle 8"/>
            <p:cNvSpPr/>
            <p:nvPr/>
          </p:nvSpPr>
          <p:spPr>
            <a:xfrm>
              <a:off x="430" y="3468"/>
              <a:ext cx="140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Spherical </a:t>
              </a:r>
            </a:p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Coordinates:</a:t>
              </a:r>
            </a:p>
          </p:txBody>
        </p:sp>
      </p:grpSp>
      <p:grpSp>
        <p:nvGrpSpPr>
          <p:cNvPr id="32777" name="Group 9"/>
          <p:cNvGrpSpPr/>
          <p:nvPr/>
        </p:nvGrpSpPr>
        <p:grpSpPr>
          <a:xfrm>
            <a:off x="1403033" y="1195070"/>
            <a:ext cx="5330825" cy="774700"/>
            <a:chOff x="430" y="2197"/>
            <a:chExt cx="3358" cy="488"/>
          </a:xfrm>
        </p:grpSpPr>
        <p:graphicFrame>
          <p:nvGraphicFramePr>
            <p:cNvPr id="23567" name="Object 10"/>
            <p:cNvGraphicFramePr>
              <a:graphicFrameLocks noChangeAspect="1"/>
            </p:cNvGraphicFramePr>
            <p:nvPr/>
          </p:nvGraphicFramePr>
          <p:xfrm>
            <a:off x="1791" y="2197"/>
            <a:ext cx="199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412240" imgH="295275" progId="Equation.DSMT4">
                    <p:embed/>
                  </p:oleObj>
                </mc:Choice>
                <mc:Fallback>
                  <p:oleObj r:id="rId6" imgW="1412240" imgH="295275" progId="Equation.DSMT4">
                    <p:embed/>
                    <p:pic>
                      <p:nvPicPr>
                        <p:cNvPr id="23567" name="Object 10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2197"/>
                          <a:ext cx="1997" cy="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9" name="Rectangle 11"/>
            <p:cNvSpPr>
              <a:spLocks noChangeArrowheads="1"/>
            </p:cNvSpPr>
            <p:nvPr/>
          </p:nvSpPr>
          <p:spPr bwMode="auto">
            <a:xfrm>
              <a:off x="430" y="2288"/>
              <a:ext cx="1542" cy="3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Cartesian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Coordinates:</a:t>
              </a:r>
            </a:p>
          </p:txBody>
        </p:sp>
      </p:grpSp>
      <p:sp>
        <p:nvSpPr>
          <p:cNvPr id="33797" name="Rectangle 5"/>
          <p:cNvSpPr/>
          <p:nvPr/>
        </p:nvSpPr>
        <p:spPr>
          <a:xfrm>
            <a:off x="1619568" y="4814888"/>
            <a:ext cx="2663825" cy="430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Basic equations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</a:p>
        </p:txBody>
      </p:sp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4499293" y="4165600"/>
          <a:ext cx="2520950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82040" imgH="977900" progId="Equation.DSMT4">
                  <p:embed/>
                </p:oleObj>
              </mc:Choice>
              <mc:Fallback>
                <p:oleObj r:id="rId8" imgW="1082040" imgH="977900" progId="Equation.DSMT4">
                  <p:embed/>
                  <p:pic>
                    <p:nvPicPr>
                      <p:cNvPr id="33798" name="Object 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99293" y="4165600"/>
                        <a:ext cx="2520950" cy="194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379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18148" y="3996531"/>
            <a:ext cx="800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en-US" altLang="zh-CN" sz="2400" b="1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Solution:</a:t>
            </a:r>
            <a:r>
              <a:rPr lang="en-US" altLang="zh-CN" sz="2400" b="1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(1) from the expression of gradient:</a:t>
            </a: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2195513" y="4508500"/>
          <a:ext cx="5440362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13635" imgH="295275" progId="Equation.DSMT4">
                  <p:embed/>
                </p:oleObj>
              </mc:Choice>
              <mc:Fallback>
                <p:oleObj r:id="rId2" imgW="2413635" imgH="295275" progId="Equation.DSMT4">
                  <p:embed/>
                  <p:pic>
                    <p:nvPicPr>
                      <p:cNvPr id="34819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95513" y="4508500"/>
                        <a:ext cx="5440362" cy="833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2916238" y="5394325"/>
          <a:ext cx="49117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70430" imgH="161925" progId="Equation.DSMT4">
                  <p:embed/>
                </p:oleObj>
              </mc:Choice>
              <mc:Fallback>
                <p:oleObj r:id="rId4" imgW="2170430" imgH="161925" progId="Equation.DSMT4">
                  <p:embed/>
                  <p:pic>
                    <p:nvPicPr>
                      <p:cNvPr id="34820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5394325"/>
                        <a:ext cx="4911725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1" name="Group 5"/>
          <p:cNvGrpSpPr/>
          <p:nvPr/>
        </p:nvGrpSpPr>
        <p:grpSpPr>
          <a:xfrm>
            <a:off x="0" y="404813"/>
            <a:ext cx="8785225" cy="3565524"/>
            <a:chOff x="113" y="346"/>
            <a:chExt cx="5534" cy="2246"/>
          </a:xfrm>
        </p:grpSpPr>
        <p:sp>
          <p:nvSpPr>
            <p:cNvPr id="25606" name="Text Box 6"/>
            <p:cNvSpPr txBox="1"/>
            <p:nvPr/>
          </p:nvSpPr>
          <p:spPr>
            <a:xfrm>
              <a:off x="113" y="346"/>
              <a:ext cx="5534" cy="2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latin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rgbClr val="99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Example1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marL="0" lvl="0" indent="0" algn="just" eaLnBrk="1" latin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Give a scalar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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x,y,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z) =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＋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en-US" altLang="zh-CN" sz="2800" b="1" baseline="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－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z, find:</a:t>
              </a:r>
            </a:p>
            <a:p>
              <a:pPr marL="0" lvl="0" indent="0" algn="just" eaLnBrk="1" latin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(1) the gradient of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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 at the point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(1,1,1), </a:t>
              </a:r>
            </a:p>
            <a:p>
              <a:pPr marL="0" lvl="0" indent="0" algn="just" eaLnBrk="1" latin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and the unit vector of that gradient;</a:t>
              </a:r>
            </a:p>
            <a:p>
              <a:pPr marL="0" lvl="0" indent="0" algn="just" eaLnBrk="1" latin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(2) the directional derivative of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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along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the unit vector:</a:t>
              </a:r>
            </a:p>
            <a:p>
              <a:pPr marL="0" lvl="0" indent="0" algn="just" eaLnBrk="1" latin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0" lvl="0" indent="0" algn="just" eaLnBrk="1" latin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then compare the results and draw a conclusion.</a:t>
              </a:r>
            </a:p>
          </p:txBody>
        </p:sp>
        <p:graphicFrame>
          <p:nvGraphicFramePr>
            <p:cNvPr id="25607" name="Object 7"/>
            <p:cNvGraphicFramePr>
              <a:graphicFrameLocks noChangeAspect="1"/>
            </p:cNvGraphicFramePr>
            <p:nvPr/>
          </p:nvGraphicFramePr>
          <p:xfrm>
            <a:off x="1428" y="1985"/>
            <a:ext cx="290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037080" imgH="144780" progId="Equation.DSMT4">
                    <p:embed/>
                  </p:oleObj>
                </mc:Choice>
                <mc:Fallback>
                  <p:oleObj r:id="rId6" imgW="2037080" imgH="144780" progId="Equation.DSMT4">
                    <p:embed/>
                    <p:pic>
                      <p:nvPicPr>
                        <p:cNvPr id="25607" name="Object 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28" y="1985"/>
                          <a:ext cx="2903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/>
          <p:nvPr/>
        </p:nvSpPr>
        <p:spPr>
          <a:xfrm>
            <a:off x="179388" y="1052513"/>
            <a:ext cx="632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 unit vector of the gradient:</a:t>
            </a:r>
            <a:r>
              <a:rPr lang="en-US" altLang="zh-CN" sz="2000">
                <a:solidFill>
                  <a:schemeClr val="bg1"/>
                </a:solidFill>
                <a:latin typeface="Gulim" pitchFamily="34" charset="-127"/>
                <a:ea typeface="Gulim" pitchFamily="34" charset="-127"/>
              </a:rPr>
              <a:t> 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1042988" y="1484313"/>
          <a:ext cx="7632700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87395" imgH="440055" progId="Equation.DSMT4">
                  <p:embed/>
                </p:oleObj>
              </mc:Choice>
              <mc:Fallback>
                <p:oleObj r:id="rId2" imgW="3287395" imgH="440055" progId="Equation.DSMT4">
                  <p:embed/>
                  <p:pic>
                    <p:nvPicPr>
                      <p:cNvPr id="35843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484313"/>
                        <a:ext cx="7632700" cy="1198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/>
          <p:nvPr/>
        </p:nvSpPr>
        <p:spPr>
          <a:xfrm>
            <a:off x="0" y="2492375"/>
            <a:ext cx="8763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latin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(2) from the relationship of the directional derivative and gradient, the directional derivative along the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5845" name="Text Box 5"/>
          <p:cNvSpPr txBox="1"/>
          <p:nvPr/>
        </p:nvSpPr>
        <p:spPr>
          <a:xfrm>
            <a:off x="755650" y="5013325"/>
            <a:ext cx="77771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For a certain point, the value of the directional derivative: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1979613" y="5470208"/>
          <a:ext cx="47529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28800" imgH="353060" progId="Equation.DSMT4">
                  <p:embed/>
                </p:oleObj>
              </mc:Choice>
              <mc:Fallback>
                <p:oleObj r:id="rId4" imgW="1828800" imgH="353060" progId="Equation.DSMT4">
                  <p:embed/>
                  <p:pic>
                    <p:nvPicPr>
                      <p:cNvPr id="35846" name="Object 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5470208"/>
                        <a:ext cx="4752975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1476375" y="3644900"/>
          <a:ext cx="662305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957195" imgH="300990" progId="Equation.DSMT4">
                  <p:embed/>
                </p:oleObj>
              </mc:Choice>
              <mc:Fallback>
                <p:oleObj r:id="rId6" imgW="2957195" imgH="300990" progId="Equation.DSMT4">
                  <p:embed/>
                  <p:pic>
                    <p:nvPicPr>
                      <p:cNvPr id="35847" name="Object 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3644900"/>
                        <a:ext cx="6623050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1979613" y="4230688"/>
          <a:ext cx="17621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17550" imgH="266065" progId="Equation.DSMT4">
                  <p:embed/>
                </p:oleObj>
              </mc:Choice>
              <mc:Fallback>
                <p:oleObj r:id="rId8" imgW="717550" imgH="266065" progId="Equation.DSMT4">
                  <p:embed/>
                  <p:pic>
                    <p:nvPicPr>
                      <p:cNvPr id="35848" name="Object 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4230688"/>
                        <a:ext cx="1762125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4" grpId="0"/>
      <p:bldP spid="358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/>
          <p:nvPr/>
        </p:nvSpPr>
        <p:spPr>
          <a:xfrm>
            <a:off x="323850" y="1341438"/>
            <a:ext cx="662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However the gradient of that point is:</a:t>
            </a:r>
            <a:r>
              <a:rPr lang="en-US" altLang="zh-CN"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1835150" y="2228850"/>
          <a:ext cx="52578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9150" imgH="266065" progId="Equation.DSMT4">
                  <p:embed/>
                </p:oleObj>
              </mc:Choice>
              <mc:Fallback>
                <p:oleObj r:id="rId2" imgW="2089150" imgH="266065" progId="Equation.DSMT4">
                  <p:embed/>
                  <p:pic>
                    <p:nvPicPr>
                      <p:cNvPr id="36867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2228850"/>
                        <a:ext cx="5257800" cy="83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68" name="Group 4"/>
          <p:cNvGrpSpPr/>
          <p:nvPr/>
        </p:nvGrpSpPr>
        <p:grpSpPr>
          <a:xfrm>
            <a:off x="323850" y="3357563"/>
            <a:ext cx="8458200" cy="1492250"/>
            <a:chOff x="158" y="1220"/>
            <a:chExt cx="5328" cy="940"/>
          </a:xfrm>
        </p:grpSpPr>
        <p:sp>
          <p:nvSpPr>
            <p:cNvPr id="27654" name="Rectangle 5"/>
            <p:cNvSpPr/>
            <p:nvPr/>
          </p:nvSpPr>
          <p:spPr>
            <a:xfrm>
              <a:off x="158" y="1220"/>
              <a:ext cx="5328" cy="9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266700" algn="just"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Obviously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    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describe the maximum value of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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 at the point P, the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maximum directional derivative, so always is: </a:t>
              </a:r>
              <a:endParaRPr lang="en-US" altLang="zh-CN" sz="2400" b="1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endParaRPr>
            </a:p>
            <a:p>
              <a:pPr marL="0" lvl="0" indent="26670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b="1" i="1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7655" name="Object 6"/>
            <p:cNvGraphicFramePr>
              <a:graphicFrameLocks noChangeAspect="1"/>
            </p:cNvGraphicFramePr>
            <p:nvPr/>
          </p:nvGraphicFramePr>
          <p:xfrm>
            <a:off x="1475" y="1361"/>
            <a:ext cx="40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48920" imgH="144780" progId="Equation.DSMT4">
                    <p:embed/>
                  </p:oleObj>
                </mc:Choice>
                <mc:Fallback>
                  <p:oleObj r:id="rId4" imgW="248920" imgH="144780" progId="Equation.DSMT4">
                    <p:embed/>
                    <p:pic>
                      <p:nvPicPr>
                        <p:cNvPr id="27655" name="Object 6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75" y="1361"/>
                          <a:ext cx="40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6" name="Object 7"/>
            <p:cNvGraphicFramePr>
              <a:graphicFrameLocks noChangeAspect="1"/>
            </p:cNvGraphicFramePr>
            <p:nvPr/>
          </p:nvGraphicFramePr>
          <p:xfrm>
            <a:off x="2615" y="1733"/>
            <a:ext cx="13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7145" imgH="74930" progId="Equation.DSMT4">
                    <p:embed/>
                  </p:oleObj>
                </mc:Choice>
                <mc:Fallback>
                  <p:oleObj r:id="rId6" imgW="17145" imgH="74930" progId="Equation.DSMT4">
                    <p:embed/>
                    <p:pic>
                      <p:nvPicPr>
                        <p:cNvPr id="27656" name="Object 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15" y="1733"/>
                          <a:ext cx="139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874" name="Object 10"/>
          <p:cNvGraphicFramePr>
            <a:graphicFrameLocks noGrp="1" noChangeAspect="1"/>
          </p:cNvGraphicFramePr>
          <p:nvPr>
            <p:ph hasCustomPrompt="1"/>
          </p:nvPr>
        </p:nvGraphicFramePr>
        <p:xfrm>
          <a:off x="3059113" y="4724400"/>
          <a:ext cx="24479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73760" imgH="335915" progId="Equation.DSMT4">
                  <p:embed/>
                </p:oleObj>
              </mc:Choice>
              <mc:Fallback>
                <p:oleObj r:id="rId8" imgW="873760" imgH="335915" progId="Equation.DSMT4">
                  <p:embed/>
                  <p:pic>
                    <p:nvPicPr>
                      <p:cNvPr id="36874" name="Object 10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059113" y="4724400"/>
                        <a:ext cx="2447925" cy="10620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7" name="对象 1"/>
          <p:cNvGraphicFramePr/>
          <p:nvPr/>
        </p:nvGraphicFramePr>
        <p:xfrm>
          <a:off x="995522" y="2422367"/>
          <a:ext cx="3198495" cy="115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82700" imgH="457200" progId="Equation.DSMT4">
                  <p:embed/>
                </p:oleObj>
              </mc:Choice>
              <mc:Fallback>
                <p:oleObj r:id="rId2" imgW="1282700" imgH="457200" progId="Equation.DSMT4">
                  <p:embed/>
                  <p:pic>
                    <p:nvPicPr>
                      <p:cNvPr id="36867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5522" y="2422367"/>
                        <a:ext cx="3198495" cy="115443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对象 5"/>
          <p:cNvGraphicFramePr/>
          <p:nvPr/>
        </p:nvGraphicFramePr>
        <p:xfrm>
          <a:off x="5004118" y="2421255"/>
          <a:ext cx="2628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54100" imgH="457200" progId="Equation.DSMT4">
                  <p:embed/>
                </p:oleObj>
              </mc:Choice>
              <mc:Fallback>
                <p:oleObj r:id="rId4" imgW="1054100" imgH="457200" progId="Equation.DSMT4">
                  <p:embed/>
                  <p:pic>
                    <p:nvPicPr>
                      <p:cNvPr id="36868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04118" y="2421255"/>
                        <a:ext cx="2628900" cy="11557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259840" y="838200"/>
            <a:ext cx="2609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Exercise</a:t>
            </a:r>
            <a:r>
              <a:rPr lang="zh-CN" altLang="en-US" sz="2800"/>
              <a:t>：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15" y="478155"/>
            <a:ext cx="9144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975100" y="2707640"/>
            <a:ext cx="4606290" cy="2425700"/>
            <a:chOff x="736" y="2451"/>
            <a:chExt cx="7254" cy="3820"/>
          </a:xfrm>
        </p:grpSpPr>
        <p:sp>
          <p:nvSpPr>
            <p:cNvPr id="4" name="文本框 3"/>
            <p:cNvSpPr txBox="1"/>
            <p:nvPr/>
          </p:nvSpPr>
          <p:spPr>
            <a:xfrm>
              <a:off x="736" y="3358"/>
              <a:ext cx="7200" cy="18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/>
                <a:t>【浴缸放水竟产生有趣漩涡】 https://www.bilibili.com/video/BV1sd4y1J7nV/?share_source=copy_web&amp;vd_source=c775de3b4c88257d02639e487d4cbec4</a:t>
              </a:r>
            </a:p>
          </p:txBody>
        </p:sp>
        <p:pic>
          <p:nvPicPr>
            <p:cNvPr id="5" name="图片 4">
              <a:hlinkClick r:id="rId2" action="ppaction://hlinkfil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" y="2451"/>
              <a:ext cx="7140" cy="382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107315" y="620395"/>
            <a:ext cx="898525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400" b="1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+mj-cs"/>
                <a:sym typeface="+mn-ea"/>
              </a:rPr>
              <a:t>2.4 Flux and divergence of a vector field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9750" y="2707640"/>
            <a:ext cx="350774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Concept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the tangent direction of each point represents the direction of the vector field.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/>
          <p:nvPr/>
        </p:nvSpPr>
        <p:spPr>
          <a:xfrm>
            <a:off x="247289" y="680561"/>
            <a:ext cx="4605337" cy="574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82600" lvl="0" indent="-482600" eaLnBrk="1" hangingPunct="1">
              <a:buClrTx/>
              <a:buSzTx/>
              <a:buFontTx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 1.  Vector line</a:t>
            </a:r>
            <a:r>
              <a:rPr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     </a:t>
            </a:r>
            <a:endParaRPr lang="en-US" altLang="zh-CN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7892" name="Text Box 4"/>
          <p:cNvSpPr txBox="1"/>
          <p:nvPr/>
        </p:nvSpPr>
        <p:spPr>
          <a:xfrm>
            <a:off x="391751" y="1196181"/>
            <a:ext cx="3176905" cy="1641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Describe the distribution of the vector field visually </a:t>
            </a: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073162"/>
              </p:ext>
            </p:extLst>
          </p:nvPr>
        </p:nvGraphicFramePr>
        <p:xfrm>
          <a:off x="2096343" y="4428227"/>
          <a:ext cx="489585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28215" imgH="370205" progId="Equation.DSMT4">
                  <p:embed/>
                </p:oleObj>
              </mc:Choice>
              <mc:Fallback>
                <p:oleObj r:id="rId2" imgW="2228215" imgH="370205" progId="Equation.DSMT4">
                  <p:embed/>
                  <p:pic>
                    <p:nvPicPr>
                      <p:cNvPr id="37893" name="Object 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96343" y="4428227"/>
                        <a:ext cx="4895850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Text Box 6"/>
          <p:cNvSpPr txBox="1"/>
          <p:nvPr/>
        </p:nvSpPr>
        <p:spPr>
          <a:xfrm>
            <a:off x="444708" y="3919910"/>
            <a:ext cx="37449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Vector line equation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</a:p>
        </p:txBody>
      </p:sp>
      <p:grpSp>
        <p:nvGrpSpPr>
          <p:cNvPr id="37896" name="Group 8"/>
          <p:cNvGrpSpPr/>
          <p:nvPr/>
        </p:nvGrpSpPr>
        <p:grpSpPr>
          <a:xfrm>
            <a:off x="6011863" y="775400"/>
            <a:ext cx="3132137" cy="2879725"/>
            <a:chOff x="3969" y="981"/>
            <a:chExt cx="1655" cy="1633"/>
          </a:xfrm>
        </p:grpSpPr>
        <p:sp>
          <p:nvSpPr>
            <p:cNvPr id="28682" name="Rectangle 9"/>
            <p:cNvSpPr/>
            <p:nvPr/>
          </p:nvSpPr>
          <p:spPr>
            <a:xfrm>
              <a:off x="3969" y="981"/>
              <a:ext cx="1655" cy="163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3" name="AutoShape 10"/>
            <p:cNvSpPr>
              <a:spLocks noChangeAspect="1" noTextEdit="1"/>
            </p:cNvSpPr>
            <p:nvPr/>
          </p:nvSpPr>
          <p:spPr>
            <a:xfrm>
              <a:off x="4196" y="1163"/>
              <a:ext cx="1092" cy="11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Rectangle 11"/>
            <p:cNvSpPr/>
            <p:nvPr/>
          </p:nvSpPr>
          <p:spPr>
            <a:xfrm>
              <a:off x="4423" y="2369"/>
              <a:ext cx="67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Vector line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685" name="Freeform 12"/>
            <p:cNvSpPr>
              <a:spLocks noEditPoints="1"/>
            </p:cNvSpPr>
            <p:nvPr/>
          </p:nvSpPr>
          <p:spPr>
            <a:xfrm rot="470356">
              <a:off x="4174" y="1026"/>
              <a:ext cx="1110" cy="833"/>
            </a:xfrm>
            <a:custGeom>
              <a:avLst/>
              <a:gdLst/>
              <a:ahLst/>
              <a:cxnLst>
                <a:cxn ang="0">
                  <a:pos x="238" y="50628"/>
                </a:cxn>
                <a:cxn ang="0">
                  <a:pos x="859" y="47788"/>
                </a:cxn>
                <a:cxn ang="0">
                  <a:pos x="1874" y="44930"/>
                </a:cxn>
                <a:cxn ang="0">
                  <a:pos x="3095" y="42221"/>
                </a:cxn>
                <a:cxn ang="0">
                  <a:pos x="4549" y="39576"/>
                </a:cxn>
                <a:cxn ang="0">
                  <a:pos x="6375" y="36936"/>
                </a:cxn>
                <a:cxn ang="0">
                  <a:pos x="8481" y="34351"/>
                </a:cxn>
                <a:cxn ang="0">
                  <a:pos x="11962" y="30723"/>
                </a:cxn>
                <a:cxn ang="0">
                  <a:pos x="17481" y="26149"/>
                </a:cxn>
                <a:cxn ang="0">
                  <a:pos x="23974" y="21761"/>
                </a:cxn>
                <a:cxn ang="0">
                  <a:pos x="30985" y="17773"/>
                </a:cxn>
                <a:cxn ang="0">
                  <a:pos x="38988" y="14114"/>
                </a:cxn>
                <a:cxn ang="0">
                  <a:pos x="47505" y="10807"/>
                </a:cxn>
                <a:cxn ang="0">
                  <a:pos x="56907" y="7985"/>
                </a:cxn>
                <a:cxn ang="0">
                  <a:pos x="66810" y="5559"/>
                </a:cxn>
                <a:cxn ang="0">
                  <a:pos x="77124" y="3599"/>
                </a:cxn>
                <a:cxn ang="0">
                  <a:pos x="87716" y="2180"/>
                </a:cxn>
                <a:cxn ang="0">
                  <a:pos x="93291" y="1765"/>
                </a:cxn>
                <a:cxn ang="0">
                  <a:pos x="99043" y="1236"/>
                </a:cxn>
                <a:cxn ang="0">
                  <a:pos x="104613" y="1063"/>
                </a:cxn>
                <a:cxn ang="0">
                  <a:pos x="109806" y="976"/>
                </a:cxn>
                <a:cxn ang="0">
                  <a:pos x="107547" y="2069"/>
                </a:cxn>
                <a:cxn ang="0">
                  <a:pos x="102108" y="2254"/>
                </a:cxn>
                <a:cxn ang="0">
                  <a:pos x="96490" y="2570"/>
                </a:cxn>
                <a:cxn ang="0">
                  <a:pos x="90861" y="3013"/>
                </a:cxn>
                <a:cxn ang="0">
                  <a:pos x="82793" y="3951"/>
                </a:cxn>
                <a:cxn ang="0">
                  <a:pos x="72440" y="5559"/>
                </a:cxn>
                <a:cxn ang="0">
                  <a:pos x="62583" y="7764"/>
                </a:cxn>
                <a:cxn ang="0">
                  <a:pos x="53257" y="10322"/>
                </a:cxn>
                <a:cxn ang="0">
                  <a:pos x="44552" y="13296"/>
                </a:cxn>
                <a:cxn ang="0">
                  <a:pos x="36316" y="16677"/>
                </a:cxn>
                <a:cxn ang="0">
                  <a:pos x="28808" y="20395"/>
                </a:cxn>
                <a:cxn ang="0">
                  <a:pos x="22217" y="24517"/>
                </a:cxn>
                <a:cxn ang="0">
                  <a:pos x="16392" y="28929"/>
                </a:cxn>
                <a:cxn ang="0">
                  <a:pos x="11402" y="33693"/>
                </a:cxn>
                <a:cxn ang="0">
                  <a:pos x="9276" y="36104"/>
                </a:cxn>
                <a:cxn ang="0">
                  <a:pos x="7388" y="38568"/>
                </a:cxn>
                <a:cxn ang="0">
                  <a:pos x="5780" y="41200"/>
                </a:cxn>
                <a:cxn ang="0">
                  <a:pos x="4405" y="43839"/>
                </a:cxn>
                <a:cxn ang="0">
                  <a:pos x="3439" y="46466"/>
                </a:cxn>
                <a:cxn ang="0">
                  <a:pos x="2530" y="49291"/>
                </a:cxn>
                <a:cxn ang="0">
                  <a:pos x="2019" y="52036"/>
                </a:cxn>
                <a:cxn ang="0">
                  <a:pos x="108567" y="0"/>
                </a:cxn>
                <a:cxn ang="0">
                  <a:pos x="108495" y="3013"/>
                </a:cxn>
              </a:cxnLst>
              <a:rect l="0" t="0" r="0" b="0"/>
              <a:pathLst>
                <a:path w="724" h="572">
                  <a:moveTo>
                    <a:pt x="0" y="571"/>
                  </a:moveTo>
                  <a:lnTo>
                    <a:pt x="1" y="556"/>
                  </a:lnTo>
                  <a:lnTo>
                    <a:pt x="3" y="540"/>
                  </a:lnTo>
                  <a:lnTo>
                    <a:pt x="5" y="525"/>
                  </a:lnTo>
                  <a:lnTo>
                    <a:pt x="8" y="509"/>
                  </a:lnTo>
                  <a:lnTo>
                    <a:pt x="11" y="494"/>
                  </a:lnTo>
                  <a:lnTo>
                    <a:pt x="14" y="479"/>
                  </a:lnTo>
                  <a:lnTo>
                    <a:pt x="18" y="464"/>
                  </a:lnTo>
                  <a:lnTo>
                    <a:pt x="23" y="449"/>
                  </a:lnTo>
                  <a:lnTo>
                    <a:pt x="27" y="435"/>
                  </a:lnTo>
                  <a:lnTo>
                    <a:pt x="33" y="420"/>
                  </a:lnTo>
                  <a:lnTo>
                    <a:pt x="38" y="406"/>
                  </a:lnTo>
                  <a:lnTo>
                    <a:pt x="44" y="392"/>
                  </a:lnTo>
                  <a:lnTo>
                    <a:pt x="50" y="378"/>
                  </a:lnTo>
                  <a:lnTo>
                    <a:pt x="57" y="365"/>
                  </a:lnTo>
                  <a:lnTo>
                    <a:pt x="71" y="338"/>
                  </a:lnTo>
                  <a:lnTo>
                    <a:pt x="87" y="312"/>
                  </a:lnTo>
                  <a:lnTo>
                    <a:pt x="104" y="287"/>
                  </a:lnTo>
                  <a:lnTo>
                    <a:pt x="122" y="262"/>
                  </a:lnTo>
                  <a:lnTo>
                    <a:pt x="142" y="239"/>
                  </a:lnTo>
                  <a:lnTo>
                    <a:pt x="162" y="216"/>
                  </a:lnTo>
                  <a:lnTo>
                    <a:pt x="184" y="195"/>
                  </a:lnTo>
                  <a:lnTo>
                    <a:pt x="207" y="174"/>
                  </a:lnTo>
                  <a:lnTo>
                    <a:pt x="231" y="155"/>
                  </a:lnTo>
                  <a:lnTo>
                    <a:pt x="256" y="136"/>
                  </a:lnTo>
                  <a:lnTo>
                    <a:pt x="282" y="119"/>
                  </a:lnTo>
                  <a:lnTo>
                    <a:pt x="309" y="103"/>
                  </a:lnTo>
                  <a:lnTo>
                    <a:pt x="337" y="88"/>
                  </a:lnTo>
                  <a:lnTo>
                    <a:pt x="366" y="74"/>
                  </a:lnTo>
                  <a:lnTo>
                    <a:pt x="396" y="61"/>
                  </a:lnTo>
                  <a:lnTo>
                    <a:pt x="426" y="50"/>
                  </a:lnTo>
                  <a:lnTo>
                    <a:pt x="457" y="40"/>
                  </a:lnTo>
                  <a:lnTo>
                    <a:pt x="488" y="32"/>
                  </a:lnTo>
                  <a:lnTo>
                    <a:pt x="520" y="24"/>
                  </a:lnTo>
                  <a:lnTo>
                    <a:pt x="537" y="21"/>
                  </a:lnTo>
                  <a:lnTo>
                    <a:pt x="553" y="19"/>
                  </a:lnTo>
                  <a:lnTo>
                    <a:pt x="570" y="16"/>
                  </a:lnTo>
                  <a:lnTo>
                    <a:pt x="587" y="14"/>
                  </a:lnTo>
                  <a:lnTo>
                    <a:pt x="603" y="13"/>
                  </a:lnTo>
                  <a:lnTo>
                    <a:pt x="620" y="12"/>
                  </a:lnTo>
                  <a:lnTo>
                    <a:pt x="637" y="11"/>
                  </a:lnTo>
                  <a:lnTo>
                    <a:pt x="651" y="11"/>
                  </a:lnTo>
                  <a:lnTo>
                    <a:pt x="651" y="23"/>
                  </a:lnTo>
                  <a:lnTo>
                    <a:pt x="638" y="23"/>
                  </a:lnTo>
                  <a:lnTo>
                    <a:pt x="621" y="23"/>
                  </a:lnTo>
                  <a:lnTo>
                    <a:pt x="605" y="25"/>
                  </a:lnTo>
                  <a:lnTo>
                    <a:pt x="588" y="26"/>
                  </a:lnTo>
                  <a:lnTo>
                    <a:pt x="572" y="28"/>
                  </a:lnTo>
                  <a:lnTo>
                    <a:pt x="555" y="31"/>
                  </a:lnTo>
                  <a:lnTo>
                    <a:pt x="539" y="33"/>
                  </a:lnTo>
                  <a:lnTo>
                    <a:pt x="523" y="36"/>
                  </a:lnTo>
                  <a:lnTo>
                    <a:pt x="491" y="43"/>
                  </a:lnTo>
                  <a:lnTo>
                    <a:pt x="460" y="52"/>
                  </a:lnTo>
                  <a:lnTo>
                    <a:pt x="430" y="61"/>
                  </a:lnTo>
                  <a:lnTo>
                    <a:pt x="400" y="73"/>
                  </a:lnTo>
                  <a:lnTo>
                    <a:pt x="371" y="85"/>
                  </a:lnTo>
                  <a:lnTo>
                    <a:pt x="343" y="98"/>
                  </a:lnTo>
                  <a:lnTo>
                    <a:pt x="316" y="113"/>
                  </a:lnTo>
                  <a:lnTo>
                    <a:pt x="289" y="129"/>
                  </a:lnTo>
                  <a:lnTo>
                    <a:pt x="264" y="146"/>
                  </a:lnTo>
                  <a:lnTo>
                    <a:pt x="239" y="164"/>
                  </a:lnTo>
                  <a:lnTo>
                    <a:pt x="215" y="183"/>
                  </a:lnTo>
                  <a:lnTo>
                    <a:pt x="193" y="203"/>
                  </a:lnTo>
                  <a:lnTo>
                    <a:pt x="171" y="224"/>
                  </a:lnTo>
                  <a:lnTo>
                    <a:pt x="151" y="246"/>
                  </a:lnTo>
                  <a:lnTo>
                    <a:pt x="132" y="269"/>
                  </a:lnTo>
                  <a:lnTo>
                    <a:pt x="114" y="293"/>
                  </a:lnTo>
                  <a:lnTo>
                    <a:pt x="97" y="318"/>
                  </a:lnTo>
                  <a:lnTo>
                    <a:pt x="82" y="343"/>
                  </a:lnTo>
                  <a:lnTo>
                    <a:pt x="68" y="370"/>
                  </a:lnTo>
                  <a:lnTo>
                    <a:pt x="61" y="383"/>
                  </a:lnTo>
                  <a:lnTo>
                    <a:pt x="55" y="397"/>
                  </a:lnTo>
                  <a:lnTo>
                    <a:pt x="49" y="411"/>
                  </a:lnTo>
                  <a:lnTo>
                    <a:pt x="44" y="424"/>
                  </a:lnTo>
                  <a:lnTo>
                    <a:pt x="39" y="438"/>
                  </a:lnTo>
                  <a:lnTo>
                    <a:pt x="34" y="453"/>
                  </a:lnTo>
                  <a:lnTo>
                    <a:pt x="30" y="467"/>
                  </a:lnTo>
                  <a:lnTo>
                    <a:pt x="26" y="482"/>
                  </a:lnTo>
                  <a:lnTo>
                    <a:pt x="23" y="496"/>
                  </a:lnTo>
                  <a:lnTo>
                    <a:pt x="20" y="511"/>
                  </a:lnTo>
                  <a:lnTo>
                    <a:pt x="17" y="526"/>
                  </a:lnTo>
                  <a:lnTo>
                    <a:pt x="15" y="542"/>
                  </a:lnTo>
                  <a:lnTo>
                    <a:pt x="13" y="557"/>
                  </a:lnTo>
                  <a:lnTo>
                    <a:pt x="12" y="572"/>
                  </a:lnTo>
                  <a:lnTo>
                    <a:pt x="0" y="571"/>
                  </a:lnTo>
                  <a:close/>
                  <a:moveTo>
                    <a:pt x="644" y="0"/>
                  </a:moveTo>
                  <a:lnTo>
                    <a:pt x="724" y="18"/>
                  </a:lnTo>
                  <a:lnTo>
                    <a:pt x="643" y="33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588" cap="flat" cmpd="sng">
              <a:solidFill>
                <a:srgbClr val="000000">
                  <a:alpha val="100000"/>
                </a:srgb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Freeform 13"/>
            <p:cNvSpPr>
              <a:spLocks noEditPoints="1"/>
            </p:cNvSpPr>
            <p:nvPr/>
          </p:nvSpPr>
          <p:spPr>
            <a:xfrm>
              <a:off x="4150" y="1407"/>
              <a:ext cx="1134" cy="481"/>
            </a:xfrm>
            <a:custGeom>
              <a:avLst/>
              <a:gdLst/>
              <a:ahLst/>
              <a:cxnLst>
                <a:cxn ang="0">
                  <a:pos x="902" y="10070"/>
                </a:cxn>
                <a:cxn ang="0">
                  <a:pos x="2935" y="8654"/>
                </a:cxn>
                <a:cxn ang="0">
                  <a:pos x="5377" y="7271"/>
                </a:cxn>
                <a:cxn ang="0">
                  <a:pos x="8232" y="6010"/>
                </a:cxn>
                <a:cxn ang="0">
                  <a:pos x="11321" y="4872"/>
                </a:cxn>
                <a:cxn ang="0">
                  <a:pos x="14808" y="3867"/>
                </a:cxn>
                <a:cxn ang="0">
                  <a:pos x="18542" y="2933"/>
                </a:cxn>
                <a:cxn ang="0">
                  <a:pos x="22520" y="2154"/>
                </a:cxn>
                <a:cxn ang="0">
                  <a:pos x="26841" y="1471"/>
                </a:cxn>
                <a:cxn ang="0">
                  <a:pos x="31325" y="935"/>
                </a:cxn>
                <a:cxn ang="0">
                  <a:pos x="35948" y="530"/>
                </a:cxn>
                <a:cxn ang="0">
                  <a:pos x="40846" y="201"/>
                </a:cxn>
                <a:cxn ang="0">
                  <a:pos x="45797" y="86"/>
                </a:cxn>
                <a:cxn ang="0">
                  <a:pos x="50907" y="65"/>
                </a:cxn>
                <a:cxn ang="0">
                  <a:pos x="56103" y="201"/>
                </a:cxn>
                <a:cxn ang="0">
                  <a:pos x="58061" y="704"/>
                </a:cxn>
                <a:cxn ang="0">
                  <a:pos x="53468" y="472"/>
                </a:cxn>
                <a:cxn ang="0">
                  <a:pos x="48374" y="425"/>
                </a:cxn>
                <a:cxn ang="0">
                  <a:pos x="43327" y="472"/>
                </a:cxn>
                <a:cxn ang="0">
                  <a:pos x="38556" y="704"/>
                </a:cxn>
                <a:cxn ang="0">
                  <a:pos x="33831" y="1062"/>
                </a:cxn>
                <a:cxn ang="0">
                  <a:pos x="29379" y="1508"/>
                </a:cxn>
                <a:cxn ang="0">
                  <a:pos x="25062" y="2129"/>
                </a:cxn>
                <a:cxn ang="0">
                  <a:pos x="20982" y="2862"/>
                </a:cxn>
                <a:cxn ang="0">
                  <a:pos x="17136" y="3695"/>
                </a:cxn>
                <a:cxn ang="0">
                  <a:pos x="13648" y="4636"/>
                </a:cxn>
                <a:cxn ang="0">
                  <a:pos x="10431" y="5695"/>
                </a:cxn>
                <a:cxn ang="0">
                  <a:pos x="7499" y="6880"/>
                </a:cxn>
                <a:cxn ang="0">
                  <a:pos x="4964" y="8136"/>
                </a:cxn>
                <a:cxn ang="0">
                  <a:pos x="2756" y="9499"/>
                </a:cxn>
                <a:cxn ang="0">
                  <a:pos x="902" y="10962"/>
                </a:cxn>
                <a:cxn ang="0">
                  <a:pos x="57708" y="0"/>
                </a:cxn>
                <a:cxn ang="0">
                  <a:pos x="57280" y="935"/>
                </a:cxn>
              </a:cxnLst>
              <a:rect l="0" t="0" r="0" b="0"/>
              <a:pathLst>
                <a:path w="786" h="362">
                  <a:moveTo>
                    <a:pt x="0" y="358"/>
                  </a:moveTo>
                  <a:lnTo>
                    <a:pt x="11" y="333"/>
                  </a:lnTo>
                  <a:lnTo>
                    <a:pt x="23" y="308"/>
                  </a:lnTo>
                  <a:lnTo>
                    <a:pt x="36" y="285"/>
                  </a:lnTo>
                  <a:lnTo>
                    <a:pt x="51" y="262"/>
                  </a:lnTo>
                  <a:lnTo>
                    <a:pt x="66" y="240"/>
                  </a:lnTo>
                  <a:lnTo>
                    <a:pt x="83" y="219"/>
                  </a:lnTo>
                  <a:lnTo>
                    <a:pt x="101" y="199"/>
                  </a:lnTo>
                  <a:lnTo>
                    <a:pt x="120" y="180"/>
                  </a:lnTo>
                  <a:lnTo>
                    <a:pt x="139" y="161"/>
                  </a:lnTo>
                  <a:lnTo>
                    <a:pt x="160" y="144"/>
                  </a:lnTo>
                  <a:lnTo>
                    <a:pt x="182" y="127"/>
                  </a:lnTo>
                  <a:lnTo>
                    <a:pt x="205" y="112"/>
                  </a:lnTo>
                  <a:lnTo>
                    <a:pt x="228" y="97"/>
                  </a:lnTo>
                  <a:lnTo>
                    <a:pt x="252" y="83"/>
                  </a:lnTo>
                  <a:lnTo>
                    <a:pt x="277" y="71"/>
                  </a:lnTo>
                  <a:lnTo>
                    <a:pt x="303" y="59"/>
                  </a:lnTo>
                  <a:lnTo>
                    <a:pt x="330" y="49"/>
                  </a:lnTo>
                  <a:lnTo>
                    <a:pt x="357" y="39"/>
                  </a:lnTo>
                  <a:lnTo>
                    <a:pt x="385" y="31"/>
                  </a:lnTo>
                  <a:lnTo>
                    <a:pt x="413" y="23"/>
                  </a:lnTo>
                  <a:lnTo>
                    <a:pt x="442" y="17"/>
                  </a:lnTo>
                  <a:lnTo>
                    <a:pt x="472" y="12"/>
                  </a:lnTo>
                  <a:lnTo>
                    <a:pt x="502" y="7"/>
                  </a:lnTo>
                  <a:lnTo>
                    <a:pt x="532" y="4"/>
                  </a:lnTo>
                  <a:lnTo>
                    <a:pt x="563" y="3"/>
                  </a:lnTo>
                  <a:lnTo>
                    <a:pt x="594" y="2"/>
                  </a:lnTo>
                  <a:lnTo>
                    <a:pt x="626" y="2"/>
                  </a:lnTo>
                  <a:lnTo>
                    <a:pt x="658" y="4"/>
                  </a:lnTo>
                  <a:lnTo>
                    <a:pt x="690" y="7"/>
                  </a:lnTo>
                  <a:lnTo>
                    <a:pt x="716" y="11"/>
                  </a:lnTo>
                  <a:lnTo>
                    <a:pt x="714" y="23"/>
                  </a:lnTo>
                  <a:lnTo>
                    <a:pt x="689" y="19"/>
                  </a:lnTo>
                  <a:lnTo>
                    <a:pt x="657" y="16"/>
                  </a:lnTo>
                  <a:lnTo>
                    <a:pt x="626" y="14"/>
                  </a:lnTo>
                  <a:lnTo>
                    <a:pt x="595" y="14"/>
                  </a:lnTo>
                  <a:lnTo>
                    <a:pt x="564" y="15"/>
                  </a:lnTo>
                  <a:lnTo>
                    <a:pt x="533" y="16"/>
                  </a:lnTo>
                  <a:lnTo>
                    <a:pt x="503" y="19"/>
                  </a:lnTo>
                  <a:lnTo>
                    <a:pt x="474" y="23"/>
                  </a:lnTo>
                  <a:lnTo>
                    <a:pt x="445" y="28"/>
                  </a:lnTo>
                  <a:lnTo>
                    <a:pt x="416" y="35"/>
                  </a:lnTo>
                  <a:lnTo>
                    <a:pt x="388" y="42"/>
                  </a:lnTo>
                  <a:lnTo>
                    <a:pt x="361" y="50"/>
                  </a:lnTo>
                  <a:lnTo>
                    <a:pt x="334" y="60"/>
                  </a:lnTo>
                  <a:lnTo>
                    <a:pt x="308" y="70"/>
                  </a:lnTo>
                  <a:lnTo>
                    <a:pt x="283" y="82"/>
                  </a:lnTo>
                  <a:lnTo>
                    <a:pt x="258" y="94"/>
                  </a:lnTo>
                  <a:lnTo>
                    <a:pt x="234" y="107"/>
                  </a:lnTo>
                  <a:lnTo>
                    <a:pt x="211" y="122"/>
                  </a:lnTo>
                  <a:lnTo>
                    <a:pt x="189" y="137"/>
                  </a:lnTo>
                  <a:lnTo>
                    <a:pt x="168" y="153"/>
                  </a:lnTo>
                  <a:lnTo>
                    <a:pt x="148" y="170"/>
                  </a:lnTo>
                  <a:lnTo>
                    <a:pt x="128" y="188"/>
                  </a:lnTo>
                  <a:lnTo>
                    <a:pt x="110" y="207"/>
                  </a:lnTo>
                  <a:lnTo>
                    <a:pt x="92" y="227"/>
                  </a:lnTo>
                  <a:lnTo>
                    <a:pt x="76" y="247"/>
                  </a:lnTo>
                  <a:lnTo>
                    <a:pt x="61" y="269"/>
                  </a:lnTo>
                  <a:lnTo>
                    <a:pt x="47" y="291"/>
                  </a:lnTo>
                  <a:lnTo>
                    <a:pt x="34" y="314"/>
                  </a:lnTo>
                  <a:lnTo>
                    <a:pt x="22" y="338"/>
                  </a:lnTo>
                  <a:lnTo>
                    <a:pt x="11" y="362"/>
                  </a:lnTo>
                  <a:lnTo>
                    <a:pt x="0" y="358"/>
                  </a:lnTo>
                  <a:close/>
                  <a:moveTo>
                    <a:pt x="710" y="0"/>
                  </a:moveTo>
                  <a:lnTo>
                    <a:pt x="786" y="29"/>
                  </a:lnTo>
                  <a:lnTo>
                    <a:pt x="704" y="31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588" cap="flat" cmpd="sng">
              <a:solidFill>
                <a:srgbClr val="000000">
                  <a:alpha val="100000"/>
                </a:srgb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7" name="Freeform 14"/>
            <p:cNvSpPr>
              <a:spLocks noEditPoints="1"/>
            </p:cNvSpPr>
            <p:nvPr/>
          </p:nvSpPr>
          <p:spPr>
            <a:xfrm>
              <a:off x="4577" y="1253"/>
              <a:ext cx="526" cy="2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6510" h="3720">
                  <a:moveTo>
                    <a:pt x="248" y="3313"/>
                  </a:moveTo>
                  <a:lnTo>
                    <a:pt x="5403" y="477"/>
                  </a:lnTo>
                  <a:lnTo>
                    <a:pt x="5515" y="681"/>
                  </a:lnTo>
                  <a:lnTo>
                    <a:pt x="361" y="3517"/>
                  </a:lnTo>
                  <a:lnTo>
                    <a:pt x="248" y="3313"/>
                  </a:lnTo>
                  <a:close/>
                  <a:moveTo>
                    <a:pt x="433" y="3649"/>
                  </a:moveTo>
                  <a:cubicBezTo>
                    <a:pt x="304" y="3720"/>
                    <a:pt x="142" y="3673"/>
                    <a:pt x="71" y="3544"/>
                  </a:cubicBezTo>
                  <a:cubicBezTo>
                    <a:pt x="0" y="3415"/>
                    <a:pt x="47" y="3253"/>
                    <a:pt x="176" y="3182"/>
                  </a:cubicBezTo>
                  <a:cubicBezTo>
                    <a:pt x="305" y="3111"/>
                    <a:pt x="467" y="3158"/>
                    <a:pt x="538" y="3287"/>
                  </a:cubicBezTo>
                  <a:cubicBezTo>
                    <a:pt x="609" y="3416"/>
                    <a:pt x="562" y="3578"/>
                    <a:pt x="433" y="3649"/>
                  </a:cubicBezTo>
                  <a:close/>
                  <a:moveTo>
                    <a:pt x="5214" y="410"/>
                  </a:moveTo>
                  <a:lnTo>
                    <a:pt x="6510" y="0"/>
                  </a:lnTo>
                  <a:lnTo>
                    <a:pt x="5471" y="877"/>
                  </a:lnTo>
                  <a:lnTo>
                    <a:pt x="5214" y="41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1651" cap="flat" cmpd="sng">
              <a:solidFill>
                <a:srgbClr val="FF0000">
                  <a:alpha val="100000"/>
                </a:srgb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8" name="Freeform 15"/>
            <p:cNvSpPr>
              <a:spLocks noEditPoints="1"/>
            </p:cNvSpPr>
            <p:nvPr/>
          </p:nvSpPr>
          <p:spPr>
            <a:xfrm>
              <a:off x="4196" y="1707"/>
              <a:ext cx="1310" cy="280"/>
            </a:xfrm>
            <a:custGeom>
              <a:avLst/>
              <a:gdLst/>
              <a:ahLst/>
              <a:cxnLst>
                <a:cxn ang="0">
                  <a:pos x="3151" y="14983"/>
                </a:cxn>
                <a:cxn ang="0">
                  <a:pos x="10399" y="11381"/>
                </a:cxn>
                <a:cxn ang="0">
                  <a:pos x="18199" y="8263"/>
                </a:cxn>
                <a:cxn ang="0">
                  <a:pos x="26472" y="5583"/>
                </a:cxn>
                <a:cxn ang="0">
                  <a:pos x="35253" y="3437"/>
                </a:cxn>
                <a:cxn ang="0">
                  <a:pos x="44310" y="1827"/>
                </a:cxn>
                <a:cxn ang="0">
                  <a:pos x="53794" y="771"/>
                </a:cxn>
                <a:cxn ang="0">
                  <a:pos x="63612" y="1"/>
                </a:cxn>
                <a:cxn ang="0">
                  <a:pos x="73506" y="0"/>
                </a:cxn>
                <a:cxn ang="0">
                  <a:pos x="83512" y="455"/>
                </a:cxn>
                <a:cxn ang="0">
                  <a:pos x="93374" y="1412"/>
                </a:cxn>
                <a:cxn ang="0">
                  <a:pos x="103378" y="2775"/>
                </a:cxn>
                <a:cxn ang="0">
                  <a:pos x="113171" y="4705"/>
                </a:cxn>
                <a:cxn ang="0">
                  <a:pos x="122919" y="7223"/>
                </a:cxn>
                <a:cxn ang="0">
                  <a:pos x="132221" y="10135"/>
                </a:cxn>
                <a:cxn ang="0">
                  <a:pos x="134553" y="12362"/>
                </a:cxn>
                <a:cxn ang="0">
                  <a:pos x="126579" y="9513"/>
                </a:cxn>
                <a:cxn ang="0">
                  <a:pos x="117289" y="6920"/>
                </a:cxn>
                <a:cxn ang="0">
                  <a:pos x="107696" y="4705"/>
                </a:cxn>
                <a:cxn ang="0">
                  <a:pos x="97945" y="3039"/>
                </a:cxn>
                <a:cxn ang="0">
                  <a:pos x="88074" y="1967"/>
                </a:cxn>
                <a:cxn ang="0">
                  <a:pos x="78256" y="1253"/>
                </a:cxn>
                <a:cxn ang="0">
                  <a:pos x="68605" y="1124"/>
                </a:cxn>
                <a:cxn ang="0">
                  <a:pos x="58898" y="1490"/>
                </a:cxn>
                <a:cxn ang="0">
                  <a:pos x="49558" y="2288"/>
                </a:cxn>
                <a:cxn ang="0">
                  <a:pos x="40411" y="3611"/>
                </a:cxn>
                <a:cxn ang="0">
                  <a:pos x="31738" y="5415"/>
                </a:cxn>
                <a:cxn ang="0">
                  <a:pos x="23246" y="7804"/>
                </a:cxn>
                <a:cxn ang="0">
                  <a:pos x="15499" y="10659"/>
                </a:cxn>
                <a:cxn ang="0">
                  <a:pos x="8205" y="13873"/>
                </a:cxn>
                <a:cxn ang="0">
                  <a:pos x="1318" y="17757"/>
                </a:cxn>
                <a:cxn ang="0">
                  <a:pos x="135777" y="10348"/>
                </a:cxn>
                <a:cxn ang="0">
                  <a:pos x="132384" y="12704"/>
                </a:cxn>
              </a:cxnLst>
              <a:rect l="0" t="0" r="0" b="0"/>
              <a:pathLst>
                <a:path w="854" h="192">
                  <a:moveTo>
                    <a:pt x="0" y="184"/>
                  </a:moveTo>
                  <a:lnTo>
                    <a:pt x="19" y="162"/>
                  </a:lnTo>
                  <a:lnTo>
                    <a:pt x="40" y="142"/>
                  </a:lnTo>
                  <a:lnTo>
                    <a:pt x="61" y="123"/>
                  </a:lnTo>
                  <a:lnTo>
                    <a:pt x="84" y="105"/>
                  </a:lnTo>
                  <a:lnTo>
                    <a:pt x="107" y="89"/>
                  </a:lnTo>
                  <a:lnTo>
                    <a:pt x="131" y="74"/>
                  </a:lnTo>
                  <a:lnTo>
                    <a:pt x="156" y="60"/>
                  </a:lnTo>
                  <a:lnTo>
                    <a:pt x="181" y="48"/>
                  </a:lnTo>
                  <a:lnTo>
                    <a:pt x="208" y="37"/>
                  </a:lnTo>
                  <a:lnTo>
                    <a:pt x="234" y="28"/>
                  </a:lnTo>
                  <a:lnTo>
                    <a:pt x="261" y="20"/>
                  </a:lnTo>
                  <a:lnTo>
                    <a:pt x="289" y="13"/>
                  </a:lnTo>
                  <a:lnTo>
                    <a:pt x="317" y="8"/>
                  </a:lnTo>
                  <a:lnTo>
                    <a:pt x="346" y="4"/>
                  </a:lnTo>
                  <a:lnTo>
                    <a:pt x="375" y="1"/>
                  </a:lnTo>
                  <a:lnTo>
                    <a:pt x="404" y="0"/>
                  </a:lnTo>
                  <a:lnTo>
                    <a:pt x="433" y="0"/>
                  </a:lnTo>
                  <a:lnTo>
                    <a:pt x="462" y="2"/>
                  </a:lnTo>
                  <a:lnTo>
                    <a:pt x="492" y="5"/>
                  </a:lnTo>
                  <a:lnTo>
                    <a:pt x="521" y="9"/>
                  </a:lnTo>
                  <a:lnTo>
                    <a:pt x="550" y="15"/>
                  </a:lnTo>
                  <a:lnTo>
                    <a:pt x="580" y="22"/>
                  </a:lnTo>
                  <a:lnTo>
                    <a:pt x="609" y="30"/>
                  </a:lnTo>
                  <a:lnTo>
                    <a:pt x="638" y="40"/>
                  </a:lnTo>
                  <a:lnTo>
                    <a:pt x="667" y="51"/>
                  </a:lnTo>
                  <a:lnTo>
                    <a:pt x="696" y="64"/>
                  </a:lnTo>
                  <a:lnTo>
                    <a:pt x="724" y="78"/>
                  </a:lnTo>
                  <a:lnTo>
                    <a:pt x="752" y="93"/>
                  </a:lnTo>
                  <a:lnTo>
                    <a:pt x="779" y="110"/>
                  </a:lnTo>
                  <a:lnTo>
                    <a:pt x="800" y="124"/>
                  </a:lnTo>
                  <a:lnTo>
                    <a:pt x="793" y="134"/>
                  </a:lnTo>
                  <a:lnTo>
                    <a:pt x="773" y="120"/>
                  </a:lnTo>
                  <a:lnTo>
                    <a:pt x="746" y="103"/>
                  </a:lnTo>
                  <a:lnTo>
                    <a:pt x="718" y="88"/>
                  </a:lnTo>
                  <a:lnTo>
                    <a:pt x="691" y="75"/>
                  </a:lnTo>
                  <a:lnTo>
                    <a:pt x="663" y="62"/>
                  </a:lnTo>
                  <a:lnTo>
                    <a:pt x="634" y="51"/>
                  </a:lnTo>
                  <a:lnTo>
                    <a:pt x="606" y="42"/>
                  </a:lnTo>
                  <a:lnTo>
                    <a:pt x="577" y="33"/>
                  </a:lnTo>
                  <a:lnTo>
                    <a:pt x="548" y="27"/>
                  </a:lnTo>
                  <a:lnTo>
                    <a:pt x="519" y="21"/>
                  </a:lnTo>
                  <a:lnTo>
                    <a:pt x="490" y="17"/>
                  </a:lnTo>
                  <a:lnTo>
                    <a:pt x="461" y="14"/>
                  </a:lnTo>
                  <a:lnTo>
                    <a:pt x="433" y="12"/>
                  </a:lnTo>
                  <a:lnTo>
                    <a:pt x="404" y="12"/>
                  </a:lnTo>
                  <a:lnTo>
                    <a:pt x="376" y="13"/>
                  </a:lnTo>
                  <a:lnTo>
                    <a:pt x="347" y="16"/>
                  </a:lnTo>
                  <a:lnTo>
                    <a:pt x="320" y="20"/>
                  </a:lnTo>
                  <a:lnTo>
                    <a:pt x="292" y="25"/>
                  </a:lnTo>
                  <a:lnTo>
                    <a:pt x="265" y="31"/>
                  </a:lnTo>
                  <a:lnTo>
                    <a:pt x="238" y="39"/>
                  </a:lnTo>
                  <a:lnTo>
                    <a:pt x="212" y="49"/>
                  </a:lnTo>
                  <a:lnTo>
                    <a:pt x="187" y="59"/>
                  </a:lnTo>
                  <a:lnTo>
                    <a:pt x="162" y="71"/>
                  </a:lnTo>
                  <a:lnTo>
                    <a:pt x="137" y="84"/>
                  </a:lnTo>
                  <a:lnTo>
                    <a:pt x="114" y="99"/>
                  </a:lnTo>
                  <a:lnTo>
                    <a:pt x="91" y="115"/>
                  </a:lnTo>
                  <a:lnTo>
                    <a:pt x="69" y="132"/>
                  </a:lnTo>
                  <a:lnTo>
                    <a:pt x="48" y="150"/>
                  </a:lnTo>
                  <a:lnTo>
                    <a:pt x="28" y="170"/>
                  </a:lnTo>
                  <a:lnTo>
                    <a:pt x="8" y="192"/>
                  </a:lnTo>
                  <a:lnTo>
                    <a:pt x="0" y="184"/>
                  </a:lnTo>
                  <a:close/>
                  <a:moveTo>
                    <a:pt x="800" y="112"/>
                  </a:moveTo>
                  <a:lnTo>
                    <a:pt x="854" y="173"/>
                  </a:lnTo>
                  <a:lnTo>
                    <a:pt x="780" y="137"/>
                  </a:lnTo>
                  <a:lnTo>
                    <a:pt x="800" y="1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588" cap="flat" cmpd="sng">
              <a:solidFill>
                <a:srgbClr val="000000">
                  <a:alpha val="100000"/>
                </a:srgbClr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Rectangle 16"/>
            <p:cNvSpPr/>
            <p:nvPr/>
          </p:nvSpPr>
          <p:spPr>
            <a:xfrm>
              <a:off x="4487" y="2160"/>
              <a:ext cx="117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400" b="1" i="1"/>
            </a:p>
          </p:txBody>
        </p:sp>
        <p:sp>
          <p:nvSpPr>
            <p:cNvPr id="28690" name="Rectangle 17"/>
            <p:cNvSpPr/>
            <p:nvPr/>
          </p:nvSpPr>
          <p:spPr>
            <a:xfrm>
              <a:off x="4409" y="1344"/>
              <a:ext cx="108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800" b="1">
                <a:solidFill>
                  <a:srgbClr val="FF0000"/>
                </a:solidFill>
              </a:endParaRPr>
            </a:p>
          </p:txBody>
        </p:sp>
        <p:sp>
          <p:nvSpPr>
            <p:cNvPr id="28691" name="Rectangle 18"/>
            <p:cNvSpPr/>
            <p:nvPr/>
          </p:nvSpPr>
          <p:spPr>
            <a:xfrm>
              <a:off x="4575" y="1372"/>
              <a:ext cx="18" cy="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28692" name="Line 19"/>
            <p:cNvSpPr/>
            <p:nvPr/>
          </p:nvSpPr>
          <p:spPr>
            <a:xfrm flipV="1">
              <a:off x="4596" y="1441"/>
              <a:ext cx="385" cy="68"/>
            </a:xfrm>
            <a:prstGeom prst="line">
              <a:avLst/>
            </a:prstGeom>
            <a:ln w="31750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20"/>
            <p:cNvSpPr/>
            <p:nvPr/>
          </p:nvSpPr>
          <p:spPr>
            <a:xfrm flipV="1">
              <a:off x="4604" y="1389"/>
              <a:ext cx="385" cy="862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Line 21"/>
            <p:cNvSpPr/>
            <p:nvPr/>
          </p:nvSpPr>
          <p:spPr>
            <a:xfrm flipV="1">
              <a:off x="4604" y="1480"/>
              <a:ext cx="0" cy="771"/>
            </a:xfrm>
            <a:prstGeom prst="line">
              <a:avLst/>
            </a:prstGeom>
            <a:ln w="31750" cap="flat" cmpd="sng">
              <a:solidFill>
                <a:srgbClr val="0000FF"/>
              </a:solidFill>
              <a:prstDash val="solid"/>
              <a:headEnd type="oval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695" name="Object 22"/>
            <p:cNvGraphicFramePr>
              <a:graphicFrameLocks noChangeAspect="1"/>
            </p:cNvGraphicFramePr>
            <p:nvPr/>
          </p:nvGraphicFramePr>
          <p:xfrm>
            <a:off x="5079" y="1106"/>
            <a:ext cx="18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7785" imgH="92710" progId="Equation.DSMT4">
                    <p:embed/>
                  </p:oleObj>
                </mc:Choice>
                <mc:Fallback>
                  <p:oleObj r:id="rId4" imgW="57785" imgH="92710" progId="Equation.DSMT4">
                    <p:embed/>
                    <p:pic>
                      <p:nvPicPr>
                        <p:cNvPr id="28695" name="Object 22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79" y="1106"/>
                          <a:ext cx="180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6" name="Object 23"/>
            <p:cNvGraphicFramePr>
              <a:graphicFrameLocks noChangeAspect="1"/>
            </p:cNvGraphicFramePr>
            <p:nvPr/>
          </p:nvGraphicFramePr>
          <p:xfrm>
            <a:off x="4785" y="1781"/>
            <a:ext cx="49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95275" imgH="92710" progId="Equation.DSMT4">
                    <p:embed/>
                  </p:oleObj>
                </mc:Choice>
                <mc:Fallback>
                  <p:oleObj r:id="rId6" imgW="295275" imgH="92710" progId="Equation.DSMT4">
                    <p:embed/>
                    <p:pic>
                      <p:nvPicPr>
                        <p:cNvPr id="28696" name="Object 23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85" y="1781"/>
                          <a:ext cx="499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7" name="Object 24"/>
            <p:cNvGraphicFramePr>
              <a:graphicFrameLocks noChangeAspect="1"/>
            </p:cNvGraphicFramePr>
            <p:nvPr/>
          </p:nvGraphicFramePr>
          <p:xfrm>
            <a:off x="4453" y="1797"/>
            <a:ext cx="15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2860" imgH="57785" progId="Equation.DSMT4">
                    <p:embed/>
                  </p:oleObj>
                </mc:Choice>
                <mc:Fallback>
                  <p:oleObj r:id="rId8" imgW="22860" imgH="57785" progId="Equation.DSMT4">
                    <p:embed/>
                    <p:pic>
                      <p:nvPicPr>
                        <p:cNvPr id="28697" name="Object 24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53" y="1797"/>
                          <a:ext cx="151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8" name="Object 25"/>
            <p:cNvGraphicFramePr>
              <a:graphicFrameLocks noChangeAspect="1"/>
            </p:cNvGraphicFramePr>
            <p:nvPr/>
          </p:nvGraphicFramePr>
          <p:xfrm>
            <a:off x="4634" y="1480"/>
            <a:ext cx="24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92710" imgH="92710" progId="Equation.DSMT4">
                    <p:embed/>
                  </p:oleObj>
                </mc:Choice>
                <mc:Fallback>
                  <p:oleObj r:id="rId10" imgW="92710" imgH="92710" progId="Equation.DSMT4">
                    <p:embed/>
                    <p:pic>
                      <p:nvPicPr>
                        <p:cNvPr id="28698" name="Object 25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34" y="1480"/>
                          <a:ext cx="242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4038" y="1005270"/>
            <a:ext cx="2685415" cy="26498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37892" grpId="0"/>
      <p:bldP spid="3789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/>
          <p:nvPr/>
        </p:nvSpPr>
        <p:spPr>
          <a:xfrm>
            <a:off x="249238" y="455613"/>
            <a:ext cx="4824412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</a:rPr>
              <a:t>2.  Flux of a vector field</a:t>
            </a:r>
            <a:r>
              <a:rPr lang="en-US" altLang="zh-CN" sz="240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38915" name="Rectangle 3"/>
          <p:cNvSpPr/>
          <p:nvPr/>
        </p:nvSpPr>
        <p:spPr>
          <a:xfrm>
            <a:off x="0" y="908050"/>
            <a:ext cx="7451725" cy="10080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lnSpc>
                <a:spcPct val="130000"/>
              </a:lnSpc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How to quantitatively describe the size of the vector field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？</a:t>
            </a:r>
            <a:r>
              <a:rPr lang="en-US" altLang="zh-CN" sz="2400" b="1" u="sng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Flux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r>
              <a:rPr lang="en-US" altLang="zh-CN" sz="24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 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042988" y="2133600"/>
          <a:ext cx="42195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72590" imgH="179705" progId="Equation.DSMT4">
                  <p:embed/>
                </p:oleObj>
              </mc:Choice>
              <mc:Fallback>
                <p:oleObj r:id="rId2" imgW="1672590" imgH="179705" progId="Equation.DSMT4">
                  <p:embed/>
                  <p:pic>
                    <p:nvPicPr>
                      <p:cNvPr id="38916" name="Object 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2133600"/>
                        <a:ext cx="4219575" cy="623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7" name="Group 5"/>
          <p:cNvGrpSpPr/>
          <p:nvPr/>
        </p:nvGrpSpPr>
        <p:grpSpPr>
          <a:xfrm>
            <a:off x="179388" y="2852738"/>
            <a:ext cx="4679950" cy="649287"/>
            <a:chOff x="295" y="1887"/>
            <a:chExt cx="2948" cy="409"/>
          </a:xfrm>
        </p:grpSpPr>
        <p:graphicFrame>
          <p:nvGraphicFramePr>
            <p:cNvPr id="29726" name="Object 6"/>
            <p:cNvGraphicFramePr>
              <a:graphicFrameLocks noChangeAspect="1"/>
            </p:cNvGraphicFramePr>
            <p:nvPr/>
          </p:nvGraphicFramePr>
          <p:xfrm>
            <a:off x="839" y="1949"/>
            <a:ext cx="75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09270" imgH="144780" progId="Equation.DSMT4">
                    <p:embed/>
                  </p:oleObj>
                </mc:Choice>
                <mc:Fallback>
                  <p:oleObj r:id="rId4" imgW="509270" imgH="144780" progId="Equation.DSMT4">
                    <p:embed/>
                    <p:pic>
                      <p:nvPicPr>
                        <p:cNvPr id="29726" name="Object 6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9" y="1949"/>
                          <a:ext cx="758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7" name="Rectangle 7"/>
            <p:cNvSpPr/>
            <p:nvPr/>
          </p:nvSpPr>
          <p:spPr>
            <a:xfrm>
              <a:off x="295" y="1887"/>
              <a:ext cx="793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81000" indent="-381000" eaLnBrk="1" hangingPunct="1">
                <a:lnSpc>
                  <a:spcPct val="130000"/>
                </a:lnSpc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and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28" name="Rectangle 8"/>
            <p:cNvSpPr/>
            <p:nvPr/>
          </p:nvSpPr>
          <p:spPr>
            <a:xfrm>
              <a:off x="1565" y="1978"/>
              <a:ext cx="167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81000" indent="-381000" eaLnBrk="1" hangingPunct="1">
                <a:lnSpc>
                  <a:spcPct val="130000"/>
                </a:lnSpc>
              </a:pPr>
              <a:r>
                <a:rPr lang="en-US" altLang="zh-CN" b="1">
                  <a:solidFill>
                    <a:srgbClr val="000000"/>
                  </a:solidFill>
                  <a:latin typeface="Arial" panose="020B0604020202020204" pitchFamily="34" charset="0"/>
                  <a:ea typeface="楷体_GB2312" pitchFamily="49" charset="-122"/>
                </a:rPr>
                <a:t>——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surface element</a:t>
              </a:r>
              <a:r>
                <a:rPr lang="zh-CN" altLang="en-US"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 pitchFamily="49" charset="-122"/>
                </a:rPr>
                <a:t>；</a:t>
              </a:r>
            </a:p>
          </p:txBody>
        </p:sp>
      </p:grpSp>
      <p:grpSp>
        <p:nvGrpSpPr>
          <p:cNvPr id="38921" name="Group 9"/>
          <p:cNvGrpSpPr/>
          <p:nvPr/>
        </p:nvGrpSpPr>
        <p:grpSpPr>
          <a:xfrm>
            <a:off x="1042988" y="3429000"/>
            <a:ext cx="5758565" cy="576263"/>
            <a:chOff x="801" y="2205"/>
            <a:chExt cx="2839" cy="363"/>
          </a:xfrm>
        </p:grpSpPr>
        <p:graphicFrame>
          <p:nvGraphicFramePr>
            <p:cNvPr id="29724" name="Object 10"/>
            <p:cNvGraphicFramePr>
              <a:graphicFrameLocks noChangeAspect="1"/>
            </p:cNvGraphicFramePr>
            <p:nvPr/>
          </p:nvGraphicFramePr>
          <p:xfrm>
            <a:off x="801" y="2272"/>
            <a:ext cx="19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57785" imgH="127635" progId="Equation.DSMT4">
                    <p:embed/>
                  </p:oleObj>
                </mc:Choice>
                <mc:Fallback>
                  <p:oleObj r:id="rId6" imgW="57785" imgH="127635" progId="Equation.DSMT4">
                    <p:embed/>
                    <p:pic>
                      <p:nvPicPr>
                        <p:cNvPr id="29724" name="Object 10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01" y="2272"/>
                          <a:ext cx="19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5" name="Rectangle 11"/>
            <p:cNvSpPr/>
            <p:nvPr/>
          </p:nvSpPr>
          <p:spPr>
            <a:xfrm>
              <a:off x="975" y="2205"/>
              <a:ext cx="2665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81000" indent="-381000" eaLnBrk="1" hangingPunct="1">
                <a:lnSpc>
                  <a:spcPct val="130000"/>
                </a:lnSpc>
              </a:pPr>
              <a:r>
                <a:rPr lang="en-US" altLang="zh-CN" sz="2400" b="1">
                  <a:solidFill>
                    <a:srgbClr val="000000"/>
                  </a:solidFill>
                  <a:latin typeface="Arial" panose="020B0604020202020204" pitchFamily="34" charset="0"/>
                  <a:ea typeface="楷体_GB2312" pitchFamily="49" charset="-122"/>
                </a:rPr>
                <a:t>——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normal unit vector of surface element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；</a:t>
              </a:r>
            </a:p>
          </p:txBody>
        </p:sp>
      </p:grpSp>
      <p:grpSp>
        <p:nvGrpSpPr>
          <p:cNvPr id="38924" name="Group 12"/>
          <p:cNvGrpSpPr/>
          <p:nvPr/>
        </p:nvGrpSpPr>
        <p:grpSpPr>
          <a:xfrm>
            <a:off x="1042988" y="4076700"/>
            <a:ext cx="6337300" cy="577850"/>
            <a:chOff x="838" y="2658"/>
            <a:chExt cx="3992" cy="364"/>
          </a:xfrm>
        </p:grpSpPr>
        <p:grpSp>
          <p:nvGrpSpPr>
            <p:cNvPr id="29720" name="Group 13"/>
            <p:cNvGrpSpPr/>
            <p:nvPr/>
          </p:nvGrpSpPr>
          <p:grpSpPr>
            <a:xfrm>
              <a:off x="838" y="2694"/>
              <a:ext cx="2702" cy="328"/>
              <a:chOff x="838" y="2694"/>
              <a:chExt cx="2702" cy="328"/>
            </a:xfrm>
          </p:grpSpPr>
          <p:graphicFrame>
            <p:nvGraphicFramePr>
              <p:cNvPr id="29722" name="Object 14"/>
              <p:cNvGraphicFramePr>
                <a:graphicFrameLocks noChangeAspect="1"/>
              </p:cNvGraphicFramePr>
              <p:nvPr/>
            </p:nvGraphicFramePr>
            <p:xfrm>
              <a:off x="3288" y="2734"/>
              <a:ext cx="252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09855" imgH="109855" progId="Equation.DSMT4">
                      <p:embed/>
                    </p:oleObj>
                  </mc:Choice>
                  <mc:Fallback>
                    <p:oleObj r:id="rId8" imgW="109855" imgH="109855" progId="Equation.DSMT4">
                      <p:embed/>
                      <p:pic>
                        <p:nvPicPr>
                          <p:cNvPr id="29722" name="Object 14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288" y="2734"/>
                            <a:ext cx="252" cy="2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3" name="Object 15"/>
              <p:cNvGraphicFramePr>
                <a:graphicFrameLocks noChangeAspect="1"/>
              </p:cNvGraphicFramePr>
              <p:nvPr/>
            </p:nvGraphicFramePr>
            <p:xfrm>
              <a:off x="838" y="2694"/>
              <a:ext cx="1082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682625" imgH="144780" progId="Equation.DSMT4">
                      <p:embed/>
                    </p:oleObj>
                  </mc:Choice>
                  <mc:Fallback>
                    <p:oleObj r:id="rId10" imgW="682625" imgH="144780" progId="Equation.DSMT4">
                      <p:embed/>
                      <p:pic>
                        <p:nvPicPr>
                          <p:cNvPr id="29723" name="Object 15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838" y="2694"/>
                            <a:ext cx="1082" cy="3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721" name="Rectangle 16"/>
            <p:cNvSpPr/>
            <p:nvPr/>
          </p:nvSpPr>
          <p:spPr>
            <a:xfrm>
              <a:off x="1881" y="2658"/>
              <a:ext cx="294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81000" indent="-381000" eaLnBrk="1" hangingPunct="1">
                <a:lnSpc>
                  <a:spcPct val="130000"/>
                </a:lnSpc>
              </a:pPr>
              <a:r>
                <a:rPr lang="en-US" altLang="zh-CN" sz="2400" b="1">
                  <a:solidFill>
                    <a:srgbClr val="000000"/>
                  </a:solidFill>
                  <a:latin typeface="Arial" panose="020B0604020202020204" pitchFamily="34" charset="0"/>
                  <a:ea typeface="楷体_GB2312" pitchFamily="49" charset="-122"/>
                </a:rPr>
                <a:t>——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flux through ds.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8929" name="Rectangle 17"/>
          <p:cNvSpPr/>
          <p:nvPr/>
        </p:nvSpPr>
        <p:spPr>
          <a:xfrm>
            <a:off x="250825" y="4652963"/>
            <a:ext cx="8520113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If the surface S is closed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 direction of S is outward, the flux of the vector field on the closed surface is:</a:t>
            </a:r>
          </a:p>
        </p:txBody>
      </p:sp>
      <p:grpSp>
        <p:nvGrpSpPr>
          <p:cNvPr id="38930" name="Group 18"/>
          <p:cNvGrpSpPr/>
          <p:nvPr/>
        </p:nvGrpSpPr>
        <p:grpSpPr>
          <a:xfrm>
            <a:off x="6790690" y="1085215"/>
            <a:ext cx="2219960" cy="2318385"/>
            <a:chOff x="4105" y="346"/>
            <a:chExt cx="1542" cy="1587"/>
          </a:xfrm>
        </p:grpSpPr>
        <p:sp>
          <p:nvSpPr>
            <p:cNvPr id="29707" name="Rectangle 19"/>
            <p:cNvSpPr/>
            <p:nvPr/>
          </p:nvSpPr>
          <p:spPr>
            <a:xfrm>
              <a:off x="4105" y="346"/>
              <a:ext cx="1542" cy="1587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DA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9708" name="Object 20"/>
            <p:cNvGraphicFramePr>
              <a:graphicFrameLocks noChangeAspect="1"/>
            </p:cNvGraphicFramePr>
            <p:nvPr/>
          </p:nvGraphicFramePr>
          <p:xfrm>
            <a:off x="4630" y="346"/>
            <a:ext cx="79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44195" imgH="161925" progId="Equation.3">
                    <p:embed/>
                  </p:oleObj>
                </mc:Choice>
                <mc:Fallback>
                  <p:oleObj r:id="rId12" imgW="544195" imgH="161925" progId="Equation.3">
                    <p:embed/>
                    <p:pic>
                      <p:nvPicPr>
                        <p:cNvPr id="29708" name="Object 20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30" y="346"/>
                          <a:ext cx="790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9" name="Object 21"/>
            <p:cNvGraphicFramePr>
              <a:graphicFrameLocks noChangeAspect="1"/>
            </p:cNvGraphicFramePr>
            <p:nvPr/>
          </p:nvGraphicFramePr>
          <p:xfrm>
            <a:off x="4967" y="1162"/>
            <a:ext cx="27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27635" imgH="127635" progId="Equation.3">
                    <p:embed/>
                  </p:oleObj>
                </mc:Choice>
                <mc:Fallback>
                  <p:oleObj r:id="rId14" imgW="127635" imgH="127635" progId="Equation.3">
                    <p:embed/>
                    <p:pic>
                      <p:nvPicPr>
                        <p:cNvPr id="29709" name="Object 21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67" y="1162"/>
                          <a:ext cx="278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0" name="Object 22"/>
            <p:cNvGraphicFramePr>
              <a:graphicFrameLocks noChangeAspect="1"/>
            </p:cNvGraphicFramePr>
            <p:nvPr/>
          </p:nvGraphicFramePr>
          <p:xfrm>
            <a:off x="4967" y="642"/>
            <a:ext cx="26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57785" imgH="127635" progId="Equation.DSMT4">
                    <p:embed/>
                  </p:oleObj>
                </mc:Choice>
                <mc:Fallback>
                  <p:oleObj r:id="rId16" imgW="57785" imgH="127635" progId="Equation.DSMT4">
                    <p:embed/>
                    <p:pic>
                      <p:nvPicPr>
                        <p:cNvPr id="29710" name="Object 2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67" y="642"/>
                          <a:ext cx="26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1" name="Freeform 23"/>
            <p:cNvSpPr/>
            <p:nvPr/>
          </p:nvSpPr>
          <p:spPr>
            <a:xfrm>
              <a:off x="4558" y="981"/>
              <a:ext cx="681" cy="635"/>
            </a:xfrm>
            <a:custGeom>
              <a:avLst/>
              <a:gdLst/>
              <a:ahLst/>
              <a:cxnLst>
                <a:cxn ang="0">
                  <a:pos x="0" y="797"/>
                </a:cxn>
                <a:cxn ang="0">
                  <a:pos x="373" y="466"/>
                </a:cxn>
                <a:cxn ang="0">
                  <a:pos x="814" y="173"/>
                </a:cxn>
                <a:cxn ang="0">
                  <a:pos x="1259" y="0"/>
                </a:cxn>
              </a:cxnLst>
              <a:rect l="0" t="0" r="0" b="0"/>
              <a:pathLst>
                <a:path w="644" h="622">
                  <a:moveTo>
                    <a:pt x="0" y="622"/>
                  </a:moveTo>
                  <a:cubicBezTo>
                    <a:pt x="31" y="579"/>
                    <a:pt x="122" y="444"/>
                    <a:pt x="191" y="363"/>
                  </a:cubicBezTo>
                  <a:cubicBezTo>
                    <a:pt x="260" y="282"/>
                    <a:pt x="342" y="196"/>
                    <a:pt x="417" y="136"/>
                  </a:cubicBezTo>
                  <a:cubicBezTo>
                    <a:pt x="492" y="76"/>
                    <a:pt x="568" y="38"/>
                    <a:pt x="644" y="0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Freeform 24"/>
            <p:cNvSpPr/>
            <p:nvPr/>
          </p:nvSpPr>
          <p:spPr>
            <a:xfrm>
              <a:off x="4249" y="618"/>
              <a:ext cx="573" cy="741"/>
            </a:xfrm>
            <a:custGeom>
              <a:avLst/>
              <a:gdLst/>
              <a:ahLst/>
              <a:cxnLst>
                <a:cxn ang="0">
                  <a:pos x="0" y="741"/>
                </a:cxn>
                <a:cxn ang="0">
                  <a:pos x="247" y="544"/>
                </a:cxn>
                <a:cxn ang="0">
                  <a:pos x="447" y="312"/>
                </a:cxn>
                <a:cxn ang="0">
                  <a:pos x="573" y="0"/>
                </a:cxn>
              </a:cxnLst>
              <a:rect l="0" t="0" r="0" b="0"/>
              <a:pathLst>
                <a:path w="573" h="741">
                  <a:moveTo>
                    <a:pt x="0" y="741"/>
                  </a:moveTo>
                  <a:cubicBezTo>
                    <a:pt x="41" y="708"/>
                    <a:pt x="173" y="616"/>
                    <a:pt x="247" y="544"/>
                  </a:cubicBezTo>
                  <a:cubicBezTo>
                    <a:pt x="321" y="472"/>
                    <a:pt x="393" y="403"/>
                    <a:pt x="447" y="312"/>
                  </a:cubicBezTo>
                  <a:cubicBezTo>
                    <a:pt x="501" y="221"/>
                    <a:pt x="547" y="65"/>
                    <a:pt x="573" y="0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Freeform 25"/>
            <p:cNvSpPr/>
            <p:nvPr/>
          </p:nvSpPr>
          <p:spPr>
            <a:xfrm>
              <a:off x="4384" y="663"/>
              <a:ext cx="628" cy="849"/>
            </a:xfrm>
            <a:custGeom>
              <a:avLst/>
              <a:gdLst/>
              <a:ahLst/>
              <a:cxnLst>
                <a:cxn ang="0">
                  <a:pos x="0" y="2954"/>
                </a:cxn>
                <a:cxn ang="0">
                  <a:pos x="414" y="1994"/>
                </a:cxn>
                <a:cxn ang="0">
                  <a:pos x="764" y="1090"/>
                </a:cxn>
                <a:cxn ang="0">
                  <a:pos x="1037" y="0"/>
                </a:cxn>
              </a:cxnLst>
              <a:rect l="0" t="0" r="0" b="0"/>
              <a:pathLst>
                <a:path w="600" h="758">
                  <a:moveTo>
                    <a:pt x="0" y="758"/>
                  </a:moveTo>
                  <a:cubicBezTo>
                    <a:pt x="41" y="717"/>
                    <a:pt x="167" y="592"/>
                    <a:pt x="240" y="512"/>
                  </a:cubicBezTo>
                  <a:cubicBezTo>
                    <a:pt x="313" y="432"/>
                    <a:pt x="380" y="365"/>
                    <a:pt x="440" y="280"/>
                  </a:cubicBezTo>
                  <a:cubicBezTo>
                    <a:pt x="500" y="195"/>
                    <a:pt x="567" y="58"/>
                    <a:pt x="600" y="0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Oval 26"/>
            <p:cNvSpPr>
              <a:spLocks noChangeArrowheads="1"/>
            </p:cNvSpPr>
            <p:nvPr/>
          </p:nvSpPr>
          <p:spPr bwMode="auto">
            <a:xfrm rot="2448175">
              <a:off x="4377" y="977"/>
              <a:ext cx="680" cy="36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22225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5" name="Line 27"/>
            <p:cNvSpPr/>
            <p:nvPr/>
          </p:nvSpPr>
          <p:spPr>
            <a:xfrm rot="2448175" flipV="1">
              <a:off x="4876" y="845"/>
              <a:ext cx="42" cy="388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Freeform 28"/>
            <p:cNvSpPr/>
            <p:nvPr/>
          </p:nvSpPr>
          <p:spPr>
            <a:xfrm>
              <a:off x="4591" y="856"/>
              <a:ext cx="145" cy="218"/>
            </a:xfrm>
            <a:custGeom>
              <a:avLst/>
              <a:gdLst/>
              <a:ahLst/>
              <a:cxnLst>
                <a:cxn ang="0">
                  <a:pos x="25" y="200"/>
                </a:cxn>
                <a:cxn ang="0">
                  <a:pos x="10" y="205"/>
                </a:cxn>
                <a:cxn ang="0">
                  <a:pos x="83" y="120"/>
                </a:cxn>
                <a:cxn ang="0">
                  <a:pos x="145" y="0"/>
                </a:cxn>
              </a:cxnLst>
              <a:rect l="0" t="0" r="0" b="0"/>
              <a:pathLst>
                <a:path w="145" h="218">
                  <a:moveTo>
                    <a:pt x="25" y="200"/>
                  </a:moveTo>
                  <a:cubicBezTo>
                    <a:pt x="23" y="200"/>
                    <a:pt x="0" y="218"/>
                    <a:pt x="10" y="205"/>
                  </a:cubicBezTo>
                  <a:cubicBezTo>
                    <a:pt x="20" y="192"/>
                    <a:pt x="61" y="154"/>
                    <a:pt x="83" y="120"/>
                  </a:cubicBezTo>
                  <a:cubicBezTo>
                    <a:pt x="105" y="86"/>
                    <a:pt x="132" y="25"/>
                    <a:pt x="145" y="0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Freeform 29"/>
            <p:cNvSpPr/>
            <p:nvPr/>
          </p:nvSpPr>
          <p:spPr>
            <a:xfrm>
              <a:off x="4664" y="944"/>
              <a:ext cx="200" cy="264"/>
            </a:xfrm>
            <a:custGeom>
              <a:avLst/>
              <a:gdLst/>
              <a:ahLst/>
              <a:cxnLst>
                <a:cxn ang="0">
                  <a:pos x="0" y="264"/>
                </a:cxn>
                <a:cxn ang="0">
                  <a:pos x="49" y="212"/>
                </a:cxn>
                <a:cxn ang="0">
                  <a:pos x="122" y="127"/>
                </a:cxn>
                <a:cxn ang="0">
                  <a:pos x="200" y="0"/>
                </a:cxn>
              </a:cxnLst>
              <a:rect l="0" t="0" r="0" b="0"/>
              <a:pathLst>
                <a:path w="200" h="264">
                  <a:moveTo>
                    <a:pt x="0" y="264"/>
                  </a:moveTo>
                  <a:cubicBezTo>
                    <a:pt x="7" y="255"/>
                    <a:pt x="29" y="235"/>
                    <a:pt x="49" y="212"/>
                  </a:cubicBezTo>
                  <a:cubicBezTo>
                    <a:pt x="69" y="189"/>
                    <a:pt x="97" y="162"/>
                    <a:pt x="122" y="127"/>
                  </a:cubicBezTo>
                  <a:cubicBezTo>
                    <a:pt x="147" y="92"/>
                    <a:pt x="184" y="26"/>
                    <a:pt x="200" y="0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Freeform 30"/>
            <p:cNvSpPr/>
            <p:nvPr/>
          </p:nvSpPr>
          <p:spPr>
            <a:xfrm rot="-9887498">
              <a:off x="4896" y="1050"/>
              <a:ext cx="145" cy="218"/>
            </a:xfrm>
            <a:custGeom>
              <a:avLst/>
              <a:gdLst/>
              <a:ahLst/>
              <a:cxnLst>
                <a:cxn ang="0">
                  <a:pos x="25" y="200"/>
                </a:cxn>
                <a:cxn ang="0">
                  <a:pos x="10" y="205"/>
                </a:cxn>
                <a:cxn ang="0">
                  <a:pos x="83" y="120"/>
                </a:cxn>
                <a:cxn ang="0">
                  <a:pos x="145" y="0"/>
                </a:cxn>
              </a:cxnLst>
              <a:rect l="0" t="0" r="0" b="0"/>
              <a:pathLst>
                <a:path w="145" h="218">
                  <a:moveTo>
                    <a:pt x="25" y="200"/>
                  </a:moveTo>
                  <a:cubicBezTo>
                    <a:pt x="23" y="200"/>
                    <a:pt x="0" y="218"/>
                    <a:pt x="10" y="205"/>
                  </a:cubicBezTo>
                  <a:cubicBezTo>
                    <a:pt x="20" y="192"/>
                    <a:pt x="61" y="154"/>
                    <a:pt x="83" y="120"/>
                  </a:cubicBezTo>
                  <a:cubicBezTo>
                    <a:pt x="105" y="86"/>
                    <a:pt x="132" y="25"/>
                    <a:pt x="145" y="0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Rectangle 31"/>
            <p:cNvSpPr/>
            <p:nvPr/>
          </p:nvSpPr>
          <p:spPr>
            <a:xfrm>
              <a:off x="4195" y="1615"/>
              <a:ext cx="1361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81000" indent="-381000" algn="ctr" eaLnBrk="1" hangingPunct="1">
                <a:lnSpc>
                  <a:spcPct val="130000"/>
                </a:lnSpc>
              </a:pPr>
              <a:r>
                <a:rPr lang="en-US" altLang="zh-CN" b="1">
                  <a:latin typeface="Arial" panose="020B0604020202020204" pitchFamily="34" charset="0"/>
                  <a:ea typeface="楷体_GB2312" pitchFamily="49" charset="-122"/>
                </a:rPr>
                <a:t>Surface element</a:t>
              </a:r>
              <a:endParaRPr lang="en-US" altLang="zh-CN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aphicFrame>
        <p:nvGraphicFramePr>
          <p:cNvPr id="38944" name="Object 32"/>
          <p:cNvGraphicFramePr>
            <a:graphicFrameLocks noChangeAspect="1"/>
          </p:cNvGraphicFramePr>
          <p:nvPr/>
        </p:nvGraphicFramePr>
        <p:xfrm>
          <a:off x="2627313" y="5734050"/>
          <a:ext cx="338455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273175" imgH="179705" progId="Equation.DSMT4">
                  <p:embed/>
                </p:oleObj>
              </mc:Choice>
              <mc:Fallback>
                <p:oleObj r:id="rId18" imgW="1273175" imgH="179705" progId="Equation.DSMT4">
                  <p:embed/>
                  <p:pic>
                    <p:nvPicPr>
                      <p:cNvPr id="38944" name="Object 32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5734050"/>
                        <a:ext cx="3384550" cy="661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3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/>
      <p:bldP spid="389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413" y="840771"/>
            <a:ext cx="1390721" cy="1289116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0" y="3580547"/>
            <a:ext cx="3312368" cy="244323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39552" y="802118"/>
            <a:ext cx="3605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About surface element: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477907" y="1448215"/>
            <a:ext cx="4237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1. What is surface element?</a:t>
            </a:r>
            <a:endParaRPr lang="zh-CN" altLang="en-US" sz="2400" b="1"/>
          </a:p>
        </p:txBody>
      </p:sp>
      <p:sp>
        <p:nvSpPr>
          <p:cNvPr id="9" name="文本框 8"/>
          <p:cNvSpPr txBox="1"/>
          <p:nvPr/>
        </p:nvSpPr>
        <p:spPr>
          <a:xfrm>
            <a:off x="468899" y="2097506"/>
            <a:ext cx="6766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surface surrounded by a closed line/curve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area is small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direction is     , it is orthogonal to the area</a:t>
            </a:r>
            <a:endParaRPr lang="zh-CN" altLang="en-US" sz="2400" b="1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2761413" y="2830339"/>
          <a:ext cx="298419" cy="57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05600" imgH="9144000" progId="Equation.DSMT4">
                  <p:embed/>
                </p:oleObj>
              </mc:Choice>
              <mc:Fallback>
                <p:oleObj name="Equation" r:id="rId4" imgW="6705600" imgH="9144000" progId="Equation.DSMT4">
                  <p:embed/>
                  <p:pic>
                    <p:nvPicPr>
                      <p:cNvPr id="10" name="Object 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61413" y="2830339"/>
                        <a:ext cx="298419" cy="570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1298" y="3652626"/>
            <a:ext cx="504056" cy="75608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50319" y="3799835"/>
            <a:ext cx="3392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2. How</a:t>
            </a:r>
            <a:r>
              <a:rPr lang="zh-CN" altLang="en-US" sz="2400" b="1"/>
              <a:t> </a:t>
            </a:r>
            <a:r>
              <a:rPr lang="en-US" altLang="zh-CN" sz="2400" b="1"/>
              <a:t>to decide       ?</a:t>
            </a:r>
            <a:endParaRPr lang="zh-CN" altLang="en-US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241582" y="4511831"/>
            <a:ext cx="4709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un-enclosed surface, it obeys RHR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closed surface, outward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7162800" y="3422650"/>
          <a:ext cx="8540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1800" imgH="215900" progId="Equation.DSMT4">
                  <p:embed/>
                </p:oleObj>
              </mc:Choice>
              <mc:Fallback>
                <p:oleObj r:id="rId2" imgW="431800" imgH="215900" progId="Equation.DSMT4">
                  <p:embed/>
                  <p:pic>
                    <p:nvPicPr>
                      <p:cNvPr id="39938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62800" y="3422650"/>
                        <a:ext cx="854075" cy="3746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 Box 3"/>
          <p:cNvSpPr txBox="1"/>
          <p:nvPr/>
        </p:nvSpPr>
        <p:spPr>
          <a:xfrm>
            <a:off x="6072188" y="3925888"/>
            <a:ext cx="3095625" cy="1016000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remained vector line is out from the closed surface</a:t>
            </a:r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4222750" y="3405188"/>
          <a:ext cx="85407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31800" imgH="215900" progId="Equation.3">
                  <p:embed/>
                </p:oleObj>
              </mc:Choice>
              <mc:Fallback>
                <p:oleObj r:id="rId4" imgW="431800" imgH="215900" progId="Equation.3">
                  <p:embed/>
                  <p:pic>
                    <p:nvPicPr>
                      <p:cNvPr id="39940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2750" y="3405188"/>
                        <a:ext cx="854075" cy="3825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/>
          <p:cNvSpPr txBox="1"/>
          <p:nvPr/>
        </p:nvSpPr>
        <p:spPr>
          <a:xfrm>
            <a:off x="3348038" y="3908425"/>
            <a:ext cx="2736850" cy="1016000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remained vector line goes in to the closed surface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1393825" y="3332163"/>
          <a:ext cx="719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31800" imgH="215900" progId="Equation.3">
                  <p:embed/>
                </p:oleObj>
              </mc:Choice>
              <mc:Fallback>
                <p:oleObj r:id="rId6" imgW="431800" imgH="215900" progId="Equation.3">
                  <p:embed/>
                  <p:pic>
                    <p:nvPicPr>
                      <p:cNvPr id="39942" name="Object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93825" y="3332163"/>
                        <a:ext cx="719138" cy="4286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7"/>
          <p:cNvSpPr txBox="1"/>
          <p:nvPr/>
        </p:nvSpPr>
        <p:spPr>
          <a:xfrm>
            <a:off x="674688" y="3908425"/>
            <a:ext cx="2374900" cy="711200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vector line are equally in and out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pic>
        <p:nvPicPr>
          <p:cNvPr id="39944" name="Picture 8" descr="未标题-1 副本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625" y="1765300"/>
            <a:ext cx="2595563" cy="1543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5" name="Picture 9" descr="未标题-2 副本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1747838"/>
            <a:ext cx="2447925" cy="155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6" name="Picture 10" descr="未标题-3 副本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688" y="1747838"/>
            <a:ext cx="2303462" cy="151288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</p:pic>
      <p:sp>
        <p:nvSpPr>
          <p:cNvPr id="39947" name="Rectangle 11"/>
          <p:cNvSpPr/>
          <p:nvPr/>
        </p:nvSpPr>
        <p:spPr>
          <a:xfrm>
            <a:off x="674688" y="1114425"/>
            <a:ext cx="6911975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three kinds of possible results:</a:t>
            </a:r>
          </a:p>
        </p:txBody>
      </p:sp>
      <p:sp>
        <p:nvSpPr>
          <p:cNvPr id="39948" name="Rectangle 12"/>
          <p:cNvSpPr/>
          <p:nvPr/>
        </p:nvSpPr>
        <p:spPr>
          <a:xfrm>
            <a:off x="323850" y="4797425"/>
            <a:ext cx="8280400" cy="1625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40000"/>
              </a:lnSpc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Flux on the closed surface build the relationship between the flux of a vector field on a closed surface and the source which produce the field.</a:t>
            </a:r>
          </a:p>
        </p:txBody>
      </p:sp>
      <p:sp>
        <p:nvSpPr>
          <p:cNvPr id="39949" name="Rectangle 13"/>
          <p:cNvSpPr/>
          <p:nvPr/>
        </p:nvSpPr>
        <p:spPr>
          <a:xfrm>
            <a:off x="0" y="549275"/>
            <a:ext cx="7885113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ClrTx/>
              <a:buSzTx/>
              <a:buFontTx/>
              <a:buChar char="•"/>
            </a:pPr>
            <a:r>
              <a:rPr lang="en-US" altLang="zh-CN" sz="2800" b="1">
                <a:solidFill>
                  <a:srgbClr val="0000CC"/>
                </a:solidFill>
                <a:ea typeface="楷体_GB2312" pitchFamily="49" charset="-122"/>
              </a:rPr>
              <a:t> The physical meaning of flux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nimBg="1"/>
      <p:bldP spid="39941" grpId="0" animBg="1"/>
      <p:bldP spid="39943" grpId="0" animBg="1"/>
      <p:bldP spid="39947" grpId="0"/>
      <p:bldP spid="39948" grpId="0"/>
      <p:bldP spid="3994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50825" y="1052513"/>
            <a:ext cx="7227888" cy="5048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52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 Divergence of a vector field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1042988" y="2060575"/>
            <a:ext cx="7056438" cy="1657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52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Definition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：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the net outward flux of a per unit volume as the volume about the point tends to zero.</a:t>
            </a:r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1331913" y="4292600"/>
          <a:ext cx="583247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02155" imgH="353060" progId="Equation.DSMT4">
                  <p:embed/>
                </p:oleObj>
              </mc:Choice>
              <mc:Fallback>
                <p:oleObj r:id="rId2" imgW="2002155" imgH="353060" progId="Equation.DSMT4">
                  <p:embed/>
                  <p:pic>
                    <p:nvPicPr>
                      <p:cNvPr id="40964" name="Object 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4292600"/>
                        <a:ext cx="5832475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116013" y="2852738"/>
          <a:ext cx="62642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04720" imgH="370205" progId="Equation.DSMT4">
                  <p:embed/>
                </p:oleObj>
              </mc:Choice>
              <mc:Fallback>
                <p:oleObj r:id="rId2" imgW="2204720" imgH="370205" progId="Equation.DSMT4">
                  <p:embed/>
                  <p:pic>
                    <p:nvPicPr>
                      <p:cNvPr id="3" name="Object 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2852738"/>
                        <a:ext cx="6264275" cy="127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文本框 4"/>
          <p:cNvSpPr txBox="1"/>
          <p:nvPr/>
        </p:nvSpPr>
        <p:spPr>
          <a:xfrm>
            <a:off x="1187450" y="1196975"/>
            <a:ext cx="6769100" cy="1169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ctr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</a:rPr>
              <a:t>Expression of divergence in </a:t>
            </a:r>
          </a:p>
          <a:p>
            <a:pPr marL="0" lvl="0" indent="0" algn="ctr" eaLnBrk="1" fontAlgn="ctr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</a:rPr>
              <a:t>Cartesian coordinates</a:t>
            </a:r>
            <a:r>
              <a:rPr lang="en-US" altLang="zh-CN" sz="2400" b="1">
                <a:solidFill>
                  <a:srgbClr val="990000"/>
                </a:solidFill>
                <a:latin typeface="宋体" panose="02010600030101010101" pitchFamily="2" charset="-122"/>
              </a:rPr>
              <a:t>  </a:t>
            </a:r>
            <a:endParaRPr lang="en-US" altLang="zh-CN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/>
          <p:nvPr/>
        </p:nvSpPr>
        <p:spPr>
          <a:xfrm>
            <a:off x="663575" y="249238"/>
            <a:ext cx="7653338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fontAlgn="ctr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ea typeface="楷体_GB2312" pitchFamily="49" charset="-122"/>
              </a:rPr>
              <a:t>Deduction</a:t>
            </a:r>
            <a:r>
              <a:rPr lang="en-US" altLang="zh-CN" sz="2800" b="1">
                <a:solidFill>
                  <a:srgbClr val="0000CC"/>
                </a:solidFill>
              </a:rPr>
              <a:t> the expression of divergence in Cartesian coordinates</a:t>
            </a:r>
            <a:r>
              <a:rPr lang="en-US" altLang="zh-CN" sz="2400" b="1">
                <a:solidFill>
                  <a:srgbClr val="990000"/>
                </a:solidFill>
                <a:latin typeface="宋体" panose="02010600030101010101" pitchFamily="2" charset="-122"/>
              </a:rPr>
              <a:t>  </a:t>
            </a:r>
            <a:endParaRPr lang="en-US" altLang="zh-CN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323850" y="2851468"/>
          <a:ext cx="54768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79700" imgH="335915" progId="Equation.DSMT4">
                  <p:embed/>
                </p:oleObj>
              </mc:Choice>
              <mc:Fallback>
                <p:oleObj r:id="rId2" imgW="2679700" imgH="335915" progId="Equation.DSMT4">
                  <p:embed/>
                  <p:pic>
                    <p:nvPicPr>
                      <p:cNvPr id="33795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2851468"/>
                        <a:ext cx="5476875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323850" y="3787775"/>
          <a:ext cx="54768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61920" imgH="335915" progId="Equation.DSMT4">
                  <p:embed/>
                </p:oleObj>
              </mc:Choice>
              <mc:Fallback>
                <p:oleObj r:id="rId4" imgW="2661920" imgH="335915" progId="Equation.DSMT4">
                  <p:embed/>
                  <p:pic>
                    <p:nvPicPr>
                      <p:cNvPr id="33796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3787775"/>
                        <a:ext cx="5476875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323850" y="5661025"/>
          <a:ext cx="838993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87395" imgH="266065" progId="Equation.DSMT4">
                  <p:embed/>
                </p:oleObj>
              </mc:Choice>
              <mc:Fallback>
                <p:oleObj r:id="rId6" imgW="3287395" imgH="266065" progId="Equation.DSMT4">
                  <p:embed/>
                  <p:pic>
                    <p:nvPicPr>
                      <p:cNvPr id="41989" name="Object 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clrChange>
                          <a:clrFrom>
                            <a:srgbClr val="FF007F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5661025"/>
                        <a:ext cx="8389938" cy="8524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Rectangle 6"/>
          <p:cNvSpPr/>
          <p:nvPr/>
        </p:nvSpPr>
        <p:spPr>
          <a:xfrm>
            <a:off x="179705" y="4507865"/>
            <a:ext cx="8800465" cy="1050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flux flowing out from the surface elements (both front and back surfaces)</a:t>
            </a:r>
          </a:p>
        </p:txBody>
      </p:sp>
      <p:sp>
        <p:nvSpPr>
          <p:cNvPr id="33799" name="Text Box 7"/>
          <p:cNvSpPr txBox="1"/>
          <p:nvPr/>
        </p:nvSpPr>
        <p:spPr>
          <a:xfrm>
            <a:off x="107950" y="1052830"/>
            <a:ext cx="5759450" cy="2009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let the volume element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enclosed point P to be a cube, and the field at P is F(x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y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z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). Using the expansion of Taylor series:</a:t>
            </a:r>
          </a:p>
        </p:txBody>
      </p:sp>
      <p:grpSp>
        <p:nvGrpSpPr>
          <p:cNvPr id="33800" name="Group 8"/>
          <p:cNvGrpSpPr/>
          <p:nvPr/>
        </p:nvGrpSpPr>
        <p:grpSpPr>
          <a:xfrm>
            <a:off x="6011863" y="1268413"/>
            <a:ext cx="3132137" cy="3089276"/>
            <a:chOff x="3742" y="1162"/>
            <a:chExt cx="1973" cy="1946"/>
          </a:xfrm>
        </p:grpSpPr>
        <p:grpSp>
          <p:nvGrpSpPr>
            <p:cNvPr id="33808" name="Group 9"/>
            <p:cNvGrpSpPr/>
            <p:nvPr/>
          </p:nvGrpSpPr>
          <p:grpSpPr>
            <a:xfrm>
              <a:off x="3742" y="1162"/>
              <a:ext cx="1973" cy="1946"/>
              <a:chOff x="3742" y="1117"/>
              <a:chExt cx="1973" cy="1946"/>
            </a:xfrm>
          </p:grpSpPr>
          <p:sp>
            <p:nvSpPr>
              <p:cNvPr id="33810" name="AutoShape 10"/>
              <p:cNvSpPr>
                <a:spLocks noChangeAspect="1" noTextEdit="1"/>
              </p:cNvSpPr>
              <p:nvPr/>
            </p:nvSpPr>
            <p:spPr>
              <a:xfrm>
                <a:off x="3742" y="1117"/>
                <a:ext cx="1973" cy="1895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1" name="Freeform 11"/>
              <p:cNvSpPr>
                <a:spLocks noEditPoints="1"/>
              </p:cNvSpPr>
              <p:nvPr/>
            </p:nvSpPr>
            <p:spPr>
              <a:xfrm>
                <a:off x="4196" y="1205"/>
                <a:ext cx="56" cy="1185"/>
              </a:xfrm>
              <a:custGeom>
                <a:avLst/>
                <a:gdLst/>
                <a:ahLst/>
                <a:cxnLst>
                  <a:cxn ang="0">
                    <a:pos x="9" y="1185"/>
                  </a:cxn>
                  <a:cxn ang="0">
                    <a:pos x="9" y="115"/>
                  </a:cxn>
                  <a:cxn ang="0">
                    <a:pos x="21" y="115"/>
                  </a:cxn>
                  <a:cxn ang="0">
                    <a:pos x="21" y="1185"/>
                  </a:cxn>
                  <a:cxn ang="0">
                    <a:pos x="9" y="1185"/>
                  </a:cxn>
                  <a:cxn ang="0">
                    <a:pos x="0" y="127"/>
                  </a:cxn>
                  <a:cxn ang="0">
                    <a:pos x="17" y="0"/>
                  </a:cxn>
                  <a:cxn ang="0">
                    <a:pos x="31" y="127"/>
                  </a:cxn>
                  <a:cxn ang="0">
                    <a:pos x="0" y="127"/>
                  </a:cxn>
                </a:cxnLst>
                <a:rect l="0" t="0" r="0" b="0"/>
                <a:pathLst>
                  <a:path w="59" h="1185">
                    <a:moveTo>
                      <a:pt x="19" y="1185"/>
                    </a:moveTo>
                    <a:lnTo>
                      <a:pt x="20" y="115"/>
                    </a:lnTo>
                    <a:lnTo>
                      <a:pt x="38" y="115"/>
                    </a:lnTo>
                    <a:lnTo>
                      <a:pt x="38" y="1185"/>
                    </a:lnTo>
                    <a:lnTo>
                      <a:pt x="19" y="1185"/>
                    </a:lnTo>
                    <a:close/>
                    <a:moveTo>
                      <a:pt x="0" y="127"/>
                    </a:moveTo>
                    <a:lnTo>
                      <a:pt x="29" y="0"/>
                    </a:lnTo>
                    <a:lnTo>
                      <a:pt x="59" y="127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0" cap="flat" cmpd="sng">
                <a:solidFill>
                  <a:srgbClr val="000000">
                    <a:alpha val="100000"/>
                  </a:srgbClr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2" name="Freeform 12"/>
              <p:cNvSpPr>
                <a:spLocks noEditPoints="1"/>
              </p:cNvSpPr>
              <p:nvPr/>
            </p:nvSpPr>
            <p:spPr>
              <a:xfrm>
                <a:off x="3769" y="2377"/>
                <a:ext cx="470" cy="373"/>
              </a:xfrm>
              <a:custGeom>
                <a:avLst/>
                <a:gdLst/>
                <a:ahLst/>
                <a:cxnLst>
                  <a:cxn ang="0">
                    <a:pos x="39" y="3"/>
                  </a:cxn>
                  <a:cxn ang="0">
                    <a:pos x="7" y="63"/>
                  </a:cxn>
                  <a:cxn ang="0">
                    <a:pos x="6" y="60"/>
                  </a:cxn>
                  <a:cxn ang="0">
                    <a:pos x="39" y="0"/>
                  </a:cxn>
                  <a:cxn ang="0">
                    <a:pos x="39" y="3"/>
                  </a:cxn>
                  <a:cxn ang="0">
                    <a:pos x="9" y="63"/>
                  </a:cxn>
                  <a:cxn ang="0">
                    <a:pos x="0" y="74"/>
                  </a:cxn>
                  <a:cxn ang="0">
                    <a:pos x="6" y="57"/>
                  </a:cxn>
                  <a:cxn ang="0">
                    <a:pos x="9" y="63"/>
                  </a:cxn>
                </a:cxnLst>
                <a:rect l="0" t="0" r="0" b="0"/>
                <a:pathLst>
                  <a:path w="589" h="432">
                    <a:moveTo>
                      <a:pt x="589" y="12"/>
                    </a:moveTo>
                    <a:lnTo>
                      <a:pt x="107" y="365"/>
                    </a:lnTo>
                    <a:lnTo>
                      <a:pt x="95" y="352"/>
                    </a:lnTo>
                    <a:lnTo>
                      <a:pt x="578" y="0"/>
                    </a:lnTo>
                    <a:lnTo>
                      <a:pt x="589" y="12"/>
                    </a:lnTo>
                    <a:close/>
                    <a:moveTo>
                      <a:pt x="131" y="370"/>
                    </a:moveTo>
                    <a:lnTo>
                      <a:pt x="0" y="432"/>
                    </a:lnTo>
                    <a:lnTo>
                      <a:pt x="93" y="331"/>
                    </a:lnTo>
                    <a:lnTo>
                      <a:pt x="131" y="37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3" name="Freeform 13"/>
              <p:cNvSpPr>
                <a:spLocks noEditPoints="1"/>
              </p:cNvSpPr>
              <p:nvPr/>
            </p:nvSpPr>
            <p:spPr>
              <a:xfrm>
                <a:off x="4214" y="2371"/>
                <a:ext cx="1422" cy="51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805" y="18"/>
                  </a:cxn>
                  <a:cxn ang="0">
                    <a:pos x="805" y="33"/>
                  </a:cxn>
                  <a:cxn ang="0">
                    <a:pos x="0" y="33"/>
                  </a:cxn>
                  <a:cxn ang="0">
                    <a:pos x="0" y="17"/>
                  </a:cxn>
                  <a:cxn ang="0">
                    <a:pos x="795" y="0"/>
                  </a:cxn>
                  <a:cxn ang="0">
                    <a:pos x="882" y="26"/>
                  </a:cxn>
                  <a:cxn ang="0">
                    <a:pos x="795" y="51"/>
                  </a:cxn>
                  <a:cxn ang="0">
                    <a:pos x="795" y="0"/>
                  </a:cxn>
                </a:cxnLst>
                <a:rect l="0" t="0" r="0" b="0"/>
                <a:pathLst>
                  <a:path w="1485" h="51">
                    <a:moveTo>
                      <a:pt x="0" y="17"/>
                    </a:moveTo>
                    <a:lnTo>
                      <a:pt x="1353" y="18"/>
                    </a:lnTo>
                    <a:lnTo>
                      <a:pt x="1353" y="33"/>
                    </a:lnTo>
                    <a:lnTo>
                      <a:pt x="0" y="33"/>
                    </a:lnTo>
                    <a:lnTo>
                      <a:pt x="0" y="17"/>
                    </a:lnTo>
                    <a:close/>
                    <a:moveTo>
                      <a:pt x="1338" y="0"/>
                    </a:moveTo>
                    <a:lnTo>
                      <a:pt x="1485" y="26"/>
                    </a:lnTo>
                    <a:lnTo>
                      <a:pt x="1338" y="51"/>
                    </a:lnTo>
                    <a:lnTo>
                      <a:pt x="1338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4" name="Rectangle 14"/>
              <p:cNvSpPr/>
              <p:nvPr/>
            </p:nvSpPr>
            <p:spPr>
              <a:xfrm>
                <a:off x="4224" y="2387"/>
                <a:ext cx="76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19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o</a:t>
                </a:r>
                <a:endParaRPr lang="en-US" altLang="zh-CN" sz="2800" b="1"/>
              </a:p>
            </p:txBody>
          </p:sp>
          <p:sp>
            <p:nvSpPr>
              <p:cNvPr id="33815" name="Rectangle 15"/>
              <p:cNvSpPr/>
              <p:nvPr/>
            </p:nvSpPr>
            <p:spPr>
              <a:xfrm>
                <a:off x="3833" y="2694"/>
                <a:ext cx="8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en-US" altLang="zh-CN" sz="2000" b="1"/>
              </a:p>
            </p:txBody>
          </p:sp>
          <p:sp>
            <p:nvSpPr>
              <p:cNvPr id="33816" name="Rectangle 16"/>
              <p:cNvSpPr/>
              <p:nvPr/>
            </p:nvSpPr>
            <p:spPr>
              <a:xfrm>
                <a:off x="5599" y="2341"/>
                <a:ext cx="71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en-US" altLang="zh-CN" sz="2000" b="1"/>
              </a:p>
            </p:txBody>
          </p:sp>
          <p:sp>
            <p:nvSpPr>
              <p:cNvPr id="33817" name="Rectangle 17"/>
              <p:cNvSpPr/>
              <p:nvPr/>
            </p:nvSpPr>
            <p:spPr>
              <a:xfrm>
                <a:off x="4059" y="2796"/>
                <a:ext cx="1459" cy="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In Cartesian coordinates</a:t>
                </a:r>
                <a:endParaRPr lang="en-US" altLang="zh-CN" sz="1400" b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818" name="Group 18"/>
              <p:cNvGrpSpPr/>
              <p:nvPr/>
            </p:nvGrpSpPr>
            <p:grpSpPr>
              <a:xfrm>
                <a:off x="5279" y="2794"/>
                <a:ext cx="115" cy="269"/>
                <a:chOff x="5119" y="2796"/>
                <a:chExt cx="115" cy="269"/>
              </a:xfrm>
            </p:grpSpPr>
            <p:sp>
              <p:nvSpPr>
                <p:cNvPr id="33850" name="Rectangle 19"/>
                <p:cNvSpPr/>
                <p:nvPr/>
              </p:nvSpPr>
              <p:spPr>
                <a:xfrm>
                  <a:off x="5119" y="2796"/>
                  <a:ext cx="1" cy="2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endParaRPr lang="zh-CN" altLang="zh-CN" sz="2800"/>
                </a:p>
              </p:txBody>
            </p:sp>
            <p:sp>
              <p:nvSpPr>
                <p:cNvPr id="33851" name="Rectangle 20"/>
                <p:cNvSpPr/>
                <p:nvPr/>
              </p:nvSpPr>
              <p:spPr>
                <a:xfrm>
                  <a:off x="5233" y="2796"/>
                  <a:ext cx="1" cy="2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endParaRPr lang="zh-CN" altLang="zh-CN" sz="2800"/>
                </a:p>
              </p:txBody>
            </p:sp>
          </p:grpSp>
          <p:sp>
            <p:nvSpPr>
              <p:cNvPr id="33819" name="Rectangle 21"/>
              <p:cNvSpPr/>
              <p:nvPr/>
            </p:nvSpPr>
            <p:spPr>
              <a:xfrm>
                <a:off x="4266" y="1117"/>
                <a:ext cx="71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z</a:t>
                </a:r>
                <a:endParaRPr lang="en-US" altLang="zh-CN" sz="2000" b="1"/>
              </a:p>
            </p:txBody>
          </p:sp>
          <p:grpSp>
            <p:nvGrpSpPr>
              <p:cNvPr id="33820" name="Group 22"/>
              <p:cNvGrpSpPr/>
              <p:nvPr/>
            </p:nvGrpSpPr>
            <p:grpSpPr>
              <a:xfrm>
                <a:off x="5124" y="1527"/>
                <a:ext cx="239" cy="579"/>
                <a:chOff x="4605" y="1195"/>
                <a:chExt cx="208" cy="540"/>
              </a:xfrm>
            </p:grpSpPr>
            <p:sp>
              <p:nvSpPr>
                <p:cNvPr id="33848" name="Freeform 23"/>
                <p:cNvSpPr/>
                <p:nvPr/>
              </p:nvSpPr>
              <p:spPr>
                <a:xfrm>
                  <a:off x="4605" y="1195"/>
                  <a:ext cx="208" cy="540"/>
                </a:xfrm>
                <a:custGeom>
                  <a:avLst/>
                  <a:gdLst/>
                  <a:ahLst/>
                  <a:cxnLst>
                    <a:cxn ang="0">
                      <a:pos x="208" y="405"/>
                    </a:cxn>
                    <a:cxn ang="0">
                      <a:pos x="0" y="540"/>
                    </a:cxn>
                    <a:cxn ang="0">
                      <a:pos x="0" y="135"/>
                    </a:cxn>
                    <a:cxn ang="0">
                      <a:pos x="208" y="0"/>
                    </a:cxn>
                    <a:cxn ang="0">
                      <a:pos x="208" y="405"/>
                    </a:cxn>
                  </a:cxnLst>
                  <a:rect l="0" t="0" r="0" b="0"/>
                  <a:pathLst>
                    <a:path w="208" h="540">
                      <a:moveTo>
                        <a:pt x="208" y="405"/>
                      </a:moveTo>
                      <a:lnTo>
                        <a:pt x="0" y="540"/>
                      </a:lnTo>
                      <a:lnTo>
                        <a:pt x="0" y="135"/>
                      </a:lnTo>
                      <a:lnTo>
                        <a:pt x="208" y="0"/>
                      </a:lnTo>
                      <a:lnTo>
                        <a:pt x="208" y="405"/>
                      </a:lnTo>
                      <a:close/>
                    </a:path>
                  </a:pathLst>
                </a:custGeom>
                <a:solidFill>
                  <a:srgbClr val="D2D2D2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49" name="Freeform 24"/>
                <p:cNvSpPr/>
                <p:nvPr/>
              </p:nvSpPr>
              <p:spPr>
                <a:xfrm>
                  <a:off x="4605" y="1195"/>
                  <a:ext cx="208" cy="540"/>
                </a:xfrm>
                <a:custGeom>
                  <a:avLst/>
                  <a:gdLst/>
                  <a:ahLst/>
                  <a:cxnLst>
                    <a:cxn ang="0">
                      <a:pos x="208" y="405"/>
                    </a:cxn>
                    <a:cxn ang="0">
                      <a:pos x="0" y="540"/>
                    </a:cxn>
                    <a:cxn ang="0">
                      <a:pos x="0" y="135"/>
                    </a:cxn>
                    <a:cxn ang="0">
                      <a:pos x="208" y="0"/>
                    </a:cxn>
                    <a:cxn ang="0">
                      <a:pos x="208" y="405"/>
                    </a:cxn>
                  </a:cxnLst>
                  <a:rect l="0" t="0" r="0" b="0"/>
                  <a:pathLst>
                    <a:path w="208" h="540">
                      <a:moveTo>
                        <a:pt x="208" y="405"/>
                      </a:moveTo>
                      <a:lnTo>
                        <a:pt x="0" y="540"/>
                      </a:lnTo>
                      <a:lnTo>
                        <a:pt x="0" y="135"/>
                      </a:lnTo>
                      <a:lnTo>
                        <a:pt x="208" y="0"/>
                      </a:lnTo>
                      <a:lnTo>
                        <a:pt x="208" y="405"/>
                      </a:lnTo>
                      <a:close/>
                    </a:path>
                  </a:pathLst>
                </a:custGeom>
                <a:solidFill>
                  <a:srgbClr val="33CCCC">
                    <a:alpha val="100000"/>
                  </a:srgbClr>
                </a:solidFill>
                <a:ln w="23876" cap="rnd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821" name="Group 25"/>
              <p:cNvGrpSpPr/>
              <p:nvPr/>
            </p:nvGrpSpPr>
            <p:grpSpPr>
              <a:xfrm>
                <a:off x="4419" y="1538"/>
                <a:ext cx="942" cy="152"/>
                <a:chOff x="3950" y="1194"/>
                <a:chExt cx="874" cy="144"/>
              </a:xfrm>
            </p:grpSpPr>
            <p:sp>
              <p:nvSpPr>
                <p:cNvPr id="33846" name="Freeform 26"/>
                <p:cNvSpPr/>
                <p:nvPr/>
              </p:nvSpPr>
              <p:spPr>
                <a:xfrm>
                  <a:off x="3950" y="1194"/>
                  <a:ext cx="874" cy="144"/>
                </a:xfrm>
                <a:custGeom>
                  <a:avLst/>
                  <a:gdLst/>
                  <a:ahLst/>
                  <a:cxnLst>
                    <a:cxn ang="0">
                      <a:pos x="219" y="0"/>
                    </a:cxn>
                    <a:cxn ang="0">
                      <a:pos x="0" y="144"/>
                    </a:cxn>
                    <a:cxn ang="0">
                      <a:pos x="656" y="144"/>
                    </a:cxn>
                    <a:cxn ang="0">
                      <a:pos x="874" y="0"/>
                    </a:cxn>
                    <a:cxn ang="0">
                      <a:pos x="219" y="0"/>
                    </a:cxn>
                  </a:cxnLst>
                  <a:rect l="0" t="0" r="0" b="0"/>
                  <a:pathLst>
                    <a:path w="874" h="144">
                      <a:moveTo>
                        <a:pt x="219" y="0"/>
                      </a:moveTo>
                      <a:lnTo>
                        <a:pt x="0" y="144"/>
                      </a:lnTo>
                      <a:lnTo>
                        <a:pt x="656" y="144"/>
                      </a:lnTo>
                      <a:lnTo>
                        <a:pt x="874" y="0"/>
                      </a:lnTo>
                      <a:lnTo>
                        <a:pt x="219" y="0"/>
                      </a:lnTo>
                      <a:close/>
                    </a:path>
                  </a:pathLst>
                </a:custGeom>
                <a:solidFill>
                  <a:srgbClr val="B4B4B4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47" name="Freeform 27"/>
                <p:cNvSpPr/>
                <p:nvPr/>
              </p:nvSpPr>
              <p:spPr>
                <a:xfrm>
                  <a:off x="3950" y="1194"/>
                  <a:ext cx="874" cy="144"/>
                </a:xfrm>
                <a:custGeom>
                  <a:avLst/>
                  <a:gdLst/>
                  <a:ahLst/>
                  <a:cxnLst>
                    <a:cxn ang="0">
                      <a:pos x="219" y="0"/>
                    </a:cxn>
                    <a:cxn ang="0">
                      <a:pos x="0" y="144"/>
                    </a:cxn>
                    <a:cxn ang="0">
                      <a:pos x="656" y="144"/>
                    </a:cxn>
                    <a:cxn ang="0">
                      <a:pos x="874" y="0"/>
                    </a:cxn>
                    <a:cxn ang="0">
                      <a:pos x="219" y="0"/>
                    </a:cxn>
                  </a:cxnLst>
                  <a:rect l="0" t="0" r="0" b="0"/>
                  <a:pathLst>
                    <a:path w="874" h="144">
                      <a:moveTo>
                        <a:pt x="219" y="0"/>
                      </a:moveTo>
                      <a:lnTo>
                        <a:pt x="0" y="144"/>
                      </a:lnTo>
                      <a:lnTo>
                        <a:pt x="656" y="144"/>
                      </a:lnTo>
                      <a:lnTo>
                        <a:pt x="874" y="0"/>
                      </a:lnTo>
                      <a:lnTo>
                        <a:pt x="219" y="0"/>
                      </a:lnTo>
                      <a:close/>
                    </a:path>
                  </a:pathLst>
                </a:custGeom>
                <a:solidFill>
                  <a:srgbClr val="00CCFF">
                    <a:alpha val="100000"/>
                  </a:srgbClr>
                </a:solidFill>
                <a:ln w="23876" cap="rnd" cmpd="sng">
                  <a:solidFill>
                    <a:srgbClr val="000000">
                      <a:alpha val="10000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822" name="Group 28"/>
              <p:cNvGrpSpPr/>
              <p:nvPr/>
            </p:nvGrpSpPr>
            <p:grpSpPr>
              <a:xfrm>
                <a:off x="4420" y="1693"/>
                <a:ext cx="707" cy="411"/>
                <a:chOff x="3944" y="1338"/>
                <a:chExt cx="665" cy="396"/>
              </a:xfrm>
            </p:grpSpPr>
            <p:sp>
              <p:nvSpPr>
                <p:cNvPr id="33844" name="Rectangle 29"/>
                <p:cNvSpPr/>
                <p:nvPr/>
              </p:nvSpPr>
              <p:spPr>
                <a:xfrm>
                  <a:off x="3944" y="1338"/>
                  <a:ext cx="665" cy="396"/>
                </a:xfrm>
                <a:prstGeom prst="rect">
                  <a:avLst/>
                </a:prstGeom>
                <a:solidFill>
                  <a:srgbClr val="C9C9C9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3845" name="Rectangle 30"/>
                <p:cNvSpPr/>
                <p:nvPr/>
              </p:nvSpPr>
              <p:spPr>
                <a:xfrm>
                  <a:off x="3944" y="1338"/>
                  <a:ext cx="665" cy="396"/>
                </a:xfrm>
                <a:prstGeom prst="rect">
                  <a:avLst/>
                </a:prstGeom>
                <a:solidFill>
                  <a:srgbClr val="FF99CC"/>
                </a:solidFill>
                <a:ln w="23876" cap="rnd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33823" name="Group 31"/>
              <p:cNvGrpSpPr/>
              <p:nvPr/>
            </p:nvGrpSpPr>
            <p:grpSpPr>
              <a:xfrm>
                <a:off x="5380" y="1546"/>
                <a:ext cx="167" cy="192"/>
                <a:chOff x="4785" y="1106"/>
                <a:chExt cx="158" cy="185"/>
              </a:xfrm>
            </p:grpSpPr>
            <p:sp>
              <p:nvSpPr>
                <p:cNvPr id="33842" name="Rectangle 32"/>
                <p:cNvSpPr/>
                <p:nvPr/>
              </p:nvSpPr>
              <p:spPr>
                <a:xfrm>
                  <a:off x="4876" y="1106"/>
                  <a:ext cx="67" cy="18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z</a:t>
                  </a:r>
                  <a:endParaRPr lang="en-US" altLang="zh-CN" sz="2000" b="1"/>
                </a:p>
              </p:txBody>
            </p:sp>
            <p:sp>
              <p:nvSpPr>
                <p:cNvPr id="33843" name="Rectangle 33"/>
                <p:cNvSpPr/>
                <p:nvPr/>
              </p:nvSpPr>
              <p:spPr>
                <a:xfrm>
                  <a:off x="4785" y="1106"/>
                  <a:ext cx="92" cy="18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r>
                    <a:rPr lang="en-US" altLang="zh-CN" sz="200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D</a:t>
                  </a:r>
                  <a:endParaRPr lang="en-US" altLang="zh-CN" sz="2000"/>
                </a:p>
              </p:txBody>
            </p:sp>
          </p:grpSp>
          <p:grpSp>
            <p:nvGrpSpPr>
              <p:cNvPr id="33824" name="Group 34"/>
              <p:cNvGrpSpPr/>
              <p:nvPr/>
            </p:nvGrpSpPr>
            <p:grpSpPr>
              <a:xfrm>
                <a:off x="5277" y="1983"/>
                <a:ext cx="202" cy="192"/>
                <a:chOff x="5103" y="1706"/>
                <a:chExt cx="189" cy="184"/>
              </a:xfrm>
            </p:grpSpPr>
            <p:sp>
              <p:nvSpPr>
                <p:cNvPr id="33840" name="Rectangle 35"/>
                <p:cNvSpPr/>
                <p:nvPr/>
              </p:nvSpPr>
              <p:spPr>
                <a:xfrm>
                  <a:off x="5217" y="1706"/>
                  <a:ext cx="75" cy="1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r>
                    <a:rPr lang="en-US" altLang="zh-CN" sz="2000" b="1" i="1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x</a:t>
                  </a:r>
                  <a:endParaRPr lang="en-US" altLang="zh-CN" sz="2000" b="1"/>
                </a:p>
              </p:txBody>
            </p:sp>
            <p:sp>
              <p:nvSpPr>
                <p:cNvPr id="33841" name="Rectangle 36"/>
                <p:cNvSpPr/>
                <p:nvPr/>
              </p:nvSpPr>
              <p:spPr>
                <a:xfrm>
                  <a:off x="5103" y="1706"/>
                  <a:ext cx="92" cy="1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r>
                    <a:rPr lang="en-US" altLang="zh-CN" sz="200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D</a:t>
                  </a:r>
                  <a:endParaRPr lang="en-US" altLang="zh-CN" sz="2000"/>
                </a:p>
              </p:txBody>
            </p:sp>
          </p:grpSp>
          <p:grpSp>
            <p:nvGrpSpPr>
              <p:cNvPr id="33825" name="Group 37"/>
              <p:cNvGrpSpPr/>
              <p:nvPr/>
            </p:nvGrpSpPr>
            <p:grpSpPr>
              <a:xfrm>
                <a:off x="4580" y="2085"/>
                <a:ext cx="195" cy="182"/>
                <a:chOff x="4059" y="2296"/>
                <a:chExt cx="183" cy="175"/>
              </a:xfrm>
            </p:grpSpPr>
            <p:sp>
              <p:nvSpPr>
                <p:cNvPr id="33838" name="Rectangle 38"/>
                <p:cNvSpPr/>
                <p:nvPr/>
              </p:nvSpPr>
              <p:spPr>
                <a:xfrm>
                  <a:off x="4179" y="2296"/>
                  <a:ext cx="63" cy="1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r>
                    <a:rPr lang="en-US" altLang="zh-CN" sz="1900" b="1" i="1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y</a:t>
                  </a:r>
                  <a:endParaRPr lang="en-US" altLang="zh-CN" sz="2800" b="1"/>
                </a:p>
              </p:txBody>
            </p:sp>
            <p:sp>
              <p:nvSpPr>
                <p:cNvPr id="33839" name="Rectangle 39"/>
                <p:cNvSpPr/>
                <p:nvPr/>
              </p:nvSpPr>
              <p:spPr>
                <a:xfrm>
                  <a:off x="4059" y="2296"/>
                  <a:ext cx="87" cy="1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342900" lvl="0" indent="-342900" eaLnBrk="1" hangingPunct="1">
                    <a:buClrTx/>
                    <a:buSzTx/>
                    <a:buFontTx/>
                    <a:buNone/>
                  </a:pPr>
                  <a:r>
                    <a:rPr lang="en-US" altLang="zh-CN" sz="190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D</a:t>
                  </a:r>
                  <a:endParaRPr lang="en-US" altLang="zh-CN" sz="2800"/>
                </a:p>
              </p:txBody>
            </p:sp>
          </p:grpSp>
          <p:sp>
            <p:nvSpPr>
              <p:cNvPr id="33826" name="Line 40"/>
              <p:cNvSpPr>
                <a:spLocks noChangeAspect="1"/>
              </p:cNvSpPr>
              <p:nvPr/>
            </p:nvSpPr>
            <p:spPr>
              <a:xfrm flipH="1">
                <a:off x="4970" y="1488"/>
                <a:ext cx="521" cy="346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7" name="Line 41"/>
              <p:cNvSpPr>
                <a:spLocks noChangeAspect="1"/>
              </p:cNvSpPr>
              <p:nvPr/>
            </p:nvSpPr>
            <p:spPr>
              <a:xfrm flipH="1">
                <a:off x="4332" y="1888"/>
                <a:ext cx="478" cy="318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8" name="Line 42"/>
              <p:cNvSpPr>
                <a:spLocks noChangeAspect="1"/>
              </p:cNvSpPr>
              <p:nvPr/>
            </p:nvSpPr>
            <p:spPr>
              <a:xfrm flipH="1">
                <a:off x="5378" y="1442"/>
                <a:ext cx="180" cy="119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9" name="Line 43"/>
              <p:cNvSpPr>
                <a:spLocks noChangeAspect="1"/>
              </p:cNvSpPr>
              <p:nvPr/>
            </p:nvSpPr>
            <p:spPr>
              <a:xfrm rot="-10800000" flipH="1">
                <a:off x="4419" y="1928"/>
                <a:ext cx="261" cy="173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0" name="Line 44"/>
              <p:cNvSpPr/>
              <p:nvPr/>
            </p:nvSpPr>
            <p:spPr>
              <a:xfrm>
                <a:off x="4667" y="1949"/>
                <a:ext cx="694" cy="0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1" name="Line 45"/>
              <p:cNvSpPr/>
              <p:nvPr/>
            </p:nvSpPr>
            <p:spPr>
              <a:xfrm>
                <a:off x="4667" y="1541"/>
                <a:ext cx="0" cy="408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2" name="Line 46"/>
              <p:cNvSpPr/>
              <p:nvPr/>
            </p:nvSpPr>
            <p:spPr>
              <a:xfrm flipV="1">
                <a:off x="5246" y="1813"/>
                <a:ext cx="289" cy="0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3" name="Line 47"/>
              <p:cNvSpPr/>
              <p:nvPr/>
            </p:nvSpPr>
            <p:spPr>
              <a:xfrm flipV="1">
                <a:off x="4291" y="1813"/>
                <a:ext cx="289" cy="0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4" name="Line 48"/>
              <p:cNvSpPr/>
              <p:nvPr/>
            </p:nvSpPr>
            <p:spPr>
              <a:xfrm flipV="1">
                <a:off x="4889" y="1298"/>
                <a:ext cx="0" cy="317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5" name="Line 49"/>
              <p:cNvSpPr/>
              <p:nvPr/>
            </p:nvSpPr>
            <p:spPr>
              <a:xfrm flipV="1">
                <a:off x="4898" y="2009"/>
                <a:ext cx="0" cy="317"/>
              </a:xfrm>
              <a:prstGeom prst="line">
                <a:avLst/>
              </a:prstGeom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6" name="Oval 50"/>
              <p:cNvSpPr>
                <a:spLocks noChangeAspect="1"/>
              </p:cNvSpPr>
              <p:nvPr/>
            </p:nvSpPr>
            <p:spPr>
              <a:xfrm>
                <a:off x="4876" y="184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3837" name="Rectangle 51"/>
              <p:cNvSpPr/>
              <p:nvPr/>
            </p:nvSpPr>
            <p:spPr>
              <a:xfrm>
                <a:off x="4785" y="1706"/>
                <a:ext cx="182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eaLnBrk="1" hangingPunct="1">
                  <a:buClrTx/>
                  <a:buSzTx/>
                  <a:buFontTx/>
                  <a:buNone/>
                </a:pP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P</a:t>
                </a:r>
                <a:endParaRPr lang="en-US" altLang="zh-CN" sz="2000" b="1"/>
              </a:p>
            </p:txBody>
          </p:sp>
        </p:grpSp>
        <p:graphicFrame>
          <p:nvGraphicFramePr>
            <p:cNvPr id="33809" name="Object 52"/>
            <p:cNvGraphicFramePr>
              <a:graphicFrameLocks noChangeAspect="1"/>
            </p:cNvGraphicFramePr>
            <p:nvPr/>
          </p:nvGraphicFramePr>
          <p:xfrm>
            <a:off x="5264" y="2795"/>
            <a:ext cx="383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25425" imgH="109855" progId="Equation.3">
                    <p:embed/>
                  </p:oleObj>
                </mc:Choice>
                <mc:Fallback>
                  <p:oleObj r:id="rId8" imgW="225425" imgH="109855" progId="Equation.3">
                    <p:embed/>
                    <p:pic>
                      <p:nvPicPr>
                        <p:cNvPr id="33809" name="Object 52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64" y="2795"/>
                          <a:ext cx="383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37" name="Object 53"/>
          <p:cNvGraphicFramePr>
            <a:graphicFrameLocks noGrp="1" noChangeAspect="1"/>
          </p:cNvGraphicFramePr>
          <p:nvPr>
            <p:ph sz="half" idx="1" hasCustomPrompt="1"/>
          </p:nvPr>
        </p:nvGraphicFramePr>
        <p:xfrm>
          <a:off x="2195513" y="5048250"/>
          <a:ext cx="12874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78485" imgH="266065" progId="Equation.DSMT4">
                  <p:embed/>
                </p:oleObj>
              </mc:Choice>
              <mc:Fallback>
                <p:oleObj r:id="rId10" imgW="578485" imgH="266065" progId="Equation.DSMT4">
                  <p:embed/>
                  <p:pic>
                    <p:nvPicPr>
                      <p:cNvPr id="42037" name="Object 53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2195513" y="5048250"/>
                        <a:ext cx="1287462" cy="6127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54"/>
          <p:cNvGraphicFramePr>
            <a:graphicFrameLocks noGrp="1" noChangeAspect="1"/>
          </p:cNvGraphicFramePr>
          <p:nvPr>
            <p:ph sz="quarter" idx="2" hasCustomPrompt="1"/>
          </p:nvPr>
        </p:nvGraphicFramePr>
        <p:xfrm>
          <a:off x="6070600" y="2733675"/>
          <a:ext cx="7651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78485" imgH="266065" progId="Equation.DSMT4">
                  <p:embed/>
                </p:oleObj>
              </mc:Choice>
              <mc:Fallback>
                <p:oleObj r:id="rId12" imgW="578485" imgH="266065" progId="Equation.DSMT4">
                  <p:embed/>
                  <p:pic>
                    <p:nvPicPr>
                      <p:cNvPr id="33802" name="Object 54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6070600" y="2733675"/>
                        <a:ext cx="765175" cy="3651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9" name="Rectangle 55"/>
          <p:cNvSpPr/>
          <p:nvPr/>
        </p:nvSpPr>
        <p:spPr>
          <a:xfrm>
            <a:off x="3492183" y="5022533"/>
            <a:ext cx="719137" cy="56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and</a:t>
            </a:r>
          </a:p>
        </p:txBody>
      </p:sp>
      <p:graphicFrame>
        <p:nvGraphicFramePr>
          <p:cNvPr id="42040" name="Object 56"/>
          <p:cNvGraphicFramePr>
            <a:graphicFrameLocks noGrp="1" noChangeAspect="1"/>
          </p:cNvGraphicFramePr>
          <p:nvPr>
            <p:ph sz="quarter" idx="3" hasCustomPrompt="1"/>
          </p:nvPr>
        </p:nvGraphicFramePr>
        <p:xfrm>
          <a:off x="4140200" y="4941253"/>
          <a:ext cx="11969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78485" imgH="266065" progId="Equation.DSMT4">
                  <p:embed/>
                </p:oleObj>
              </mc:Choice>
              <mc:Fallback>
                <p:oleObj r:id="rId14" imgW="578485" imgH="266065" progId="Equation.DSMT4">
                  <p:embed/>
                  <p:pic>
                    <p:nvPicPr>
                      <p:cNvPr id="42040" name="Object 56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4140200" y="4941253"/>
                        <a:ext cx="1196975" cy="7318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41" name="Rectangle 57"/>
          <p:cNvSpPr/>
          <p:nvPr/>
        </p:nvSpPr>
        <p:spPr>
          <a:xfrm>
            <a:off x="5220653" y="4941253"/>
            <a:ext cx="719137" cy="570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is: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32405" y="1609408"/>
            <a:ext cx="5667375" cy="809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  <p:bldP spid="42039" grpId="0"/>
      <p:bldP spid="4204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/>
          <p:nvPr/>
        </p:nvSpPr>
        <p:spPr>
          <a:xfrm>
            <a:off x="0" y="3500438"/>
            <a:ext cx="6588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According to the definition of divergence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43011" name="Text Box 3"/>
          <p:cNvSpPr txBox="1"/>
          <p:nvPr/>
        </p:nvSpPr>
        <p:spPr>
          <a:xfrm>
            <a:off x="539750" y="981075"/>
            <a:ext cx="7416800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  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For the same reason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flux through other surface elements could be obtained, then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042988" y="4076700"/>
          <a:ext cx="62642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04720" imgH="370205" progId="Equation.DSMT4">
                  <p:embed/>
                </p:oleObj>
              </mc:Choice>
              <mc:Fallback>
                <p:oleObj r:id="rId2" imgW="2204720" imgH="370205" progId="Equation.DSMT4">
                  <p:embed/>
                  <p:pic>
                    <p:nvPicPr>
                      <p:cNvPr id="43012" name="Object 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4076700"/>
                        <a:ext cx="6264275" cy="127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900113" y="2276475"/>
          <a:ext cx="74168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66060" imgH="318135" progId="Equation.DSMT4">
                  <p:embed/>
                </p:oleObj>
              </mc:Choice>
              <mc:Fallback>
                <p:oleObj r:id="rId4" imgW="2766060" imgH="318135" progId="Equation.DSMT4">
                  <p:embed/>
                  <p:pic>
                    <p:nvPicPr>
                      <p:cNvPr id="43013" name="Object 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276475"/>
                        <a:ext cx="7416800" cy="1052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Grp="1" noChangeAspect="1"/>
          </p:cNvGraphicFramePr>
          <p:nvPr>
            <p:ph hasCustomPrompt="1"/>
          </p:nvPr>
        </p:nvGraphicFramePr>
        <p:xfrm>
          <a:off x="3132138" y="5589588"/>
          <a:ext cx="23050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2625" imgH="109855" progId="Equation.DSMT4">
                  <p:embed/>
                </p:oleObj>
              </mc:Choice>
              <mc:Fallback>
                <p:oleObj r:id="rId6" imgW="682625" imgH="109855" progId="Equation.DSMT4">
                  <p:embed/>
                  <p:pic>
                    <p:nvPicPr>
                      <p:cNvPr id="43014" name="Object 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FF007F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132138" y="5589588"/>
                        <a:ext cx="2305050" cy="538162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/>
          <p:nvPr/>
        </p:nvSpPr>
        <p:spPr>
          <a:xfrm>
            <a:off x="395288" y="2060575"/>
            <a:ext cx="2160587" cy="86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71500" lvl="0" indent="-571500"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Cylindrical </a:t>
            </a:r>
          </a:p>
          <a:p>
            <a:pPr marL="571500" lvl="0" indent="-571500"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Coordinates: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2447925" y="3068638"/>
          <a:ext cx="66960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42615" imgH="295275" progId="Equation.DSMT4">
                  <p:embed/>
                </p:oleObj>
              </mc:Choice>
              <mc:Fallback>
                <p:oleObj r:id="rId2" imgW="3142615" imgH="295275" progId="Equation.DSMT4">
                  <p:embed/>
                  <p:pic>
                    <p:nvPicPr>
                      <p:cNvPr id="44035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47925" y="3068638"/>
                        <a:ext cx="6696075" cy="82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2555875" y="2060575"/>
          <a:ext cx="36353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99235" imgH="318135" progId="Equation.DSMT4">
                  <p:embed/>
                </p:oleObj>
              </mc:Choice>
              <mc:Fallback>
                <p:oleObj r:id="rId4" imgW="1499235" imgH="318135" progId="Equation.DSMT4">
                  <p:embed/>
                  <p:pic>
                    <p:nvPicPr>
                      <p:cNvPr id="44036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2060575"/>
                        <a:ext cx="3635375" cy="827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Rectangle 5"/>
          <p:cNvSpPr/>
          <p:nvPr/>
        </p:nvSpPr>
        <p:spPr>
          <a:xfrm>
            <a:off x="395288" y="3141663"/>
            <a:ext cx="2519362" cy="7921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71500" lvl="0" indent="-5715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Spherical </a:t>
            </a:r>
          </a:p>
          <a:p>
            <a:pPr marL="571500" lvl="0" indent="-5715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Coordinates:</a:t>
            </a:r>
          </a:p>
        </p:txBody>
      </p:sp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2555875" y="981075"/>
          <a:ext cx="34194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3175" imgH="318135" progId="Equation.DSMT4">
                  <p:embed/>
                </p:oleObj>
              </mc:Choice>
              <mc:Fallback>
                <p:oleObj r:id="rId6" imgW="1273175" imgH="318135" progId="Equation.DSMT4">
                  <p:embed/>
                  <p:pic>
                    <p:nvPicPr>
                      <p:cNvPr id="44038" name="Object 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981075"/>
                        <a:ext cx="341947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395288" y="1052513"/>
            <a:ext cx="2305050" cy="7921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47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46685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8595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30505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6225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1945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7665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3385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Cartesian </a:t>
            </a: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Coordinates:</a:t>
            </a:r>
          </a:p>
        </p:txBody>
      </p:sp>
      <p:sp>
        <p:nvSpPr>
          <p:cNvPr id="44040" name="Rectangle 8"/>
          <p:cNvSpPr/>
          <p:nvPr/>
        </p:nvSpPr>
        <p:spPr>
          <a:xfrm>
            <a:off x="1476375" y="333375"/>
            <a:ext cx="6408738" cy="4778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71500" lvl="0" indent="-571500" eaLnBrk="1" hangingPunct="1">
              <a:buClrTx/>
              <a:buSzTx/>
              <a:buFontTx/>
              <a:buNone/>
            </a:pPr>
            <a:r>
              <a:rPr lang="en-US" altLang="zh-CN" b="1">
                <a:solidFill>
                  <a:srgbClr val="990000"/>
                </a:solidFill>
                <a:ea typeface="楷体_GB2312" pitchFamily="49" charset="-122"/>
              </a:rPr>
              <a:t>The expression of divergence</a:t>
            </a:r>
            <a:r>
              <a:rPr lang="zh-CN" altLang="en-US" b="1">
                <a:solidFill>
                  <a:srgbClr val="990000"/>
                </a:solidFill>
                <a:ea typeface="幼圆" panose="02010509060101010101" pitchFamily="49" charset="-122"/>
              </a:rPr>
              <a:t>：</a:t>
            </a:r>
          </a:p>
        </p:txBody>
      </p:sp>
      <p:sp>
        <p:nvSpPr>
          <p:cNvPr id="44041" name="Rectangle 9"/>
          <p:cNvSpPr/>
          <p:nvPr/>
        </p:nvSpPr>
        <p:spPr>
          <a:xfrm>
            <a:off x="467360" y="4437380"/>
            <a:ext cx="2881313" cy="1295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The related formulas of divergence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</a:p>
        </p:txBody>
      </p:sp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2627313" y="3933190"/>
          <a:ext cx="4022725" cy="251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41805" imgH="1116965" progId="Equation.DSMT4">
                  <p:embed/>
                </p:oleObj>
              </mc:Choice>
              <mc:Fallback>
                <p:oleObj r:id="rId8" imgW="1741805" imgH="1116965" progId="Equation.DSMT4">
                  <p:embed/>
                  <p:pic>
                    <p:nvPicPr>
                      <p:cNvPr id="44042" name="Object 10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3933190"/>
                        <a:ext cx="4022725" cy="2519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7" grpId="0"/>
      <p:bldP spid="44039" grpId="0"/>
      <p:bldP spid="44040" grpId="0"/>
      <p:bldP spid="4404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3" name="对象 1"/>
          <p:cNvGraphicFramePr/>
          <p:nvPr/>
        </p:nvGraphicFramePr>
        <p:xfrm>
          <a:off x="2339975" y="1772285"/>
          <a:ext cx="291306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8400" imgH="482600" progId="Equation.DSMT4">
                  <p:embed/>
                </p:oleObj>
              </mc:Choice>
              <mc:Fallback>
                <p:oleObj r:id="rId2" imgW="1168400" imgH="482600" progId="Equation.DSMT4">
                  <p:embed/>
                  <p:pic>
                    <p:nvPicPr>
                      <p:cNvPr id="51203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9975" y="1772285"/>
                        <a:ext cx="2913063" cy="12192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4" name="对象 3"/>
          <p:cNvGraphicFramePr/>
          <p:nvPr/>
        </p:nvGraphicFramePr>
        <p:xfrm>
          <a:off x="2339975" y="3320415"/>
          <a:ext cx="36734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73200" imgH="482600" progId="Equation.DSMT4">
                  <p:embed/>
                </p:oleObj>
              </mc:Choice>
              <mc:Fallback>
                <p:oleObj r:id="rId4" imgW="1473200" imgH="482600" progId="Equation.DSMT4">
                  <p:embed/>
                  <p:pic>
                    <p:nvPicPr>
                      <p:cNvPr id="5120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9975" y="3320415"/>
                        <a:ext cx="3673475" cy="12192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对象 5"/>
          <p:cNvGraphicFramePr/>
          <p:nvPr/>
        </p:nvGraphicFramePr>
        <p:xfrm>
          <a:off x="2339975" y="4900295"/>
          <a:ext cx="2628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4100" imgH="482600" progId="Equation.DSMT4">
                  <p:embed/>
                </p:oleObj>
              </mc:Choice>
              <mc:Fallback>
                <p:oleObj r:id="rId6" imgW="1054100" imgH="482600" progId="Equation.DSMT4">
                  <p:embed/>
                  <p:pic>
                    <p:nvPicPr>
                      <p:cNvPr id="51205" name="对象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39975" y="4900295"/>
                        <a:ext cx="2628900" cy="12192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259840" y="838200"/>
            <a:ext cx="2609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Exercise</a:t>
            </a:r>
            <a:r>
              <a:rPr lang="zh-CN" altLang="en-US" sz="2800"/>
              <a:t>：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5" y="478155"/>
            <a:ext cx="9144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/>
          <p:nvPr/>
        </p:nvSpPr>
        <p:spPr>
          <a:xfrm>
            <a:off x="539750" y="549275"/>
            <a:ext cx="6478588" cy="503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4. 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 divergence theorem</a:t>
            </a:r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555875" y="2205355"/>
          <a:ext cx="3691890" cy="72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4110" imgH="179705" progId="Equation.DSMT4">
                  <p:embed/>
                </p:oleObj>
              </mc:Choice>
              <mc:Fallback>
                <p:oleObj r:id="rId2" imgW="1134110" imgH="179705" progId="Equation.DSMT4">
                  <p:embed/>
                  <p:pic>
                    <p:nvPicPr>
                      <p:cNvPr id="45059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2205355"/>
                        <a:ext cx="3691890" cy="72834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60" name="Group 4"/>
          <p:cNvGrpSpPr/>
          <p:nvPr/>
        </p:nvGrpSpPr>
        <p:grpSpPr>
          <a:xfrm>
            <a:off x="2051050" y="3357563"/>
            <a:ext cx="4535488" cy="2663825"/>
            <a:chOff x="2881" y="2115"/>
            <a:chExt cx="2857" cy="1678"/>
          </a:xfrm>
        </p:grpSpPr>
        <p:sp>
          <p:nvSpPr>
            <p:cNvPr id="36870" name="Rectangle 5"/>
            <p:cNvSpPr/>
            <p:nvPr/>
          </p:nvSpPr>
          <p:spPr>
            <a:xfrm>
              <a:off x="2881" y="2115"/>
              <a:ext cx="2857" cy="1678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grpSp>
          <p:nvGrpSpPr>
            <p:cNvPr id="36871" name="Group 6"/>
            <p:cNvGrpSpPr/>
            <p:nvPr/>
          </p:nvGrpSpPr>
          <p:grpSpPr>
            <a:xfrm>
              <a:off x="2972" y="2206"/>
              <a:ext cx="1587" cy="989"/>
              <a:chOff x="7479" y="6494"/>
              <a:chExt cx="4057" cy="2767"/>
            </a:xfrm>
          </p:grpSpPr>
          <p:sp>
            <p:nvSpPr>
              <p:cNvPr id="36900" name="Freeform 7"/>
              <p:cNvSpPr/>
              <p:nvPr/>
            </p:nvSpPr>
            <p:spPr>
              <a:xfrm>
                <a:off x="7479" y="6494"/>
                <a:ext cx="4057" cy="2767"/>
              </a:xfrm>
              <a:custGeom>
                <a:avLst/>
                <a:gdLst/>
                <a:ahLst/>
                <a:cxnLst>
                  <a:cxn ang="0">
                    <a:pos x="2567" y="2579"/>
                  </a:cxn>
                  <a:cxn ang="0">
                    <a:pos x="1478" y="2684"/>
                  </a:cxn>
                  <a:cxn ang="0">
                    <a:pos x="251" y="2080"/>
                  </a:cxn>
                  <a:cxn ang="0">
                    <a:pos x="416" y="725"/>
                  </a:cxn>
                  <a:cxn ang="0">
                    <a:pos x="2748" y="12"/>
                  </a:cxn>
                  <a:cxn ang="0">
                    <a:pos x="3915" y="797"/>
                  </a:cxn>
                  <a:cxn ang="0">
                    <a:pos x="3598" y="2036"/>
                  </a:cxn>
                  <a:cxn ang="0">
                    <a:pos x="2567" y="2579"/>
                  </a:cxn>
                </a:cxnLst>
                <a:rect l="0" t="0" r="0" b="0"/>
                <a:pathLst>
                  <a:path w="4057" h="2767">
                    <a:moveTo>
                      <a:pt x="2567" y="2579"/>
                    </a:moveTo>
                    <a:cubicBezTo>
                      <a:pt x="2214" y="2687"/>
                      <a:pt x="1864" y="2767"/>
                      <a:pt x="1478" y="2684"/>
                    </a:cubicBezTo>
                    <a:cubicBezTo>
                      <a:pt x="1092" y="2601"/>
                      <a:pt x="428" y="2406"/>
                      <a:pt x="251" y="2080"/>
                    </a:cubicBezTo>
                    <a:cubicBezTo>
                      <a:pt x="74" y="1754"/>
                      <a:pt x="0" y="1069"/>
                      <a:pt x="416" y="725"/>
                    </a:cubicBezTo>
                    <a:cubicBezTo>
                      <a:pt x="833" y="380"/>
                      <a:pt x="2165" y="0"/>
                      <a:pt x="2748" y="12"/>
                    </a:cubicBezTo>
                    <a:cubicBezTo>
                      <a:pt x="3332" y="24"/>
                      <a:pt x="3773" y="460"/>
                      <a:pt x="3915" y="797"/>
                    </a:cubicBezTo>
                    <a:cubicBezTo>
                      <a:pt x="4057" y="1135"/>
                      <a:pt x="3823" y="1739"/>
                      <a:pt x="3598" y="2036"/>
                    </a:cubicBezTo>
                    <a:cubicBezTo>
                      <a:pt x="3373" y="2333"/>
                      <a:pt x="2920" y="2471"/>
                      <a:pt x="2567" y="257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59AFF">
                      <a:alpha val="100000"/>
                    </a:srgbClr>
                  </a:gs>
                  <a:gs pos="100000">
                    <a:srgbClr val="256BB1">
                      <a:alpha val="100000"/>
                    </a:srgbClr>
                  </a:gs>
                </a:gsLst>
                <a:path path="rect">
                  <a:fillToRect l="50000" t="50000" r="50000" b="50000"/>
                </a:path>
                <a:tileRect/>
              </a:gradFill>
              <a:ln w="222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1" name="Freeform 8"/>
              <p:cNvSpPr/>
              <p:nvPr/>
            </p:nvSpPr>
            <p:spPr>
              <a:xfrm>
                <a:off x="8994" y="7503"/>
                <a:ext cx="1038" cy="207"/>
              </a:xfrm>
              <a:custGeom>
                <a:avLst/>
                <a:gdLst/>
                <a:ahLst/>
                <a:cxnLst>
                  <a:cxn ang="0">
                    <a:pos x="0" y="854"/>
                  </a:cxn>
                  <a:cxn ang="0">
                    <a:pos x="19836" y="124"/>
                  </a:cxn>
                  <a:cxn ang="0">
                    <a:pos x="46250" y="12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2" name="Freeform 9"/>
              <p:cNvSpPr/>
              <p:nvPr/>
            </p:nvSpPr>
            <p:spPr>
              <a:xfrm>
                <a:off x="9333" y="7771"/>
                <a:ext cx="1038" cy="207"/>
              </a:xfrm>
              <a:custGeom>
                <a:avLst/>
                <a:gdLst/>
                <a:ahLst/>
                <a:cxnLst>
                  <a:cxn ang="0">
                    <a:pos x="0" y="854"/>
                  </a:cxn>
                  <a:cxn ang="0">
                    <a:pos x="19836" y="124"/>
                  </a:cxn>
                  <a:cxn ang="0">
                    <a:pos x="46250" y="12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3" name="Line 10"/>
              <p:cNvSpPr>
                <a:spLocks noChangeAspect="1"/>
              </p:cNvSpPr>
              <p:nvPr/>
            </p:nvSpPr>
            <p:spPr>
              <a:xfrm>
                <a:off x="9439" y="7533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4" name="Freeform 11"/>
              <p:cNvSpPr/>
              <p:nvPr/>
            </p:nvSpPr>
            <p:spPr>
              <a:xfrm>
                <a:off x="9164" y="7990"/>
                <a:ext cx="1038" cy="207"/>
              </a:xfrm>
              <a:custGeom>
                <a:avLst/>
                <a:gdLst/>
                <a:ahLst/>
                <a:cxnLst>
                  <a:cxn ang="0">
                    <a:pos x="0" y="854"/>
                  </a:cxn>
                  <a:cxn ang="0">
                    <a:pos x="19836" y="124"/>
                  </a:cxn>
                  <a:cxn ang="0">
                    <a:pos x="46250" y="12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5" name="Freeform 12"/>
              <p:cNvSpPr/>
              <p:nvPr/>
            </p:nvSpPr>
            <p:spPr>
              <a:xfrm>
                <a:off x="9503" y="8258"/>
                <a:ext cx="1038" cy="207"/>
              </a:xfrm>
              <a:custGeom>
                <a:avLst/>
                <a:gdLst/>
                <a:ahLst/>
                <a:cxnLst>
                  <a:cxn ang="0">
                    <a:pos x="0" y="854"/>
                  </a:cxn>
                  <a:cxn ang="0">
                    <a:pos x="19836" y="124"/>
                  </a:cxn>
                  <a:cxn ang="0">
                    <a:pos x="46250" y="12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6" name="Line 13"/>
              <p:cNvSpPr>
                <a:spLocks noChangeAspect="1"/>
              </p:cNvSpPr>
              <p:nvPr/>
            </p:nvSpPr>
            <p:spPr>
              <a:xfrm>
                <a:off x="9164" y="8197"/>
                <a:ext cx="444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7" name="Line 14"/>
              <p:cNvSpPr>
                <a:spLocks noChangeAspect="1"/>
              </p:cNvSpPr>
              <p:nvPr/>
            </p:nvSpPr>
            <p:spPr>
              <a:xfrm>
                <a:off x="9608" y="8019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08" name="Group 15"/>
              <p:cNvGrpSpPr/>
              <p:nvPr/>
            </p:nvGrpSpPr>
            <p:grpSpPr>
              <a:xfrm>
                <a:off x="8994" y="7710"/>
                <a:ext cx="572" cy="737"/>
                <a:chOff x="7896" y="3686"/>
                <a:chExt cx="405" cy="648"/>
              </a:xfrm>
            </p:grpSpPr>
            <p:sp>
              <p:nvSpPr>
                <p:cNvPr id="37002" name="Line 16"/>
                <p:cNvSpPr>
                  <a:spLocks noChangeAspect="1"/>
                </p:cNvSpPr>
                <p:nvPr/>
              </p:nvSpPr>
              <p:spPr>
                <a:xfrm>
                  <a:off x="7896" y="3686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003" name="Line 17"/>
                <p:cNvSpPr/>
                <p:nvPr/>
              </p:nvSpPr>
              <p:spPr>
                <a:xfrm>
                  <a:off x="7896" y="368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004" name="Line 18"/>
                <p:cNvSpPr/>
                <p:nvPr/>
              </p:nvSpPr>
              <p:spPr>
                <a:xfrm>
                  <a:off x="8196" y="386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09" name="Line 19"/>
              <p:cNvSpPr/>
              <p:nvPr/>
            </p:nvSpPr>
            <p:spPr>
              <a:xfrm>
                <a:off x="9884" y="7755"/>
                <a:ext cx="148" cy="533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0" name="Line 20"/>
              <p:cNvSpPr/>
              <p:nvPr/>
            </p:nvSpPr>
            <p:spPr>
              <a:xfrm>
                <a:off x="9474" y="7533"/>
                <a:ext cx="149" cy="532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11" name="Group 21"/>
              <p:cNvGrpSpPr/>
              <p:nvPr/>
            </p:nvGrpSpPr>
            <p:grpSpPr>
              <a:xfrm>
                <a:off x="9997" y="7505"/>
                <a:ext cx="572" cy="737"/>
                <a:chOff x="7896" y="3686"/>
                <a:chExt cx="405" cy="648"/>
              </a:xfrm>
            </p:grpSpPr>
            <p:sp>
              <p:nvSpPr>
                <p:cNvPr id="36999" name="Line 22"/>
                <p:cNvSpPr>
                  <a:spLocks noChangeAspect="1"/>
                </p:cNvSpPr>
                <p:nvPr/>
              </p:nvSpPr>
              <p:spPr>
                <a:xfrm>
                  <a:off x="7896" y="3686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000" name="Line 23"/>
                <p:cNvSpPr/>
                <p:nvPr/>
              </p:nvSpPr>
              <p:spPr>
                <a:xfrm>
                  <a:off x="7896" y="368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001" name="Line 24"/>
                <p:cNvSpPr/>
                <p:nvPr/>
              </p:nvSpPr>
              <p:spPr>
                <a:xfrm>
                  <a:off x="8196" y="386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12" name="Line 25"/>
              <p:cNvSpPr>
                <a:spLocks noChangeAspect="1"/>
              </p:cNvSpPr>
              <p:nvPr/>
            </p:nvSpPr>
            <p:spPr>
              <a:xfrm>
                <a:off x="10132" y="7978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3" name="Freeform 26"/>
              <p:cNvSpPr/>
              <p:nvPr/>
            </p:nvSpPr>
            <p:spPr>
              <a:xfrm>
                <a:off x="7964" y="7679"/>
                <a:ext cx="1038" cy="207"/>
              </a:xfrm>
              <a:custGeom>
                <a:avLst/>
                <a:gdLst/>
                <a:ahLst/>
                <a:cxnLst>
                  <a:cxn ang="0">
                    <a:pos x="0" y="854"/>
                  </a:cxn>
                  <a:cxn ang="0">
                    <a:pos x="19836" y="124"/>
                  </a:cxn>
                  <a:cxn ang="0">
                    <a:pos x="46250" y="12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4" name="Freeform 27"/>
              <p:cNvSpPr/>
              <p:nvPr/>
            </p:nvSpPr>
            <p:spPr>
              <a:xfrm>
                <a:off x="8303" y="7947"/>
                <a:ext cx="1038" cy="207"/>
              </a:xfrm>
              <a:custGeom>
                <a:avLst/>
                <a:gdLst/>
                <a:ahLst/>
                <a:cxnLst>
                  <a:cxn ang="0">
                    <a:pos x="0" y="854"/>
                  </a:cxn>
                  <a:cxn ang="0">
                    <a:pos x="19836" y="124"/>
                  </a:cxn>
                  <a:cxn ang="0">
                    <a:pos x="46250" y="12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5" name="Line 28"/>
              <p:cNvSpPr>
                <a:spLocks noChangeAspect="1"/>
              </p:cNvSpPr>
              <p:nvPr/>
            </p:nvSpPr>
            <p:spPr>
              <a:xfrm>
                <a:off x="8409" y="7709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6" name="Freeform 29"/>
              <p:cNvSpPr/>
              <p:nvPr/>
            </p:nvSpPr>
            <p:spPr>
              <a:xfrm>
                <a:off x="8134" y="8166"/>
                <a:ext cx="1038" cy="207"/>
              </a:xfrm>
              <a:custGeom>
                <a:avLst/>
                <a:gdLst/>
                <a:ahLst/>
                <a:cxnLst>
                  <a:cxn ang="0">
                    <a:pos x="0" y="854"/>
                  </a:cxn>
                  <a:cxn ang="0">
                    <a:pos x="19836" y="124"/>
                  </a:cxn>
                  <a:cxn ang="0">
                    <a:pos x="46250" y="12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7" name="Line 30"/>
              <p:cNvSpPr>
                <a:spLocks noChangeAspect="1"/>
              </p:cNvSpPr>
              <p:nvPr/>
            </p:nvSpPr>
            <p:spPr>
              <a:xfrm>
                <a:off x="8134" y="8373"/>
                <a:ext cx="444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8" name="Line 31"/>
              <p:cNvSpPr>
                <a:spLocks noChangeAspect="1"/>
              </p:cNvSpPr>
              <p:nvPr/>
            </p:nvSpPr>
            <p:spPr>
              <a:xfrm>
                <a:off x="8578" y="8195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19" name="Group 32"/>
              <p:cNvGrpSpPr/>
              <p:nvPr/>
            </p:nvGrpSpPr>
            <p:grpSpPr>
              <a:xfrm>
                <a:off x="7964" y="7886"/>
                <a:ext cx="572" cy="737"/>
                <a:chOff x="7896" y="3686"/>
                <a:chExt cx="405" cy="648"/>
              </a:xfrm>
            </p:grpSpPr>
            <p:sp>
              <p:nvSpPr>
                <p:cNvPr id="36996" name="Line 33"/>
                <p:cNvSpPr>
                  <a:spLocks noChangeAspect="1"/>
                </p:cNvSpPr>
                <p:nvPr/>
              </p:nvSpPr>
              <p:spPr>
                <a:xfrm>
                  <a:off x="7896" y="3686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97" name="Line 34"/>
                <p:cNvSpPr/>
                <p:nvPr/>
              </p:nvSpPr>
              <p:spPr>
                <a:xfrm>
                  <a:off x="7896" y="368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98" name="Line 35"/>
                <p:cNvSpPr/>
                <p:nvPr/>
              </p:nvSpPr>
              <p:spPr>
                <a:xfrm>
                  <a:off x="8196" y="386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20" name="Line 36"/>
              <p:cNvSpPr/>
              <p:nvPr/>
            </p:nvSpPr>
            <p:spPr>
              <a:xfrm>
                <a:off x="8854" y="7931"/>
                <a:ext cx="148" cy="533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1" name="Line 37"/>
              <p:cNvSpPr/>
              <p:nvPr/>
            </p:nvSpPr>
            <p:spPr>
              <a:xfrm>
                <a:off x="8444" y="7709"/>
                <a:ext cx="149" cy="532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2" name="Freeform 38"/>
              <p:cNvSpPr/>
              <p:nvPr/>
            </p:nvSpPr>
            <p:spPr>
              <a:xfrm>
                <a:off x="9503" y="6548"/>
                <a:ext cx="1159" cy="285"/>
              </a:xfrm>
              <a:custGeom>
                <a:avLst/>
                <a:gdLst/>
                <a:ahLst/>
                <a:cxnLst>
                  <a:cxn ang="0">
                    <a:pos x="0" y="285"/>
                  </a:cxn>
                  <a:cxn ang="0">
                    <a:pos x="506" y="41"/>
                  </a:cxn>
                  <a:cxn ang="0">
                    <a:pos x="1159" y="41"/>
                  </a:cxn>
                </a:cxnLst>
                <a:rect l="0" t="0" r="0" b="0"/>
                <a:pathLst>
                  <a:path w="1159" h="285">
                    <a:moveTo>
                      <a:pt x="0" y="285"/>
                    </a:moveTo>
                    <a:cubicBezTo>
                      <a:pt x="81" y="244"/>
                      <a:pt x="313" y="82"/>
                      <a:pt x="506" y="41"/>
                    </a:cubicBezTo>
                    <a:cubicBezTo>
                      <a:pt x="699" y="0"/>
                      <a:pt x="927" y="30"/>
                      <a:pt x="1159" y="41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3" name="Line 39"/>
              <p:cNvSpPr>
                <a:spLocks noChangeAspect="1"/>
              </p:cNvSpPr>
              <p:nvPr/>
            </p:nvSpPr>
            <p:spPr>
              <a:xfrm>
                <a:off x="9859" y="6567"/>
                <a:ext cx="500" cy="299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4" name="Freeform 40"/>
              <p:cNvSpPr/>
              <p:nvPr/>
            </p:nvSpPr>
            <p:spPr>
              <a:xfrm>
                <a:off x="9889" y="8587"/>
                <a:ext cx="1094" cy="45"/>
              </a:xfrm>
              <a:custGeom>
                <a:avLst/>
                <a:gdLst/>
                <a:ahLst/>
                <a:cxnLst>
                  <a:cxn ang="0">
                    <a:pos x="0" y="45"/>
                  </a:cxn>
                  <a:cxn ang="0">
                    <a:pos x="614" y="6"/>
                  </a:cxn>
                  <a:cxn ang="0">
                    <a:pos x="1094" y="6"/>
                  </a:cxn>
                </a:cxnLst>
                <a:rect l="0" t="0" r="0" b="0"/>
                <a:pathLst>
                  <a:path w="1094" h="45">
                    <a:moveTo>
                      <a:pt x="0" y="45"/>
                    </a:moveTo>
                    <a:cubicBezTo>
                      <a:pt x="102" y="39"/>
                      <a:pt x="432" y="12"/>
                      <a:pt x="614" y="6"/>
                    </a:cubicBezTo>
                    <a:cubicBezTo>
                      <a:pt x="796" y="0"/>
                      <a:pt x="994" y="6"/>
                      <a:pt x="1094" y="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5" name="Line 41"/>
              <p:cNvSpPr>
                <a:spLocks noChangeAspect="1"/>
              </p:cNvSpPr>
              <p:nvPr/>
            </p:nvSpPr>
            <p:spPr>
              <a:xfrm>
                <a:off x="9224" y="6683"/>
                <a:ext cx="444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6" name="Line 42"/>
              <p:cNvSpPr>
                <a:spLocks noChangeAspect="1"/>
              </p:cNvSpPr>
              <p:nvPr/>
            </p:nvSpPr>
            <p:spPr>
              <a:xfrm>
                <a:off x="10629" y="8243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7" name="Line 43"/>
              <p:cNvSpPr>
                <a:spLocks noChangeAspect="1"/>
              </p:cNvSpPr>
              <p:nvPr/>
            </p:nvSpPr>
            <p:spPr>
              <a:xfrm>
                <a:off x="10044" y="8283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8" name="Line 44"/>
              <p:cNvSpPr/>
              <p:nvPr/>
            </p:nvSpPr>
            <p:spPr>
              <a:xfrm>
                <a:off x="10464" y="8595"/>
                <a:ext cx="105" cy="312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9" name="Line 45"/>
              <p:cNvSpPr/>
              <p:nvPr/>
            </p:nvSpPr>
            <p:spPr>
              <a:xfrm>
                <a:off x="10884" y="7659"/>
                <a:ext cx="210" cy="780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0" name="Line 46"/>
              <p:cNvSpPr>
                <a:spLocks noChangeAspect="1"/>
              </p:cNvSpPr>
              <p:nvPr/>
            </p:nvSpPr>
            <p:spPr>
              <a:xfrm>
                <a:off x="7629" y="8127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1" name="Line 47"/>
              <p:cNvSpPr/>
              <p:nvPr/>
            </p:nvSpPr>
            <p:spPr>
              <a:xfrm>
                <a:off x="8154" y="8439"/>
                <a:ext cx="148" cy="532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2" name="Line 48"/>
              <p:cNvSpPr>
                <a:spLocks noChangeAspect="1"/>
              </p:cNvSpPr>
              <p:nvPr/>
            </p:nvSpPr>
            <p:spPr>
              <a:xfrm>
                <a:off x="7629" y="7659"/>
                <a:ext cx="445" cy="26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3" name="Freeform 49"/>
              <p:cNvSpPr/>
              <p:nvPr/>
            </p:nvSpPr>
            <p:spPr>
              <a:xfrm>
                <a:off x="9859" y="6879"/>
                <a:ext cx="1022" cy="193"/>
              </a:xfrm>
              <a:custGeom>
                <a:avLst/>
                <a:gdLst/>
                <a:ahLst/>
                <a:cxnLst>
                  <a:cxn ang="0">
                    <a:pos x="0" y="370"/>
                  </a:cxn>
                  <a:cxn ang="0">
                    <a:pos x="16467" y="54"/>
                  </a:cxn>
                  <a:cxn ang="0">
                    <a:pos x="38402" y="5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4" name="Freeform 50"/>
              <p:cNvSpPr/>
              <p:nvPr/>
            </p:nvSpPr>
            <p:spPr>
              <a:xfrm>
                <a:off x="10193" y="7129"/>
                <a:ext cx="1021" cy="193"/>
              </a:xfrm>
              <a:custGeom>
                <a:avLst/>
                <a:gdLst/>
                <a:ahLst/>
                <a:cxnLst>
                  <a:cxn ang="0">
                    <a:pos x="0" y="370"/>
                  </a:cxn>
                  <a:cxn ang="0">
                    <a:pos x="16285" y="54"/>
                  </a:cxn>
                  <a:cxn ang="0">
                    <a:pos x="37945" y="5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5" name="Line 51"/>
              <p:cNvSpPr>
                <a:spLocks noChangeAspect="1"/>
              </p:cNvSpPr>
              <p:nvPr/>
            </p:nvSpPr>
            <p:spPr>
              <a:xfrm>
                <a:off x="10297" y="6907"/>
                <a:ext cx="438" cy="247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6" name="Freeform 52"/>
              <p:cNvSpPr/>
              <p:nvPr/>
            </p:nvSpPr>
            <p:spPr>
              <a:xfrm>
                <a:off x="10026" y="7332"/>
                <a:ext cx="1022" cy="193"/>
              </a:xfrm>
              <a:custGeom>
                <a:avLst/>
                <a:gdLst/>
                <a:ahLst/>
                <a:cxnLst>
                  <a:cxn ang="0">
                    <a:pos x="0" y="370"/>
                  </a:cxn>
                  <a:cxn ang="0">
                    <a:pos x="16467" y="54"/>
                  </a:cxn>
                  <a:cxn ang="0">
                    <a:pos x="38402" y="5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7" name="Freeform 53"/>
              <p:cNvSpPr/>
              <p:nvPr/>
            </p:nvSpPr>
            <p:spPr>
              <a:xfrm>
                <a:off x="10359" y="7582"/>
                <a:ext cx="1022" cy="193"/>
              </a:xfrm>
              <a:custGeom>
                <a:avLst/>
                <a:gdLst/>
                <a:ahLst/>
                <a:cxnLst>
                  <a:cxn ang="0">
                    <a:pos x="0" y="370"/>
                  </a:cxn>
                  <a:cxn ang="0">
                    <a:pos x="16467" y="54"/>
                  </a:cxn>
                  <a:cxn ang="0">
                    <a:pos x="38402" y="54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8" name="Line 54"/>
              <p:cNvSpPr>
                <a:spLocks noChangeAspect="1"/>
              </p:cNvSpPr>
              <p:nvPr/>
            </p:nvSpPr>
            <p:spPr>
              <a:xfrm>
                <a:off x="10026" y="7525"/>
                <a:ext cx="438" cy="248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9" name="Line 55"/>
              <p:cNvSpPr>
                <a:spLocks noChangeAspect="1"/>
              </p:cNvSpPr>
              <p:nvPr/>
            </p:nvSpPr>
            <p:spPr>
              <a:xfrm>
                <a:off x="10464" y="7360"/>
                <a:ext cx="438" cy="248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40" name="Group 56"/>
              <p:cNvGrpSpPr/>
              <p:nvPr/>
            </p:nvGrpSpPr>
            <p:grpSpPr>
              <a:xfrm>
                <a:off x="9859" y="7072"/>
                <a:ext cx="563" cy="686"/>
                <a:chOff x="7896" y="3686"/>
                <a:chExt cx="405" cy="648"/>
              </a:xfrm>
            </p:grpSpPr>
            <p:sp>
              <p:nvSpPr>
                <p:cNvPr id="36993" name="Line 57"/>
                <p:cNvSpPr>
                  <a:spLocks noChangeAspect="1"/>
                </p:cNvSpPr>
                <p:nvPr/>
              </p:nvSpPr>
              <p:spPr>
                <a:xfrm>
                  <a:off x="7896" y="3686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94" name="Line 58"/>
                <p:cNvSpPr/>
                <p:nvPr/>
              </p:nvSpPr>
              <p:spPr>
                <a:xfrm>
                  <a:off x="7896" y="368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95" name="Line 59"/>
                <p:cNvSpPr/>
                <p:nvPr/>
              </p:nvSpPr>
              <p:spPr>
                <a:xfrm>
                  <a:off x="8196" y="386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41" name="Line 60"/>
              <p:cNvSpPr/>
              <p:nvPr/>
            </p:nvSpPr>
            <p:spPr>
              <a:xfrm>
                <a:off x="10735" y="7114"/>
                <a:ext cx="146" cy="49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2" name="Line 61"/>
              <p:cNvSpPr/>
              <p:nvPr/>
            </p:nvSpPr>
            <p:spPr>
              <a:xfrm>
                <a:off x="10332" y="6907"/>
                <a:ext cx="146" cy="495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43" name="Group 62"/>
              <p:cNvGrpSpPr/>
              <p:nvPr/>
            </p:nvGrpSpPr>
            <p:grpSpPr>
              <a:xfrm>
                <a:off x="10846" y="6881"/>
                <a:ext cx="563" cy="686"/>
                <a:chOff x="7896" y="3686"/>
                <a:chExt cx="405" cy="648"/>
              </a:xfrm>
            </p:grpSpPr>
            <p:sp>
              <p:nvSpPr>
                <p:cNvPr id="36990" name="Line 63"/>
                <p:cNvSpPr>
                  <a:spLocks noChangeAspect="1"/>
                </p:cNvSpPr>
                <p:nvPr/>
              </p:nvSpPr>
              <p:spPr>
                <a:xfrm>
                  <a:off x="7896" y="3686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91" name="Line 64"/>
                <p:cNvSpPr/>
                <p:nvPr/>
              </p:nvSpPr>
              <p:spPr>
                <a:xfrm>
                  <a:off x="7896" y="368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92" name="Line 65"/>
                <p:cNvSpPr/>
                <p:nvPr/>
              </p:nvSpPr>
              <p:spPr>
                <a:xfrm>
                  <a:off x="8196" y="386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44" name="Line 66"/>
              <p:cNvSpPr>
                <a:spLocks noChangeAspect="1"/>
              </p:cNvSpPr>
              <p:nvPr/>
            </p:nvSpPr>
            <p:spPr>
              <a:xfrm>
                <a:off x="10881" y="7322"/>
                <a:ext cx="438" cy="248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45" name="Group 67"/>
              <p:cNvGrpSpPr/>
              <p:nvPr/>
            </p:nvGrpSpPr>
            <p:grpSpPr>
              <a:xfrm>
                <a:off x="8569" y="8413"/>
                <a:ext cx="1470" cy="806"/>
                <a:chOff x="7896" y="3504"/>
                <a:chExt cx="1115" cy="846"/>
              </a:xfrm>
            </p:grpSpPr>
            <p:sp>
              <p:nvSpPr>
                <p:cNvPr id="36972" name="Freeform 68"/>
                <p:cNvSpPr/>
                <p:nvPr/>
              </p:nvSpPr>
              <p:spPr>
                <a:xfrm>
                  <a:off x="7896" y="3504"/>
                  <a:ext cx="735" cy="182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315" y="26"/>
                    </a:cxn>
                    <a:cxn ang="0">
                      <a:pos x="735" y="26"/>
                    </a:cxn>
                  </a:cxnLst>
                  <a:rect l="0" t="0" r="0" b="0"/>
                  <a:pathLst>
                    <a:path w="735" h="182">
                      <a:moveTo>
                        <a:pt x="0" y="182"/>
                      </a:moveTo>
                      <a:cubicBezTo>
                        <a:pt x="96" y="117"/>
                        <a:pt x="193" y="52"/>
                        <a:pt x="315" y="26"/>
                      </a:cubicBezTo>
                      <a:cubicBezTo>
                        <a:pt x="437" y="0"/>
                        <a:pt x="586" y="13"/>
                        <a:pt x="735" y="26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414141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3" name="Freeform 69"/>
                <p:cNvSpPr/>
                <p:nvPr/>
              </p:nvSpPr>
              <p:spPr>
                <a:xfrm>
                  <a:off x="8136" y="3740"/>
                  <a:ext cx="735" cy="182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315" y="26"/>
                    </a:cxn>
                    <a:cxn ang="0">
                      <a:pos x="735" y="26"/>
                    </a:cxn>
                  </a:cxnLst>
                  <a:rect l="0" t="0" r="0" b="0"/>
                  <a:pathLst>
                    <a:path w="735" h="182">
                      <a:moveTo>
                        <a:pt x="0" y="182"/>
                      </a:moveTo>
                      <a:cubicBezTo>
                        <a:pt x="96" y="117"/>
                        <a:pt x="193" y="52"/>
                        <a:pt x="315" y="26"/>
                      </a:cubicBezTo>
                      <a:cubicBezTo>
                        <a:pt x="437" y="0"/>
                        <a:pt x="586" y="13"/>
                        <a:pt x="735" y="26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414141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4" name="Line 70"/>
                <p:cNvSpPr>
                  <a:spLocks noChangeAspect="1"/>
                </p:cNvSpPr>
                <p:nvPr/>
              </p:nvSpPr>
              <p:spPr>
                <a:xfrm>
                  <a:off x="8211" y="3530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5" name="Freeform 71"/>
                <p:cNvSpPr/>
                <p:nvPr/>
              </p:nvSpPr>
              <p:spPr>
                <a:xfrm>
                  <a:off x="8016" y="3932"/>
                  <a:ext cx="735" cy="182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315" y="26"/>
                    </a:cxn>
                    <a:cxn ang="0">
                      <a:pos x="735" y="26"/>
                    </a:cxn>
                  </a:cxnLst>
                  <a:rect l="0" t="0" r="0" b="0"/>
                  <a:pathLst>
                    <a:path w="735" h="182">
                      <a:moveTo>
                        <a:pt x="0" y="182"/>
                      </a:moveTo>
                      <a:cubicBezTo>
                        <a:pt x="96" y="117"/>
                        <a:pt x="193" y="52"/>
                        <a:pt x="315" y="26"/>
                      </a:cubicBezTo>
                      <a:cubicBezTo>
                        <a:pt x="437" y="0"/>
                        <a:pt x="586" y="13"/>
                        <a:pt x="735" y="26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414141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6" name="Freeform 72"/>
                <p:cNvSpPr/>
                <p:nvPr/>
              </p:nvSpPr>
              <p:spPr>
                <a:xfrm>
                  <a:off x="8256" y="4168"/>
                  <a:ext cx="735" cy="182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315" y="26"/>
                    </a:cxn>
                    <a:cxn ang="0">
                      <a:pos x="735" y="26"/>
                    </a:cxn>
                  </a:cxnLst>
                  <a:rect l="0" t="0" r="0" b="0"/>
                  <a:pathLst>
                    <a:path w="735" h="182">
                      <a:moveTo>
                        <a:pt x="0" y="182"/>
                      </a:moveTo>
                      <a:cubicBezTo>
                        <a:pt x="96" y="117"/>
                        <a:pt x="193" y="52"/>
                        <a:pt x="315" y="26"/>
                      </a:cubicBezTo>
                      <a:cubicBezTo>
                        <a:pt x="437" y="0"/>
                        <a:pt x="586" y="13"/>
                        <a:pt x="735" y="26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414141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7" name="Line 73"/>
                <p:cNvSpPr>
                  <a:spLocks noChangeAspect="1"/>
                </p:cNvSpPr>
                <p:nvPr/>
              </p:nvSpPr>
              <p:spPr>
                <a:xfrm>
                  <a:off x="8016" y="4114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8" name="Line 74"/>
                <p:cNvSpPr>
                  <a:spLocks noChangeAspect="1"/>
                </p:cNvSpPr>
                <p:nvPr/>
              </p:nvSpPr>
              <p:spPr>
                <a:xfrm>
                  <a:off x="8331" y="3958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6979" name="Group 75"/>
                <p:cNvGrpSpPr/>
                <p:nvPr/>
              </p:nvGrpSpPr>
              <p:grpSpPr>
                <a:xfrm>
                  <a:off x="7896" y="3686"/>
                  <a:ext cx="405" cy="648"/>
                  <a:chOff x="7896" y="3686"/>
                  <a:chExt cx="405" cy="648"/>
                </a:xfrm>
              </p:grpSpPr>
              <p:sp>
                <p:nvSpPr>
                  <p:cNvPr id="36987" name="Line 76"/>
                  <p:cNvSpPr>
                    <a:spLocks noChangeAspect="1"/>
                  </p:cNvSpPr>
                  <p:nvPr/>
                </p:nvSpPr>
                <p:spPr>
                  <a:xfrm>
                    <a:off x="7896" y="3686"/>
                    <a:ext cx="315" cy="234"/>
                  </a:xfrm>
                  <a:prstGeom prst="line">
                    <a:avLst/>
                  </a:prstGeom>
                  <a:ln w="9525" cap="flat" cmpd="sng">
                    <a:solidFill>
                      <a:srgbClr val="41414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8" name="Line 77"/>
                  <p:cNvSpPr/>
                  <p:nvPr/>
                </p:nvSpPr>
                <p:spPr>
                  <a:xfrm>
                    <a:off x="7896" y="3686"/>
                    <a:ext cx="105" cy="468"/>
                  </a:xfrm>
                  <a:prstGeom prst="line">
                    <a:avLst/>
                  </a:prstGeom>
                  <a:ln w="9525" cap="flat" cmpd="sng">
                    <a:solidFill>
                      <a:srgbClr val="41414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9" name="Line 78"/>
                  <p:cNvSpPr/>
                  <p:nvPr/>
                </p:nvSpPr>
                <p:spPr>
                  <a:xfrm>
                    <a:off x="8196" y="3866"/>
                    <a:ext cx="105" cy="468"/>
                  </a:xfrm>
                  <a:prstGeom prst="line">
                    <a:avLst/>
                  </a:prstGeom>
                  <a:ln w="9525" cap="flat" cmpd="sng">
                    <a:solidFill>
                      <a:srgbClr val="41414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980" name="Line 79"/>
                <p:cNvSpPr/>
                <p:nvPr/>
              </p:nvSpPr>
              <p:spPr>
                <a:xfrm>
                  <a:off x="8526" y="372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81" name="Line 80"/>
                <p:cNvSpPr/>
                <p:nvPr/>
              </p:nvSpPr>
              <p:spPr>
                <a:xfrm>
                  <a:off x="8236" y="3530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6982" name="Group 81"/>
                <p:cNvGrpSpPr/>
                <p:nvPr/>
              </p:nvGrpSpPr>
              <p:grpSpPr>
                <a:xfrm>
                  <a:off x="8606" y="3506"/>
                  <a:ext cx="405" cy="648"/>
                  <a:chOff x="7896" y="3686"/>
                  <a:chExt cx="405" cy="648"/>
                </a:xfrm>
              </p:grpSpPr>
              <p:sp>
                <p:nvSpPr>
                  <p:cNvPr id="36984" name="Line 82"/>
                  <p:cNvSpPr>
                    <a:spLocks noChangeAspect="1"/>
                  </p:cNvSpPr>
                  <p:nvPr/>
                </p:nvSpPr>
                <p:spPr>
                  <a:xfrm>
                    <a:off x="7896" y="3686"/>
                    <a:ext cx="315" cy="234"/>
                  </a:xfrm>
                  <a:prstGeom prst="line">
                    <a:avLst/>
                  </a:prstGeom>
                  <a:ln w="9525" cap="flat" cmpd="sng">
                    <a:solidFill>
                      <a:srgbClr val="41414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5" name="Line 83"/>
                  <p:cNvSpPr/>
                  <p:nvPr/>
                </p:nvSpPr>
                <p:spPr>
                  <a:xfrm>
                    <a:off x="7896" y="3686"/>
                    <a:ext cx="105" cy="468"/>
                  </a:xfrm>
                  <a:prstGeom prst="line">
                    <a:avLst/>
                  </a:prstGeom>
                  <a:ln w="9525" cap="flat" cmpd="sng">
                    <a:solidFill>
                      <a:srgbClr val="41414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6" name="Line 84"/>
                  <p:cNvSpPr/>
                  <p:nvPr/>
                </p:nvSpPr>
                <p:spPr>
                  <a:xfrm>
                    <a:off x="8196" y="3866"/>
                    <a:ext cx="105" cy="468"/>
                  </a:xfrm>
                  <a:prstGeom prst="line">
                    <a:avLst/>
                  </a:prstGeom>
                  <a:ln w="9525" cap="flat" cmpd="sng">
                    <a:solidFill>
                      <a:srgbClr val="41414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983" name="Line 85"/>
                <p:cNvSpPr>
                  <a:spLocks noChangeAspect="1"/>
                </p:cNvSpPr>
                <p:nvPr/>
              </p:nvSpPr>
              <p:spPr>
                <a:xfrm>
                  <a:off x="8631" y="3922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46" name="Freeform 86"/>
              <p:cNvSpPr/>
              <p:nvPr/>
            </p:nvSpPr>
            <p:spPr>
              <a:xfrm>
                <a:off x="8044" y="7015"/>
                <a:ext cx="761" cy="168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8" y="10"/>
                  </a:cxn>
                  <a:cxn ang="0">
                    <a:pos x="1116" y="10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7" name="Freeform 87"/>
              <p:cNvSpPr/>
              <p:nvPr/>
            </p:nvSpPr>
            <p:spPr>
              <a:xfrm>
                <a:off x="8293" y="7232"/>
                <a:ext cx="761" cy="168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8" y="10"/>
                  </a:cxn>
                  <a:cxn ang="0">
                    <a:pos x="1116" y="10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8" name="Freeform 88"/>
              <p:cNvSpPr/>
              <p:nvPr/>
            </p:nvSpPr>
            <p:spPr>
              <a:xfrm>
                <a:off x="8169" y="7410"/>
                <a:ext cx="761" cy="168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8" y="10"/>
                  </a:cxn>
                  <a:cxn ang="0">
                    <a:pos x="1116" y="10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9" name="Line 89"/>
              <p:cNvSpPr>
                <a:spLocks noChangeAspect="1"/>
              </p:cNvSpPr>
              <p:nvPr/>
            </p:nvSpPr>
            <p:spPr>
              <a:xfrm>
                <a:off x="8169" y="7578"/>
                <a:ext cx="325" cy="215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50" name="Group 90"/>
              <p:cNvGrpSpPr/>
              <p:nvPr/>
            </p:nvGrpSpPr>
            <p:grpSpPr>
              <a:xfrm>
                <a:off x="8044" y="7183"/>
                <a:ext cx="419" cy="597"/>
                <a:chOff x="7896" y="3686"/>
                <a:chExt cx="405" cy="648"/>
              </a:xfrm>
            </p:grpSpPr>
            <p:sp>
              <p:nvSpPr>
                <p:cNvPr id="36969" name="Line 91"/>
                <p:cNvSpPr>
                  <a:spLocks noChangeAspect="1"/>
                </p:cNvSpPr>
                <p:nvPr/>
              </p:nvSpPr>
              <p:spPr>
                <a:xfrm>
                  <a:off x="7896" y="3686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0" name="Line 92"/>
                <p:cNvSpPr/>
                <p:nvPr/>
              </p:nvSpPr>
              <p:spPr>
                <a:xfrm>
                  <a:off x="7896" y="368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71" name="Line 93"/>
                <p:cNvSpPr/>
                <p:nvPr/>
              </p:nvSpPr>
              <p:spPr>
                <a:xfrm>
                  <a:off x="8196" y="386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51" name="Line 94"/>
              <p:cNvSpPr>
                <a:spLocks noChangeAspect="1"/>
              </p:cNvSpPr>
              <p:nvPr/>
            </p:nvSpPr>
            <p:spPr>
              <a:xfrm>
                <a:off x="8780" y="7017"/>
                <a:ext cx="326" cy="21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2" name="Line 95"/>
              <p:cNvSpPr/>
              <p:nvPr/>
            </p:nvSpPr>
            <p:spPr>
              <a:xfrm flipH="1">
                <a:off x="8736" y="7017"/>
                <a:ext cx="44" cy="413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3" name="Line 96"/>
              <p:cNvSpPr/>
              <p:nvPr/>
            </p:nvSpPr>
            <p:spPr>
              <a:xfrm flipH="1">
                <a:off x="9051" y="7183"/>
                <a:ext cx="39" cy="559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4" name="Freeform 97"/>
              <p:cNvSpPr/>
              <p:nvPr/>
            </p:nvSpPr>
            <p:spPr>
              <a:xfrm>
                <a:off x="8809" y="6879"/>
                <a:ext cx="761" cy="168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8" y="10"/>
                  </a:cxn>
                  <a:cxn ang="0">
                    <a:pos x="1116" y="10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5" name="Freeform 98"/>
              <p:cNvSpPr/>
              <p:nvPr/>
            </p:nvSpPr>
            <p:spPr>
              <a:xfrm>
                <a:off x="9058" y="7096"/>
                <a:ext cx="761" cy="168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8" y="10"/>
                  </a:cxn>
                  <a:cxn ang="0">
                    <a:pos x="1116" y="10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6" name="Freeform 99"/>
              <p:cNvSpPr/>
              <p:nvPr/>
            </p:nvSpPr>
            <p:spPr>
              <a:xfrm>
                <a:off x="8934" y="7274"/>
                <a:ext cx="761" cy="168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8" y="10"/>
                  </a:cxn>
                  <a:cxn ang="0">
                    <a:pos x="1116" y="10"/>
                  </a:cxn>
                </a:cxnLst>
                <a:rect l="0" t="0" r="0" b="0"/>
                <a:pathLst>
                  <a:path w="735" h="182">
                    <a:moveTo>
                      <a:pt x="0" y="182"/>
                    </a:moveTo>
                    <a:cubicBezTo>
                      <a:pt x="96" y="117"/>
                      <a:pt x="193" y="52"/>
                      <a:pt x="315" y="26"/>
                    </a:cubicBezTo>
                    <a:cubicBezTo>
                      <a:pt x="437" y="0"/>
                      <a:pt x="586" y="13"/>
                      <a:pt x="735" y="26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57" name="Line 100"/>
              <p:cNvSpPr/>
              <p:nvPr/>
            </p:nvSpPr>
            <p:spPr>
              <a:xfrm>
                <a:off x="8736" y="7430"/>
                <a:ext cx="275" cy="292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958" name="Group 101"/>
              <p:cNvGrpSpPr/>
              <p:nvPr/>
            </p:nvGrpSpPr>
            <p:grpSpPr>
              <a:xfrm>
                <a:off x="9545" y="6881"/>
                <a:ext cx="419" cy="597"/>
                <a:chOff x="7896" y="3686"/>
                <a:chExt cx="405" cy="648"/>
              </a:xfrm>
            </p:grpSpPr>
            <p:sp>
              <p:nvSpPr>
                <p:cNvPr id="36966" name="Line 102"/>
                <p:cNvSpPr>
                  <a:spLocks noChangeAspect="1"/>
                </p:cNvSpPr>
                <p:nvPr/>
              </p:nvSpPr>
              <p:spPr>
                <a:xfrm>
                  <a:off x="7896" y="3686"/>
                  <a:ext cx="315" cy="234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67" name="Line 103"/>
                <p:cNvSpPr/>
                <p:nvPr/>
              </p:nvSpPr>
              <p:spPr>
                <a:xfrm>
                  <a:off x="7896" y="368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68" name="Line 104"/>
                <p:cNvSpPr/>
                <p:nvPr/>
              </p:nvSpPr>
              <p:spPr>
                <a:xfrm>
                  <a:off x="8196" y="3866"/>
                  <a:ext cx="105" cy="468"/>
                </a:xfrm>
                <a:prstGeom prst="line">
                  <a:avLst/>
                </a:prstGeom>
                <a:ln w="9525" cap="flat" cmpd="sng">
                  <a:solidFill>
                    <a:srgbClr val="41414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959" name="Line 105"/>
              <p:cNvSpPr>
                <a:spLocks noChangeAspect="1"/>
              </p:cNvSpPr>
              <p:nvPr/>
            </p:nvSpPr>
            <p:spPr>
              <a:xfrm>
                <a:off x="9570" y="7264"/>
                <a:ext cx="327" cy="21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60" name="Line 106"/>
              <p:cNvSpPr>
                <a:spLocks noChangeAspect="1"/>
              </p:cNvSpPr>
              <p:nvPr/>
            </p:nvSpPr>
            <p:spPr>
              <a:xfrm>
                <a:off x="10279" y="6567"/>
                <a:ext cx="500" cy="299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61" name="Freeform 107"/>
              <p:cNvSpPr/>
              <p:nvPr/>
            </p:nvSpPr>
            <p:spPr>
              <a:xfrm>
                <a:off x="10359" y="7967"/>
                <a:ext cx="979" cy="337"/>
              </a:xfrm>
              <a:custGeom>
                <a:avLst/>
                <a:gdLst/>
                <a:ahLst/>
                <a:cxnLst>
                  <a:cxn ang="0">
                    <a:pos x="0" y="337"/>
                  </a:cxn>
                  <a:cxn ang="0">
                    <a:pos x="464" y="186"/>
                  </a:cxn>
                  <a:cxn ang="0">
                    <a:pos x="979" y="0"/>
                  </a:cxn>
                </a:cxnLst>
                <a:rect l="0" t="0" r="0" b="0"/>
                <a:pathLst>
                  <a:path w="979" h="337">
                    <a:moveTo>
                      <a:pt x="0" y="337"/>
                    </a:moveTo>
                    <a:cubicBezTo>
                      <a:pt x="77" y="312"/>
                      <a:pt x="301" y="242"/>
                      <a:pt x="464" y="186"/>
                    </a:cubicBezTo>
                    <a:cubicBezTo>
                      <a:pt x="627" y="130"/>
                      <a:pt x="872" y="39"/>
                      <a:pt x="979" y="0"/>
                    </a:cubicBezTo>
                  </a:path>
                </a:pathLst>
              </a:custGeom>
              <a:noFill/>
              <a:ln w="9525" cap="flat" cmpd="sng">
                <a:solidFill>
                  <a:srgbClr val="41414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62" name="Line 108"/>
              <p:cNvSpPr/>
              <p:nvPr/>
            </p:nvSpPr>
            <p:spPr>
              <a:xfrm flipV="1">
                <a:off x="7629" y="7500"/>
                <a:ext cx="525" cy="15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63" name="Line 109"/>
              <p:cNvSpPr/>
              <p:nvPr/>
            </p:nvSpPr>
            <p:spPr>
              <a:xfrm>
                <a:off x="9471" y="7118"/>
                <a:ext cx="66" cy="403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64" name="Line 110"/>
              <p:cNvSpPr>
                <a:spLocks noChangeAspect="1"/>
              </p:cNvSpPr>
              <p:nvPr/>
            </p:nvSpPr>
            <p:spPr>
              <a:xfrm>
                <a:off x="9145" y="6902"/>
                <a:ext cx="326" cy="216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65" name="Line 111"/>
              <p:cNvSpPr/>
              <p:nvPr/>
            </p:nvSpPr>
            <p:spPr>
              <a:xfrm>
                <a:off x="9196" y="7274"/>
                <a:ext cx="275" cy="292"/>
              </a:xfrm>
              <a:prstGeom prst="line">
                <a:avLst/>
              </a:prstGeom>
              <a:ln w="9525" cap="flat" cmpd="sng">
                <a:solidFill>
                  <a:srgbClr val="41414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72" name="Text Box 112"/>
            <p:cNvSpPr txBox="1"/>
            <p:nvPr/>
          </p:nvSpPr>
          <p:spPr>
            <a:xfrm>
              <a:off x="3652" y="3521"/>
              <a:ext cx="136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Subdivided volume</a:t>
              </a:r>
              <a:endPara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3" name="Text Box 113"/>
            <p:cNvSpPr txBox="1"/>
            <p:nvPr/>
          </p:nvSpPr>
          <p:spPr>
            <a:xfrm>
              <a:off x="4060" y="2251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FFB7B7"/>
                  </a:solidFill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36874" name="Oval 114"/>
            <p:cNvSpPr/>
            <p:nvPr/>
          </p:nvSpPr>
          <p:spPr>
            <a:xfrm>
              <a:off x="3561" y="2432"/>
              <a:ext cx="635" cy="590"/>
            </a:xfrm>
            <a:prstGeom prst="ellipse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6875" name="Freeform 115"/>
            <p:cNvSpPr/>
            <p:nvPr/>
          </p:nvSpPr>
          <p:spPr>
            <a:xfrm>
              <a:off x="4196" y="2750"/>
              <a:ext cx="590" cy="22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1"/>
                </a:cxn>
                <a:cxn ang="0">
                  <a:pos x="10" y="6"/>
                </a:cxn>
              </a:cxnLst>
              <a:rect l="0" t="0" r="0" b="0"/>
              <a:pathLst>
                <a:path w="862" h="318">
                  <a:moveTo>
                    <a:pt x="0" y="45"/>
                  </a:moveTo>
                  <a:cubicBezTo>
                    <a:pt x="177" y="22"/>
                    <a:pt x="355" y="0"/>
                    <a:pt x="499" y="45"/>
                  </a:cubicBezTo>
                  <a:cubicBezTo>
                    <a:pt x="643" y="90"/>
                    <a:pt x="802" y="272"/>
                    <a:pt x="862" y="318"/>
                  </a:cubicBezTo>
                </a:path>
              </a:pathLst>
            </a:custGeom>
            <a:noFill/>
            <a:ln w="9525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Freeform 116"/>
            <p:cNvSpPr/>
            <p:nvPr/>
          </p:nvSpPr>
          <p:spPr>
            <a:xfrm>
              <a:off x="4922" y="2886"/>
              <a:ext cx="227" cy="544"/>
            </a:xfrm>
            <a:custGeom>
              <a:avLst/>
              <a:gdLst/>
              <a:ahLst/>
              <a:cxnLst>
                <a:cxn ang="0">
                  <a:pos x="0" y="544"/>
                </a:cxn>
                <a:cxn ang="0">
                  <a:pos x="0" y="181"/>
                </a:cxn>
                <a:cxn ang="0">
                  <a:pos x="227" y="0"/>
                </a:cxn>
                <a:cxn ang="0">
                  <a:pos x="227" y="317"/>
                </a:cxn>
                <a:cxn ang="0">
                  <a:pos x="0" y="544"/>
                </a:cxn>
              </a:cxnLst>
              <a:rect l="0" t="0" r="0" b="0"/>
              <a:pathLst>
                <a:path w="227" h="544">
                  <a:moveTo>
                    <a:pt x="0" y="544"/>
                  </a:moveTo>
                  <a:lnTo>
                    <a:pt x="0" y="181"/>
                  </a:lnTo>
                  <a:lnTo>
                    <a:pt x="227" y="0"/>
                  </a:lnTo>
                  <a:lnTo>
                    <a:pt x="227" y="317"/>
                  </a:lnTo>
                  <a:lnTo>
                    <a:pt x="0" y="544"/>
                  </a:lnTo>
                  <a:close/>
                </a:path>
              </a:pathLst>
            </a:custGeom>
            <a:solidFill>
              <a:srgbClr val="C0C0C0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Freeform 117"/>
            <p:cNvSpPr/>
            <p:nvPr/>
          </p:nvSpPr>
          <p:spPr>
            <a:xfrm rot="-477106">
              <a:off x="4765" y="2826"/>
              <a:ext cx="734" cy="1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2" y="120"/>
                </a:cxn>
                <a:cxn ang="0">
                  <a:pos x="3808" y="374"/>
                </a:cxn>
              </a:cxnLst>
              <a:rect l="0" t="0" r="0" b="0"/>
              <a:pathLst>
                <a:path w="632" h="134">
                  <a:moveTo>
                    <a:pt x="0" y="0"/>
                  </a:moveTo>
                  <a:cubicBezTo>
                    <a:pt x="52" y="6"/>
                    <a:pt x="210" y="21"/>
                    <a:pt x="315" y="43"/>
                  </a:cubicBezTo>
                  <a:cubicBezTo>
                    <a:pt x="420" y="65"/>
                    <a:pt x="579" y="119"/>
                    <a:pt x="632" y="13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Freeform 118"/>
            <p:cNvSpPr/>
            <p:nvPr/>
          </p:nvSpPr>
          <p:spPr>
            <a:xfrm rot="-477106">
              <a:off x="4568" y="3020"/>
              <a:ext cx="716" cy="1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11" y="101"/>
                </a:cxn>
                <a:cxn ang="0">
                  <a:pos x="2039" y="254"/>
                </a:cxn>
              </a:cxnLst>
              <a:rect l="0" t="0" r="0" b="0"/>
              <a:pathLst>
                <a:path w="651" h="106">
                  <a:moveTo>
                    <a:pt x="0" y="0"/>
                  </a:moveTo>
                  <a:cubicBezTo>
                    <a:pt x="54" y="7"/>
                    <a:pt x="215" y="24"/>
                    <a:pt x="323" y="42"/>
                  </a:cubicBezTo>
                  <a:cubicBezTo>
                    <a:pt x="431" y="60"/>
                    <a:pt x="583" y="93"/>
                    <a:pt x="651" y="106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Freeform 119"/>
            <p:cNvSpPr/>
            <p:nvPr/>
          </p:nvSpPr>
          <p:spPr>
            <a:xfrm rot="-477106">
              <a:off x="4589" y="3398"/>
              <a:ext cx="649" cy="97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13" y="5"/>
                </a:cxn>
                <a:cxn ang="0">
                  <a:pos x="825" y="37"/>
                </a:cxn>
              </a:cxnLst>
              <a:rect l="0" t="0" r="0" b="0"/>
              <a:pathLst>
                <a:path w="635" h="106">
                  <a:moveTo>
                    <a:pt x="0" y="15"/>
                  </a:moveTo>
                  <a:cubicBezTo>
                    <a:pt x="106" y="7"/>
                    <a:pt x="212" y="0"/>
                    <a:pt x="318" y="15"/>
                  </a:cubicBezTo>
                  <a:cubicBezTo>
                    <a:pt x="424" y="30"/>
                    <a:pt x="582" y="91"/>
                    <a:pt x="635" y="106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Freeform 120"/>
            <p:cNvSpPr/>
            <p:nvPr/>
          </p:nvSpPr>
          <p:spPr>
            <a:xfrm rot="-477106">
              <a:off x="4770" y="3159"/>
              <a:ext cx="704" cy="13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13" y="85"/>
                </a:cxn>
                <a:cxn ang="0">
                  <a:pos x="2008" y="318"/>
                </a:cxn>
              </a:cxnLst>
              <a:rect l="0" t="0" r="0" b="0"/>
              <a:pathLst>
                <a:path w="640" h="125">
                  <a:moveTo>
                    <a:pt x="0" y="0"/>
                  </a:moveTo>
                  <a:cubicBezTo>
                    <a:pt x="54" y="7"/>
                    <a:pt x="216" y="13"/>
                    <a:pt x="323" y="34"/>
                  </a:cubicBezTo>
                  <a:cubicBezTo>
                    <a:pt x="430" y="55"/>
                    <a:pt x="587" y="110"/>
                    <a:pt x="640" y="125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1" name="Line 121"/>
            <p:cNvSpPr/>
            <p:nvPr/>
          </p:nvSpPr>
          <p:spPr>
            <a:xfrm rot="-477106" flipV="1">
              <a:off x="5281" y="2935"/>
              <a:ext cx="250" cy="1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122"/>
            <p:cNvSpPr/>
            <p:nvPr/>
          </p:nvSpPr>
          <p:spPr>
            <a:xfrm rot="-477106" flipV="1">
              <a:off x="5229" y="3270"/>
              <a:ext cx="262" cy="16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123"/>
            <p:cNvSpPr/>
            <p:nvPr/>
          </p:nvSpPr>
          <p:spPr>
            <a:xfrm rot="-477106" flipH="1">
              <a:off x="5218" y="3103"/>
              <a:ext cx="99" cy="3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4" name="Line 124"/>
            <p:cNvSpPr/>
            <p:nvPr/>
          </p:nvSpPr>
          <p:spPr>
            <a:xfrm rot="-477106" flipH="1">
              <a:off x="5456" y="2923"/>
              <a:ext cx="87" cy="3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5" name="Line 125"/>
            <p:cNvSpPr/>
            <p:nvPr/>
          </p:nvSpPr>
          <p:spPr>
            <a:xfrm rot="-477106" flipV="1">
              <a:off x="4910" y="2887"/>
              <a:ext cx="262" cy="16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Line 126"/>
            <p:cNvSpPr/>
            <p:nvPr/>
          </p:nvSpPr>
          <p:spPr>
            <a:xfrm rot="-477106" flipV="1">
              <a:off x="4920" y="3219"/>
              <a:ext cx="234" cy="1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7" name="Line 127"/>
            <p:cNvSpPr/>
            <p:nvPr/>
          </p:nvSpPr>
          <p:spPr>
            <a:xfrm rot="-477106" flipH="1">
              <a:off x="4901" y="3068"/>
              <a:ext cx="36" cy="3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Line 128"/>
            <p:cNvSpPr/>
            <p:nvPr/>
          </p:nvSpPr>
          <p:spPr>
            <a:xfrm rot="-477106" flipH="1">
              <a:off x="5121" y="2871"/>
              <a:ext cx="57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Line 129"/>
            <p:cNvSpPr/>
            <p:nvPr/>
          </p:nvSpPr>
          <p:spPr>
            <a:xfrm rot="-477106" flipV="1">
              <a:off x="4558" y="2891"/>
              <a:ext cx="213" cy="16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Line 130"/>
            <p:cNvSpPr/>
            <p:nvPr/>
          </p:nvSpPr>
          <p:spPr>
            <a:xfrm rot="-477106" flipV="1">
              <a:off x="4572" y="3219"/>
              <a:ext cx="212" cy="2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131"/>
            <p:cNvSpPr/>
            <p:nvPr/>
          </p:nvSpPr>
          <p:spPr>
            <a:xfrm rot="-477106" flipH="1">
              <a:off x="4560" y="3069"/>
              <a:ext cx="37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Line 132"/>
            <p:cNvSpPr/>
            <p:nvPr/>
          </p:nvSpPr>
          <p:spPr>
            <a:xfrm rot="-477106" flipH="1">
              <a:off x="4731" y="2879"/>
              <a:ext cx="51" cy="3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Text Box 133"/>
            <p:cNvSpPr txBox="1"/>
            <p:nvPr/>
          </p:nvSpPr>
          <p:spPr>
            <a:xfrm>
              <a:off x="4823" y="2614"/>
              <a:ext cx="2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S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894" name="Text Box 134"/>
            <p:cNvSpPr txBox="1"/>
            <p:nvPr/>
          </p:nvSpPr>
          <p:spPr>
            <a:xfrm>
              <a:off x="5276" y="2659"/>
              <a:ext cx="2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S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895" name="Line 135"/>
            <p:cNvSpPr/>
            <p:nvPr/>
          </p:nvSpPr>
          <p:spPr>
            <a:xfrm>
              <a:off x="5034" y="3142"/>
              <a:ext cx="182" cy="0"/>
            </a:xfrm>
            <a:prstGeom prst="line">
              <a:avLst/>
            </a:prstGeom>
            <a:ln w="158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6" name="Line 136"/>
            <p:cNvSpPr/>
            <p:nvPr/>
          </p:nvSpPr>
          <p:spPr>
            <a:xfrm flipH="1">
              <a:off x="4814" y="3150"/>
              <a:ext cx="182" cy="0"/>
            </a:xfrm>
            <a:prstGeom prst="line">
              <a:avLst/>
            </a:prstGeom>
            <a:ln w="158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7" name="Text Box 137"/>
            <p:cNvSpPr txBox="1"/>
            <p:nvPr/>
          </p:nvSpPr>
          <p:spPr>
            <a:xfrm>
              <a:off x="4604" y="3052"/>
              <a:ext cx="3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1800" b="1" baseline="-25000">
                  <a:solidFill>
                    <a:srgbClr val="3333FF"/>
                  </a:solidFill>
                  <a:latin typeface="Times New Roman" panose="02020603050405020304" pitchFamily="18" charset="0"/>
                </a:rPr>
                <a:t>n2</a:t>
              </a:r>
            </a:p>
          </p:txBody>
        </p:sp>
        <p:sp>
          <p:nvSpPr>
            <p:cNvPr id="36898" name="Text Box 138"/>
            <p:cNvSpPr txBox="1"/>
            <p:nvPr/>
          </p:nvSpPr>
          <p:spPr>
            <a:xfrm>
              <a:off x="5119" y="3067"/>
              <a:ext cx="3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1800" b="1" baseline="-25000">
                  <a:solidFill>
                    <a:srgbClr val="3333FF"/>
                  </a:solidFill>
                  <a:latin typeface="Times New Roman" panose="02020603050405020304" pitchFamily="18" charset="0"/>
                </a:rPr>
                <a:t>n1</a:t>
              </a:r>
            </a:p>
          </p:txBody>
        </p:sp>
        <p:sp>
          <p:nvSpPr>
            <p:cNvPr id="36899" name="Text Box 139"/>
            <p:cNvSpPr txBox="1"/>
            <p:nvPr/>
          </p:nvSpPr>
          <p:spPr>
            <a:xfrm>
              <a:off x="4468" y="2296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S</a:t>
              </a:r>
            </a:p>
          </p:txBody>
        </p:sp>
      </p:grpSp>
      <p:sp>
        <p:nvSpPr>
          <p:cNvPr id="45196" name="Text Box 140"/>
          <p:cNvSpPr txBox="1"/>
          <p:nvPr/>
        </p:nvSpPr>
        <p:spPr>
          <a:xfrm>
            <a:off x="0" y="1196975"/>
            <a:ext cx="882015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ea typeface="楷体_GB2312" pitchFamily="49" charset="-122"/>
              </a:rPr>
              <a:t>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relationship between flux and divergence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4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19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0825" y="620713"/>
            <a:ext cx="8569325" cy="14398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2.5  Circulation and curl of the vector field</a:t>
            </a:r>
            <a:r>
              <a:rPr kumimoji="0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6083" name="Rectangle 3"/>
          <p:cNvSpPr/>
          <p:nvPr/>
        </p:nvSpPr>
        <p:spPr>
          <a:xfrm>
            <a:off x="323850" y="2133600"/>
            <a:ext cx="7777163" cy="10080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AutoNum type="arabicPeriod"/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</a:rPr>
              <a:t>Circulation and vortex source of the vector field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pic>
        <p:nvPicPr>
          <p:cNvPr id="46084" name="Picture 4" descr="SHUILU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3500438"/>
            <a:ext cx="8458200" cy="2035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827088" y="1989138"/>
          <a:ext cx="74168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63140" imgH="196850" progId="Equation.DSMT4">
                  <p:embed/>
                </p:oleObj>
              </mc:Choice>
              <mc:Fallback>
                <p:oleObj r:id="rId2" imgW="2263140" imgH="196850" progId="Equation.DSMT4">
                  <p:embed/>
                  <p:pic>
                    <p:nvPicPr>
                      <p:cNvPr id="38914" name="Object 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1989138"/>
                        <a:ext cx="7416800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Text Box 3"/>
          <p:cNvSpPr txBox="1"/>
          <p:nvPr/>
        </p:nvSpPr>
        <p:spPr>
          <a:xfrm>
            <a:off x="323850" y="836613"/>
            <a:ext cx="6475413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relationship between the circulation and the current of the magnetic field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38916" name="Group 4"/>
          <p:cNvGrpSpPr/>
          <p:nvPr/>
        </p:nvGrpSpPr>
        <p:grpSpPr>
          <a:xfrm>
            <a:off x="1116014" y="3284538"/>
            <a:ext cx="6738938" cy="2447925"/>
            <a:chOff x="767" y="2160"/>
            <a:chExt cx="4245" cy="1542"/>
          </a:xfrm>
        </p:grpSpPr>
        <p:grpSp>
          <p:nvGrpSpPr>
            <p:cNvPr id="38917" name="Group 5"/>
            <p:cNvGrpSpPr/>
            <p:nvPr/>
          </p:nvGrpSpPr>
          <p:grpSpPr>
            <a:xfrm>
              <a:off x="768" y="2160"/>
              <a:ext cx="4244" cy="1542"/>
              <a:chOff x="768" y="2182"/>
              <a:chExt cx="4037" cy="1520"/>
            </a:xfrm>
          </p:grpSpPr>
          <p:pic>
            <p:nvPicPr>
              <p:cNvPr id="38921" name="Picture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" y="2182"/>
                <a:ext cx="4037" cy="15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8922" name="Line 7"/>
              <p:cNvSpPr/>
              <p:nvPr/>
            </p:nvSpPr>
            <p:spPr>
              <a:xfrm flipV="1">
                <a:off x="1906" y="2432"/>
                <a:ext cx="0" cy="589"/>
              </a:xfrm>
              <a:prstGeom prst="line">
                <a:avLst/>
              </a:prstGeom>
              <a:ln w="412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918" name="Rectangle 8"/>
            <p:cNvSpPr/>
            <p:nvPr/>
          </p:nvSpPr>
          <p:spPr>
            <a:xfrm>
              <a:off x="3515" y="2205"/>
              <a:ext cx="997" cy="45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fontAlgn="t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Magnetic induction</a:t>
              </a:r>
            </a:p>
            <a:p>
              <a:pPr marL="342900" lvl="0" indent="-342900" eaLnBrk="1" fontAlgn="t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line through the surface</a:t>
              </a:r>
            </a:p>
          </p:txBody>
        </p:sp>
        <p:sp>
          <p:nvSpPr>
            <p:cNvPr id="38919" name="Rectangle 9"/>
            <p:cNvSpPr/>
            <p:nvPr/>
          </p:nvSpPr>
          <p:spPr>
            <a:xfrm>
              <a:off x="3907" y="3249"/>
              <a:ext cx="1060" cy="40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fontAlgn="t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Or Magnetic induction line</a:t>
              </a:r>
            </a:p>
            <a:p>
              <a:pPr marL="342900" lvl="0" indent="-342900" eaLnBrk="1" fontAlgn="t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also runs in and out of the surface</a:t>
              </a:r>
            </a:p>
          </p:txBody>
        </p:sp>
        <p:sp>
          <p:nvSpPr>
            <p:cNvPr id="38920" name="Rectangle 10"/>
            <p:cNvSpPr/>
            <p:nvPr/>
          </p:nvSpPr>
          <p:spPr>
            <a:xfrm>
              <a:off x="767" y="2840"/>
              <a:ext cx="589" cy="36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Magnetic </a:t>
              </a:r>
            </a:p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induction </a:t>
              </a:r>
            </a:p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line</a:t>
              </a:r>
            </a:p>
          </p:txBody>
        </p:sp>
      </p:grpSp>
      <p:cxnSp>
        <p:nvCxnSpPr>
          <p:cNvPr id="3" name="直接箭头连接符 2"/>
          <p:cNvCxnSpPr/>
          <p:nvPr/>
        </p:nvCxnSpPr>
        <p:spPr>
          <a:xfrm flipH="1" flipV="1">
            <a:off x="5652135" y="4220845"/>
            <a:ext cx="287655" cy="635"/>
          </a:xfrm>
          <a:prstGeom prst="straightConnector1">
            <a:avLst/>
          </a:prstGeom>
          <a:ln w="2857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2843530" y="2493010"/>
          <a:ext cx="3264535" cy="654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64895" imgH="179705" progId="Equation.DSMT4">
                  <p:embed/>
                </p:oleObj>
              </mc:Choice>
              <mc:Fallback>
                <p:oleObj r:id="rId2" imgW="1064895" imgH="179705" progId="Equation.DSMT4">
                  <p:embed/>
                  <p:pic>
                    <p:nvPicPr>
                      <p:cNvPr id="48130" name="Object 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43530" y="2493010"/>
                        <a:ext cx="3264535" cy="654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Rectangle 3"/>
          <p:cNvSpPr/>
          <p:nvPr/>
        </p:nvSpPr>
        <p:spPr>
          <a:xfrm>
            <a:off x="323850" y="549275"/>
            <a:ext cx="8135938" cy="27368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36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The definition of circulation</a:t>
            </a:r>
            <a:r>
              <a:rPr lang="zh-CN" altLang="en-US" sz="3600" b="1">
                <a:solidFill>
                  <a:srgbClr val="990000"/>
                </a:solidFill>
                <a:latin typeface="Times New Roman" panose="02020603050405020304" pitchFamily="18" charset="0"/>
              </a:rPr>
              <a:t>：</a:t>
            </a:r>
          </a:p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the circulation of a vector field around a closed path is defined as the scalar line integral of the vector over the path.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92785" y="3717290"/>
            <a:ext cx="7484110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/>
              <a:t>dl is the tangential direction of the line with much small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If circulation is non-zero, there exists some vortex source on the surface bounded by C</a:t>
            </a:r>
            <a:r>
              <a:rPr lang="zh-CN" altLang="en-US" sz="2400"/>
              <a:t>。</a:t>
            </a:r>
          </a:p>
          <a:p>
            <a:r>
              <a:rPr lang="en-US" altLang="zh-CN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/>
          <p:cNvGrpSpPr/>
          <p:nvPr/>
        </p:nvGrpSpPr>
        <p:grpSpPr>
          <a:xfrm>
            <a:off x="6372225" y="2349500"/>
            <a:ext cx="2160588" cy="2160588"/>
            <a:chOff x="4241" y="2568"/>
            <a:chExt cx="1361" cy="1361"/>
          </a:xfrm>
        </p:grpSpPr>
        <p:sp>
          <p:nvSpPr>
            <p:cNvPr id="40976" name="Rectangle 3"/>
            <p:cNvSpPr/>
            <p:nvPr/>
          </p:nvSpPr>
          <p:spPr>
            <a:xfrm>
              <a:off x="4241" y="2568"/>
              <a:ext cx="1361" cy="1361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grpSp>
          <p:nvGrpSpPr>
            <p:cNvPr id="40977" name="Group 4"/>
            <p:cNvGrpSpPr/>
            <p:nvPr/>
          </p:nvGrpSpPr>
          <p:grpSpPr>
            <a:xfrm>
              <a:off x="4286" y="2614"/>
              <a:ext cx="1216" cy="1229"/>
              <a:chOff x="4295" y="2292"/>
              <a:chExt cx="1216" cy="1229"/>
            </a:xfrm>
          </p:grpSpPr>
          <p:sp>
            <p:nvSpPr>
              <p:cNvPr id="49157" name="Oval 5"/>
              <p:cNvSpPr>
                <a:spLocks noChangeArrowheads="1"/>
              </p:cNvSpPr>
              <p:nvPr/>
            </p:nvSpPr>
            <p:spPr bwMode="auto">
              <a:xfrm rot="2881200">
                <a:off x="4701" y="2622"/>
                <a:ext cx="458" cy="879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tint val="63137"/>
                      <a:invGamma/>
                    </a:schemeClr>
                  </a:gs>
                  <a:gs pos="100000">
                    <a:schemeClr val="accent2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79" name="Line 6"/>
              <p:cNvSpPr/>
              <p:nvPr/>
            </p:nvSpPr>
            <p:spPr>
              <a:xfrm flipH="1" flipV="1">
                <a:off x="4537" y="2628"/>
                <a:ext cx="363" cy="408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0" name="Arc 7"/>
              <p:cNvSpPr/>
              <p:nvPr/>
            </p:nvSpPr>
            <p:spPr>
              <a:xfrm flipV="1">
                <a:off x="4840" y="3001"/>
                <a:ext cx="91" cy="5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13573" fill="none">
                    <a:moveTo>
                      <a:pt x="19209" y="-1"/>
                    </a:moveTo>
                    <a:cubicBezTo>
                      <a:pt x="20780" y="3055"/>
                      <a:pt x="21600" y="6441"/>
                      <a:pt x="21600" y="9877"/>
                    </a:cubicBezTo>
                    <a:cubicBezTo>
                      <a:pt x="21600" y="11115"/>
                      <a:pt x="21493" y="12352"/>
                      <a:pt x="21281" y="13573"/>
                    </a:cubicBezTo>
                  </a:path>
                  <a:path w="21600" h="13573" stroke="0">
                    <a:moveTo>
                      <a:pt x="19209" y="-1"/>
                    </a:moveTo>
                    <a:cubicBezTo>
                      <a:pt x="20780" y="3055"/>
                      <a:pt x="21600" y="6441"/>
                      <a:pt x="21600" y="9877"/>
                    </a:cubicBezTo>
                    <a:cubicBezTo>
                      <a:pt x="21600" y="11115"/>
                      <a:pt x="21493" y="12352"/>
                      <a:pt x="21281" y="13573"/>
                    </a:cubicBezTo>
                    <a:lnTo>
                      <a:pt x="0" y="9877"/>
                    </a:lnTo>
                    <a:lnTo>
                      <a:pt x="19209" y="-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3366FF">
                    <a:alpha val="100000"/>
                  </a:srgb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1" name="Line 8"/>
              <p:cNvSpPr/>
              <p:nvPr/>
            </p:nvSpPr>
            <p:spPr>
              <a:xfrm flipV="1">
                <a:off x="5027" y="3106"/>
                <a:ext cx="182" cy="181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2" name="Line 9"/>
              <p:cNvSpPr/>
              <p:nvPr/>
            </p:nvSpPr>
            <p:spPr>
              <a:xfrm flipH="1">
                <a:off x="4600" y="2931"/>
                <a:ext cx="136" cy="181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3" name="Line 10"/>
              <p:cNvSpPr/>
              <p:nvPr/>
            </p:nvSpPr>
            <p:spPr>
              <a:xfrm flipV="1">
                <a:off x="4931" y="2432"/>
                <a:ext cx="8" cy="603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0984" name="Object 11"/>
              <p:cNvGraphicFramePr>
                <a:graphicFrameLocks noChangeAspect="1"/>
              </p:cNvGraphicFramePr>
              <p:nvPr/>
            </p:nvGraphicFramePr>
            <p:xfrm>
              <a:off x="4573" y="3112"/>
              <a:ext cx="357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127635" imgH="74930" progId="Equation.3">
                      <p:embed/>
                    </p:oleObj>
                  </mc:Choice>
                  <mc:Fallback>
                    <p:oleObj r:id="rId2" imgW="127635" imgH="74930" progId="Equation.3">
                      <p:embed/>
                      <p:pic>
                        <p:nvPicPr>
                          <p:cNvPr id="40984" name="Object 11"/>
                          <p:cNvPicPr/>
                          <p:nvPr/>
                        </p:nvPicPr>
                        <p:blipFill>
                          <a:blip r:embed="rId3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573" y="3112"/>
                            <a:ext cx="357" cy="25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85" name="Object 12"/>
              <p:cNvGraphicFramePr>
                <a:graphicFrameLocks noChangeAspect="1"/>
              </p:cNvGraphicFramePr>
              <p:nvPr/>
            </p:nvGraphicFramePr>
            <p:xfrm>
              <a:off x="5272" y="3018"/>
              <a:ext cx="239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57785" imgH="74930" progId="Equation.DSMT4">
                      <p:embed/>
                    </p:oleObj>
                  </mc:Choice>
                  <mc:Fallback>
                    <p:oleObj r:id="rId4" imgW="57785" imgH="74930" progId="Equation.DSMT4">
                      <p:embed/>
                      <p:pic>
                        <p:nvPicPr>
                          <p:cNvPr id="40985" name="Object 12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72" y="3018"/>
                            <a:ext cx="239" cy="25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86" name="Object 13"/>
              <p:cNvGraphicFramePr>
                <a:graphicFrameLocks noChangeAspect="1"/>
              </p:cNvGraphicFramePr>
              <p:nvPr/>
            </p:nvGraphicFramePr>
            <p:xfrm>
              <a:off x="4954" y="2882"/>
              <a:ext cx="195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92710" imgH="57785" progId="Equation.DSMT4">
                      <p:embed/>
                    </p:oleObj>
                  </mc:Choice>
                  <mc:Fallback>
                    <p:oleObj r:id="rId6" imgW="92710" imgH="57785" progId="Equation.DSMT4">
                      <p:embed/>
                      <p:pic>
                        <p:nvPicPr>
                          <p:cNvPr id="40986" name="Object 13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54" y="2882"/>
                            <a:ext cx="195" cy="22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87" name="Object 14"/>
              <p:cNvGraphicFramePr>
                <a:graphicFrameLocks noChangeAspect="1"/>
              </p:cNvGraphicFramePr>
              <p:nvPr/>
            </p:nvGraphicFramePr>
            <p:xfrm>
              <a:off x="5000" y="2292"/>
              <a:ext cx="259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57785" imgH="86995" progId="Equation.3">
                      <p:embed/>
                    </p:oleObj>
                  </mc:Choice>
                  <mc:Fallback>
                    <p:oleObj r:id="rId8" imgW="57785" imgH="86995" progId="Equation.3">
                      <p:embed/>
                      <p:pic>
                        <p:nvPicPr>
                          <p:cNvPr id="40987" name="Object 14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000" y="2292"/>
                            <a:ext cx="259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88" name="Object 15"/>
              <p:cNvGraphicFramePr>
                <a:graphicFrameLocks noChangeAspect="1"/>
              </p:cNvGraphicFramePr>
              <p:nvPr/>
            </p:nvGraphicFramePr>
            <p:xfrm>
              <a:off x="4295" y="2423"/>
              <a:ext cx="219" cy="2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22860" imgH="74930" progId="Equation.DSMT4">
                      <p:embed/>
                    </p:oleObj>
                  </mc:Choice>
                  <mc:Fallback>
                    <p:oleObj r:id="rId10" imgW="22860" imgH="74930" progId="Equation.DSMT4">
                      <p:embed/>
                      <p:pic>
                        <p:nvPicPr>
                          <p:cNvPr id="40988" name="Object 15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95" y="2423"/>
                            <a:ext cx="219" cy="2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9168" name="Group 16"/>
          <p:cNvGrpSpPr/>
          <p:nvPr/>
        </p:nvGrpSpPr>
        <p:grpSpPr>
          <a:xfrm>
            <a:off x="250825" y="549275"/>
            <a:ext cx="7561263" cy="503238"/>
            <a:chOff x="227" y="391"/>
            <a:chExt cx="3333" cy="317"/>
          </a:xfrm>
        </p:grpSpPr>
        <p:sp>
          <p:nvSpPr>
            <p:cNvPr id="40974" name="Rectangle 17"/>
            <p:cNvSpPr/>
            <p:nvPr/>
          </p:nvSpPr>
          <p:spPr>
            <a:xfrm>
              <a:off x="227" y="391"/>
              <a:ext cx="3333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2. </a:t>
              </a:r>
              <a:r>
                <a:rPr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Curl of a vector field</a:t>
              </a:r>
              <a:r>
                <a:rPr lang="zh-CN" altLang="en-US" sz="2800" b="1">
                  <a:solidFill>
                    <a:srgbClr val="0000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（      ）</a:t>
              </a:r>
              <a:r>
                <a:rPr lang="zh-CN" altLang="en-US" sz="2400" b="1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 </a:t>
              </a:r>
            </a:p>
          </p:txBody>
        </p:sp>
        <p:graphicFrame>
          <p:nvGraphicFramePr>
            <p:cNvPr id="40975" name="Object 18"/>
            <p:cNvGraphicFramePr>
              <a:graphicFrameLocks noChangeAspect="1"/>
            </p:cNvGraphicFramePr>
            <p:nvPr/>
          </p:nvGraphicFramePr>
          <p:xfrm>
            <a:off x="2028" y="391"/>
            <a:ext cx="39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66065" imgH="109855" progId="Equation.DSMT4">
                    <p:embed/>
                  </p:oleObj>
                </mc:Choice>
                <mc:Fallback>
                  <p:oleObj r:id="rId12" imgW="266065" imgH="109855" progId="Equation.DSMT4">
                    <p:embed/>
                    <p:pic>
                      <p:nvPicPr>
                        <p:cNvPr id="40975" name="Object 18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28" y="391"/>
                          <a:ext cx="390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71" name="Rectangle 19"/>
          <p:cNvSpPr/>
          <p:nvPr/>
        </p:nvSpPr>
        <p:spPr>
          <a:xfrm>
            <a:off x="107950" y="1268413"/>
            <a:ext cx="51117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Circulation area density</a:t>
            </a:r>
          </a:p>
        </p:txBody>
      </p:sp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1116013" y="2949575"/>
          <a:ext cx="4392612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56030" imgH="266065" progId="Equation.DSMT4">
                  <p:embed/>
                </p:oleObj>
              </mc:Choice>
              <mc:Fallback>
                <p:oleObj r:id="rId14" imgW="1256030" imgH="266065" progId="Equation.DSMT4">
                  <p:embed/>
                  <p:pic>
                    <p:nvPicPr>
                      <p:cNvPr id="49172" name="Object 20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2949575"/>
                        <a:ext cx="4392612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73" name="Group 21"/>
          <p:cNvGrpSpPr/>
          <p:nvPr/>
        </p:nvGrpSpPr>
        <p:grpSpPr>
          <a:xfrm>
            <a:off x="0" y="4508500"/>
            <a:ext cx="7777163" cy="647700"/>
            <a:chOff x="67" y="3204"/>
            <a:chExt cx="3992" cy="408"/>
          </a:xfrm>
        </p:grpSpPr>
        <p:sp>
          <p:nvSpPr>
            <p:cNvPr id="40972" name="Rectangle 22"/>
            <p:cNvSpPr/>
            <p:nvPr/>
          </p:nvSpPr>
          <p:spPr>
            <a:xfrm>
              <a:off x="67" y="3204"/>
              <a:ext cx="3992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ea typeface="楷体_GB2312" pitchFamily="49" charset="-122"/>
                </a:rPr>
                <a:t>    </a:t>
              </a: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Known as the circulation area density of vector field at the point M along the direction of</a:t>
              </a:r>
              <a:r>
                <a:rPr lang="en-US" altLang="zh-CN" sz="24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40973" name="Object 23"/>
            <p:cNvGraphicFramePr>
              <a:graphicFrameLocks noChangeAspect="1"/>
            </p:cNvGraphicFramePr>
            <p:nvPr/>
          </p:nvGraphicFramePr>
          <p:xfrm>
            <a:off x="2481" y="3249"/>
            <a:ext cx="16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7145" imgH="74930" progId="Equation.DSMT4">
                    <p:embed/>
                  </p:oleObj>
                </mc:Choice>
                <mc:Fallback>
                  <p:oleObj r:id="rId16" imgW="17145" imgH="74930" progId="Equation.DSMT4">
                    <p:embed/>
                    <p:pic>
                      <p:nvPicPr>
                        <p:cNvPr id="40973" name="Object 23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81" y="3249"/>
                          <a:ext cx="167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76" name="Rectangle 24"/>
          <p:cNvSpPr/>
          <p:nvPr/>
        </p:nvSpPr>
        <p:spPr>
          <a:xfrm>
            <a:off x="250825" y="1771650"/>
            <a:ext cx="8424863" cy="10810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Circulation of closed curve around the unit surface element boundary:</a:t>
            </a:r>
          </a:p>
        </p:txBody>
      </p:sp>
      <p:grpSp>
        <p:nvGrpSpPr>
          <p:cNvPr id="49177" name="Group 25"/>
          <p:cNvGrpSpPr/>
          <p:nvPr/>
        </p:nvGrpSpPr>
        <p:grpSpPr>
          <a:xfrm>
            <a:off x="250825" y="5516563"/>
            <a:ext cx="8748713" cy="647700"/>
            <a:chOff x="249" y="3657"/>
            <a:chExt cx="3992" cy="408"/>
          </a:xfrm>
        </p:grpSpPr>
        <p:sp>
          <p:nvSpPr>
            <p:cNvPr id="40970" name="Rectangle 26"/>
            <p:cNvSpPr/>
            <p:nvPr/>
          </p:nvSpPr>
          <p:spPr>
            <a:xfrm>
              <a:off x="249" y="3657"/>
              <a:ext cx="3992" cy="40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Characteristic</a:t>
              </a:r>
              <a:r>
                <a:rPr lang="zh-CN" altLang="en-US" sz="24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value is related to the direction of point M.</a:t>
              </a:r>
            </a:p>
          </p:txBody>
        </p:sp>
        <p:graphicFrame>
          <p:nvGraphicFramePr>
            <p:cNvPr id="40971" name="Object 27"/>
            <p:cNvGraphicFramePr>
              <a:graphicFrameLocks noChangeAspect="1"/>
            </p:cNvGraphicFramePr>
            <p:nvPr/>
          </p:nvGraphicFramePr>
          <p:xfrm>
            <a:off x="2653" y="3702"/>
            <a:ext cx="18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2860" imgH="74930" progId="Equation.DSMT4">
                    <p:embed/>
                  </p:oleObj>
                </mc:Choice>
                <mc:Fallback>
                  <p:oleObj r:id="rId18" imgW="22860" imgH="74930" progId="Equation.DSMT4">
                    <p:embed/>
                    <p:pic>
                      <p:nvPicPr>
                        <p:cNvPr id="40971" name="Object 27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53" y="3702"/>
                          <a:ext cx="186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181" name="Object 29"/>
          <p:cNvGraphicFramePr>
            <a:graphicFrameLocks noGrp="1" noChangeAspect="1"/>
          </p:cNvGraphicFramePr>
          <p:nvPr>
            <p:ph hasCustomPrompt="1"/>
          </p:nvPr>
        </p:nvGraphicFramePr>
        <p:xfrm>
          <a:off x="4932363" y="4941888"/>
          <a:ext cx="26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27000" imgH="177165" progId="Equation.DSMT4">
                  <p:embed/>
                </p:oleObj>
              </mc:Choice>
              <mc:Fallback>
                <p:oleObj r:id="rId20" imgW="127000" imgH="177165" progId="Equation.DSMT4">
                  <p:embed/>
                  <p:pic>
                    <p:nvPicPr>
                      <p:cNvPr id="49181" name="Object 29"/>
                      <p:cNvPicPr/>
                      <p:nvPr/>
                    </p:nvPicPr>
                    <p:blipFill>
                      <a:blip r:embed="rId21"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4932363" y="4941888"/>
                        <a:ext cx="266700" cy="330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1" grpId="0"/>
      <p:bldP spid="4917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/>
          <p:nvPr/>
        </p:nvSpPr>
        <p:spPr>
          <a:xfrm>
            <a:off x="6732588" y="4149725"/>
            <a:ext cx="2160587" cy="2160588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0179" name="Oval 3"/>
          <p:cNvSpPr>
            <a:spLocks noChangeArrowheads="1"/>
          </p:cNvSpPr>
          <p:nvPr/>
        </p:nvSpPr>
        <p:spPr bwMode="auto">
          <a:xfrm rot="5400000">
            <a:off x="7498556" y="4823619"/>
            <a:ext cx="727075" cy="1395413"/>
          </a:xfrm>
          <a:prstGeom prst="ellipse">
            <a:avLst/>
          </a:prstGeom>
          <a:gradFill rotWithShape="1">
            <a:gsLst>
              <a:gs pos="0">
                <a:schemeClr val="accent2">
                  <a:gamma/>
                  <a:tint val="63137"/>
                  <a:invGamma/>
                </a:schemeClr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FF66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8" name="Line 4"/>
          <p:cNvSpPr/>
          <p:nvPr/>
        </p:nvSpPr>
        <p:spPr>
          <a:xfrm flipH="1" flipV="1">
            <a:off x="7235825" y="4827588"/>
            <a:ext cx="576263" cy="647700"/>
          </a:xfrm>
          <a:prstGeom prst="line">
            <a:avLst/>
          </a:prstGeom>
          <a:ln w="3810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89" name="Line 5"/>
          <p:cNvSpPr/>
          <p:nvPr/>
        </p:nvSpPr>
        <p:spPr>
          <a:xfrm flipV="1">
            <a:off x="7956550" y="5734050"/>
            <a:ext cx="792163" cy="1651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7308850" y="5445125"/>
          <a:ext cx="56673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7635" imgH="74930" progId="Equation.3">
                  <p:embed/>
                </p:oleObj>
              </mc:Choice>
              <mc:Fallback>
                <p:oleObj r:id="rId2" imgW="127635" imgH="74930" progId="Equation.3">
                  <p:embed/>
                  <p:pic>
                    <p:nvPicPr>
                      <p:cNvPr id="41990" name="Object 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08850" y="5445125"/>
                        <a:ext cx="566738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6804025" y="5229225"/>
          <a:ext cx="3794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785" imgH="74930" progId="Equation.DSMT4">
                  <p:embed/>
                </p:oleObj>
              </mc:Choice>
              <mc:Fallback>
                <p:oleObj r:id="rId4" imgW="57785" imgH="74930" progId="Equation.DSMT4">
                  <p:embed/>
                  <p:pic>
                    <p:nvPicPr>
                      <p:cNvPr id="41991" name="Object 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804025" y="5229225"/>
                        <a:ext cx="379413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7885113" y="5229225"/>
          <a:ext cx="3095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2710" imgH="57785" progId="Equation.DSMT4">
                  <p:embed/>
                </p:oleObj>
              </mc:Choice>
              <mc:Fallback>
                <p:oleObj r:id="rId6" imgW="92710" imgH="57785" progId="Equation.DSMT4">
                  <p:embed/>
                  <p:pic>
                    <p:nvPicPr>
                      <p:cNvPr id="41992" name="Object 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885113" y="5229225"/>
                        <a:ext cx="309562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8459788" y="5805488"/>
          <a:ext cx="4111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785" imgH="86995" progId="Equation.3">
                  <p:embed/>
                </p:oleObj>
              </mc:Choice>
              <mc:Fallback>
                <p:oleObj r:id="rId8" imgW="57785" imgH="86995" progId="Equation.3">
                  <p:embed/>
                  <p:pic>
                    <p:nvPicPr>
                      <p:cNvPr id="41993" name="Object 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459788" y="5805488"/>
                        <a:ext cx="411162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6856413" y="4292600"/>
          <a:ext cx="45243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7785" imgH="109855" progId="Equation.DSMT4">
                  <p:embed/>
                </p:oleObj>
              </mc:Choice>
              <mc:Fallback>
                <p:oleObj r:id="rId10" imgW="57785" imgH="109855" progId="Equation.DSMT4">
                  <p:embed/>
                  <p:pic>
                    <p:nvPicPr>
                      <p:cNvPr id="41994" name="Object 1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856413" y="4292600"/>
                        <a:ext cx="452437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/>
        </p:nvGraphicFramePr>
        <p:xfrm>
          <a:off x="179388" y="2636838"/>
          <a:ext cx="8748712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686810" imgH="422275" progId="Equation.DSMT4">
                  <p:embed/>
                </p:oleObj>
              </mc:Choice>
              <mc:Fallback>
                <p:oleObj r:id="rId12" imgW="3686810" imgH="422275" progId="Equation.DSMT4">
                  <p:embed/>
                  <p:pic>
                    <p:nvPicPr>
                      <p:cNvPr id="50187" name="Object 11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9388" y="2636838"/>
                        <a:ext cx="8748712" cy="1249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88" name="Group 12"/>
          <p:cNvGrpSpPr/>
          <p:nvPr/>
        </p:nvGrpSpPr>
        <p:grpSpPr>
          <a:xfrm>
            <a:off x="179388" y="836613"/>
            <a:ext cx="8424862" cy="1584325"/>
            <a:chOff x="159" y="1889"/>
            <a:chExt cx="5443" cy="770"/>
          </a:xfrm>
        </p:grpSpPr>
        <p:sp>
          <p:nvSpPr>
            <p:cNvPr id="42003" name="Rectangle 13"/>
            <p:cNvSpPr/>
            <p:nvPr/>
          </p:nvSpPr>
          <p:spPr>
            <a:xfrm>
              <a:off x="159" y="1889"/>
              <a:ext cx="5443" cy="77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The circulation area density of surface element at any orientation, is the projection of the maximum circulation area density at that point:</a:t>
              </a:r>
            </a:p>
          </p:txBody>
        </p:sp>
        <p:graphicFrame>
          <p:nvGraphicFramePr>
            <p:cNvPr id="42004" name="Object 14"/>
            <p:cNvGraphicFramePr>
              <a:graphicFrameLocks noChangeAspect="1"/>
            </p:cNvGraphicFramePr>
            <p:nvPr/>
          </p:nvGraphicFramePr>
          <p:xfrm>
            <a:off x="798" y="2334"/>
            <a:ext cx="16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7145" imgH="74930" progId="Equation.DSMT4">
                    <p:embed/>
                  </p:oleObj>
                </mc:Choice>
                <mc:Fallback>
                  <p:oleObj r:id="rId14" imgW="17145" imgH="74930" progId="Equation.DSMT4">
                    <p:embed/>
                    <p:pic>
                      <p:nvPicPr>
                        <p:cNvPr id="42004" name="Object 14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8" y="2334"/>
                          <a:ext cx="167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91" name="Rectangle 15"/>
          <p:cNvSpPr/>
          <p:nvPr/>
        </p:nvSpPr>
        <p:spPr>
          <a:xfrm>
            <a:off x="323850" y="4221163"/>
            <a:ext cx="45386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ctr" eaLnBrk="1" hangingPunct="1">
              <a:buClrTx/>
              <a:buSzTx/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CC"/>
                </a:solidFill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）</a:t>
            </a:r>
            <a:r>
              <a:rPr lang="en-US" altLang="zh-CN" sz="2800" b="1">
                <a:solidFill>
                  <a:srgbClr val="0000CC"/>
                </a:solidFill>
                <a:ea typeface="楷体_GB2312" pitchFamily="49" charset="-122"/>
              </a:rPr>
              <a:t>Curl of a vector field</a:t>
            </a:r>
          </a:p>
        </p:txBody>
      </p:sp>
      <p:graphicFrame>
        <p:nvGraphicFramePr>
          <p:cNvPr id="50192" name="Object 16"/>
          <p:cNvGraphicFramePr>
            <a:graphicFrameLocks noGrp="1" noChangeAspect="1"/>
          </p:cNvGraphicFramePr>
          <p:nvPr>
            <p:ph sz="half" idx="1" hasCustomPrompt="1"/>
          </p:nvPr>
        </p:nvGraphicFramePr>
        <p:xfrm>
          <a:off x="2339975" y="5013325"/>
          <a:ext cx="13493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48920" imgH="109855" progId="Equation.DSMT4">
                  <p:embed/>
                </p:oleObj>
              </mc:Choice>
              <mc:Fallback>
                <p:oleObj r:id="rId16" imgW="248920" imgH="109855" progId="Equation.DSMT4">
                  <p:embed/>
                  <p:pic>
                    <p:nvPicPr>
                      <p:cNvPr id="50192" name="Object 16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2339975" y="5013325"/>
                        <a:ext cx="1349375" cy="70485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9" name="Line 17"/>
          <p:cNvSpPr/>
          <p:nvPr/>
        </p:nvSpPr>
        <p:spPr>
          <a:xfrm flipV="1">
            <a:off x="7956550" y="5805488"/>
            <a:ext cx="431800" cy="71437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00" name="Oval 18"/>
          <p:cNvSpPr/>
          <p:nvPr/>
        </p:nvSpPr>
        <p:spPr>
          <a:xfrm rot="3161169">
            <a:off x="7470775" y="4822825"/>
            <a:ext cx="727075" cy="1395413"/>
          </a:xfrm>
          <a:prstGeom prst="ellipse">
            <a:avLst/>
          </a:prstGeom>
          <a:solidFill>
            <a:schemeClr val="bg1">
              <a:alpha val="0"/>
            </a:schemeClr>
          </a:solidFill>
          <a:ln w="38100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001" name="Line 19"/>
          <p:cNvSpPr/>
          <p:nvPr/>
        </p:nvSpPr>
        <p:spPr>
          <a:xfrm flipV="1">
            <a:off x="7812088" y="4652963"/>
            <a:ext cx="0" cy="792162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002" name="Object 20"/>
          <p:cNvGraphicFramePr>
            <a:graphicFrameLocks noGrp="1" noChangeAspect="1"/>
          </p:cNvGraphicFramePr>
          <p:nvPr>
            <p:ph sz="half" idx="2" hasCustomPrompt="1"/>
          </p:nvPr>
        </p:nvGraphicFramePr>
        <p:xfrm>
          <a:off x="7934325" y="4400550"/>
          <a:ext cx="7461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30200" imgH="215900" progId="Equation.DSMT4">
                  <p:embed/>
                </p:oleObj>
              </mc:Choice>
              <mc:Fallback>
                <p:oleObj r:id="rId18" imgW="330200" imgH="215900" progId="Equation.DSMT4">
                  <p:embed/>
                  <p:pic>
                    <p:nvPicPr>
                      <p:cNvPr id="42002" name="Object 20"/>
                      <p:cNvPicPr/>
                      <p:nvPr/>
                    </p:nvPicPr>
                    <p:blipFill>
                      <a:blip r:embed="rId19"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7934325" y="4400550"/>
                        <a:ext cx="746125" cy="4365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/>
          <p:nvPr/>
        </p:nvGrpSpPr>
        <p:grpSpPr>
          <a:xfrm>
            <a:off x="-214312" y="941388"/>
            <a:ext cx="5689600" cy="603250"/>
            <a:chOff x="343" y="722"/>
            <a:chExt cx="3584" cy="380"/>
          </a:xfrm>
        </p:grpSpPr>
        <p:sp>
          <p:nvSpPr>
            <p:cNvPr id="43054" name="Rectangle 3"/>
            <p:cNvSpPr/>
            <p:nvPr/>
          </p:nvSpPr>
          <p:spPr>
            <a:xfrm>
              <a:off x="343" y="722"/>
              <a:ext cx="3584" cy="3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Euclid Symbol" panose="05050102010706020507" pitchFamily="18" charset="2"/>
                </a:rPr>
                <a:t>                    deduction: </a:t>
              </a:r>
              <a:endParaRPr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sym typeface="Euclid Symbol" panose="05050102010706020507" pitchFamily="18" charset="2"/>
              </a:endParaRPr>
            </a:p>
          </p:txBody>
        </p:sp>
        <p:graphicFrame>
          <p:nvGraphicFramePr>
            <p:cNvPr id="43055" name="Object 4"/>
            <p:cNvGraphicFramePr>
              <a:graphicFrameLocks noChangeAspect="1"/>
            </p:cNvGraphicFramePr>
            <p:nvPr/>
          </p:nvGraphicFramePr>
          <p:xfrm>
            <a:off x="793" y="799"/>
            <a:ext cx="52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66065" imgH="144780" progId="Equation.DSMT4">
                    <p:embed/>
                  </p:oleObj>
                </mc:Choice>
                <mc:Fallback>
                  <p:oleObj r:id="rId2" imgW="266065" imgH="144780" progId="Equation.DSMT4">
                    <p:embed/>
                    <p:pic>
                      <p:nvPicPr>
                        <p:cNvPr id="43055" name="Object 4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3" y="799"/>
                          <a:ext cx="52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05" name="Group 5"/>
          <p:cNvGrpSpPr/>
          <p:nvPr/>
        </p:nvGrpSpPr>
        <p:grpSpPr>
          <a:xfrm>
            <a:off x="5219700" y="2924175"/>
            <a:ext cx="3529013" cy="3241675"/>
            <a:chOff x="3696" y="2251"/>
            <a:chExt cx="1881" cy="1814"/>
          </a:xfrm>
        </p:grpSpPr>
        <p:sp>
          <p:nvSpPr>
            <p:cNvPr id="43023" name="Rectangle 6"/>
            <p:cNvSpPr/>
            <p:nvPr/>
          </p:nvSpPr>
          <p:spPr>
            <a:xfrm>
              <a:off x="3696" y="2251"/>
              <a:ext cx="1881" cy="181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3024" name="Freeform 7"/>
            <p:cNvSpPr>
              <a:spLocks noEditPoints="1"/>
            </p:cNvSpPr>
            <p:nvPr/>
          </p:nvSpPr>
          <p:spPr>
            <a:xfrm>
              <a:off x="4196" y="2316"/>
              <a:ext cx="48" cy="1092"/>
            </a:xfrm>
            <a:custGeom>
              <a:avLst/>
              <a:gdLst/>
              <a:ahLst/>
              <a:cxnLst>
                <a:cxn ang="0">
                  <a:pos x="6" y="618"/>
                </a:cxn>
                <a:cxn ang="0">
                  <a:pos x="6" y="66"/>
                </a:cxn>
                <a:cxn ang="0">
                  <a:pos x="14" y="66"/>
                </a:cxn>
                <a:cxn ang="0">
                  <a:pos x="14" y="618"/>
                </a:cxn>
                <a:cxn ang="0">
                  <a:pos x="6" y="618"/>
                </a:cxn>
                <a:cxn ang="0">
                  <a:pos x="0" y="73"/>
                </a:cxn>
                <a:cxn ang="0">
                  <a:pos x="10" y="0"/>
                </a:cxn>
                <a:cxn ang="0">
                  <a:pos x="20" y="73"/>
                </a:cxn>
                <a:cxn ang="0">
                  <a:pos x="0" y="73"/>
                </a:cxn>
              </a:cxnLst>
              <a:rect l="0" t="0" r="0" b="0"/>
              <a:pathLst>
                <a:path w="52" h="1150">
                  <a:moveTo>
                    <a:pt x="17" y="1150"/>
                  </a:moveTo>
                  <a:lnTo>
                    <a:pt x="18" y="122"/>
                  </a:lnTo>
                  <a:lnTo>
                    <a:pt x="34" y="122"/>
                  </a:lnTo>
                  <a:lnTo>
                    <a:pt x="34" y="1150"/>
                  </a:lnTo>
                  <a:lnTo>
                    <a:pt x="17" y="1150"/>
                  </a:lnTo>
                  <a:close/>
                  <a:moveTo>
                    <a:pt x="0" y="135"/>
                  </a:moveTo>
                  <a:lnTo>
                    <a:pt x="26" y="0"/>
                  </a:lnTo>
                  <a:lnTo>
                    <a:pt x="52" y="135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Freeform 8"/>
            <p:cNvSpPr>
              <a:spLocks noEditPoints="1"/>
            </p:cNvSpPr>
            <p:nvPr/>
          </p:nvSpPr>
          <p:spPr>
            <a:xfrm>
              <a:off x="3832" y="3371"/>
              <a:ext cx="402" cy="331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19" y="0"/>
                </a:cxn>
                <a:cxn ang="0">
                  <a:pos x="20" y="1"/>
                </a:cxn>
                <a:cxn ang="0">
                  <a:pos x="5" y="7"/>
                </a:cxn>
                <a:cxn ang="0">
                  <a:pos x="0" y="9"/>
                </a:cxn>
                <a:cxn ang="0">
                  <a:pos x="3" y="6"/>
                </a:cxn>
                <a:cxn ang="0">
                  <a:pos x="5" y="7"/>
                </a:cxn>
              </a:cxnLst>
              <a:rect l="0" t="0" r="0" b="0"/>
              <a:pathLst>
                <a:path w="529" h="461">
                  <a:moveTo>
                    <a:pt x="529" y="13"/>
                  </a:moveTo>
                  <a:lnTo>
                    <a:pt x="96" y="389"/>
                  </a:lnTo>
                  <a:lnTo>
                    <a:pt x="85" y="376"/>
                  </a:lnTo>
                  <a:lnTo>
                    <a:pt x="518" y="0"/>
                  </a:lnTo>
                  <a:lnTo>
                    <a:pt x="529" y="13"/>
                  </a:lnTo>
                  <a:close/>
                  <a:moveTo>
                    <a:pt x="118" y="395"/>
                  </a:moveTo>
                  <a:lnTo>
                    <a:pt x="0" y="461"/>
                  </a:lnTo>
                  <a:lnTo>
                    <a:pt x="84" y="353"/>
                  </a:lnTo>
                  <a:lnTo>
                    <a:pt x="118" y="395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6" name="Freeform 9"/>
            <p:cNvSpPr>
              <a:spLocks noEditPoints="1"/>
            </p:cNvSpPr>
            <p:nvPr/>
          </p:nvSpPr>
          <p:spPr>
            <a:xfrm>
              <a:off x="4212" y="3366"/>
              <a:ext cx="1234" cy="52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485" y="13"/>
                </a:cxn>
                <a:cxn ang="0">
                  <a:pos x="485" y="23"/>
                </a:cxn>
                <a:cxn ang="0">
                  <a:pos x="0" y="22"/>
                </a:cxn>
                <a:cxn ang="0">
                  <a:pos x="0" y="13"/>
                </a:cxn>
                <a:cxn ang="0">
                  <a:pos x="480" y="0"/>
                </a:cxn>
                <a:cxn ang="0">
                  <a:pos x="533" y="15"/>
                </a:cxn>
                <a:cxn ang="0">
                  <a:pos x="480" y="35"/>
                </a:cxn>
                <a:cxn ang="0">
                  <a:pos x="480" y="0"/>
                </a:cxn>
              </a:cxnLst>
              <a:rect l="0" t="0" r="0" b="0"/>
              <a:pathLst>
                <a:path w="1332" h="54">
                  <a:moveTo>
                    <a:pt x="0" y="17"/>
                  </a:moveTo>
                  <a:lnTo>
                    <a:pt x="1213" y="18"/>
                  </a:lnTo>
                  <a:lnTo>
                    <a:pt x="1213" y="35"/>
                  </a:lnTo>
                  <a:lnTo>
                    <a:pt x="0" y="34"/>
                  </a:lnTo>
                  <a:lnTo>
                    <a:pt x="0" y="17"/>
                  </a:lnTo>
                  <a:close/>
                  <a:moveTo>
                    <a:pt x="1200" y="0"/>
                  </a:moveTo>
                  <a:lnTo>
                    <a:pt x="1332" y="27"/>
                  </a:lnTo>
                  <a:lnTo>
                    <a:pt x="1200" y="54"/>
                  </a:lnTo>
                  <a:lnTo>
                    <a:pt x="120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Rectangle 10"/>
            <p:cNvSpPr/>
            <p:nvPr/>
          </p:nvSpPr>
          <p:spPr>
            <a:xfrm>
              <a:off x="4200" y="3352"/>
              <a:ext cx="71" cy="1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800"/>
            </a:p>
          </p:txBody>
        </p:sp>
        <p:sp>
          <p:nvSpPr>
            <p:cNvPr id="43028" name="Rectangle 11"/>
            <p:cNvSpPr/>
            <p:nvPr/>
          </p:nvSpPr>
          <p:spPr>
            <a:xfrm>
              <a:off x="5415" y="3362"/>
              <a:ext cx="60" cy="1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 b="1"/>
            </a:p>
          </p:txBody>
        </p:sp>
        <p:sp>
          <p:nvSpPr>
            <p:cNvPr id="43029" name="Rectangle 12"/>
            <p:cNvSpPr/>
            <p:nvPr/>
          </p:nvSpPr>
          <p:spPr>
            <a:xfrm>
              <a:off x="4240" y="2875"/>
              <a:ext cx="143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43030" name="Rectangle 13"/>
            <p:cNvSpPr/>
            <p:nvPr/>
          </p:nvSpPr>
          <p:spPr>
            <a:xfrm>
              <a:off x="4762" y="3112"/>
              <a:ext cx="31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/>
            </a:p>
          </p:txBody>
        </p:sp>
        <p:sp>
          <p:nvSpPr>
            <p:cNvPr id="43031" name="Rectangle 14"/>
            <p:cNvSpPr/>
            <p:nvPr/>
          </p:nvSpPr>
          <p:spPr>
            <a:xfrm flipH="1">
              <a:off x="4740" y="3113"/>
              <a:ext cx="251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grpSp>
          <p:nvGrpSpPr>
            <p:cNvPr id="43032" name="Group 15"/>
            <p:cNvGrpSpPr/>
            <p:nvPr/>
          </p:nvGrpSpPr>
          <p:grpSpPr>
            <a:xfrm>
              <a:off x="4460" y="2616"/>
              <a:ext cx="904" cy="497"/>
              <a:chOff x="4151" y="2208"/>
              <a:chExt cx="597" cy="422"/>
            </a:xfrm>
          </p:grpSpPr>
          <p:sp>
            <p:nvSpPr>
              <p:cNvPr id="43052" name="Rectangle 16"/>
              <p:cNvSpPr/>
              <p:nvPr/>
            </p:nvSpPr>
            <p:spPr>
              <a:xfrm>
                <a:off x="4151" y="2208"/>
                <a:ext cx="597" cy="422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3053" name="Rectangle 17"/>
              <p:cNvSpPr/>
              <p:nvPr/>
            </p:nvSpPr>
            <p:spPr>
              <a:xfrm>
                <a:off x="4151" y="2208"/>
                <a:ext cx="597" cy="422"/>
              </a:xfrm>
              <a:prstGeom prst="rect">
                <a:avLst/>
              </a:prstGeom>
              <a:noFill/>
              <a:ln w="31750" cap="rnd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43033" name="Freeform 18"/>
            <p:cNvSpPr>
              <a:spLocks noEditPoints="1"/>
            </p:cNvSpPr>
            <p:nvPr/>
          </p:nvSpPr>
          <p:spPr>
            <a:xfrm>
              <a:off x="5333" y="2707"/>
              <a:ext cx="53" cy="280"/>
            </a:xfrm>
            <a:custGeom>
              <a:avLst/>
              <a:gdLst/>
              <a:ahLst/>
              <a:cxnLst>
                <a:cxn ang="0">
                  <a:pos x="1" y="6315"/>
                </a:cxn>
                <a:cxn ang="0">
                  <a:pos x="1" y="3624"/>
                </a:cxn>
                <a:cxn ang="0">
                  <a:pos x="1" y="3624"/>
                </a:cxn>
                <a:cxn ang="0">
                  <a:pos x="1" y="6315"/>
                </a:cxn>
                <a:cxn ang="0">
                  <a:pos x="1" y="6315"/>
                </a:cxn>
                <a:cxn ang="0">
                  <a:pos x="0" y="4029"/>
                </a:cxn>
                <a:cxn ang="0">
                  <a:pos x="1" y="0"/>
                </a:cxn>
                <a:cxn ang="0">
                  <a:pos x="1" y="4029"/>
                </a:cxn>
                <a:cxn ang="0">
                  <a:pos x="0" y="4029"/>
                </a:cxn>
              </a:cxnLst>
              <a:rect l="0" t="0" r="0" b="0"/>
              <a:pathLst>
                <a:path w="79" h="211">
                  <a:moveTo>
                    <a:pt x="30" y="211"/>
                  </a:moveTo>
                  <a:lnTo>
                    <a:pt x="30" y="121"/>
                  </a:lnTo>
                  <a:lnTo>
                    <a:pt x="50" y="121"/>
                  </a:lnTo>
                  <a:lnTo>
                    <a:pt x="49" y="211"/>
                  </a:lnTo>
                  <a:lnTo>
                    <a:pt x="30" y="211"/>
                  </a:lnTo>
                  <a:close/>
                  <a:moveTo>
                    <a:pt x="0" y="135"/>
                  </a:moveTo>
                  <a:lnTo>
                    <a:pt x="40" y="0"/>
                  </a:lnTo>
                  <a:lnTo>
                    <a:pt x="79" y="135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Freeform 19"/>
            <p:cNvSpPr>
              <a:spLocks noEditPoints="1"/>
            </p:cNvSpPr>
            <p:nvPr/>
          </p:nvSpPr>
          <p:spPr>
            <a:xfrm>
              <a:off x="4432" y="2707"/>
              <a:ext cx="53" cy="28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654"/>
                </a:cxn>
                <a:cxn ang="0">
                  <a:pos x="1" y="265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2256"/>
                </a:cxn>
                <a:cxn ang="0">
                  <a:pos x="1" y="6315"/>
                </a:cxn>
                <a:cxn ang="0">
                  <a:pos x="0" y="2267"/>
                </a:cxn>
                <a:cxn ang="0">
                  <a:pos x="1" y="2256"/>
                </a:cxn>
              </a:cxnLst>
              <a:rect l="0" t="0" r="0" b="0"/>
              <a:pathLst>
                <a:path w="79" h="211">
                  <a:moveTo>
                    <a:pt x="49" y="0"/>
                  </a:moveTo>
                  <a:lnTo>
                    <a:pt x="49" y="89"/>
                  </a:lnTo>
                  <a:lnTo>
                    <a:pt x="30" y="89"/>
                  </a:lnTo>
                  <a:lnTo>
                    <a:pt x="29" y="0"/>
                  </a:lnTo>
                  <a:lnTo>
                    <a:pt x="49" y="0"/>
                  </a:lnTo>
                  <a:close/>
                  <a:moveTo>
                    <a:pt x="79" y="75"/>
                  </a:moveTo>
                  <a:lnTo>
                    <a:pt x="40" y="211"/>
                  </a:lnTo>
                  <a:lnTo>
                    <a:pt x="0" y="76"/>
                  </a:lnTo>
                  <a:lnTo>
                    <a:pt x="79" y="75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5" name="Freeform 20"/>
            <p:cNvSpPr>
              <a:spLocks noEditPoints="1"/>
            </p:cNvSpPr>
            <p:nvPr/>
          </p:nvSpPr>
          <p:spPr>
            <a:xfrm>
              <a:off x="4786" y="3087"/>
              <a:ext cx="312" cy="54"/>
            </a:xfrm>
            <a:custGeom>
              <a:avLst/>
              <a:gdLst/>
              <a:ahLst/>
              <a:cxnLst>
                <a:cxn ang="0">
                  <a:pos x="215" y="1"/>
                </a:cxn>
                <a:cxn ang="0">
                  <a:pos x="12713" y="1"/>
                </a:cxn>
                <a:cxn ang="0">
                  <a:pos x="12713" y="1"/>
                </a:cxn>
                <a:cxn ang="0">
                  <a:pos x="0" y="1"/>
                </a:cxn>
                <a:cxn ang="0">
                  <a:pos x="215" y="1"/>
                </a:cxn>
                <a:cxn ang="0">
                  <a:pos x="10767" y="0"/>
                </a:cxn>
                <a:cxn ang="0">
                  <a:pos x="30020" y="1"/>
                </a:cxn>
                <a:cxn ang="0">
                  <a:pos x="10767" y="1"/>
                </a:cxn>
                <a:cxn ang="0">
                  <a:pos x="10767" y="0"/>
                </a:cxn>
              </a:cxnLst>
              <a:rect l="0" t="0" r="0" b="0"/>
              <a:pathLst>
                <a:path w="206" h="81">
                  <a:moveTo>
                    <a:pt x="1" y="30"/>
                  </a:moveTo>
                  <a:lnTo>
                    <a:pt x="87" y="30"/>
                  </a:lnTo>
                  <a:lnTo>
                    <a:pt x="87" y="50"/>
                  </a:lnTo>
                  <a:lnTo>
                    <a:pt x="0" y="50"/>
                  </a:lnTo>
                  <a:lnTo>
                    <a:pt x="1" y="30"/>
                  </a:lnTo>
                  <a:close/>
                  <a:moveTo>
                    <a:pt x="74" y="0"/>
                  </a:moveTo>
                  <a:lnTo>
                    <a:pt x="206" y="41"/>
                  </a:lnTo>
                  <a:lnTo>
                    <a:pt x="74" y="8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6" name="Freeform 21"/>
            <p:cNvSpPr>
              <a:spLocks noEditPoints="1"/>
            </p:cNvSpPr>
            <p:nvPr/>
          </p:nvSpPr>
          <p:spPr>
            <a:xfrm>
              <a:off x="4775" y="2584"/>
              <a:ext cx="310" cy="55"/>
            </a:xfrm>
            <a:custGeom>
              <a:avLst/>
              <a:gdLst/>
              <a:ahLst/>
              <a:cxnLst>
                <a:cxn ang="0">
                  <a:pos x="29302" y="1"/>
                </a:cxn>
                <a:cxn ang="0">
                  <a:pos x="16813" y="1"/>
                </a:cxn>
                <a:cxn ang="0">
                  <a:pos x="16813" y="1"/>
                </a:cxn>
                <a:cxn ang="0">
                  <a:pos x="29302" y="1"/>
                </a:cxn>
                <a:cxn ang="0">
                  <a:pos x="29302" y="1"/>
                </a:cxn>
                <a:cxn ang="0">
                  <a:pos x="18701" y="1"/>
                </a:cxn>
                <a:cxn ang="0">
                  <a:pos x="0" y="1"/>
                </a:cxn>
                <a:cxn ang="0">
                  <a:pos x="18701" y="0"/>
                </a:cxn>
                <a:cxn ang="0">
                  <a:pos x="18701" y="1"/>
                </a:cxn>
              </a:cxnLst>
              <a:rect l="0" t="0" r="0" b="0"/>
              <a:pathLst>
                <a:path w="205" h="82">
                  <a:moveTo>
                    <a:pt x="205" y="51"/>
                  </a:moveTo>
                  <a:lnTo>
                    <a:pt x="118" y="51"/>
                  </a:lnTo>
                  <a:lnTo>
                    <a:pt x="118" y="31"/>
                  </a:lnTo>
                  <a:lnTo>
                    <a:pt x="205" y="31"/>
                  </a:lnTo>
                  <a:lnTo>
                    <a:pt x="205" y="51"/>
                  </a:lnTo>
                  <a:close/>
                  <a:moveTo>
                    <a:pt x="131" y="82"/>
                  </a:moveTo>
                  <a:lnTo>
                    <a:pt x="0" y="41"/>
                  </a:lnTo>
                  <a:lnTo>
                    <a:pt x="131" y="0"/>
                  </a:lnTo>
                  <a:lnTo>
                    <a:pt x="131" y="8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7" name="Rectangle 22"/>
            <p:cNvSpPr/>
            <p:nvPr/>
          </p:nvSpPr>
          <p:spPr>
            <a:xfrm>
              <a:off x="5083" y="2424"/>
              <a:ext cx="90" cy="1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b="1"/>
            </a:p>
          </p:txBody>
        </p:sp>
        <p:grpSp>
          <p:nvGrpSpPr>
            <p:cNvPr id="43038" name="Group 23"/>
            <p:cNvGrpSpPr/>
            <p:nvPr/>
          </p:nvGrpSpPr>
          <p:grpSpPr>
            <a:xfrm>
              <a:off x="4866" y="2860"/>
              <a:ext cx="52" cy="54"/>
              <a:chOff x="4115" y="2583"/>
              <a:chExt cx="56" cy="58"/>
            </a:xfrm>
          </p:grpSpPr>
          <p:sp>
            <p:nvSpPr>
              <p:cNvPr id="43050" name="Oval 24"/>
              <p:cNvSpPr/>
              <p:nvPr/>
            </p:nvSpPr>
            <p:spPr>
              <a:xfrm>
                <a:off x="4115" y="2583"/>
                <a:ext cx="56" cy="58"/>
              </a:xfrm>
              <a:prstGeom prst="ellipse">
                <a:avLst/>
              </a:prstGeom>
              <a:solidFill>
                <a:srgbClr val="000000"/>
              </a:solidFill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3051" name="Oval 25"/>
              <p:cNvSpPr/>
              <p:nvPr/>
            </p:nvSpPr>
            <p:spPr>
              <a:xfrm>
                <a:off x="4115" y="2583"/>
                <a:ext cx="56" cy="58"/>
              </a:xfrm>
              <a:prstGeom prst="ellipse">
                <a:avLst/>
              </a:prstGeom>
              <a:noFill/>
              <a:ln w="1587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43039" name="Rectangle 26"/>
            <p:cNvSpPr/>
            <p:nvPr/>
          </p:nvSpPr>
          <p:spPr>
            <a:xfrm>
              <a:off x="4912" y="2682"/>
              <a:ext cx="112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800"/>
            </a:p>
          </p:txBody>
        </p:sp>
        <p:sp>
          <p:nvSpPr>
            <p:cNvPr id="43040" name="Rectangle 27"/>
            <p:cNvSpPr/>
            <p:nvPr/>
          </p:nvSpPr>
          <p:spPr>
            <a:xfrm>
              <a:off x="4271" y="2251"/>
              <a:ext cx="57" cy="1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800" b="1"/>
            </a:p>
          </p:txBody>
        </p:sp>
        <p:sp>
          <p:nvSpPr>
            <p:cNvPr id="43041" name="Rectangle 28"/>
            <p:cNvSpPr/>
            <p:nvPr/>
          </p:nvSpPr>
          <p:spPr>
            <a:xfrm>
              <a:off x="3791" y="3612"/>
              <a:ext cx="131" cy="17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800"/>
            </a:p>
          </p:txBody>
        </p:sp>
        <p:sp>
          <p:nvSpPr>
            <p:cNvPr id="43042" name="Freeform 29"/>
            <p:cNvSpPr>
              <a:spLocks noEditPoints="1"/>
            </p:cNvSpPr>
            <p:nvPr/>
          </p:nvSpPr>
          <p:spPr>
            <a:xfrm>
              <a:off x="4500" y="2926"/>
              <a:ext cx="346" cy="311"/>
            </a:xfrm>
            <a:custGeom>
              <a:avLst/>
              <a:gdLst/>
              <a:ahLst/>
              <a:cxnLst>
                <a:cxn ang="0">
                  <a:pos x="146" y="9"/>
                </a:cxn>
                <a:cxn ang="0">
                  <a:pos x="40" y="137"/>
                </a:cxn>
                <a:cxn ang="0">
                  <a:pos x="32" y="126"/>
                </a:cxn>
                <a:cxn ang="0">
                  <a:pos x="141" y="0"/>
                </a:cxn>
                <a:cxn ang="0">
                  <a:pos x="146" y="9"/>
                </a:cxn>
                <a:cxn ang="0">
                  <a:pos x="46" y="137"/>
                </a:cxn>
                <a:cxn ang="0">
                  <a:pos x="0" y="173"/>
                </a:cxn>
                <a:cxn ang="0">
                  <a:pos x="32" y="117"/>
                </a:cxn>
                <a:cxn ang="0">
                  <a:pos x="46" y="137"/>
                </a:cxn>
              </a:cxnLst>
              <a:rect l="0" t="0" r="0" b="0"/>
              <a:pathLst>
                <a:path w="374" h="328">
                  <a:moveTo>
                    <a:pt x="374" y="21"/>
                  </a:moveTo>
                  <a:lnTo>
                    <a:pt x="99" y="260"/>
                  </a:lnTo>
                  <a:lnTo>
                    <a:pt x="82" y="239"/>
                  </a:lnTo>
                  <a:lnTo>
                    <a:pt x="357" y="0"/>
                  </a:lnTo>
                  <a:lnTo>
                    <a:pt x="374" y="21"/>
                  </a:lnTo>
                  <a:close/>
                  <a:moveTo>
                    <a:pt x="117" y="261"/>
                  </a:moveTo>
                  <a:lnTo>
                    <a:pt x="0" y="328"/>
                  </a:lnTo>
                  <a:lnTo>
                    <a:pt x="83" y="220"/>
                  </a:lnTo>
                  <a:lnTo>
                    <a:pt x="117" y="261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  <a:ln w="31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Rectangle 30"/>
            <p:cNvSpPr/>
            <p:nvPr/>
          </p:nvSpPr>
          <p:spPr>
            <a:xfrm>
              <a:off x="5056" y="3113"/>
              <a:ext cx="67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43044" name="Rectangle 31"/>
            <p:cNvSpPr/>
            <p:nvPr/>
          </p:nvSpPr>
          <p:spPr>
            <a:xfrm>
              <a:off x="5419" y="2750"/>
              <a:ext cx="67" cy="1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43045" name="Rectangle 32"/>
            <p:cNvSpPr/>
            <p:nvPr/>
          </p:nvSpPr>
          <p:spPr>
            <a:xfrm>
              <a:off x="4739" y="2422"/>
              <a:ext cx="6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43046" name="Rectangle 33"/>
            <p:cNvSpPr/>
            <p:nvPr/>
          </p:nvSpPr>
          <p:spPr>
            <a:xfrm>
              <a:off x="4285" y="2659"/>
              <a:ext cx="6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grpSp>
          <p:nvGrpSpPr>
            <p:cNvPr id="43047" name="Group 34"/>
            <p:cNvGrpSpPr/>
            <p:nvPr/>
          </p:nvGrpSpPr>
          <p:grpSpPr>
            <a:xfrm>
              <a:off x="3821" y="3793"/>
              <a:ext cx="1735" cy="272"/>
              <a:chOff x="3833" y="3793"/>
              <a:chExt cx="1735" cy="272"/>
            </a:xfrm>
          </p:grpSpPr>
          <p:sp>
            <p:nvSpPr>
              <p:cNvPr id="43048" name="Rectangle 35"/>
              <p:cNvSpPr/>
              <p:nvPr/>
            </p:nvSpPr>
            <p:spPr>
              <a:xfrm>
                <a:off x="3833" y="3827"/>
                <a:ext cx="1735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342900" lvl="0" indent="-342900" algn="ctr" eaLnBrk="1" hangingPunct="1">
                  <a:buClrTx/>
                  <a:buSzTx/>
                  <a:buFontTx/>
                  <a:buNone/>
                </a:pPr>
                <a:endParaRPr lang="zh-CN" altLang="zh-CN" sz="1800" b="1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43049" name="Object 36"/>
              <p:cNvGraphicFramePr>
                <a:graphicFrameLocks noChangeAspect="1"/>
              </p:cNvGraphicFramePr>
              <p:nvPr/>
            </p:nvGraphicFramePr>
            <p:xfrm>
              <a:off x="4332" y="3793"/>
              <a:ext cx="522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266065" imgH="144780" progId="Equation.DSMT4">
                      <p:embed/>
                    </p:oleObj>
                  </mc:Choice>
                  <mc:Fallback>
                    <p:oleObj r:id="rId4" imgW="266065" imgH="144780" progId="Equation.DSMT4">
                      <p:embed/>
                      <p:pic>
                        <p:nvPicPr>
                          <p:cNvPr id="43049" name="Object 36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32" y="3793"/>
                            <a:ext cx="522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3012" name="Group 37"/>
          <p:cNvGrpSpPr/>
          <p:nvPr/>
        </p:nvGrpSpPr>
        <p:grpSpPr>
          <a:xfrm>
            <a:off x="76200" y="503238"/>
            <a:ext cx="9144000" cy="549275"/>
            <a:chOff x="116" y="319"/>
            <a:chExt cx="5760" cy="346"/>
          </a:xfrm>
        </p:grpSpPr>
        <p:sp>
          <p:nvSpPr>
            <p:cNvPr id="43019" name="Rectangle 38"/>
            <p:cNvSpPr/>
            <p:nvPr/>
          </p:nvSpPr>
          <p:spPr>
            <a:xfrm>
              <a:off x="116" y="319"/>
              <a:ext cx="5760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</a:t>
              </a: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Expression of            </a:t>
              </a:r>
              <a:r>
                <a:rPr lang="zh-CN" altLang="en-US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、           、         </a:t>
              </a: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in Cartesian coordinates</a:t>
              </a:r>
            </a:p>
          </p:txBody>
        </p:sp>
        <p:graphicFrame>
          <p:nvGraphicFramePr>
            <p:cNvPr id="43020" name="Object 39"/>
            <p:cNvGraphicFramePr>
              <a:graphicFrameLocks noChangeAspect="1"/>
            </p:cNvGraphicFramePr>
            <p:nvPr/>
          </p:nvGraphicFramePr>
          <p:xfrm>
            <a:off x="1565" y="353"/>
            <a:ext cx="52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66065" imgH="144780" progId="Equation.DSMT4">
                    <p:embed/>
                  </p:oleObj>
                </mc:Choice>
                <mc:Fallback>
                  <p:oleObj r:id="rId6" imgW="266065" imgH="144780" progId="Equation.DSMT4">
                    <p:embed/>
                    <p:pic>
                      <p:nvPicPr>
                        <p:cNvPr id="43020" name="Object 3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65" y="353"/>
                          <a:ext cx="52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1" name="Object 40"/>
            <p:cNvGraphicFramePr>
              <a:graphicFrameLocks noChangeAspect="1"/>
            </p:cNvGraphicFramePr>
            <p:nvPr/>
          </p:nvGraphicFramePr>
          <p:xfrm>
            <a:off x="2200" y="346"/>
            <a:ext cx="52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66065" imgH="161925" progId="Equation.DSMT4">
                    <p:embed/>
                  </p:oleObj>
                </mc:Choice>
                <mc:Fallback>
                  <p:oleObj r:id="rId8" imgW="266065" imgH="161925" progId="Equation.DSMT4">
                    <p:embed/>
                    <p:pic>
                      <p:nvPicPr>
                        <p:cNvPr id="43021" name="Object 4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00" y="346"/>
                          <a:ext cx="522" cy="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2" name="Object 41"/>
            <p:cNvGraphicFramePr>
              <a:graphicFrameLocks noChangeAspect="1"/>
            </p:cNvGraphicFramePr>
            <p:nvPr/>
          </p:nvGraphicFramePr>
          <p:xfrm>
            <a:off x="2880" y="360"/>
            <a:ext cx="52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66065" imgH="144780" progId="Equation.DSMT4">
                    <p:embed/>
                  </p:oleObj>
                </mc:Choice>
                <mc:Fallback>
                  <p:oleObj r:id="rId10" imgW="266065" imgH="144780" progId="Equation.DSMT4">
                    <p:embed/>
                    <p:pic>
                      <p:nvPicPr>
                        <p:cNvPr id="43022" name="Object 41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0" y="360"/>
                          <a:ext cx="52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42" name="Object 42"/>
          <p:cNvGraphicFramePr>
            <a:graphicFrameLocks noChangeAspect="1"/>
          </p:cNvGraphicFramePr>
          <p:nvPr/>
        </p:nvGraphicFramePr>
        <p:xfrm>
          <a:off x="468313" y="1557338"/>
          <a:ext cx="762635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905125" imgH="196850" progId="Equation.DSMT4">
                  <p:embed/>
                </p:oleObj>
              </mc:Choice>
              <mc:Fallback>
                <p:oleObj r:id="rId12" imgW="2905125" imgH="196850" progId="Equation.DSMT4">
                  <p:embed/>
                  <p:pic>
                    <p:nvPicPr>
                      <p:cNvPr id="51242" name="Object 42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557338"/>
                        <a:ext cx="7626350" cy="665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3" name="Object 43"/>
          <p:cNvGraphicFramePr>
            <a:graphicFrameLocks noChangeAspect="1"/>
          </p:cNvGraphicFramePr>
          <p:nvPr/>
        </p:nvGraphicFramePr>
        <p:xfrm>
          <a:off x="1547813" y="2349500"/>
          <a:ext cx="55864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100580" imgH="127635" progId="Equation.DSMT4">
                  <p:embed/>
                </p:oleObj>
              </mc:Choice>
              <mc:Fallback>
                <p:oleObj r:id="rId14" imgW="2100580" imgH="127635" progId="Equation.DSMT4">
                  <p:embed/>
                  <p:pic>
                    <p:nvPicPr>
                      <p:cNvPr id="51243" name="Object 43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349500"/>
                        <a:ext cx="558641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4" name="Object 44"/>
          <p:cNvGraphicFramePr>
            <a:graphicFrameLocks noChangeAspect="1"/>
          </p:cNvGraphicFramePr>
          <p:nvPr/>
        </p:nvGraphicFramePr>
        <p:xfrm>
          <a:off x="1042988" y="3644900"/>
          <a:ext cx="35750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308100" imgH="335915" progId="Equation.DSMT4">
                  <p:embed/>
                </p:oleObj>
              </mc:Choice>
              <mc:Fallback>
                <p:oleObj r:id="rId16" imgW="1308100" imgH="335915" progId="Equation.DSMT4">
                  <p:embed/>
                  <p:pic>
                    <p:nvPicPr>
                      <p:cNvPr id="51244" name="Object 44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3644900"/>
                        <a:ext cx="3575050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5" name="Object 45"/>
          <p:cNvGraphicFramePr>
            <a:graphicFrameLocks noChangeAspect="1"/>
          </p:cNvGraphicFramePr>
          <p:nvPr/>
        </p:nvGraphicFramePr>
        <p:xfrm>
          <a:off x="1042988" y="4508500"/>
          <a:ext cx="360521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325245" imgH="353060" progId="Equation.DSMT4">
                  <p:embed/>
                </p:oleObj>
              </mc:Choice>
              <mc:Fallback>
                <p:oleObj r:id="rId18" imgW="1325245" imgH="353060" progId="Equation.DSMT4">
                  <p:embed/>
                  <p:pic>
                    <p:nvPicPr>
                      <p:cNvPr id="51245" name="Object 45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4508500"/>
                        <a:ext cx="3605212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6" name="Object 46"/>
          <p:cNvGraphicFramePr>
            <a:graphicFrameLocks noChangeAspect="1"/>
          </p:cNvGraphicFramePr>
          <p:nvPr/>
        </p:nvGraphicFramePr>
        <p:xfrm>
          <a:off x="1042988" y="2852738"/>
          <a:ext cx="35750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08100" imgH="353060" progId="Equation.DSMT4">
                  <p:embed/>
                </p:oleObj>
              </mc:Choice>
              <mc:Fallback>
                <p:oleObj r:id="rId20" imgW="1308100" imgH="353060" progId="Equation.DSMT4">
                  <p:embed/>
                  <p:pic>
                    <p:nvPicPr>
                      <p:cNvPr id="51246" name="Object 46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2852738"/>
                        <a:ext cx="357505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7" name="Object 47"/>
          <p:cNvGraphicFramePr>
            <a:graphicFrameLocks noChangeAspect="1"/>
          </p:cNvGraphicFramePr>
          <p:nvPr/>
        </p:nvGraphicFramePr>
        <p:xfrm>
          <a:off x="1042988" y="5445125"/>
          <a:ext cx="35448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308100" imgH="335915" progId="Equation.DSMT4">
                  <p:embed/>
                </p:oleObj>
              </mc:Choice>
              <mc:Fallback>
                <p:oleObj r:id="rId22" imgW="1308100" imgH="335915" progId="Equation.DSMT4">
                  <p:embed/>
                  <p:pic>
                    <p:nvPicPr>
                      <p:cNvPr id="51247" name="Object 47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5445125"/>
                        <a:ext cx="3544887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/>
          <p:nvPr/>
        </p:nvSpPr>
        <p:spPr>
          <a:xfrm>
            <a:off x="684213" y="765175"/>
            <a:ext cx="1223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Then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2227" name="Rectangle 3"/>
          <p:cNvSpPr/>
          <p:nvPr/>
        </p:nvSpPr>
        <p:spPr>
          <a:xfrm>
            <a:off x="682625" y="3068638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and</a:t>
            </a:r>
            <a:endParaRPr lang="en-US" altLang="zh-CN" sz="1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8" name="Rectangle 4"/>
          <p:cNvSpPr/>
          <p:nvPr/>
        </p:nvSpPr>
        <p:spPr>
          <a:xfrm>
            <a:off x="684213" y="1916113"/>
            <a:ext cx="16557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So </a:t>
            </a:r>
            <a:endParaRPr lang="en-US" altLang="zh-CN" sz="1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2339975" y="476250"/>
          <a:ext cx="40798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10665" imgH="318135" progId="Equation.DSMT4">
                  <p:embed/>
                </p:oleObj>
              </mc:Choice>
              <mc:Fallback>
                <p:oleObj r:id="rId2" imgW="1510665" imgH="318135" progId="Equation.DSMT4">
                  <p:embed/>
                  <p:pic>
                    <p:nvPicPr>
                      <p:cNvPr id="52229" name="Object 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39975" y="476250"/>
                        <a:ext cx="4079875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2268538" y="1484313"/>
          <a:ext cx="493712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45945" imgH="387985" progId="Equation.DSMT4">
                  <p:embed/>
                </p:oleObj>
              </mc:Choice>
              <mc:Fallback>
                <p:oleObj r:id="rId4" imgW="1845945" imgH="387985" progId="Equation.DSMT4">
                  <p:embed/>
                  <p:pic>
                    <p:nvPicPr>
                      <p:cNvPr id="52230" name="Object 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68538" y="1484313"/>
                        <a:ext cx="4937125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4284663" y="5084763"/>
          <a:ext cx="41513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17550" imgH="144780" progId="Equation.DSMT4">
                  <p:embed/>
                </p:oleObj>
              </mc:Choice>
              <mc:Fallback>
                <p:oleObj r:id="rId6" imgW="717550" imgH="144780" progId="Equation.DSMT4">
                  <p:embed/>
                  <p:pic>
                    <p:nvPicPr>
                      <p:cNvPr id="52231" name="Object 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5084763"/>
                        <a:ext cx="4151312" cy="939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2212975" y="2781300"/>
          <a:ext cx="27193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77900" imgH="266065" progId="Equation.DSMT4">
                  <p:embed/>
                </p:oleObj>
              </mc:Choice>
              <mc:Fallback>
                <p:oleObj r:id="rId8" imgW="977900" imgH="266065" progId="Equation.DSMT4">
                  <p:embed/>
                  <p:pic>
                    <p:nvPicPr>
                      <p:cNvPr id="52232" name="Object 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12975" y="2781300"/>
                        <a:ext cx="2719388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5292725" y="2708275"/>
          <a:ext cx="27193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77900" imgH="318135" progId="Equation.3">
                  <p:embed/>
                </p:oleObj>
              </mc:Choice>
              <mc:Fallback>
                <p:oleObj r:id="rId10" imgW="977900" imgH="318135" progId="Equation.3">
                  <p:embed/>
                  <p:pic>
                    <p:nvPicPr>
                      <p:cNvPr id="52233" name="Object 9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92725" y="2708275"/>
                        <a:ext cx="2719388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Grp="1" noChangeAspect="1"/>
          </p:cNvGraphicFramePr>
          <p:nvPr>
            <p:ph hasCustomPrompt="1"/>
          </p:nvPr>
        </p:nvGraphicFramePr>
        <p:xfrm>
          <a:off x="900113" y="3716338"/>
          <a:ext cx="6624637" cy="277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131185" imgH="1232535" progId="Equation.DSMT4">
                  <p:embed/>
                </p:oleObj>
              </mc:Choice>
              <mc:Fallback>
                <p:oleObj r:id="rId12" imgW="3131185" imgH="1232535" progId="Equation.DSMT4">
                  <p:embed/>
                  <p:pic>
                    <p:nvPicPr>
                      <p:cNvPr id="52234" name="Object 10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900113" y="3716338"/>
                        <a:ext cx="6624637" cy="27797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/>
      <p:bldP spid="5222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2124075" y="1095375"/>
          <a:ext cx="6911975" cy="269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96260" imgH="1134110" progId="Equation.DSMT4">
                  <p:embed/>
                </p:oleObj>
              </mc:Choice>
              <mc:Fallback>
                <p:oleObj r:id="rId2" imgW="3096260" imgH="1134110" progId="Equation.DSMT4">
                  <p:embed/>
                  <p:pic>
                    <p:nvPicPr>
                      <p:cNvPr id="53250" name="Object 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1095375"/>
                        <a:ext cx="6911975" cy="2693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Rectangle 3"/>
          <p:cNvSpPr/>
          <p:nvPr/>
        </p:nvSpPr>
        <p:spPr>
          <a:xfrm>
            <a:off x="179388" y="513080"/>
            <a:ext cx="6335712" cy="5111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The calculation formula of curl</a:t>
            </a:r>
            <a:r>
              <a:rPr lang="en-US" altLang="zh-CN" b="1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: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468313" y="4652963"/>
          <a:ext cx="3267075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85595" imgH="804545" progId="Equation.DSMT4">
                  <p:embed/>
                </p:oleObj>
              </mc:Choice>
              <mc:Fallback>
                <p:oleObj r:id="rId4" imgW="1585595" imgH="804545" progId="Equation.DSMT4">
                  <p:embed/>
                  <p:pic>
                    <p:nvPicPr>
                      <p:cNvPr id="53252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4652963"/>
                        <a:ext cx="3267075" cy="165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4427538" y="4652963"/>
          <a:ext cx="4716462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11070" imgH="804545" progId="Equation.DSMT4">
                  <p:embed/>
                </p:oleObj>
              </mc:Choice>
              <mc:Fallback>
                <p:oleObj r:id="rId6" imgW="2211070" imgH="804545" progId="Equation.DSMT4">
                  <p:embed/>
                  <p:pic>
                    <p:nvPicPr>
                      <p:cNvPr id="53253" name="Object 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4652963"/>
                        <a:ext cx="4716462" cy="173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4" name="Group 6"/>
          <p:cNvGrpSpPr/>
          <p:nvPr/>
        </p:nvGrpSpPr>
        <p:grpSpPr>
          <a:xfrm>
            <a:off x="179388" y="1125538"/>
            <a:ext cx="2089150" cy="439737"/>
            <a:chOff x="158" y="799"/>
            <a:chExt cx="1316" cy="277"/>
          </a:xfrm>
        </p:grpSpPr>
        <p:sp>
          <p:nvSpPr>
            <p:cNvPr id="53255" name="Rectangle 7"/>
            <p:cNvSpPr>
              <a:spLocks noChangeArrowheads="1"/>
            </p:cNvSpPr>
            <p:nvPr/>
          </p:nvSpPr>
          <p:spPr bwMode="auto">
            <a:xfrm>
              <a:off x="204" y="799"/>
              <a:ext cx="1270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Cartesian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Coordinates: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45070" name="Oval 8"/>
            <p:cNvSpPr>
              <a:spLocks noChangeAspect="1"/>
            </p:cNvSpPr>
            <p:nvPr/>
          </p:nvSpPr>
          <p:spPr>
            <a:xfrm>
              <a:off x="158" y="890"/>
              <a:ext cx="113" cy="113"/>
            </a:xfrm>
            <a:prstGeom prst="ellipse">
              <a:avLst/>
            </a:prstGeom>
            <a:gradFill rotWithShape="1">
              <a:gsLst>
                <a:gs pos="0">
                  <a:srgbClr val="F37D8B"/>
                </a:gs>
                <a:gs pos="100000">
                  <a:srgbClr val="703A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3257" name="Group 9"/>
          <p:cNvGrpSpPr/>
          <p:nvPr/>
        </p:nvGrpSpPr>
        <p:grpSpPr>
          <a:xfrm>
            <a:off x="323850" y="3789363"/>
            <a:ext cx="2592388" cy="431800"/>
            <a:chOff x="113" y="2523"/>
            <a:chExt cx="1633" cy="272"/>
          </a:xfrm>
        </p:grpSpPr>
        <p:sp>
          <p:nvSpPr>
            <p:cNvPr id="45067" name="Rectangle 10"/>
            <p:cNvSpPr/>
            <p:nvPr/>
          </p:nvSpPr>
          <p:spPr>
            <a:xfrm>
              <a:off x="158" y="2523"/>
              <a:ext cx="1588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Cylindrical </a:t>
              </a:r>
            </a:p>
            <a:p>
              <a:pPr marL="342900" lvl="0" indent="-34290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Coordinates:</a:t>
              </a:r>
            </a:p>
          </p:txBody>
        </p:sp>
        <p:sp>
          <p:nvSpPr>
            <p:cNvPr id="45068" name="Oval 11"/>
            <p:cNvSpPr>
              <a:spLocks noChangeAspect="1"/>
            </p:cNvSpPr>
            <p:nvPr/>
          </p:nvSpPr>
          <p:spPr>
            <a:xfrm>
              <a:off x="113" y="2614"/>
              <a:ext cx="113" cy="113"/>
            </a:xfrm>
            <a:prstGeom prst="ellipse">
              <a:avLst/>
            </a:prstGeom>
            <a:gradFill rotWithShape="1">
              <a:gsLst>
                <a:gs pos="0">
                  <a:srgbClr val="F37D8B"/>
                </a:gs>
                <a:gs pos="100000">
                  <a:srgbClr val="703A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3260" name="Group 12"/>
          <p:cNvGrpSpPr/>
          <p:nvPr/>
        </p:nvGrpSpPr>
        <p:grpSpPr>
          <a:xfrm>
            <a:off x="4356100" y="3860800"/>
            <a:ext cx="2305050" cy="504825"/>
            <a:chOff x="2653" y="2523"/>
            <a:chExt cx="1452" cy="318"/>
          </a:xfrm>
        </p:grpSpPr>
        <p:sp>
          <p:nvSpPr>
            <p:cNvPr id="45065" name="Rectangle 13"/>
            <p:cNvSpPr/>
            <p:nvPr/>
          </p:nvSpPr>
          <p:spPr>
            <a:xfrm>
              <a:off x="2744" y="2523"/>
              <a:ext cx="1361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Spherical </a:t>
              </a:r>
            </a:p>
            <a:p>
              <a:pPr marL="342900" lvl="0" indent="-34290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Coordinates:</a:t>
              </a:r>
            </a:p>
          </p:txBody>
        </p:sp>
        <p:sp>
          <p:nvSpPr>
            <p:cNvPr id="45066" name="Oval 14"/>
            <p:cNvSpPr>
              <a:spLocks noChangeAspect="1"/>
            </p:cNvSpPr>
            <p:nvPr/>
          </p:nvSpPr>
          <p:spPr>
            <a:xfrm>
              <a:off x="2653" y="2614"/>
              <a:ext cx="113" cy="113"/>
            </a:xfrm>
            <a:prstGeom prst="ellipse">
              <a:avLst/>
            </a:prstGeom>
            <a:gradFill rotWithShape="1">
              <a:gsLst>
                <a:gs pos="0">
                  <a:srgbClr val="F37D8B"/>
                </a:gs>
                <a:gs pos="100000">
                  <a:srgbClr val="703A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1" name="对象 1"/>
          <p:cNvGraphicFramePr/>
          <p:nvPr/>
        </p:nvGraphicFramePr>
        <p:xfrm>
          <a:off x="2844165" y="1556385"/>
          <a:ext cx="291306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8400" imgH="482600" progId="Equation.DSMT4">
                  <p:embed/>
                </p:oleObj>
              </mc:Choice>
              <mc:Fallback>
                <p:oleObj r:id="rId2" imgW="1168400" imgH="482600" progId="Equation.DSMT4">
                  <p:embed/>
                  <p:pic>
                    <p:nvPicPr>
                      <p:cNvPr id="63491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44165" y="1556385"/>
                        <a:ext cx="2913063" cy="12192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对象 3"/>
          <p:cNvGraphicFramePr/>
          <p:nvPr/>
        </p:nvGraphicFramePr>
        <p:xfrm>
          <a:off x="2844165" y="3284855"/>
          <a:ext cx="36734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73200" imgH="482600" progId="Equation.DSMT4">
                  <p:embed/>
                </p:oleObj>
              </mc:Choice>
              <mc:Fallback>
                <p:oleObj r:id="rId4" imgW="1473200" imgH="482600" progId="Equation.DSMT4">
                  <p:embed/>
                  <p:pic>
                    <p:nvPicPr>
                      <p:cNvPr id="63492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4165" y="3284855"/>
                        <a:ext cx="3673475" cy="12192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对象 5"/>
          <p:cNvGraphicFramePr/>
          <p:nvPr/>
        </p:nvGraphicFramePr>
        <p:xfrm>
          <a:off x="2844165" y="4940935"/>
          <a:ext cx="2628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4100" imgH="482600" progId="Equation.DSMT4">
                  <p:embed/>
                </p:oleObj>
              </mc:Choice>
              <mc:Fallback>
                <p:oleObj r:id="rId6" imgW="1054100" imgH="482600" progId="Equation.DSMT4">
                  <p:embed/>
                  <p:pic>
                    <p:nvPicPr>
                      <p:cNvPr id="63493" name="对象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44165" y="4940935"/>
                        <a:ext cx="2628900" cy="12192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259840" y="838200"/>
            <a:ext cx="2609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Exercise</a:t>
            </a:r>
            <a:r>
              <a:rPr lang="zh-CN" altLang="en-US" sz="2800"/>
              <a:t>：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5" y="478155"/>
            <a:ext cx="9144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/>
          <p:nvPr/>
        </p:nvSpPr>
        <p:spPr>
          <a:xfrm>
            <a:off x="539750" y="833438"/>
            <a:ext cx="6408738" cy="508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b="1">
                <a:solidFill>
                  <a:srgbClr val="990000"/>
                </a:solidFill>
                <a:ea typeface="楷体_GB2312" pitchFamily="49" charset="-122"/>
              </a:rPr>
              <a:t>The relevant formula of curl</a:t>
            </a:r>
            <a:r>
              <a:rPr lang="zh-CN" altLang="en-US" b="1">
                <a:solidFill>
                  <a:srgbClr val="990000"/>
                </a:solidFill>
                <a:ea typeface="幼圆" panose="02010509060101010101" pitchFamily="49" charset="-122"/>
              </a:rPr>
              <a:t>：</a:t>
            </a:r>
          </a:p>
        </p:txBody>
      </p:sp>
      <p:grpSp>
        <p:nvGrpSpPr>
          <p:cNvPr id="54275" name="Group 3"/>
          <p:cNvGrpSpPr/>
          <p:nvPr/>
        </p:nvGrpSpPr>
        <p:grpSpPr>
          <a:xfrm>
            <a:off x="684213" y="2781300"/>
            <a:ext cx="4857750" cy="2016125"/>
            <a:chOff x="430" y="1253"/>
            <a:chExt cx="2949" cy="1270"/>
          </a:xfrm>
        </p:grpSpPr>
        <p:sp>
          <p:nvSpPr>
            <p:cNvPr id="46097" name="Rectangle 4"/>
            <p:cNvSpPr/>
            <p:nvPr/>
          </p:nvSpPr>
          <p:spPr>
            <a:xfrm>
              <a:off x="2200" y="2205"/>
              <a:ext cx="1179" cy="318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6098" name="Rectangle 5"/>
            <p:cNvSpPr/>
            <p:nvPr/>
          </p:nvSpPr>
          <p:spPr>
            <a:xfrm>
              <a:off x="430" y="1253"/>
              <a:ext cx="1361" cy="589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The divergence of a vector’s Curl is zero</a:t>
              </a:r>
            </a:p>
          </p:txBody>
        </p:sp>
        <p:sp>
          <p:nvSpPr>
            <p:cNvPr id="46099" name="Line 6"/>
            <p:cNvSpPr/>
            <p:nvPr/>
          </p:nvSpPr>
          <p:spPr>
            <a:xfrm>
              <a:off x="1791" y="1842"/>
              <a:ext cx="409" cy="36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279" name="Group 7"/>
          <p:cNvGrpSpPr/>
          <p:nvPr/>
        </p:nvGrpSpPr>
        <p:grpSpPr>
          <a:xfrm>
            <a:off x="611188" y="4724400"/>
            <a:ext cx="4822825" cy="936625"/>
            <a:chOff x="295" y="2432"/>
            <a:chExt cx="3038" cy="590"/>
          </a:xfrm>
        </p:grpSpPr>
        <p:sp>
          <p:nvSpPr>
            <p:cNvPr id="46094" name="Rectangle 8"/>
            <p:cNvSpPr/>
            <p:nvPr/>
          </p:nvSpPr>
          <p:spPr>
            <a:xfrm>
              <a:off x="295" y="2432"/>
              <a:ext cx="1360" cy="59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EA162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楷体_GB2312" pitchFamily="49" charset="-122"/>
                </a:rPr>
                <a:t>     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curl of a scalar’s gradient is zero</a:t>
              </a:r>
              <a:endParaRPr lang="en-US" altLang="zh-CN" sz="18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095" name="Line 9"/>
            <p:cNvSpPr/>
            <p:nvPr/>
          </p:nvSpPr>
          <p:spPr>
            <a:xfrm flipV="1">
              <a:off x="1655" y="2795"/>
              <a:ext cx="544" cy="1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Rectangle 10"/>
            <p:cNvSpPr/>
            <p:nvPr/>
          </p:nvSpPr>
          <p:spPr>
            <a:xfrm>
              <a:off x="2154" y="2568"/>
              <a:ext cx="1179" cy="272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4283" name="Group 11"/>
          <p:cNvGrpSpPr/>
          <p:nvPr/>
        </p:nvGrpSpPr>
        <p:grpSpPr>
          <a:xfrm>
            <a:off x="3314700" y="1700213"/>
            <a:ext cx="4786313" cy="3673475"/>
            <a:chOff x="2608" y="482"/>
            <a:chExt cx="2879" cy="2362"/>
          </a:xfrm>
        </p:grpSpPr>
        <p:graphicFrame>
          <p:nvGraphicFramePr>
            <p:cNvPr id="46086" name="Object 12"/>
            <p:cNvGraphicFramePr>
              <a:graphicFrameLocks noChangeAspect="1"/>
            </p:cNvGraphicFramePr>
            <p:nvPr/>
          </p:nvGraphicFramePr>
          <p:xfrm>
            <a:off x="2744" y="1117"/>
            <a:ext cx="2277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46530" imgH="127635" progId="Equation.DSMT4">
                    <p:embed/>
                  </p:oleObj>
                </mc:Choice>
                <mc:Fallback>
                  <p:oleObj r:id="rId2" imgW="1446530" imgH="127635" progId="Equation.DSMT4">
                    <p:embed/>
                    <p:pic>
                      <p:nvPicPr>
                        <p:cNvPr id="46086" name="Object 12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1117"/>
                          <a:ext cx="2277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87" name="Object 13"/>
            <p:cNvGraphicFramePr>
              <a:graphicFrameLocks noChangeAspect="1"/>
            </p:cNvGraphicFramePr>
            <p:nvPr/>
          </p:nvGraphicFramePr>
          <p:xfrm>
            <a:off x="2744" y="799"/>
            <a:ext cx="151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925830" imgH="127635" progId="Equation.DSMT4">
                    <p:embed/>
                  </p:oleObj>
                </mc:Choice>
                <mc:Fallback>
                  <p:oleObj r:id="rId4" imgW="925830" imgH="127635" progId="Equation.DSMT4">
                    <p:embed/>
                    <p:pic>
                      <p:nvPicPr>
                        <p:cNvPr id="46087" name="Object 13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799"/>
                          <a:ext cx="1518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88" name="Object 14"/>
            <p:cNvGraphicFramePr>
              <a:graphicFrameLocks noChangeAspect="1"/>
            </p:cNvGraphicFramePr>
            <p:nvPr/>
          </p:nvGraphicFramePr>
          <p:xfrm>
            <a:off x="2744" y="482"/>
            <a:ext cx="82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74345" imgH="109855" progId="Equation.DSMT4">
                    <p:embed/>
                  </p:oleObj>
                </mc:Choice>
                <mc:Fallback>
                  <p:oleObj r:id="rId6" imgW="474345" imgH="109855" progId="Equation.DSMT4">
                    <p:embed/>
                    <p:pic>
                      <p:nvPicPr>
                        <p:cNvPr id="46088" name="Object 14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482"/>
                          <a:ext cx="828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89" name="Object 15"/>
            <p:cNvGraphicFramePr>
              <a:graphicFrameLocks noChangeAspect="1"/>
            </p:cNvGraphicFramePr>
            <p:nvPr/>
          </p:nvGraphicFramePr>
          <p:xfrm>
            <a:off x="2744" y="1480"/>
            <a:ext cx="231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464310" imgH="127635" progId="Equation.DSMT4">
                    <p:embed/>
                  </p:oleObj>
                </mc:Choice>
                <mc:Fallback>
                  <p:oleObj r:id="rId8" imgW="1464310" imgH="127635" progId="Equation.DSMT4">
                    <p:embed/>
                    <p:pic>
                      <p:nvPicPr>
                        <p:cNvPr id="46089" name="Object 15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1480"/>
                          <a:ext cx="2311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0" name="Object 16"/>
            <p:cNvGraphicFramePr>
              <a:graphicFrameLocks noChangeAspect="1"/>
            </p:cNvGraphicFramePr>
            <p:nvPr/>
          </p:nvGraphicFramePr>
          <p:xfrm>
            <a:off x="2744" y="1842"/>
            <a:ext cx="274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759585" imgH="127635" progId="Equation.DSMT4">
                    <p:embed/>
                  </p:oleObj>
                </mc:Choice>
                <mc:Fallback>
                  <p:oleObj r:id="rId10" imgW="1759585" imgH="127635" progId="Equation.DSMT4">
                    <p:embed/>
                    <p:pic>
                      <p:nvPicPr>
                        <p:cNvPr id="46090" name="Object 1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1842"/>
                          <a:ext cx="2743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1" name="Object 17"/>
            <p:cNvGraphicFramePr>
              <a:graphicFrameLocks noChangeAspect="1"/>
            </p:cNvGraphicFramePr>
            <p:nvPr/>
          </p:nvGraphicFramePr>
          <p:xfrm>
            <a:off x="2744" y="2160"/>
            <a:ext cx="122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734695" imgH="127635" progId="Equation.DSMT4">
                    <p:embed/>
                  </p:oleObj>
                </mc:Choice>
                <mc:Fallback>
                  <p:oleObj r:id="rId12" imgW="734695" imgH="127635" progId="Equation.DSMT4">
                    <p:embed/>
                    <p:pic>
                      <p:nvPicPr>
                        <p:cNvPr id="46091" name="Object 17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2160"/>
                          <a:ext cx="1225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2" name="Object 18"/>
            <p:cNvGraphicFramePr>
              <a:graphicFrameLocks noChangeAspect="1"/>
            </p:cNvGraphicFramePr>
            <p:nvPr/>
          </p:nvGraphicFramePr>
          <p:xfrm>
            <a:off x="2744" y="2568"/>
            <a:ext cx="107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630555" imgH="92710" progId="Equation.DSMT4">
                    <p:embed/>
                  </p:oleObj>
                </mc:Choice>
                <mc:Fallback>
                  <p:oleObj r:id="rId14" imgW="630555" imgH="92710" progId="Equation.DSMT4">
                    <p:embed/>
                    <p:pic>
                      <p:nvPicPr>
                        <p:cNvPr id="46092" name="Object 18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2568"/>
                          <a:ext cx="1070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3" name="AutoShape 19"/>
            <p:cNvSpPr/>
            <p:nvPr/>
          </p:nvSpPr>
          <p:spPr>
            <a:xfrm>
              <a:off x="2608" y="572"/>
              <a:ext cx="91" cy="2177"/>
            </a:xfrm>
            <a:prstGeom prst="leftBrace">
              <a:avLst>
                <a:gd name="adj1" fmla="val 199358"/>
                <a:gd name="adj2" fmla="val 50000"/>
              </a:avLst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4" name="对象 182279"/>
          <p:cNvGraphicFramePr/>
          <p:nvPr/>
        </p:nvGraphicFramePr>
        <p:xfrm>
          <a:off x="251460" y="1484313"/>
          <a:ext cx="15875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4530" imgH="177800" progId="Equation.DSMT4">
                  <p:embed/>
                </p:oleObj>
              </mc:Choice>
              <mc:Fallback>
                <p:oleObj r:id="rId2" imgW="684530" imgH="177800" progId="Equation.DSMT4">
                  <p:embed/>
                  <p:pic>
                    <p:nvPicPr>
                      <p:cNvPr id="61444" name="对象 1822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" y="1484313"/>
                        <a:ext cx="1587500" cy="4111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对象 182280"/>
          <p:cNvGraphicFramePr/>
          <p:nvPr/>
        </p:nvGraphicFramePr>
        <p:xfrm>
          <a:off x="395764" y="2204403"/>
          <a:ext cx="7961630" cy="963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771900" imgH="457200" progId="Equation.DSMT4">
                  <p:embed/>
                </p:oleObj>
              </mc:Choice>
              <mc:Fallback>
                <p:oleObj r:id="rId4" imgW="3771900" imgH="457200" progId="Equation.DSMT4">
                  <p:embed/>
                  <p:pic>
                    <p:nvPicPr>
                      <p:cNvPr id="61445" name="对象 18228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764" y="2204403"/>
                        <a:ext cx="7961630" cy="9632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对象 182281"/>
          <p:cNvGraphicFramePr/>
          <p:nvPr/>
        </p:nvGraphicFramePr>
        <p:xfrm>
          <a:off x="864553" y="3360738"/>
          <a:ext cx="7773987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81095" imgH="444500" progId="Equation.DSMT4">
                  <p:embed/>
                </p:oleObj>
              </mc:Choice>
              <mc:Fallback>
                <p:oleObj r:id="rId6" imgW="3681095" imgH="444500" progId="Equation.DSMT4">
                  <p:embed/>
                  <p:pic>
                    <p:nvPicPr>
                      <p:cNvPr id="61446" name="对象 18228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4553" y="3360738"/>
                        <a:ext cx="7773987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7" name="对象 181252"/>
          <p:cNvGraphicFramePr/>
          <p:nvPr/>
        </p:nvGraphicFramePr>
        <p:xfrm>
          <a:off x="244475" y="1865630"/>
          <a:ext cx="8121650" cy="187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48100" imgH="889000" progId="Equation.DSMT4">
                  <p:embed/>
                </p:oleObj>
              </mc:Choice>
              <mc:Fallback>
                <p:oleObj r:id="rId2" imgW="3848100" imgH="889000" progId="Equation.DSMT4">
                  <p:embed/>
                  <p:pic>
                    <p:nvPicPr>
                      <p:cNvPr id="62467" name="对象 18125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4475" y="1865630"/>
                        <a:ext cx="8121650" cy="187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对象 181253"/>
          <p:cNvGraphicFramePr/>
          <p:nvPr/>
        </p:nvGraphicFramePr>
        <p:xfrm>
          <a:off x="1735138" y="3759518"/>
          <a:ext cx="696753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14700" imgH="457200" progId="Equation.DSMT4">
                  <p:embed/>
                </p:oleObj>
              </mc:Choice>
              <mc:Fallback>
                <p:oleObj r:id="rId4" imgW="3314700" imgH="457200" progId="Equation.DSMT4">
                  <p:embed/>
                  <p:pic>
                    <p:nvPicPr>
                      <p:cNvPr id="62468" name="对象 18125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35138" y="3759518"/>
                        <a:ext cx="6967537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对象 181254"/>
          <p:cNvGraphicFramePr/>
          <p:nvPr/>
        </p:nvGraphicFramePr>
        <p:xfrm>
          <a:off x="323533" y="980440"/>
          <a:ext cx="18494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76300" imgH="228600" progId="Equation.DSMT4">
                  <p:embed/>
                </p:oleObj>
              </mc:Choice>
              <mc:Fallback>
                <p:oleObj r:id="rId6" imgW="876300" imgH="228600" progId="Equation.DSMT4">
                  <p:embed/>
                  <p:pic>
                    <p:nvPicPr>
                      <p:cNvPr id="62469" name="对象 18125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3533" y="980440"/>
                        <a:ext cx="1849437" cy="4810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323850" y="3940175"/>
          <a:ext cx="43926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56030" imgH="196850" progId="Equation.DSMT4">
                  <p:embed/>
                </p:oleObj>
              </mc:Choice>
              <mc:Fallback>
                <p:oleObj r:id="rId2" imgW="1256030" imgH="196850" progId="Equation.DSMT4">
                  <p:embed/>
                  <p:pic>
                    <p:nvPicPr>
                      <p:cNvPr id="55298" name="Object 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3940175"/>
                        <a:ext cx="4392613" cy="10017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Rectangle 3"/>
          <p:cNvSpPr/>
          <p:nvPr/>
        </p:nvSpPr>
        <p:spPr>
          <a:xfrm>
            <a:off x="468313" y="620713"/>
            <a:ext cx="4968875" cy="7921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609600" indent="-609600" eaLnBrk="1" hangingPunct="1">
              <a:spcBef>
                <a:spcPct val="20000"/>
              </a:spcBef>
            </a:pPr>
            <a:r>
              <a:rPr lang="en-US" altLang="zh-CN" sz="3600" b="1">
                <a:solidFill>
                  <a:srgbClr val="0000CC"/>
                </a:solidFill>
                <a:latin typeface="Times New Roman" panose="02020603050405020304" pitchFamily="18" charset="0"/>
              </a:rPr>
              <a:t>3. </a:t>
            </a:r>
            <a:r>
              <a:rPr lang="en-US" altLang="zh-CN" sz="36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Stokes's Theorem</a:t>
            </a:r>
          </a:p>
        </p:txBody>
      </p:sp>
      <p:grpSp>
        <p:nvGrpSpPr>
          <p:cNvPr id="55300" name="Group 4"/>
          <p:cNvGrpSpPr/>
          <p:nvPr/>
        </p:nvGrpSpPr>
        <p:grpSpPr>
          <a:xfrm>
            <a:off x="5292725" y="3357563"/>
            <a:ext cx="2952750" cy="2951162"/>
            <a:chOff x="3334" y="2115"/>
            <a:chExt cx="1860" cy="1859"/>
          </a:xfrm>
        </p:grpSpPr>
        <p:pic>
          <p:nvPicPr>
            <p:cNvPr id="47113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4" y="2115"/>
              <a:ext cx="1860" cy="1859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7114" name="Rectangle 6"/>
            <p:cNvSpPr/>
            <p:nvPr/>
          </p:nvSpPr>
          <p:spPr>
            <a:xfrm>
              <a:off x="3651" y="3747"/>
              <a:ext cx="1179" cy="182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55303" name="Rectangle 7"/>
            <p:cNvSpPr>
              <a:spLocks noChangeArrowheads="1"/>
            </p:cNvSpPr>
            <p:nvPr/>
          </p:nvSpPr>
          <p:spPr bwMode="auto">
            <a:xfrm>
              <a:off x="3877" y="3702"/>
              <a:ext cx="1180" cy="2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609600" indent="-609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90600" indent="-533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52600" indent="-381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09800" indent="-381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67000" indent="-381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124200" indent="-381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81400" indent="-381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38600" indent="-381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609600" marR="0" lvl="0" indent="-609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Surface subdivision</a:t>
              </a:r>
            </a:p>
          </p:txBody>
        </p:sp>
      </p:grpSp>
      <p:grpSp>
        <p:nvGrpSpPr>
          <p:cNvPr id="55304" name="Group 8"/>
          <p:cNvGrpSpPr/>
          <p:nvPr/>
        </p:nvGrpSpPr>
        <p:grpSpPr>
          <a:xfrm>
            <a:off x="6553200" y="2133600"/>
            <a:ext cx="2411413" cy="2016125"/>
            <a:chOff x="4241" y="1389"/>
            <a:chExt cx="1106" cy="1270"/>
          </a:xfrm>
        </p:grpSpPr>
        <p:sp>
          <p:nvSpPr>
            <p:cNvPr id="47111" name="Text Box 9"/>
            <p:cNvSpPr txBox="1"/>
            <p:nvPr/>
          </p:nvSpPr>
          <p:spPr>
            <a:xfrm>
              <a:off x="4241" y="1389"/>
              <a:ext cx="1106" cy="594"/>
            </a:xfrm>
            <a:prstGeom prst="rect">
              <a:avLst/>
            </a:prstGeom>
            <a:solidFill>
              <a:srgbClr val="CCFFFF"/>
            </a:solidFill>
            <a:ln w="222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</a:rPr>
                <a:t>Equally results in the opposite direction, will be cancelled by each other.</a:t>
              </a:r>
            </a:p>
          </p:txBody>
        </p:sp>
        <p:sp>
          <p:nvSpPr>
            <p:cNvPr id="47112" name="Line 10"/>
            <p:cNvSpPr/>
            <p:nvPr/>
          </p:nvSpPr>
          <p:spPr>
            <a:xfrm>
              <a:off x="4241" y="1842"/>
              <a:ext cx="136" cy="81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07" name="Rectangle 11"/>
          <p:cNvSpPr/>
          <p:nvPr/>
        </p:nvSpPr>
        <p:spPr>
          <a:xfrm>
            <a:off x="395288" y="1485900"/>
            <a:ext cx="5905500" cy="12954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relationship between the circulation and rotation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/>
      <p:bldP spid="5530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/>
          <p:nvPr/>
        </p:nvSpPr>
        <p:spPr>
          <a:xfrm>
            <a:off x="323850" y="620713"/>
            <a:ext cx="7345363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Tx/>
              <a:buSzTx/>
              <a:buFontTx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4. 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 difference of divergence and curl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1042988" y="3176588"/>
          <a:ext cx="24257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95680" imgH="127635" progId="Equation.DSMT4">
                  <p:embed/>
                </p:oleObj>
              </mc:Choice>
              <mc:Fallback>
                <p:oleObj r:id="rId2" imgW="995680" imgH="127635" progId="Equation.DSMT4">
                  <p:embed/>
                  <p:pic>
                    <p:nvPicPr>
                      <p:cNvPr id="56323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3176588"/>
                        <a:ext cx="2425700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4859338" y="3176588"/>
          <a:ext cx="2590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77900" imgH="92710" progId="Equation.DSMT4">
                  <p:embed/>
                </p:oleObj>
              </mc:Choice>
              <mc:Fallback>
                <p:oleObj r:id="rId4" imgW="977900" imgH="92710" progId="Equation.DSMT4">
                  <p:embed/>
                  <p:pic>
                    <p:nvPicPr>
                      <p:cNvPr id="56324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59338" y="3176588"/>
                        <a:ext cx="259080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1187450" y="5768975"/>
          <a:ext cx="2432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95680" imgH="127635" progId="Equation.DSMT4">
                  <p:embed/>
                </p:oleObj>
              </mc:Choice>
              <mc:Fallback>
                <p:oleObj r:id="rId6" imgW="995680" imgH="127635" progId="Equation.DSMT4">
                  <p:embed/>
                  <p:pic>
                    <p:nvPicPr>
                      <p:cNvPr id="56325" name="Object 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5768975"/>
                        <a:ext cx="243205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5076825" y="5768975"/>
          <a:ext cx="2432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95680" imgH="127635" progId="Equation.DSMT4">
                  <p:embed/>
                </p:oleObj>
              </mc:Choice>
              <mc:Fallback>
                <p:oleObj r:id="rId8" imgW="995680" imgH="127635" progId="Equation.DSMT4">
                  <p:embed/>
                  <p:pic>
                    <p:nvPicPr>
                      <p:cNvPr id="56326" name="Object 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5768975"/>
                        <a:ext cx="243205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7" name="Group 7"/>
          <p:cNvGrpSpPr/>
          <p:nvPr/>
        </p:nvGrpSpPr>
        <p:grpSpPr>
          <a:xfrm>
            <a:off x="1042988" y="1376363"/>
            <a:ext cx="2449512" cy="1655762"/>
            <a:chOff x="657" y="754"/>
            <a:chExt cx="1543" cy="1043"/>
          </a:xfrm>
        </p:grpSpPr>
        <p:sp>
          <p:nvSpPr>
            <p:cNvPr id="48188" name="Rectangle 8"/>
            <p:cNvSpPr/>
            <p:nvPr/>
          </p:nvSpPr>
          <p:spPr>
            <a:xfrm>
              <a:off x="657" y="754"/>
              <a:ext cx="1543" cy="104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endParaRPr lang="zh-CN" altLang="zh-CN" sz="2400">
                <a:ea typeface="楷体_GB2312" pitchFamily="49" charset="-122"/>
              </a:endParaRPr>
            </a:p>
          </p:txBody>
        </p:sp>
        <p:grpSp>
          <p:nvGrpSpPr>
            <p:cNvPr id="48189" name="Group 9"/>
            <p:cNvGrpSpPr/>
            <p:nvPr/>
          </p:nvGrpSpPr>
          <p:grpSpPr>
            <a:xfrm>
              <a:off x="793" y="912"/>
              <a:ext cx="1225" cy="680"/>
              <a:chOff x="793" y="890"/>
              <a:chExt cx="1225" cy="680"/>
            </a:xfrm>
          </p:grpSpPr>
          <p:sp>
            <p:nvSpPr>
              <p:cNvPr id="48191" name="Line 10"/>
              <p:cNvSpPr/>
              <p:nvPr/>
            </p:nvSpPr>
            <p:spPr>
              <a:xfrm>
                <a:off x="793" y="890"/>
                <a:ext cx="1225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92" name="Line 11"/>
              <p:cNvSpPr/>
              <p:nvPr/>
            </p:nvSpPr>
            <p:spPr>
              <a:xfrm>
                <a:off x="793" y="1026"/>
                <a:ext cx="1225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93" name="Line 12"/>
              <p:cNvSpPr/>
              <p:nvPr/>
            </p:nvSpPr>
            <p:spPr>
              <a:xfrm>
                <a:off x="793" y="1162"/>
                <a:ext cx="1225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94" name="Line 13"/>
              <p:cNvSpPr/>
              <p:nvPr/>
            </p:nvSpPr>
            <p:spPr>
              <a:xfrm>
                <a:off x="793" y="1298"/>
                <a:ext cx="1225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95" name="Line 14"/>
              <p:cNvSpPr/>
              <p:nvPr/>
            </p:nvSpPr>
            <p:spPr>
              <a:xfrm>
                <a:off x="793" y="1434"/>
                <a:ext cx="1225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96" name="Line 15"/>
              <p:cNvSpPr/>
              <p:nvPr/>
            </p:nvSpPr>
            <p:spPr>
              <a:xfrm>
                <a:off x="793" y="1570"/>
                <a:ext cx="1225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90" name="Oval 16"/>
            <p:cNvSpPr/>
            <p:nvPr/>
          </p:nvSpPr>
          <p:spPr>
            <a:xfrm>
              <a:off x="1338" y="1207"/>
              <a:ext cx="91" cy="91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6337" name="Group 17"/>
          <p:cNvGrpSpPr/>
          <p:nvPr/>
        </p:nvGrpSpPr>
        <p:grpSpPr>
          <a:xfrm>
            <a:off x="4859338" y="1376363"/>
            <a:ext cx="2449512" cy="1655762"/>
            <a:chOff x="3107" y="799"/>
            <a:chExt cx="1543" cy="1043"/>
          </a:xfrm>
        </p:grpSpPr>
        <p:sp>
          <p:nvSpPr>
            <p:cNvPr id="48171" name="Rectangle 18"/>
            <p:cNvSpPr/>
            <p:nvPr/>
          </p:nvSpPr>
          <p:spPr>
            <a:xfrm>
              <a:off x="3107" y="799"/>
              <a:ext cx="1543" cy="104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endParaRPr lang="zh-CN" altLang="zh-CN" sz="2400">
                <a:ea typeface="楷体_GB2312" pitchFamily="49" charset="-122"/>
              </a:endParaRPr>
            </a:p>
          </p:txBody>
        </p:sp>
        <p:grpSp>
          <p:nvGrpSpPr>
            <p:cNvPr id="48172" name="Group 19"/>
            <p:cNvGrpSpPr/>
            <p:nvPr/>
          </p:nvGrpSpPr>
          <p:grpSpPr>
            <a:xfrm>
              <a:off x="3403" y="889"/>
              <a:ext cx="875" cy="885"/>
              <a:chOff x="3403" y="1253"/>
              <a:chExt cx="875" cy="885"/>
            </a:xfrm>
          </p:grpSpPr>
          <p:grpSp>
            <p:nvGrpSpPr>
              <p:cNvPr id="48173" name="Group 20"/>
              <p:cNvGrpSpPr/>
              <p:nvPr/>
            </p:nvGrpSpPr>
            <p:grpSpPr>
              <a:xfrm>
                <a:off x="3837" y="1253"/>
                <a:ext cx="441" cy="448"/>
                <a:chOff x="3837" y="1253"/>
                <a:chExt cx="441" cy="448"/>
              </a:xfrm>
            </p:grpSpPr>
            <p:sp>
              <p:nvSpPr>
                <p:cNvPr id="48184" name="Line 21"/>
                <p:cNvSpPr/>
                <p:nvPr/>
              </p:nvSpPr>
              <p:spPr>
                <a:xfrm flipV="1">
                  <a:off x="3841" y="125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85" name="Line 22"/>
                <p:cNvSpPr/>
                <p:nvPr/>
              </p:nvSpPr>
              <p:spPr>
                <a:xfrm rot="1800000" flipV="1">
                  <a:off x="3953" y="129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86" name="Line 23"/>
                <p:cNvSpPr/>
                <p:nvPr/>
              </p:nvSpPr>
              <p:spPr>
                <a:xfrm rot="3600000" flipV="1">
                  <a:off x="4041" y="1373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87" name="Line 24"/>
                <p:cNvSpPr/>
                <p:nvPr/>
              </p:nvSpPr>
              <p:spPr>
                <a:xfrm rot="5400000" flipV="1">
                  <a:off x="4074" y="1494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174" name="Line 25"/>
              <p:cNvSpPr/>
              <p:nvPr/>
            </p:nvSpPr>
            <p:spPr>
              <a:xfrm>
                <a:off x="3845" y="173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75" name="Line 26"/>
              <p:cNvSpPr/>
              <p:nvPr/>
            </p:nvSpPr>
            <p:spPr>
              <a:xfrm rot="-1800000">
                <a:off x="3957" y="169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76" name="Line 27"/>
              <p:cNvSpPr/>
              <p:nvPr/>
            </p:nvSpPr>
            <p:spPr>
              <a:xfrm rot="-3600000">
                <a:off x="4045" y="1610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8177" name="Group 28"/>
              <p:cNvGrpSpPr/>
              <p:nvPr/>
            </p:nvGrpSpPr>
            <p:grpSpPr>
              <a:xfrm flipH="1">
                <a:off x="3403" y="1298"/>
                <a:ext cx="441" cy="805"/>
                <a:chOff x="3973" y="1429"/>
                <a:chExt cx="441" cy="805"/>
              </a:xfrm>
            </p:grpSpPr>
            <p:sp>
              <p:nvSpPr>
                <p:cNvPr id="48179" name="Line 29"/>
                <p:cNvSpPr/>
                <p:nvPr/>
              </p:nvSpPr>
              <p:spPr>
                <a:xfrm rot="1800000" flipV="1">
                  <a:off x="4089" y="1429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80" name="Line 30"/>
                <p:cNvSpPr/>
                <p:nvPr/>
              </p:nvSpPr>
              <p:spPr>
                <a:xfrm rot="3600000" flipV="1">
                  <a:off x="4177" y="1509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81" name="Line 31"/>
                <p:cNvSpPr/>
                <p:nvPr/>
              </p:nvSpPr>
              <p:spPr>
                <a:xfrm rot="5400000" flipV="1">
                  <a:off x="4210" y="1630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82" name="Line 32"/>
                <p:cNvSpPr/>
                <p:nvPr/>
              </p:nvSpPr>
              <p:spPr>
                <a:xfrm rot="-1800000">
                  <a:off x="4093" y="1826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83" name="Line 33"/>
                <p:cNvSpPr/>
                <p:nvPr/>
              </p:nvSpPr>
              <p:spPr>
                <a:xfrm rot="-3600000">
                  <a:off x="4181" y="1746"/>
                  <a:ext cx="0" cy="40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178" name="Oval 34"/>
              <p:cNvSpPr/>
              <p:nvPr/>
            </p:nvSpPr>
            <p:spPr>
              <a:xfrm>
                <a:off x="3795" y="1661"/>
                <a:ext cx="91" cy="91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56355" name="Group 35"/>
          <p:cNvGrpSpPr/>
          <p:nvPr/>
        </p:nvGrpSpPr>
        <p:grpSpPr>
          <a:xfrm>
            <a:off x="1042988" y="3824288"/>
            <a:ext cx="2449512" cy="1800225"/>
            <a:chOff x="340" y="1842"/>
            <a:chExt cx="1543" cy="1134"/>
          </a:xfrm>
        </p:grpSpPr>
        <p:sp>
          <p:nvSpPr>
            <p:cNvPr id="48157" name="Rectangle 36"/>
            <p:cNvSpPr>
              <a:spLocks noChangeAspect="1"/>
            </p:cNvSpPr>
            <p:nvPr/>
          </p:nvSpPr>
          <p:spPr>
            <a:xfrm>
              <a:off x="340" y="1842"/>
              <a:ext cx="1543" cy="113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endParaRPr lang="zh-CN" altLang="zh-CN" sz="2400">
                <a:ea typeface="楷体_GB2312" pitchFamily="49" charset="-122"/>
              </a:endParaRPr>
            </a:p>
          </p:txBody>
        </p:sp>
        <p:grpSp>
          <p:nvGrpSpPr>
            <p:cNvPr id="48158" name="Group 37"/>
            <p:cNvGrpSpPr>
              <a:grpSpLocks noChangeAspect="1"/>
            </p:cNvGrpSpPr>
            <p:nvPr/>
          </p:nvGrpSpPr>
          <p:grpSpPr>
            <a:xfrm>
              <a:off x="634" y="1939"/>
              <a:ext cx="952" cy="952"/>
              <a:chOff x="657" y="1933"/>
              <a:chExt cx="861" cy="861"/>
            </a:xfrm>
          </p:grpSpPr>
          <p:sp>
            <p:nvSpPr>
              <p:cNvPr id="48166" name="Oval 38"/>
              <p:cNvSpPr>
                <a:spLocks noChangeAspect="1"/>
              </p:cNvSpPr>
              <p:nvPr/>
            </p:nvSpPr>
            <p:spPr>
              <a:xfrm>
                <a:off x="657" y="1933"/>
                <a:ext cx="861" cy="861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8167" name="Oval 39"/>
              <p:cNvSpPr>
                <a:spLocks noChangeAspect="1"/>
              </p:cNvSpPr>
              <p:nvPr/>
            </p:nvSpPr>
            <p:spPr>
              <a:xfrm>
                <a:off x="749" y="2024"/>
                <a:ext cx="680" cy="680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8168" name="Oval 40"/>
              <p:cNvSpPr>
                <a:spLocks noChangeAspect="1"/>
              </p:cNvSpPr>
              <p:nvPr/>
            </p:nvSpPr>
            <p:spPr>
              <a:xfrm>
                <a:off x="839" y="2115"/>
                <a:ext cx="499" cy="499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8169" name="Oval 41"/>
              <p:cNvSpPr>
                <a:spLocks noChangeAspect="1"/>
              </p:cNvSpPr>
              <p:nvPr/>
            </p:nvSpPr>
            <p:spPr>
              <a:xfrm>
                <a:off x="930" y="2206"/>
                <a:ext cx="317" cy="317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8170" name="Oval 42"/>
              <p:cNvSpPr>
                <a:spLocks noChangeAspect="1"/>
              </p:cNvSpPr>
              <p:nvPr/>
            </p:nvSpPr>
            <p:spPr>
              <a:xfrm>
                <a:off x="1020" y="2296"/>
                <a:ext cx="136" cy="136"/>
              </a:xfrm>
              <a:prstGeom prst="ellipse">
                <a:avLst/>
              </a:prstGeom>
              <a:noFill/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48159" name="Oval 43"/>
            <p:cNvSpPr/>
            <p:nvPr/>
          </p:nvSpPr>
          <p:spPr>
            <a:xfrm>
              <a:off x="1065" y="2371"/>
              <a:ext cx="91" cy="91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grpSp>
          <p:nvGrpSpPr>
            <p:cNvPr id="48160" name="Group 44"/>
            <p:cNvGrpSpPr/>
            <p:nvPr/>
          </p:nvGrpSpPr>
          <p:grpSpPr>
            <a:xfrm>
              <a:off x="1180" y="2355"/>
              <a:ext cx="401" cy="136"/>
              <a:chOff x="1180" y="2326"/>
              <a:chExt cx="401" cy="136"/>
            </a:xfrm>
          </p:grpSpPr>
          <p:sp>
            <p:nvSpPr>
              <p:cNvPr id="48161" name="Line 45"/>
              <p:cNvSpPr/>
              <p:nvPr/>
            </p:nvSpPr>
            <p:spPr>
              <a:xfrm>
                <a:off x="1581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2" name="Line 46"/>
              <p:cNvSpPr/>
              <p:nvPr/>
            </p:nvSpPr>
            <p:spPr>
              <a:xfrm>
                <a:off x="1482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3" name="Line 47"/>
              <p:cNvSpPr/>
              <p:nvPr/>
            </p:nvSpPr>
            <p:spPr>
              <a:xfrm>
                <a:off x="1383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4" name="Line 48"/>
              <p:cNvSpPr/>
              <p:nvPr/>
            </p:nvSpPr>
            <p:spPr>
              <a:xfrm>
                <a:off x="1279" y="232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5" name="Line 49"/>
              <p:cNvSpPr/>
              <p:nvPr/>
            </p:nvSpPr>
            <p:spPr>
              <a:xfrm>
                <a:off x="1180" y="2348"/>
                <a:ext cx="0" cy="10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6370" name="Group 50"/>
          <p:cNvGrpSpPr/>
          <p:nvPr/>
        </p:nvGrpSpPr>
        <p:grpSpPr>
          <a:xfrm>
            <a:off x="4930775" y="3897313"/>
            <a:ext cx="2449513" cy="1727200"/>
            <a:chOff x="3106" y="2342"/>
            <a:chExt cx="1543" cy="1088"/>
          </a:xfrm>
        </p:grpSpPr>
        <p:sp>
          <p:nvSpPr>
            <p:cNvPr id="48139" name="Rectangle 51"/>
            <p:cNvSpPr/>
            <p:nvPr/>
          </p:nvSpPr>
          <p:spPr>
            <a:xfrm>
              <a:off x="3106" y="2342"/>
              <a:ext cx="1543" cy="1088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algn="ctr" eaLnBrk="1" hangingPunct="1">
                <a:buClrTx/>
                <a:buSzTx/>
                <a:buFontTx/>
                <a:buNone/>
              </a:pPr>
              <a:endParaRPr lang="zh-CN" altLang="zh-CN" sz="2400">
                <a:ea typeface="楷体_GB2312" pitchFamily="49" charset="-122"/>
              </a:endParaRPr>
            </a:p>
          </p:txBody>
        </p:sp>
        <p:grpSp>
          <p:nvGrpSpPr>
            <p:cNvPr id="48140" name="Group 52"/>
            <p:cNvGrpSpPr/>
            <p:nvPr/>
          </p:nvGrpSpPr>
          <p:grpSpPr>
            <a:xfrm>
              <a:off x="3453" y="2478"/>
              <a:ext cx="760" cy="862"/>
              <a:chOff x="3120" y="2341"/>
              <a:chExt cx="760" cy="862"/>
            </a:xfrm>
          </p:grpSpPr>
          <p:grpSp>
            <p:nvGrpSpPr>
              <p:cNvPr id="48141" name="Group 53"/>
              <p:cNvGrpSpPr/>
              <p:nvPr/>
            </p:nvGrpSpPr>
            <p:grpSpPr>
              <a:xfrm>
                <a:off x="3168" y="2341"/>
                <a:ext cx="696" cy="440"/>
                <a:chOff x="3168" y="2341"/>
                <a:chExt cx="696" cy="440"/>
              </a:xfrm>
            </p:grpSpPr>
            <p:sp>
              <p:nvSpPr>
                <p:cNvPr id="48153" name="Freeform 54"/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4" name="Freeform 55"/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5" name="Freeform 56"/>
                <p:cNvSpPr/>
                <p:nvPr/>
              </p:nvSpPr>
              <p:spPr>
                <a:xfrm rot="3600000">
                  <a:off x="3400" y="2359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6" name="Freeform 57"/>
                <p:cNvSpPr/>
                <p:nvPr/>
              </p:nvSpPr>
              <p:spPr>
                <a:xfrm rot="5400000">
                  <a:off x="3511" y="242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142" name="Group 58"/>
              <p:cNvGrpSpPr/>
              <p:nvPr/>
            </p:nvGrpSpPr>
            <p:grpSpPr>
              <a:xfrm rot="7200000">
                <a:off x="3312" y="2635"/>
                <a:ext cx="696" cy="440"/>
                <a:chOff x="3168" y="2341"/>
                <a:chExt cx="696" cy="440"/>
              </a:xfrm>
            </p:grpSpPr>
            <p:sp>
              <p:nvSpPr>
                <p:cNvPr id="48149" name="Freeform 59"/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0" name="Freeform 60"/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1" name="Freeform 61"/>
                <p:cNvSpPr/>
                <p:nvPr/>
              </p:nvSpPr>
              <p:spPr>
                <a:xfrm rot="3600000">
                  <a:off x="3400" y="2359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52" name="Freeform 62"/>
                <p:cNvSpPr/>
                <p:nvPr/>
              </p:nvSpPr>
              <p:spPr>
                <a:xfrm rot="5400000">
                  <a:off x="3511" y="242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143" name="Group 63"/>
              <p:cNvGrpSpPr/>
              <p:nvPr/>
            </p:nvGrpSpPr>
            <p:grpSpPr>
              <a:xfrm rot="-7200000">
                <a:off x="2992" y="2606"/>
                <a:ext cx="696" cy="440"/>
                <a:chOff x="3168" y="2341"/>
                <a:chExt cx="696" cy="440"/>
              </a:xfrm>
            </p:grpSpPr>
            <p:sp>
              <p:nvSpPr>
                <p:cNvPr id="48145" name="Freeform 64"/>
                <p:cNvSpPr/>
                <p:nvPr/>
              </p:nvSpPr>
              <p:spPr>
                <a:xfrm>
                  <a:off x="3168" y="2387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6" name="Freeform 65"/>
                <p:cNvSpPr/>
                <p:nvPr/>
              </p:nvSpPr>
              <p:spPr>
                <a:xfrm rot="1800000">
                  <a:off x="3280" y="2341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7" name="Freeform 66"/>
                <p:cNvSpPr/>
                <p:nvPr/>
              </p:nvSpPr>
              <p:spPr>
                <a:xfrm rot="3600000">
                  <a:off x="3400" y="2359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48" name="Freeform 67"/>
                <p:cNvSpPr/>
                <p:nvPr/>
              </p:nvSpPr>
              <p:spPr>
                <a:xfrm rot="5400000">
                  <a:off x="3511" y="2428"/>
                  <a:ext cx="357" cy="349"/>
                </a:xfrm>
                <a:custGeom>
                  <a:avLst/>
                  <a:gdLst/>
                  <a:ahLst/>
                  <a:cxnLst>
                    <a:cxn ang="0">
                      <a:pos x="336" y="349"/>
                    </a:cxn>
                    <a:cxn ang="0">
                      <a:pos x="352" y="277"/>
                    </a:cxn>
                    <a:cxn ang="0">
                      <a:pos x="344" y="221"/>
                    </a:cxn>
                    <a:cxn ang="0">
                      <a:pos x="272" y="136"/>
                    </a:cxn>
                    <a:cxn ang="0">
                      <a:pos x="136" y="45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57" h="349">
                      <a:moveTo>
                        <a:pt x="336" y="349"/>
                      </a:moveTo>
                      <a:cubicBezTo>
                        <a:pt x="339" y="337"/>
                        <a:pt x="351" y="298"/>
                        <a:pt x="352" y="277"/>
                      </a:cubicBezTo>
                      <a:cubicBezTo>
                        <a:pt x="353" y="256"/>
                        <a:pt x="357" y="245"/>
                        <a:pt x="344" y="221"/>
                      </a:cubicBezTo>
                      <a:cubicBezTo>
                        <a:pt x="331" y="197"/>
                        <a:pt x="307" y="165"/>
                        <a:pt x="272" y="136"/>
                      </a:cubicBezTo>
                      <a:cubicBezTo>
                        <a:pt x="237" y="107"/>
                        <a:pt x="181" y="68"/>
                        <a:pt x="136" y="45"/>
                      </a:cubicBezTo>
                      <a:cubicBezTo>
                        <a:pt x="91" y="22"/>
                        <a:pt x="23" y="7"/>
                        <a:pt x="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144" name="Oval 68"/>
              <p:cNvSpPr/>
              <p:nvPr/>
            </p:nvSpPr>
            <p:spPr>
              <a:xfrm>
                <a:off x="3454" y="2704"/>
                <a:ext cx="91" cy="91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5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61" name="Picture 17" descr="194_201201131056441Lp8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708920"/>
            <a:ext cx="3816350" cy="26860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547664" y="1470025"/>
          <a:ext cx="6297761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0" imgH="5486400" progId="Equation.DSMT4">
                  <p:embed/>
                </p:oleObj>
              </mc:Choice>
              <mc:Fallback>
                <p:oleObj name="Equation" r:id="rId3" imgW="45720000" imgH="5486400" progId="Equation.DSMT4">
                  <p:embed/>
                  <p:pic>
                    <p:nvPicPr>
                      <p:cNvPr id="5" name="Object 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47664" y="1470025"/>
                        <a:ext cx="6297761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611188" y="2565400"/>
            <a:ext cx="3600450" cy="6477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Divergence source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5292725" y="2565400"/>
            <a:ext cx="3024188" cy="6477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Vortex source</a:t>
            </a:r>
          </a:p>
        </p:txBody>
      </p:sp>
      <p:sp>
        <p:nvSpPr>
          <p:cNvPr id="57349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395288" y="620713"/>
            <a:ext cx="8424863" cy="13684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2.6  Irrotational field and solenoidal field</a:t>
            </a:r>
          </a:p>
        </p:txBody>
      </p:sp>
      <p:sp>
        <p:nvSpPr>
          <p:cNvPr id="57351" name="Text Box 7"/>
          <p:cNvSpPr txBox="1"/>
          <p:nvPr/>
        </p:nvSpPr>
        <p:spPr>
          <a:xfrm>
            <a:off x="250825" y="2060575"/>
            <a:ext cx="540067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Sources of vector field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49158" name="AutoShape 9" descr="u=1403285109,2255554599&amp;fm=21&amp;gp=0"/>
          <p:cNvSpPr>
            <a:spLocks noChangeAspect="1"/>
          </p:cNvSpPr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9159" name="AutoShape 11" descr="u=1403285109,2255554599&amp;fm=21&amp;gp=0"/>
          <p:cNvSpPr>
            <a:spLocks noChangeAspect="1"/>
          </p:cNvSpPr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57357" name="Picture 13" descr="3611011_100054738165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263" y="3213100"/>
            <a:ext cx="3168650" cy="3168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84" y="3429000"/>
            <a:ext cx="2956471" cy="26811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48" grpId="0"/>
      <p:bldP spid="57349" grpId="0"/>
      <p:bldP spid="5735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/>
          <p:nvPr/>
        </p:nvSpPr>
        <p:spPr>
          <a:xfrm>
            <a:off x="179388" y="381000"/>
            <a:ext cx="896461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Classification of the vector field according to the field sources</a:t>
            </a:r>
          </a:p>
        </p:txBody>
      </p:sp>
      <p:sp>
        <p:nvSpPr>
          <p:cNvPr id="58371" name="Text Box 3"/>
          <p:cNvSpPr txBox="1"/>
          <p:nvPr/>
        </p:nvSpPr>
        <p:spPr>
          <a:xfrm>
            <a:off x="179388" y="1125538"/>
            <a:ext cx="37449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Irrotational field</a:t>
            </a:r>
          </a:p>
        </p:txBody>
      </p:sp>
      <p:grpSp>
        <p:nvGrpSpPr>
          <p:cNvPr id="58372" name="Group 4"/>
          <p:cNvGrpSpPr/>
          <p:nvPr/>
        </p:nvGrpSpPr>
        <p:grpSpPr>
          <a:xfrm>
            <a:off x="898525" y="2232025"/>
            <a:ext cx="7850188" cy="909638"/>
            <a:chOff x="611" y="1434"/>
            <a:chExt cx="4945" cy="573"/>
          </a:xfrm>
        </p:grpSpPr>
        <p:graphicFrame>
          <p:nvGraphicFramePr>
            <p:cNvPr id="50196" name="Object 5"/>
            <p:cNvGraphicFramePr>
              <a:graphicFrameLocks noChangeAspect="1"/>
            </p:cNvGraphicFramePr>
            <p:nvPr/>
          </p:nvGraphicFramePr>
          <p:xfrm>
            <a:off x="1178" y="1434"/>
            <a:ext cx="1158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13410" imgH="196850" progId="Equation.DSMT4">
                    <p:embed/>
                  </p:oleObj>
                </mc:Choice>
                <mc:Fallback>
                  <p:oleObj r:id="rId2" imgW="613410" imgH="196850" progId="Equation.DSMT4">
                    <p:embed/>
                    <p:pic>
                      <p:nvPicPr>
                        <p:cNvPr id="50196" name="Object 5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78" y="1434"/>
                          <a:ext cx="1158" cy="4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7" name="Text Box 6"/>
            <p:cNvSpPr txBox="1"/>
            <p:nvPr/>
          </p:nvSpPr>
          <p:spPr>
            <a:xfrm>
              <a:off x="611" y="1489"/>
              <a:ext cx="4945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                   </a:t>
              </a:r>
              <a:r>
                <a:rPr lang="zh-CN" altLang="en-US" sz="2400" b="1">
                  <a:solidFill>
                    <a:srgbClr val="000000"/>
                  </a:solidFill>
                  <a:ea typeface="楷体_GB2312" pitchFamily="49" charset="-122"/>
                </a:rPr>
                <a:t>，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line integral independent with path</a:t>
              </a:r>
              <a:r>
                <a:rPr lang="zh-CN" altLang="en-US" sz="2400" b="1">
                  <a:solidFill>
                    <a:srgbClr val="000000"/>
                  </a:solidFill>
                  <a:ea typeface="楷体_GB2312" pitchFamily="49" charset="-122"/>
                </a:rPr>
                <a:t>，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 conservative field</a:t>
              </a:r>
              <a:r>
                <a:rPr lang="zh-CN" altLang="en-US" sz="2400" b="1">
                  <a:solidFill>
                    <a:srgbClr val="000000"/>
                  </a:solidFill>
                  <a:ea typeface="楷体_GB2312" pitchFamily="49" charset="-122"/>
                </a:rPr>
                <a:t>。</a:t>
              </a:r>
            </a:p>
          </p:txBody>
        </p:sp>
      </p:grpSp>
      <p:grpSp>
        <p:nvGrpSpPr>
          <p:cNvPr id="58375" name="Group 7"/>
          <p:cNvGrpSpPr/>
          <p:nvPr/>
        </p:nvGrpSpPr>
        <p:grpSpPr>
          <a:xfrm>
            <a:off x="900113" y="1484313"/>
            <a:ext cx="5976937" cy="830262"/>
            <a:chOff x="612" y="935"/>
            <a:chExt cx="3765" cy="523"/>
          </a:xfrm>
        </p:grpSpPr>
        <p:sp>
          <p:nvSpPr>
            <p:cNvPr id="50194" name="Text Box 8"/>
            <p:cNvSpPr txBox="1"/>
            <p:nvPr/>
          </p:nvSpPr>
          <p:spPr>
            <a:xfrm>
              <a:off x="612" y="935"/>
              <a:ext cx="3130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Vector field has only divergence source without curl source:</a:t>
              </a:r>
            </a:p>
          </p:txBody>
        </p:sp>
        <p:graphicFrame>
          <p:nvGraphicFramePr>
            <p:cNvPr id="50195" name="Object 9"/>
            <p:cNvGraphicFramePr>
              <a:graphicFrameLocks noChangeAspect="1"/>
            </p:cNvGraphicFramePr>
            <p:nvPr/>
          </p:nvGraphicFramePr>
          <p:xfrm>
            <a:off x="3515" y="935"/>
            <a:ext cx="86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74345" imgH="109855" progId="Equation.DSMT4">
                    <p:embed/>
                  </p:oleObj>
                </mc:Choice>
                <mc:Fallback>
                  <p:oleObj r:id="rId4" imgW="474345" imgH="109855" progId="Equation.DSMT4">
                    <p:embed/>
                    <p:pic>
                      <p:nvPicPr>
                        <p:cNvPr id="50195" name="Object 9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15" y="935"/>
                          <a:ext cx="862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78" name="Text Box 10"/>
          <p:cNvSpPr txBox="1"/>
          <p:nvPr/>
        </p:nvSpPr>
        <p:spPr>
          <a:xfrm>
            <a:off x="287338" y="3182938"/>
            <a:ext cx="8316912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Irrotational field can be expressed using the gradient of a scalar field:</a:t>
            </a:r>
          </a:p>
        </p:txBody>
      </p:sp>
      <p:sp>
        <p:nvSpPr>
          <p:cNvPr id="58379" name="Text Box 11"/>
          <p:cNvSpPr txBox="1"/>
          <p:nvPr/>
        </p:nvSpPr>
        <p:spPr>
          <a:xfrm>
            <a:off x="395288" y="5805488"/>
            <a:ext cx="43926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Example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Electrostatic field</a:t>
            </a:r>
          </a:p>
        </p:txBody>
      </p:sp>
      <p:graphicFrame>
        <p:nvGraphicFramePr>
          <p:cNvPr id="58380" name="Object 12"/>
          <p:cNvGraphicFramePr>
            <a:graphicFrameLocks noGrp="1" noChangeAspect="1"/>
          </p:cNvGraphicFramePr>
          <p:nvPr>
            <p:ph hasCustomPrompt="1"/>
          </p:nvPr>
        </p:nvGraphicFramePr>
        <p:xfrm>
          <a:off x="4427538" y="5805488"/>
          <a:ext cx="191293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30555" imgH="109855" progId="Equation.DSMT4">
                  <p:embed/>
                </p:oleObj>
              </mc:Choice>
              <mc:Fallback>
                <p:oleObj r:id="rId6" imgW="630555" imgH="109855" progId="Equation.DSMT4">
                  <p:embed/>
                  <p:pic>
                    <p:nvPicPr>
                      <p:cNvPr id="58380" name="Object 1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4427538" y="5805488"/>
                        <a:ext cx="1912937" cy="4619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1" name="Object 13"/>
          <p:cNvGraphicFramePr>
            <a:graphicFrameLocks noChangeAspect="1"/>
          </p:cNvGraphicFramePr>
          <p:nvPr/>
        </p:nvGraphicFramePr>
        <p:xfrm>
          <a:off x="6443663" y="5805488"/>
          <a:ext cx="13604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38480" imgH="144780" progId="Equation.DSMT4">
                  <p:embed/>
                </p:oleObj>
              </mc:Choice>
              <mc:Fallback>
                <p:oleObj r:id="rId8" imgW="538480" imgH="144780" progId="Equation.DSMT4">
                  <p:embed/>
                  <p:pic>
                    <p:nvPicPr>
                      <p:cNvPr id="58381" name="Object 1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43663" y="5805488"/>
                        <a:ext cx="1360487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2" name="Object 14"/>
          <p:cNvGraphicFramePr>
            <a:graphicFrameLocks noChangeAspect="1"/>
          </p:cNvGraphicFramePr>
          <p:nvPr/>
        </p:nvGraphicFramePr>
        <p:xfrm>
          <a:off x="3643313" y="3644900"/>
          <a:ext cx="13604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40055" imgH="109855" progId="Equation.DSMT4">
                  <p:embed/>
                </p:oleObj>
              </mc:Choice>
              <mc:Fallback>
                <p:oleObj r:id="rId10" imgW="440055" imgH="109855" progId="Equation.DSMT4">
                  <p:embed/>
                  <p:pic>
                    <p:nvPicPr>
                      <p:cNvPr id="58382" name="Object 14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43313" y="3644900"/>
                        <a:ext cx="1360487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83" name="Group 15"/>
          <p:cNvGrpSpPr/>
          <p:nvPr/>
        </p:nvGrpSpPr>
        <p:grpSpPr>
          <a:xfrm>
            <a:off x="4140200" y="3932238"/>
            <a:ext cx="3386138" cy="936625"/>
            <a:chOff x="1700" y="2568"/>
            <a:chExt cx="2042" cy="532"/>
          </a:xfrm>
        </p:grpSpPr>
        <p:grpSp>
          <p:nvGrpSpPr>
            <p:cNvPr id="50189" name="Group 16"/>
            <p:cNvGrpSpPr/>
            <p:nvPr/>
          </p:nvGrpSpPr>
          <p:grpSpPr>
            <a:xfrm>
              <a:off x="1836" y="2795"/>
              <a:ext cx="1906" cy="305"/>
              <a:chOff x="1338" y="2568"/>
              <a:chExt cx="1996" cy="363"/>
            </a:xfrm>
          </p:grpSpPr>
          <p:graphicFrame>
            <p:nvGraphicFramePr>
              <p:cNvPr id="50191" name="Object 17"/>
              <p:cNvGraphicFramePr>
                <a:graphicFrameLocks noChangeAspect="1"/>
              </p:cNvGraphicFramePr>
              <p:nvPr/>
            </p:nvGraphicFramePr>
            <p:xfrm>
              <a:off x="1338" y="2568"/>
              <a:ext cx="1905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163320" imgH="127635" progId="Equation.DSMT4">
                      <p:embed/>
                    </p:oleObj>
                  </mc:Choice>
                  <mc:Fallback>
                    <p:oleObj r:id="rId12" imgW="1163320" imgH="127635" progId="Equation.DSMT4">
                      <p:embed/>
                      <p:pic>
                        <p:nvPicPr>
                          <p:cNvPr id="50191" name="Object 17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7A77"/>
                              </a:clrTo>
                            </a:clrChange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338" y="2568"/>
                            <a:ext cx="1905" cy="3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2" name="Object 18"/>
              <p:cNvGraphicFramePr>
                <a:graphicFrameLocks noChangeAspect="1"/>
              </p:cNvGraphicFramePr>
              <p:nvPr/>
            </p:nvGraphicFramePr>
            <p:xfrm>
              <a:off x="2308" y="2578"/>
              <a:ext cx="7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14300" imgH="215900" progId="Equation.3">
                      <p:embed/>
                    </p:oleObj>
                  </mc:Choice>
                  <mc:Fallback>
                    <p:oleObj r:id="rId14" imgW="114300" imgH="215900" progId="Equation.3">
                      <p:embed/>
                      <p:pic>
                        <p:nvPicPr>
                          <p:cNvPr id="50192" name="Object 18"/>
                          <p:cNvPicPr/>
                          <p:nvPr/>
                        </p:nvPicPr>
                        <p:blipFill>
                          <a:blip r:embed="rId15">
                            <a:biLevel thresh="50000"/>
                            <a:grayscl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308" y="2578"/>
                            <a:ext cx="72" cy="1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193" name="Rectangle 19"/>
              <p:cNvSpPr/>
              <p:nvPr/>
            </p:nvSpPr>
            <p:spPr>
              <a:xfrm>
                <a:off x="1338" y="2568"/>
                <a:ext cx="1996" cy="363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50190" name="Line 20"/>
            <p:cNvSpPr/>
            <p:nvPr/>
          </p:nvSpPr>
          <p:spPr>
            <a:xfrm flipH="1" flipV="1">
              <a:off x="1700" y="2568"/>
              <a:ext cx="182" cy="22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0188" name="对象 1"/>
          <p:cNvGraphicFramePr>
            <a:graphicFrameLocks noChangeAspect="1"/>
          </p:cNvGraphicFramePr>
          <p:nvPr/>
        </p:nvGraphicFramePr>
        <p:xfrm>
          <a:off x="941388" y="4889500"/>
          <a:ext cx="64500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781300" imgH="355600" progId="Equation.DSMT4">
                  <p:embed/>
                </p:oleObj>
              </mc:Choice>
              <mc:Fallback>
                <p:oleObj r:id="rId16" imgW="2781300" imgH="355600" progId="Equation.DSMT4">
                  <p:embed/>
                  <p:pic>
                    <p:nvPicPr>
                      <p:cNvPr id="50188" name="对象 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41388" y="4889500"/>
                        <a:ext cx="6450012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/>
      <p:bldP spid="58378" grpId="0"/>
      <p:bldP spid="5837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/>
          <p:nvPr/>
        </p:nvSpPr>
        <p:spPr>
          <a:xfrm>
            <a:off x="179388" y="476250"/>
            <a:ext cx="38893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8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Solenoidal field</a:t>
            </a:r>
          </a:p>
        </p:txBody>
      </p:sp>
      <p:sp>
        <p:nvSpPr>
          <p:cNvPr id="59395" name="Text Box 3"/>
          <p:cNvSpPr txBox="1"/>
          <p:nvPr/>
        </p:nvSpPr>
        <p:spPr>
          <a:xfrm>
            <a:off x="496888" y="1079500"/>
            <a:ext cx="79216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Vector field has only curl source without divergence source:</a:t>
            </a:r>
            <a:endParaRPr lang="en-US" altLang="zh-CN" sz="2000" b="1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9396" name="Group 4"/>
          <p:cNvGrpSpPr/>
          <p:nvPr/>
        </p:nvGrpSpPr>
        <p:grpSpPr>
          <a:xfrm>
            <a:off x="1808163" y="1662113"/>
            <a:ext cx="2733675" cy="795337"/>
            <a:chOff x="521" y="1098"/>
            <a:chExt cx="1543" cy="390"/>
          </a:xfrm>
        </p:grpSpPr>
        <p:sp>
          <p:nvSpPr>
            <p:cNvPr id="51217" name="Text Box 5"/>
            <p:cNvSpPr txBox="1"/>
            <p:nvPr/>
          </p:nvSpPr>
          <p:spPr>
            <a:xfrm>
              <a:off x="521" y="1116"/>
              <a:ext cx="998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Feature</a:t>
              </a:r>
              <a:r>
                <a: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</a:p>
          </p:txBody>
        </p:sp>
        <p:graphicFrame>
          <p:nvGraphicFramePr>
            <p:cNvPr id="51218" name="Object 6"/>
            <p:cNvGraphicFramePr>
              <a:graphicFrameLocks noChangeAspect="1"/>
            </p:cNvGraphicFramePr>
            <p:nvPr/>
          </p:nvGraphicFramePr>
          <p:xfrm>
            <a:off x="1129" y="1098"/>
            <a:ext cx="93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07695" imgH="196850" progId="Equation.DSMT4">
                    <p:embed/>
                  </p:oleObj>
                </mc:Choice>
                <mc:Fallback>
                  <p:oleObj r:id="rId2" imgW="607695" imgH="196850" progId="Equation.DSMT4">
                    <p:embed/>
                    <p:pic>
                      <p:nvPicPr>
                        <p:cNvPr id="51218" name="Object 6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29" y="1098"/>
                          <a:ext cx="935" cy="3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5207000" y="1698625"/>
          <a:ext cx="15001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09270" imgH="127635" progId="Equation.3">
                  <p:embed/>
                </p:oleObj>
              </mc:Choice>
              <mc:Fallback>
                <p:oleObj r:id="rId4" imgW="509270" imgH="127635" progId="Equation.3">
                  <p:embed/>
                  <p:pic>
                    <p:nvPicPr>
                      <p:cNvPr id="59399" name="Object 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07000" y="1698625"/>
                        <a:ext cx="1500188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Text Box 8"/>
          <p:cNvSpPr txBox="1"/>
          <p:nvPr/>
        </p:nvSpPr>
        <p:spPr>
          <a:xfrm>
            <a:off x="395288" y="2420938"/>
            <a:ext cx="8424862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Solenoidal field: can be expressed as the curl of another vector field</a:t>
            </a:r>
          </a:p>
        </p:txBody>
      </p:sp>
      <p:sp>
        <p:nvSpPr>
          <p:cNvPr id="59401" name="Text Box 9"/>
          <p:cNvSpPr txBox="1"/>
          <p:nvPr/>
        </p:nvSpPr>
        <p:spPr>
          <a:xfrm>
            <a:off x="539750" y="5516563"/>
            <a:ext cx="5476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Example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Static magnetic field</a:t>
            </a:r>
          </a:p>
        </p:txBody>
      </p:sp>
      <p:graphicFrame>
        <p:nvGraphicFramePr>
          <p:cNvPr id="59402" name="Object 10"/>
          <p:cNvGraphicFramePr>
            <a:graphicFrameLocks noChangeAspect="1"/>
          </p:cNvGraphicFramePr>
          <p:nvPr/>
        </p:nvGraphicFramePr>
        <p:xfrm>
          <a:off x="4643438" y="5988050"/>
          <a:ext cx="13684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92125" imgH="109855" progId="Equation.DSMT4">
                  <p:embed/>
                </p:oleObj>
              </mc:Choice>
              <mc:Fallback>
                <p:oleObj r:id="rId6" imgW="492125" imgH="109855" progId="Equation.DSMT4">
                  <p:embed/>
                  <p:pic>
                    <p:nvPicPr>
                      <p:cNvPr id="59402" name="Object 1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5988050"/>
                        <a:ext cx="1368425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3" name="Object 11"/>
          <p:cNvGraphicFramePr>
            <a:graphicFrameLocks noChangeAspect="1"/>
          </p:cNvGraphicFramePr>
          <p:nvPr/>
        </p:nvGraphicFramePr>
        <p:xfrm>
          <a:off x="2700338" y="5926138"/>
          <a:ext cx="18002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8485" imgH="109855" progId="Equation.DSMT4">
                  <p:embed/>
                </p:oleObj>
              </mc:Choice>
              <mc:Fallback>
                <p:oleObj r:id="rId8" imgW="578485" imgH="109855" progId="Equation.DSMT4">
                  <p:embed/>
                  <p:pic>
                    <p:nvPicPr>
                      <p:cNvPr id="59403" name="Object 11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5926138"/>
                        <a:ext cx="180022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/>
        </p:nvGraphicFramePr>
        <p:xfrm>
          <a:off x="2114550" y="3055938"/>
          <a:ext cx="149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96265" imgH="127635" progId="Equation.DSMT4">
                  <p:embed/>
                </p:oleObj>
              </mc:Choice>
              <mc:Fallback>
                <p:oleObj r:id="rId10" imgW="596265" imgH="127635" progId="Equation.DSMT4">
                  <p:embed/>
                  <p:pic>
                    <p:nvPicPr>
                      <p:cNvPr id="59404" name="Object 12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14550" y="3055938"/>
                        <a:ext cx="14986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405" name="Group 13"/>
          <p:cNvGrpSpPr/>
          <p:nvPr/>
        </p:nvGrpSpPr>
        <p:grpSpPr>
          <a:xfrm>
            <a:off x="3779838" y="3278188"/>
            <a:ext cx="3408362" cy="520700"/>
            <a:chOff x="1777" y="2432"/>
            <a:chExt cx="2147" cy="328"/>
          </a:xfrm>
        </p:grpSpPr>
        <p:graphicFrame>
          <p:nvGraphicFramePr>
            <p:cNvPr id="51213" name="Object 14"/>
            <p:cNvGraphicFramePr>
              <a:graphicFrameLocks noChangeAspect="1"/>
            </p:cNvGraphicFramePr>
            <p:nvPr/>
          </p:nvGraphicFramePr>
          <p:xfrm>
            <a:off x="2944" y="2441"/>
            <a:ext cx="69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14300" imgH="215900" progId="Equation.3">
                    <p:embed/>
                  </p:oleObj>
                </mc:Choice>
                <mc:Fallback>
                  <p:oleObj r:id="rId12" imgW="114300" imgH="215900" progId="Equation.3">
                    <p:embed/>
                    <p:pic>
                      <p:nvPicPr>
                        <p:cNvPr id="51213" name="Object 14"/>
                        <p:cNvPicPr/>
                        <p:nvPr/>
                      </p:nvPicPr>
                      <p:blipFill>
                        <a:blip r:embed="rId13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44" y="2441"/>
                          <a:ext cx="69" cy="1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4" name="Rectangle 15"/>
            <p:cNvSpPr/>
            <p:nvPr/>
          </p:nvSpPr>
          <p:spPr>
            <a:xfrm>
              <a:off x="2018" y="2432"/>
              <a:ext cx="1906" cy="319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51215" name="Line 16"/>
            <p:cNvSpPr/>
            <p:nvPr/>
          </p:nvSpPr>
          <p:spPr>
            <a:xfrm flipH="1">
              <a:off x="1777" y="2432"/>
              <a:ext cx="242" cy="42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216" name="Object 17"/>
            <p:cNvGraphicFramePr>
              <a:graphicFrameLocks noChangeAspect="1"/>
            </p:cNvGraphicFramePr>
            <p:nvPr/>
          </p:nvGraphicFramePr>
          <p:xfrm>
            <a:off x="2045" y="2432"/>
            <a:ext cx="181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134110" imgH="127635" progId="Equation.DSMT4">
                    <p:embed/>
                  </p:oleObj>
                </mc:Choice>
                <mc:Fallback>
                  <p:oleObj r:id="rId14" imgW="1134110" imgH="127635" progId="Equation.DSMT4">
                    <p:embed/>
                    <p:pic>
                      <p:nvPicPr>
                        <p:cNvPr id="51216" name="Object 17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45" y="2432"/>
                          <a:ext cx="1811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1212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6888" y="3956685"/>
            <a:ext cx="7632700" cy="1403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5" grpId="0"/>
      <p:bldP spid="59400" grpId="0"/>
      <p:bldP spid="5940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/>
          <p:nvPr/>
        </p:nvSpPr>
        <p:spPr>
          <a:xfrm>
            <a:off x="0" y="836613"/>
            <a:ext cx="5567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Irrotational and solenoidal field</a:t>
            </a:r>
          </a:p>
        </p:txBody>
      </p:sp>
      <p:sp>
        <p:nvSpPr>
          <p:cNvPr id="60419" name="Text Box 3"/>
          <p:cNvSpPr txBox="1"/>
          <p:nvPr/>
        </p:nvSpPr>
        <p:spPr>
          <a:xfrm>
            <a:off x="5076825" y="836613"/>
            <a:ext cx="302418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(Source is outside the discussed region)</a:t>
            </a: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827088" y="1412875"/>
          <a:ext cx="1511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74345" imgH="109855" progId="Equation.DSMT4">
                  <p:embed/>
                </p:oleObj>
              </mc:Choice>
              <mc:Fallback>
                <p:oleObj r:id="rId2" imgW="474345" imgH="109855" progId="Equation.DSMT4">
                  <p:embed/>
                  <p:pic>
                    <p:nvPicPr>
                      <p:cNvPr id="60420" name="Object 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1412875"/>
                        <a:ext cx="1511300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Text Box 5"/>
          <p:cNvSpPr txBox="1"/>
          <p:nvPr/>
        </p:nvSpPr>
        <p:spPr>
          <a:xfrm>
            <a:off x="0" y="3573463"/>
            <a:ext cx="8496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Normal field neither solenoidal nor irrotational</a:t>
            </a:r>
          </a:p>
        </p:txBody>
      </p:sp>
      <p:sp>
        <p:nvSpPr>
          <p:cNvPr id="60422" name="Text Box 6"/>
          <p:cNvSpPr txBox="1"/>
          <p:nvPr/>
        </p:nvSpPr>
        <p:spPr>
          <a:xfrm>
            <a:off x="900113" y="4149725"/>
            <a:ext cx="73310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This field can be decomposed into two parts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400" b="1" u="sng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irrotational part and solenoidal part;</a:t>
            </a:r>
          </a:p>
        </p:txBody>
      </p:sp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1692275" y="5229225"/>
          <a:ext cx="5092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45360" imgH="144780" progId="Equation.DSMT4">
                  <p:embed/>
                </p:oleObj>
              </mc:Choice>
              <mc:Fallback>
                <p:oleObj r:id="rId4" imgW="2245360" imgH="144780" progId="Equation.DSMT4">
                  <p:embed/>
                  <p:pic>
                    <p:nvPicPr>
                      <p:cNvPr id="60423" name="Object 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5229225"/>
                        <a:ext cx="509270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4" name="Group 8"/>
          <p:cNvGrpSpPr/>
          <p:nvPr/>
        </p:nvGrpSpPr>
        <p:grpSpPr>
          <a:xfrm>
            <a:off x="1403350" y="5661025"/>
            <a:ext cx="2005013" cy="766763"/>
            <a:chOff x="612" y="3521"/>
            <a:chExt cx="1172" cy="483"/>
          </a:xfrm>
        </p:grpSpPr>
        <p:sp>
          <p:nvSpPr>
            <p:cNvPr id="52246" name="Text Box 9"/>
            <p:cNvSpPr txBox="1"/>
            <p:nvPr/>
          </p:nvSpPr>
          <p:spPr>
            <a:xfrm>
              <a:off x="612" y="3748"/>
              <a:ext cx="1172" cy="256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Irrotational part</a:t>
              </a:r>
            </a:p>
          </p:txBody>
        </p:sp>
        <p:sp>
          <p:nvSpPr>
            <p:cNvPr id="52247" name="Line 10"/>
            <p:cNvSpPr/>
            <p:nvPr/>
          </p:nvSpPr>
          <p:spPr>
            <a:xfrm flipH="1" flipV="1">
              <a:off x="1429" y="3521"/>
              <a:ext cx="317" cy="22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427" name="Group 11"/>
          <p:cNvGrpSpPr/>
          <p:nvPr/>
        </p:nvGrpSpPr>
        <p:grpSpPr>
          <a:xfrm>
            <a:off x="4140200" y="5661025"/>
            <a:ext cx="3024188" cy="839788"/>
            <a:chOff x="2200" y="3475"/>
            <a:chExt cx="1905" cy="529"/>
          </a:xfrm>
        </p:grpSpPr>
        <p:sp>
          <p:nvSpPr>
            <p:cNvPr id="52244" name="Text Box 12"/>
            <p:cNvSpPr txBox="1"/>
            <p:nvPr/>
          </p:nvSpPr>
          <p:spPr>
            <a:xfrm>
              <a:off x="2653" y="3748"/>
              <a:ext cx="1452" cy="256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Solenoidal part</a:t>
              </a:r>
            </a:p>
          </p:txBody>
        </p:sp>
        <p:sp>
          <p:nvSpPr>
            <p:cNvPr id="52245" name="Line 13"/>
            <p:cNvSpPr/>
            <p:nvPr/>
          </p:nvSpPr>
          <p:spPr>
            <a:xfrm flipH="1" flipV="1">
              <a:off x="2200" y="3475"/>
              <a:ext cx="453" cy="27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430" name="Group 14"/>
          <p:cNvGrpSpPr/>
          <p:nvPr/>
        </p:nvGrpSpPr>
        <p:grpSpPr>
          <a:xfrm>
            <a:off x="2555875" y="2060575"/>
            <a:ext cx="3022600" cy="431800"/>
            <a:chOff x="1519" y="1570"/>
            <a:chExt cx="1904" cy="272"/>
          </a:xfrm>
        </p:grpSpPr>
        <p:graphicFrame>
          <p:nvGraphicFramePr>
            <p:cNvPr id="52242" name="Object 15"/>
            <p:cNvGraphicFramePr>
              <a:graphicFrameLocks noChangeAspect="1"/>
            </p:cNvGraphicFramePr>
            <p:nvPr/>
          </p:nvGraphicFramePr>
          <p:xfrm>
            <a:off x="1927" y="1570"/>
            <a:ext cx="14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82625" imgH="92710" progId="Equation.DSMT4">
                    <p:embed/>
                  </p:oleObj>
                </mc:Choice>
                <mc:Fallback>
                  <p:oleObj r:id="rId6" imgW="682625" imgH="92710" progId="Equation.DSMT4">
                    <p:embed/>
                    <p:pic>
                      <p:nvPicPr>
                        <p:cNvPr id="52242" name="Object 15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27" y="1570"/>
                          <a:ext cx="14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3" name="AutoShape 16"/>
            <p:cNvSpPr/>
            <p:nvPr/>
          </p:nvSpPr>
          <p:spPr>
            <a:xfrm rot="-5400000">
              <a:off x="1632" y="1502"/>
              <a:ext cx="136" cy="363"/>
            </a:xfrm>
            <a:prstGeom prst="downArrow">
              <a:avLst>
                <a:gd name="adj1" fmla="val 50000"/>
                <a:gd name="adj2" fmla="val 66727"/>
              </a:avLst>
            </a:prstGeom>
            <a:solidFill>
              <a:srgbClr val="FFCC99"/>
            </a:solidFill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60433" name="Group 17"/>
          <p:cNvGrpSpPr/>
          <p:nvPr/>
        </p:nvGrpSpPr>
        <p:grpSpPr>
          <a:xfrm>
            <a:off x="2557463" y="1341438"/>
            <a:ext cx="2159000" cy="523875"/>
            <a:chOff x="1565" y="1117"/>
            <a:chExt cx="1360" cy="330"/>
          </a:xfrm>
        </p:grpSpPr>
        <p:graphicFrame>
          <p:nvGraphicFramePr>
            <p:cNvPr id="52240" name="Object 18"/>
            <p:cNvGraphicFramePr>
              <a:graphicFrameLocks noChangeAspect="1"/>
            </p:cNvGraphicFramePr>
            <p:nvPr/>
          </p:nvGraphicFramePr>
          <p:xfrm>
            <a:off x="1917" y="1117"/>
            <a:ext cx="100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40055" imgH="109855" progId="Equation.DSMT4">
                    <p:embed/>
                  </p:oleObj>
                </mc:Choice>
                <mc:Fallback>
                  <p:oleObj r:id="rId8" imgW="440055" imgH="109855" progId="Equation.DSMT4">
                    <p:embed/>
                    <p:pic>
                      <p:nvPicPr>
                        <p:cNvPr id="52240" name="Object 1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17" y="1117"/>
                          <a:ext cx="1008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1" name="AutoShape 19"/>
            <p:cNvSpPr/>
            <p:nvPr/>
          </p:nvSpPr>
          <p:spPr>
            <a:xfrm rot="-5400000">
              <a:off x="1678" y="1139"/>
              <a:ext cx="136" cy="363"/>
            </a:xfrm>
            <a:prstGeom prst="downArrow">
              <a:avLst>
                <a:gd name="adj1" fmla="val 50000"/>
                <a:gd name="adj2" fmla="val 66727"/>
              </a:avLst>
            </a:prstGeom>
            <a:solidFill>
              <a:srgbClr val="FFCC99"/>
            </a:solidFill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60436" name="Group 20"/>
          <p:cNvGrpSpPr/>
          <p:nvPr/>
        </p:nvGrpSpPr>
        <p:grpSpPr>
          <a:xfrm>
            <a:off x="3419475" y="2492375"/>
            <a:ext cx="1201738" cy="973138"/>
            <a:chOff x="2064" y="1842"/>
            <a:chExt cx="757" cy="613"/>
          </a:xfrm>
        </p:grpSpPr>
        <p:sp>
          <p:nvSpPr>
            <p:cNvPr id="52238" name="AutoShape 21"/>
            <p:cNvSpPr/>
            <p:nvPr/>
          </p:nvSpPr>
          <p:spPr>
            <a:xfrm>
              <a:off x="2336" y="1842"/>
              <a:ext cx="136" cy="363"/>
            </a:xfrm>
            <a:prstGeom prst="downArrow">
              <a:avLst>
                <a:gd name="adj1" fmla="val 50000"/>
                <a:gd name="adj2" fmla="val 66727"/>
              </a:avLst>
            </a:prstGeom>
            <a:solidFill>
              <a:srgbClr val="FFCC99"/>
            </a:solidFill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52239" name="Object 22"/>
            <p:cNvGraphicFramePr>
              <a:graphicFrameLocks noChangeAspect="1"/>
            </p:cNvGraphicFramePr>
            <p:nvPr/>
          </p:nvGraphicFramePr>
          <p:xfrm>
            <a:off x="2064" y="2160"/>
            <a:ext cx="75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87985" imgH="92710" progId="Equation.DSMT4">
                    <p:embed/>
                  </p:oleObj>
                </mc:Choice>
                <mc:Fallback>
                  <p:oleObj r:id="rId10" imgW="387985" imgH="92710" progId="Equation.DSMT4">
                    <p:embed/>
                    <p:pic>
                      <p:nvPicPr>
                        <p:cNvPr id="52239" name="Object 22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2160"/>
                          <a:ext cx="757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39" name="Object 23"/>
          <p:cNvGraphicFramePr>
            <a:graphicFrameLocks noChangeAspect="1"/>
          </p:cNvGraphicFramePr>
          <p:nvPr/>
        </p:nvGraphicFramePr>
        <p:xfrm>
          <a:off x="900113" y="1989138"/>
          <a:ext cx="14176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40055" imgH="109855" progId="Equation.DSMT4">
                  <p:embed/>
                </p:oleObj>
              </mc:Choice>
              <mc:Fallback>
                <p:oleObj r:id="rId12" imgW="440055" imgH="109855" progId="Equation.DSMT4">
                  <p:embed/>
                  <p:pic>
                    <p:nvPicPr>
                      <p:cNvPr id="60439" name="Object 23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1989138"/>
                        <a:ext cx="1417637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19" grpId="0"/>
      <p:bldP spid="60421" grpId="0"/>
      <p:bldP spid="604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92113" y="477838"/>
            <a:ext cx="8351838" cy="6477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2.7  </a:t>
            </a:r>
            <a:r>
              <a:rPr kumimoji="0" lang="en-US" altLang="zh-CN" sz="4400" b="1" i="0" u="none" strike="noStrike" kern="1200" cap="none" spc="0" normalizeH="0" baseline="0" noProof="0" err="1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Laplacian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 operation</a:t>
            </a:r>
          </a:p>
        </p:txBody>
      </p:sp>
      <p:grpSp>
        <p:nvGrpSpPr>
          <p:cNvPr id="61443" name="Group 3"/>
          <p:cNvGrpSpPr/>
          <p:nvPr/>
        </p:nvGrpSpPr>
        <p:grpSpPr>
          <a:xfrm>
            <a:off x="395288" y="1196975"/>
            <a:ext cx="3624262" cy="882650"/>
            <a:chOff x="52" y="948"/>
            <a:chExt cx="2283" cy="556"/>
          </a:xfrm>
        </p:grpSpPr>
        <p:sp>
          <p:nvSpPr>
            <p:cNvPr id="53264" name="Rectangle 4"/>
            <p:cNvSpPr/>
            <p:nvPr/>
          </p:nvSpPr>
          <p:spPr>
            <a:xfrm>
              <a:off x="52" y="948"/>
              <a:ext cx="1741" cy="5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tIns="76176" bIns="76176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zh-CN" sz="2400" b="1">
                  <a:solidFill>
                    <a:srgbClr val="0000CC"/>
                  </a:solidFill>
                  <a:latin typeface="宋体" panose="02010600030101010101" pitchFamily="2" charset="-122"/>
                  <a:ea typeface="楷体_GB2312" pitchFamily="49" charset="-122"/>
                </a:rPr>
                <a:t>  </a:t>
              </a: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Scalar laplacian 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operation</a:t>
              </a:r>
            </a:p>
          </p:txBody>
        </p:sp>
        <p:graphicFrame>
          <p:nvGraphicFramePr>
            <p:cNvPr id="53265" name="Object 5"/>
            <p:cNvGraphicFramePr>
              <a:graphicFrameLocks noChangeAspect="1"/>
            </p:cNvGraphicFramePr>
            <p:nvPr/>
          </p:nvGraphicFramePr>
          <p:xfrm>
            <a:off x="1927" y="1071"/>
            <a:ext cx="40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9705" imgH="92710" progId="Equation.DSMT4">
                    <p:embed/>
                  </p:oleObj>
                </mc:Choice>
                <mc:Fallback>
                  <p:oleObj r:id="rId2" imgW="179705" imgH="92710" progId="Equation.DSMT4">
                    <p:embed/>
                    <p:pic>
                      <p:nvPicPr>
                        <p:cNvPr id="53265" name="Object 5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27" y="1071"/>
                          <a:ext cx="408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46" name="Group 6"/>
          <p:cNvGrpSpPr/>
          <p:nvPr/>
        </p:nvGrpSpPr>
        <p:grpSpPr>
          <a:xfrm>
            <a:off x="5076825" y="2060575"/>
            <a:ext cx="3455988" cy="822325"/>
            <a:chOff x="2562" y="1320"/>
            <a:chExt cx="2177" cy="518"/>
          </a:xfrm>
        </p:grpSpPr>
        <p:graphicFrame>
          <p:nvGraphicFramePr>
            <p:cNvPr id="53262" name="Object 7"/>
            <p:cNvGraphicFramePr>
              <a:graphicFrameLocks noChangeAspect="1"/>
            </p:cNvGraphicFramePr>
            <p:nvPr/>
          </p:nvGraphicFramePr>
          <p:xfrm>
            <a:off x="2562" y="1434"/>
            <a:ext cx="324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92710" imgH="92710" progId="Equation.DSMT4">
                    <p:embed/>
                  </p:oleObj>
                </mc:Choice>
                <mc:Fallback>
                  <p:oleObj r:id="rId4" imgW="92710" imgH="92710" progId="Equation.DSMT4">
                    <p:embed/>
                    <p:pic>
                      <p:nvPicPr>
                        <p:cNvPr id="53262" name="Object 7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7A77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62" y="1434"/>
                          <a:ext cx="324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3" name="Rectangle 8"/>
            <p:cNvSpPr/>
            <p:nvPr/>
          </p:nvSpPr>
          <p:spPr>
            <a:xfrm>
              <a:off x="2698" y="1320"/>
              <a:ext cx="2041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278130" eaLnBrk="1" fontAlgn="ctr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ea typeface="楷体_GB2312" pitchFamily="49" charset="-122"/>
                </a:rPr>
                <a:t> 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—— Laplasse </a:t>
              </a:r>
            </a:p>
            <a:p>
              <a:pPr marL="0" lvl="0" indent="278130" eaLnBrk="1" fontAlgn="ctr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operation</a:t>
              </a:r>
            </a:p>
          </p:txBody>
        </p:sp>
      </p:grpSp>
      <p:graphicFrame>
        <p:nvGraphicFramePr>
          <p:cNvPr id="61449" name="Object 9"/>
          <p:cNvGraphicFramePr/>
          <p:nvPr/>
        </p:nvGraphicFramePr>
        <p:xfrm>
          <a:off x="2700338" y="3343275"/>
          <a:ext cx="3024187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03960" imgH="318135" progId="Equation.DSMT4">
                  <p:embed/>
                </p:oleObj>
              </mc:Choice>
              <mc:Fallback>
                <p:oleObj r:id="rId6" imgW="1203960" imgH="318135" progId="Equation.DSMT4">
                  <p:embed/>
                  <p:pic>
                    <p:nvPicPr>
                      <p:cNvPr id="61449" name="Object 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3343275"/>
                        <a:ext cx="3024187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611188" y="3357563"/>
            <a:ext cx="228123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Cartesian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Coordinates:</a:t>
            </a:r>
          </a:p>
        </p:txBody>
      </p:sp>
      <p:sp>
        <p:nvSpPr>
          <p:cNvPr id="61451" name="Rectangle 11"/>
          <p:cNvSpPr/>
          <p:nvPr/>
        </p:nvSpPr>
        <p:spPr>
          <a:xfrm>
            <a:off x="179388" y="2781300"/>
            <a:ext cx="3240087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278130"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endParaRPr lang="zh-CN" altLang="en-US" sz="2400" b="1">
              <a:solidFill>
                <a:srgbClr val="000000"/>
              </a:solidFill>
              <a:ea typeface="幼圆" panose="02010509060101010101" pitchFamily="49" charset="-122"/>
            </a:endParaRPr>
          </a:p>
        </p:txBody>
      </p:sp>
      <p:graphicFrame>
        <p:nvGraphicFramePr>
          <p:cNvPr id="61452" name="Object 12"/>
          <p:cNvGraphicFramePr>
            <a:graphicFrameLocks noChangeAspect="1"/>
          </p:cNvGraphicFramePr>
          <p:nvPr/>
        </p:nvGraphicFramePr>
        <p:xfrm>
          <a:off x="2700338" y="4365625"/>
          <a:ext cx="410527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98015" imgH="318135" progId="Equation.DSMT4">
                  <p:embed/>
                </p:oleObj>
              </mc:Choice>
              <mc:Fallback>
                <p:oleObj r:id="rId8" imgW="1898015" imgH="318135" progId="Equation.DSMT4">
                  <p:embed/>
                  <p:pic>
                    <p:nvPicPr>
                      <p:cNvPr id="61452" name="Object 1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4365625"/>
                        <a:ext cx="4105275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3"/>
          <p:cNvGraphicFramePr/>
          <p:nvPr/>
        </p:nvGraphicFramePr>
        <p:xfrm>
          <a:off x="2663825" y="5373688"/>
          <a:ext cx="6480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200400" imgH="318135" progId="Equation.DSMT4">
                  <p:embed/>
                </p:oleObj>
              </mc:Choice>
              <mc:Fallback>
                <p:oleObj r:id="rId10" imgW="3200400" imgH="318135" progId="Equation.DSMT4">
                  <p:embed/>
                  <p:pic>
                    <p:nvPicPr>
                      <p:cNvPr id="61453" name="Object 13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63825" y="5373688"/>
                        <a:ext cx="648017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4" name="Rectangle 14"/>
          <p:cNvSpPr/>
          <p:nvPr/>
        </p:nvSpPr>
        <p:spPr>
          <a:xfrm>
            <a:off x="539750" y="4437063"/>
            <a:ext cx="20891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Cylindrical </a:t>
            </a:r>
          </a:p>
          <a:p>
            <a:pPr marL="342900" lvl="0" indent="-3429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Coordinates:</a:t>
            </a:r>
          </a:p>
        </p:txBody>
      </p:sp>
      <p:sp>
        <p:nvSpPr>
          <p:cNvPr id="61455" name="Rectangle 15"/>
          <p:cNvSpPr/>
          <p:nvPr/>
        </p:nvSpPr>
        <p:spPr>
          <a:xfrm>
            <a:off x="539750" y="5516563"/>
            <a:ext cx="194468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Spherical </a:t>
            </a:r>
          </a:p>
          <a:p>
            <a:pPr marL="342900" lvl="0" indent="-3429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Coordinates:</a:t>
            </a:r>
          </a:p>
        </p:txBody>
      </p:sp>
      <p:graphicFrame>
        <p:nvGraphicFramePr>
          <p:cNvPr id="53260" name="Object 16"/>
          <p:cNvGraphicFramePr>
            <a:graphicFrameLocks noChangeAspect="1"/>
          </p:cNvGraphicFramePr>
          <p:nvPr/>
        </p:nvGraphicFramePr>
        <p:xfrm>
          <a:off x="6545263" y="1571625"/>
          <a:ext cx="109537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4300" imgH="215900" progId="Equation.3">
                  <p:embed/>
                </p:oleObj>
              </mc:Choice>
              <mc:Fallback>
                <p:oleObj r:id="rId12" imgW="114300" imgH="215900" progId="Equation.3">
                  <p:embed/>
                  <p:pic>
                    <p:nvPicPr>
                      <p:cNvPr id="53260" name="Object 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45263" y="1571625"/>
                        <a:ext cx="109537" cy="188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7" name="Object 17"/>
          <p:cNvGraphicFramePr>
            <a:graphicFrameLocks noChangeAspect="1"/>
          </p:cNvGraphicFramePr>
          <p:nvPr/>
        </p:nvGraphicFramePr>
        <p:xfrm>
          <a:off x="2268538" y="2276475"/>
          <a:ext cx="19700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2475" imgH="127635" progId="Equation.DSMT4">
                  <p:embed/>
                </p:oleObj>
              </mc:Choice>
              <mc:Fallback>
                <p:oleObj r:id="rId14" imgW="752475" imgH="127635" progId="Equation.DSMT4">
                  <p:embed/>
                  <p:pic>
                    <p:nvPicPr>
                      <p:cNvPr id="61457" name="Object 17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68538" y="2276475"/>
                        <a:ext cx="1970087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50" grpId="0"/>
      <p:bldP spid="61451" grpId="0"/>
      <p:bldP spid="61454" grpId="0"/>
      <p:bldP spid="6145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250825" y="1181100"/>
            <a:ext cx="41767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Helmholtz’s Theorem</a:t>
            </a:r>
            <a:r>
              <a:rPr kumimoji="1" lang="en-US" altLang="zh-CN" sz="2800" b="1" kern="1200" cap="none" spc="0" normalizeH="0" baseline="0" noProof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:</a:t>
            </a:r>
          </a:p>
        </p:txBody>
      </p:sp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1258888" y="3357563"/>
          <a:ext cx="43211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77315" imgH="127635" progId="Equation.DSMT4">
                  <p:embed/>
                </p:oleObj>
              </mc:Choice>
              <mc:Fallback>
                <p:oleObj r:id="rId2" imgW="1377315" imgH="127635" progId="Equation.DSMT4">
                  <p:embed/>
                  <p:pic>
                    <p:nvPicPr>
                      <p:cNvPr id="62468" name="Object 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3357563"/>
                        <a:ext cx="432117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5"/>
          <p:cNvSpPr txBox="1"/>
          <p:nvPr/>
        </p:nvSpPr>
        <p:spPr>
          <a:xfrm>
            <a:off x="250825" y="4292600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Where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1763713" y="4149725"/>
          <a:ext cx="37401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77315" imgH="335915" progId="Equation.DSMT4">
                  <p:embed/>
                </p:oleObj>
              </mc:Choice>
              <mc:Fallback>
                <p:oleObj r:id="rId4" imgW="1377315" imgH="335915" progId="Equation.DSMT4">
                  <p:embed/>
                  <p:pic>
                    <p:nvPicPr>
                      <p:cNvPr id="62470" name="Object 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4149725"/>
                        <a:ext cx="374015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1692275" y="5143500"/>
          <a:ext cx="34559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64310" imgH="335915" progId="Equation.DSMT4">
                  <p:embed/>
                </p:oleObj>
              </mc:Choice>
              <mc:Fallback>
                <p:oleObj r:id="rId6" imgW="1464310" imgH="335915" progId="Equation.DSMT4">
                  <p:embed/>
                  <p:pic>
                    <p:nvPicPr>
                      <p:cNvPr id="62471" name="Object 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5143500"/>
                        <a:ext cx="3455988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8"/>
          <p:cNvGraphicFramePr>
            <a:graphicFrameLocks noChangeAspect="1"/>
          </p:cNvGraphicFramePr>
          <p:nvPr/>
        </p:nvGraphicFramePr>
        <p:xfrm>
          <a:off x="5724525" y="3267075"/>
          <a:ext cx="3135313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514850" imgH="4381500" progId="Paint.Picture">
                  <p:embed/>
                </p:oleObj>
              </mc:Choice>
              <mc:Fallback>
                <p:oleObj r:id="rId8" imgW="4514850" imgH="4381500" progId="Paint.Picture">
                  <p:embed/>
                  <p:pic>
                    <p:nvPicPr>
                      <p:cNvPr id="62472" name="Object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24525" y="3267075"/>
                        <a:ext cx="3135313" cy="304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3" name="Rectangle 9"/>
          <p:cNvSpPr>
            <a:spLocks noGrp="1" noRot="1" noChangeArrowheads="1"/>
          </p:cNvSpPr>
          <p:nvPr>
            <p:ph type="title"/>
          </p:nvPr>
        </p:nvSpPr>
        <p:spPr>
          <a:xfrm>
            <a:off x="179388" y="333375"/>
            <a:ext cx="8604250" cy="7921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幼圆" panose="02010509060101010101" pitchFamily="49" charset="-122"/>
                <a:cs typeface="Times New Roman" panose="02020603050405020304" pitchFamily="18" charset="0"/>
              </a:rPr>
              <a:t>2.8  Helmholtz’s Theorem</a:t>
            </a:r>
          </a:p>
        </p:txBody>
      </p:sp>
      <p:sp>
        <p:nvSpPr>
          <p:cNvPr id="62476" name="Text Box 12"/>
          <p:cNvSpPr txBox="1"/>
          <p:nvPr/>
        </p:nvSpPr>
        <p:spPr>
          <a:xfrm>
            <a:off x="755650" y="1700213"/>
            <a:ext cx="7920038" cy="1516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In an unbounded region, a vector field is determined to within an additive constant if both its divergence and its curl are specified everywhere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62469" grpId="0"/>
      <p:bldP spid="62473" grpId="0"/>
      <p:bldP spid="6247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/>
          <p:nvPr/>
        </p:nvSpPr>
        <p:spPr>
          <a:xfrm>
            <a:off x="7092950" y="5157788"/>
            <a:ext cx="14398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Bounded area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900113" y="3716338"/>
          <a:ext cx="54371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13635" imgH="335915" progId="Equation.DSMT4">
                  <p:embed/>
                </p:oleObj>
              </mc:Choice>
              <mc:Fallback>
                <p:oleObj r:id="rId2" imgW="2413635" imgH="335915" progId="Equation.DSMT4">
                  <p:embed/>
                  <p:pic>
                    <p:nvPicPr>
                      <p:cNvPr id="63491" name="Object 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716338"/>
                        <a:ext cx="5437187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827088" y="5084763"/>
          <a:ext cx="5688012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17775" imgH="335915" progId="Equation.DSMT4">
                  <p:embed/>
                </p:oleObj>
              </mc:Choice>
              <mc:Fallback>
                <p:oleObj r:id="rId4" imgW="2517775" imgH="335915" progId="Equation.DSMT4">
                  <p:embed/>
                  <p:pic>
                    <p:nvPicPr>
                      <p:cNvPr id="63492" name="Object 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7A77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084763"/>
                        <a:ext cx="5688012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6804025" y="2060575"/>
          <a:ext cx="2027238" cy="273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14600" imgH="3533775" progId="Paint.Picture">
                  <p:embed/>
                </p:oleObj>
              </mc:Choice>
              <mc:Fallback>
                <p:oleObj r:id="rId6" imgW="2514600" imgH="3533775" progId="Paint.Picture">
                  <p:embed/>
                  <p:pic>
                    <p:nvPicPr>
                      <p:cNvPr id="63493" name="Object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04025" y="2060575"/>
                        <a:ext cx="2027238" cy="2732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/>
          <p:nvPr/>
        </p:nvSpPr>
        <p:spPr>
          <a:xfrm>
            <a:off x="323850" y="836613"/>
            <a:ext cx="6335713" cy="2465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Vector field confined within a region bounded by a surface, is determined if its divergence and curl throughout the region, as well as the normal component of the vector over the bounding face, are given.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0825" y="1125538"/>
            <a:ext cx="854075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Homework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86000" y="3106420"/>
            <a:ext cx="457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600"/>
              <a:t>2-1, 2-2, 2-5, 2-9, 2-17, 2-20, 2-23, 2-26, 2-29, 2-32, 2-34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1MDQ4NGJlYWMzNGNlNjc3NmUxZGM1ODU4MTU5N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i*1_1_1"/>
  <p:tag name="KSO_WM_TEMPLATE_CATEGORY" val="diagram"/>
  <p:tag name="KSO_WM_TEMPLATE_INDEX" val="202309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,&quot;colorType&quot;:1,&quot;foreColorIndex&quot;:5,&quot;pos&quot;:0.8500000238418579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i*1_1_2"/>
  <p:tag name="KSO_WM_TEMPLATE_CATEGORY" val="diagram"/>
  <p:tag name="KSO_WM_TEMPLATE_INDEX" val="202309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7999999821186066,&quot;transparency&quot;:1},{&quot;brightness&quot;:0,&quot;colorType&quot;:1,&quot;foreColorIndex&quot;:5,&quot;pos&quot;:1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i*1_1_3"/>
  <p:tag name="KSO_WM_TEMPLATE_CATEGORY" val="diagram"/>
  <p:tag name="KSO_WM_TEMPLATE_INDEX" val="202309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099999785423279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i*1_1_4"/>
  <p:tag name="KSO_WM_TEMPLATE_CATEGORY" val="diagram"/>
  <p:tag name="KSO_WM_TEMPLATE_INDEX" val="202309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5000000596046448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i*1_1_6"/>
  <p:tag name="KSO_WM_TEMPLATE_CATEGORY" val="diagram"/>
  <p:tag name="KSO_WM_TEMPLATE_INDEX" val="202309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6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,&quot;colorType&quot;:1,&quot;foreColorIndex&quot;:5,&quot;pos&quot;:0.8500000238418579,&quot;transparency&quot;:0.64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h_i*1_2_2_1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h_i*1_2_3_1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62_2*n_h_h_a*1_2_3_1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h_i*1_2_3_2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2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gradient&quot;:[{&quot;brightness&quot;:0,&quot;colorType&quot;:2,&quot;pos&quot;:0.949999988079071,&quot;rgb&quot;:&quot;#376fff&quot;,&quot;transparency&quot;:1},{&quot;brightness&quot;:0,&quot;colorType&quot;:1,&quot;foreColorIndex&quot;:5,&quot;pos&quot;:0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h_i*1_2_1_1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62_2*n_h_h_a*1_2_1_1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h_i*1_2_1_2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2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gradient&quot;:[{&quot;brightness&quot;:0,&quot;colorType&quot;:2,&quot;pos&quot;:0.949999988079071,&quot;rgb&quot;:&quot;#376fff&quot;,&quot;transparency&quot;:1},{&quot;brightness&quot;:0,&quot;colorType&quot;:1,&quot;foreColorIndex&quot;:5,&quot;pos&quot;:0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2*n_h_a*1_1_1"/>
  <p:tag name="KSO_WM_TEMPLATE_CATEGORY" val="diagram"/>
  <p:tag name="KSO_WM_TEMPLATE_INDEX" val="202309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56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,&quot;colorType&quot;:1,&quot;foreColorIndex&quot;:5,&quot;pos&quot;:0.800000011920929,&quot;transparency&quot;:0.75}],&quot;type&quot;:3},&quot;glow&quot;:{&quot;colorType&quot;:0},&quot;line&quot;:{&quot;gradient&quot;:[{&quot;brightness&quot;:0,&quot;colorType&quot;:1,&quot;foreColorIndex&quot;:5,&quot;pos&quot;:0.25999999046325684,&quot;transparency&quot;:1},{&quot;brightness&quot;:0,&quot;colorType&quot;:1,&quot;foreColorIndex&quot;:5,&quot;pos&quot;:1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&#10;添加项标题"/>
  <p:tag name="KSO_WM_UNIT_FILL_TYPE" val="3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62_2*n_h_h_a*1_2_3_1"/>
  <p:tag name="KSO_WM_TEMPLATE_CATEGORY" val="diagram"/>
  <p:tag name="KSO_WM_TEMPLATE_INDEX" val="2023096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240.15001220703124,&quot;left&quot;:131.55001220703124,&quot;top&quot;:122.77499389648438,&quot;width&quot;:680.9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Application>Microsoft Office PowerPoint</Application>
  <PresentationFormat>On-screen Show (4:3)</PresentationFormat>
  <Slides>64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诗情画意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2.2  Orthogonal Coordinate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2.3   Gradient of a Scalar Field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2.5  Circulation and curl of the vector field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2.6  Irrotational field and solenoidal field</vt:lpstr>
      <vt:lpstr>PowerPoint Presentation</vt:lpstr>
      <vt:lpstr>PowerPoint Presentation</vt:lpstr>
      <vt:lpstr>PowerPoint Presentation</vt:lpstr>
      <vt:lpstr>2.7  Laplacian operation</vt:lpstr>
      <vt:lpstr>2.8  Helmholtz’s Theorem</vt:lpstr>
      <vt:lpstr>PowerPoint Presentation</vt:lpstr>
      <vt:lpstr>Homework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revision>1</cp:revision>
  <dcterms:created xsi:type="dcterms:W3CDTF">2016-03-04T07:47:00Z</dcterms:created>
  <dcterms:modified xsi:type="dcterms:W3CDTF">2026-03-10T14:59:18Z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C40F5F1C8A434620A91AF455754EF1E7_12</vt:lpwstr>
  </property>
  <property fmtid="{D5CDD505-2E9C-101B-9397-08002B2CF9AE}" pid="3" name="KSOProductBuildVer">
    <vt:lpwstr>2052-12.1.0.20305</vt:lpwstr>
  </property>
</Properties>
</file>