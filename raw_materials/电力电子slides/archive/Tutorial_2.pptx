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3998-916C-46AF-B5A5-BFBA3E6E9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288FB-C86B-BDAB-79DF-AF6FE6C60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9E22A-A805-9C86-CAFD-56E75419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E8E60-D603-CE2F-E412-4E9A38B7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D1B9-E273-E949-1C21-EDF8DDA5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02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5C1A-D373-FE11-A24D-C9E0041D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0FFD-85C1-A8C5-2C13-EF29E9E6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D0DA7-1C01-1022-4AC0-B630A674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931BC-E4AC-8401-4B0E-95C23185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D6281-7F97-B19E-E494-73734B1D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7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232B-A1DF-3F31-A7D3-9E6914D7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E50B1-CCB1-10E3-7479-0969D3DA5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27D5E-E3E4-F2FB-4BC4-39DA6BCC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9E59-EEB0-C8A1-B176-2F9527A1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3B33D-387A-2333-72EE-F79AA4A2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87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AFC5-9377-ADE4-EE0A-6381953A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F07EF-E59B-CCFC-E7AA-90AD767DD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E34F7-D711-586A-3DC0-BA9E956DE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8754D-5C41-CE51-8743-8730E006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E606B-C6E4-194E-BE7E-4A2A624E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5788-F42A-1E51-63DC-6CB6C71C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95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A09C-CFA9-A9EF-DF7F-C3E8030E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ED0E8-6D51-6607-190F-01B27CB7A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2DEAC-3036-3E55-8083-D2F4544CD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1C152-6E80-386C-2E5B-8F592AC77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15467-5D92-372E-83C9-9E11C1FB1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25E56-BEC4-CF05-794F-6650A78A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A04E2-8413-50B8-5693-187E01FD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CA934-F7AB-CDD3-095D-D1E6F291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90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DCBF8-4A98-196C-A52B-E1657B3B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AFD2A-6FE2-0A6A-1EFB-C8F68E18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C5AF1-9708-AFFD-B486-A7A9B12B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487ED-2DC8-4CAA-11BF-59A9D523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23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90D0C-BB7D-4716-C962-0E604600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4E50A-BC30-F4DD-3B60-A23FAC2A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E3EA-F8E7-65CD-16F3-7C3B4732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2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7B02-5578-9743-F8A8-4406998D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D450-1E50-C5C8-9025-D79B29ED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F64DD-EC8F-0100-F25C-5EC866B3F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D3DAB-66CE-5050-0C81-D07A2A0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D11A0-2B40-08CE-A9DA-B7FE365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3FD0D-0EC8-5C73-81A6-DEEB7F41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95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4EB7-93ED-7F22-1C84-70D3A728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5145E-F0FD-48BA-2E60-B2318BB27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EC74E-AF8F-337F-814B-DBAE4F123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0C91-C0FF-858B-94A2-86CA2E1F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09E1F-2DD5-4B3A-7C30-B75DC9B8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41050-5D1F-15D3-CAF7-32E97F2C5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03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E393-72B2-F431-F7C8-49854B67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0D3E1-5B06-B9DF-F1B4-129B871F6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762A-1E48-78BB-D98A-5F1521BB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8DA2-C675-DF1E-FC6A-739E0457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4F3C1-2A45-37E2-C765-F19E5259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26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93D75-6BC6-729D-65BE-164EA7199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4F6ED-B083-782B-2BC9-088885ACB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C9F97-C411-8CB9-C46E-DC58A409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2F88-ABA2-501E-FED4-424811A2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1E763-C2D2-51E8-CAC7-6C780CAB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36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8BE01-C4B4-C0E9-F587-2777E283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4E21E-B6A3-3261-37E7-9C8C761ED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99F2-7EB9-9708-FDD9-8FCA73E40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7F84B-17EE-4A5A-B3EE-39E47BA4EB2F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7E0A4-84B1-2A87-264C-2602AD74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70FD-C841-6292-E21C-96B6EDFC6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B0111-5383-4F66-903C-AC187F3ABC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63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7BF5-036A-9C0A-16CA-95CDE8551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4273175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6E4479-F59B-810F-3E9F-C013D4780605}"/>
              </a:ext>
            </a:extLst>
          </p:cNvPr>
          <p:cNvSpPr txBox="1"/>
          <p:nvPr/>
        </p:nvSpPr>
        <p:spPr>
          <a:xfrm>
            <a:off x="738608" y="4823567"/>
            <a:ext cx="8504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Assuming ideal components, calculate (a) the output voltage , (b) the maximum and minimum inductor current, and (c) the output voltage ripple.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47ED7-3DF7-2605-7731-66205D49F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80" y="1944242"/>
            <a:ext cx="2238687" cy="21148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EF6B523-DDEC-7106-72FD-0583B7FA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Buck</a:t>
            </a:r>
          </a:p>
        </p:txBody>
      </p:sp>
    </p:spTree>
    <p:extLst>
      <p:ext uri="{BB962C8B-B14F-4D97-AF65-F5344CB8AC3E}">
        <p14:creationId xmlns:p14="http://schemas.microsoft.com/office/powerpoint/2010/main" val="389249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541C-8982-3F11-936D-71D990FA4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60444"/>
            <a:ext cx="10515600" cy="1325563"/>
          </a:xfrm>
        </p:spPr>
        <p:txBody>
          <a:bodyPr/>
          <a:lstStyle/>
          <a:p>
            <a:r>
              <a:rPr lang="en-GB" dirty="0"/>
              <a:t>Boost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106FB-6FE2-5A28-92B2-FE23128054CF}"/>
              </a:ext>
            </a:extLst>
          </p:cNvPr>
          <p:cNvSpPr txBox="1"/>
          <p:nvPr/>
        </p:nvSpPr>
        <p:spPr>
          <a:xfrm>
            <a:off x="563880" y="1247923"/>
            <a:ext cx="9174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A boost converter has following parameters. Determine duty cycle, average, minimum and maximum inductor current and output voltage ripple.</a:t>
            </a:r>
            <a:endParaRPr lang="en-US" alt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BA307C-F428-C521-08E3-E62A825C245B}"/>
                  </a:ext>
                </a:extLst>
              </p:cNvPr>
              <p:cNvSpPr txBox="1"/>
              <p:nvPr/>
            </p:nvSpPr>
            <p:spPr>
              <a:xfrm>
                <a:off x="1005840" y="2302502"/>
                <a:ext cx="364845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=12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GB" b="0" i="0" dirty="0">
                  <a:latin typeface="Cambria Math" panose="02040503050406030204" pitchFamily="18" charset="0"/>
                </a:endParaRPr>
              </a:p>
              <a:p>
                <a:r>
                  <a:rPr lang="en-GB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GB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=120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=48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𝑜h𝑚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BA307C-F428-C521-08E3-E62A825C2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302502"/>
                <a:ext cx="3648456" cy="1754326"/>
              </a:xfrm>
              <a:prstGeom prst="rect">
                <a:avLst/>
              </a:prstGeom>
              <a:blipFill>
                <a:blip r:embed="rId2"/>
                <a:stretch>
                  <a:fillRect l="-501" b="-2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06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6CD7-FCC2-FEA1-1ADC-C383623C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Buck-Boost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0A93B-FD9B-2FD0-AD0E-12C54BD2D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19" y="2055886"/>
            <a:ext cx="2819794" cy="2581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56BFC8-16B0-CCB3-0FE1-F90134643DF4}"/>
              </a:ext>
            </a:extLst>
          </p:cNvPr>
          <p:cNvSpPr txBox="1"/>
          <p:nvPr/>
        </p:nvSpPr>
        <p:spPr>
          <a:xfrm>
            <a:off x="927918" y="4786991"/>
            <a:ext cx="9505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Determine the output voltage, inductor current average, maximum and minimum values, and the output voltage ripple</a:t>
            </a:r>
          </a:p>
        </p:txBody>
      </p:sp>
    </p:spTree>
    <p:extLst>
      <p:ext uri="{BB962C8B-B14F-4D97-AF65-F5344CB8AC3E}">
        <p14:creationId xmlns:p14="http://schemas.microsoft.com/office/powerpoint/2010/main" val="9534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108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Problem Solving</vt:lpstr>
      <vt:lpstr>Buck</vt:lpstr>
      <vt:lpstr>Boost</vt:lpstr>
      <vt:lpstr>Buck-Boost</vt:lpstr>
    </vt:vector>
  </TitlesOfParts>
  <Company>James Watt School of Engineering - UoG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Atif Jafri</dc:creator>
  <cp:lastModifiedBy>Atif Jafri</cp:lastModifiedBy>
  <cp:revision>2</cp:revision>
  <dcterms:created xsi:type="dcterms:W3CDTF">2025-05-14T05:33:20Z</dcterms:created>
  <dcterms:modified xsi:type="dcterms:W3CDTF">2025-05-14T05:46:13Z</dcterms:modified>
</cp:coreProperties>
</file>