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70" r:id="rId2"/>
    <p:sldId id="437" r:id="rId3"/>
    <p:sldId id="407" r:id="rId4"/>
    <p:sldId id="449" r:id="rId5"/>
    <p:sldId id="450" r:id="rId6"/>
    <p:sldId id="438" r:id="rId7"/>
    <p:sldId id="440" r:id="rId8"/>
    <p:sldId id="442" r:id="rId9"/>
    <p:sldId id="446" r:id="rId10"/>
    <p:sldId id="443" r:id="rId11"/>
    <p:sldId id="452" r:id="rId12"/>
    <p:sldId id="436" r:id="rId13"/>
  </p:sldIdLst>
  <p:sldSz cx="9144000" cy="5143500" type="screen16x9"/>
  <p:notesSz cx="6858000" cy="9144000"/>
  <p:defaultTextStyle>
    <a:defPPr>
      <a:defRPr lang="en-US"/>
    </a:defPPr>
    <a:lvl1pPr algn="l" rtl="0" fontAlgn="base">
      <a:spcBef>
        <a:spcPct val="0"/>
      </a:spcBef>
      <a:spcAft>
        <a:spcPct val="0"/>
      </a:spcAft>
      <a:defRPr sz="2400" kern="1200">
        <a:solidFill>
          <a:schemeClr val="tx1"/>
        </a:solidFill>
        <a:latin typeface="Arial" charset="0"/>
        <a:ea typeface="ヒラギノ角ゴ Pro W3" charset="-128"/>
        <a:cs typeface="+mn-cs"/>
      </a:defRPr>
    </a:lvl1pPr>
    <a:lvl2pPr marL="457200" algn="l" rtl="0" fontAlgn="base">
      <a:spcBef>
        <a:spcPct val="0"/>
      </a:spcBef>
      <a:spcAft>
        <a:spcPct val="0"/>
      </a:spcAft>
      <a:defRPr sz="2400" kern="1200">
        <a:solidFill>
          <a:schemeClr val="tx1"/>
        </a:solidFill>
        <a:latin typeface="Arial" charset="0"/>
        <a:ea typeface="ヒラギノ角ゴ Pro W3" charset="-128"/>
        <a:cs typeface="+mn-cs"/>
      </a:defRPr>
    </a:lvl2pPr>
    <a:lvl3pPr marL="914400" algn="l" rtl="0" fontAlgn="base">
      <a:spcBef>
        <a:spcPct val="0"/>
      </a:spcBef>
      <a:spcAft>
        <a:spcPct val="0"/>
      </a:spcAft>
      <a:defRPr sz="2400" kern="1200">
        <a:solidFill>
          <a:schemeClr val="tx1"/>
        </a:solidFill>
        <a:latin typeface="Arial" charset="0"/>
        <a:ea typeface="ヒラギノ角ゴ Pro W3" charset="-128"/>
        <a:cs typeface="+mn-cs"/>
      </a:defRPr>
    </a:lvl3pPr>
    <a:lvl4pPr marL="1371600" algn="l" rtl="0" fontAlgn="base">
      <a:spcBef>
        <a:spcPct val="0"/>
      </a:spcBef>
      <a:spcAft>
        <a:spcPct val="0"/>
      </a:spcAft>
      <a:defRPr sz="2400" kern="1200">
        <a:solidFill>
          <a:schemeClr val="tx1"/>
        </a:solidFill>
        <a:latin typeface="Arial" charset="0"/>
        <a:ea typeface="ヒラギノ角ゴ Pro W3" charset="-128"/>
        <a:cs typeface="+mn-cs"/>
      </a:defRPr>
    </a:lvl4pPr>
    <a:lvl5pPr marL="1828800" algn="l" rtl="0" fontAlgn="base">
      <a:spcBef>
        <a:spcPct val="0"/>
      </a:spcBef>
      <a:spcAft>
        <a:spcPct val="0"/>
      </a:spcAft>
      <a:defRPr sz="2400" kern="1200">
        <a:solidFill>
          <a:schemeClr val="tx1"/>
        </a:solidFill>
        <a:latin typeface="Arial" charset="0"/>
        <a:ea typeface="ヒラギノ角ゴ Pro W3" charset="-128"/>
        <a:cs typeface="+mn-cs"/>
      </a:defRPr>
    </a:lvl5pPr>
    <a:lvl6pPr marL="2286000" algn="l" defTabSz="914400" rtl="0" eaLnBrk="1" latinLnBrk="0" hangingPunct="1">
      <a:defRPr sz="2400" kern="1200">
        <a:solidFill>
          <a:schemeClr val="tx1"/>
        </a:solidFill>
        <a:latin typeface="Arial" charset="0"/>
        <a:ea typeface="ヒラギノ角ゴ Pro W3" charset="-128"/>
        <a:cs typeface="+mn-cs"/>
      </a:defRPr>
    </a:lvl6pPr>
    <a:lvl7pPr marL="2743200" algn="l" defTabSz="914400" rtl="0" eaLnBrk="1" latinLnBrk="0" hangingPunct="1">
      <a:defRPr sz="2400" kern="1200">
        <a:solidFill>
          <a:schemeClr val="tx1"/>
        </a:solidFill>
        <a:latin typeface="Arial" charset="0"/>
        <a:ea typeface="ヒラギノ角ゴ Pro W3" charset="-128"/>
        <a:cs typeface="+mn-cs"/>
      </a:defRPr>
    </a:lvl7pPr>
    <a:lvl8pPr marL="3200400" algn="l" defTabSz="914400" rtl="0" eaLnBrk="1" latinLnBrk="0" hangingPunct="1">
      <a:defRPr sz="2400" kern="1200">
        <a:solidFill>
          <a:schemeClr val="tx1"/>
        </a:solidFill>
        <a:latin typeface="Arial" charset="0"/>
        <a:ea typeface="ヒラギノ角ゴ Pro W3" charset="-128"/>
        <a:cs typeface="+mn-cs"/>
      </a:defRPr>
    </a:lvl8pPr>
    <a:lvl9pPr marL="3657600" algn="l" defTabSz="914400" rtl="0" eaLnBrk="1" latinLnBrk="0" hangingPunct="1">
      <a:defRPr sz="2400" kern="1200">
        <a:solidFill>
          <a:schemeClr val="tx1"/>
        </a:solidFill>
        <a:latin typeface="Arial" charset="0"/>
        <a:ea typeface="ヒラギノ角ゴ Pro W3"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3560"/>
    <a:srgbClr val="0067A7"/>
    <a:srgbClr val="003865"/>
    <a:srgbClr val="284F76"/>
    <a:srgbClr val="3E474E"/>
    <a:srgbClr val="032952"/>
    <a:srgbClr val="00213B"/>
    <a:srgbClr val="394753"/>
    <a:srgbClr val="5B53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F339F9-2F29-4B20-9A06-1131C42B8883}" v="23" dt="2026-03-08T06:09:37.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p:restoredTop sz="96327"/>
  </p:normalViewPr>
  <p:slideViewPr>
    <p:cSldViewPr>
      <p:cViewPr varScale="1">
        <p:scale>
          <a:sx n="93" d="100"/>
          <a:sy n="93" d="100"/>
        </p:scale>
        <p:origin x="612" y="5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4" d="100"/>
        <a:sy n="8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Le Kernec" userId="e8115e76-a56b-4cd5-847d-4586c41a1909" providerId="ADAL" clId="{BF403904-76A0-47DA-B58E-B9789B28AC70}"/>
    <pc:docChg chg="undo custSel addSld delSld modSld">
      <pc:chgData name="Julien Le Kernec" userId="e8115e76-a56b-4cd5-847d-4586c41a1909" providerId="ADAL" clId="{BF403904-76A0-47DA-B58E-B9789B28AC70}" dt="2026-03-09T05:37:06.143" v="1913" actId="14100"/>
      <pc:docMkLst>
        <pc:docMk/>
      </pc:docMkLst>
      <pc:sldChg chg="modSp mod">
        <pc:chgData name="Julien Le Kernec" userId="e8115e76-a56b-4cd5-847d-4586c41a1909" providerId="ADAL" clId="{BF403904-76A0-47DA-B58E-B9789B28AC70}" dt="2026-03-09T05:37:06.143" v="1913" actId="14100"/>
        <pc:sldMkLst>
          <pc:docMk/>
          <pc:sldMk cId="587772221" sldId="270"/>
        </pc:sldMkLst>
        <pc:spChg chg="mod">
          <ac:chgData name="Julien Le Kernec" userId="e8115e76-a56b-4cd5-847d-4586c41a1909" providerId="ADAL" clId="{BF403904-76A0-47DA-B58E-B9789B28AC70}" dt="2026-03-09T05:37:06.143" v="1913" actId="14100"/>
          <ac:spMkLst>
            <pc:docMk/>
            <pc:sldMk cId="587772221" sldId="270"/>
            <ac:spMk id="7" creationId="{B5A592FA-C535-124E-A8E7-844425B8DB50}"/>
          </ac:spMkLst>
        </pc:spChg>
      </pc:sldChg>
      <pc:sldChg chg="modSp mod">
        <pc:chgData name="Julien Le Kernec" userId="e8115e76-a56b-4cd5-847d-4586c41a1909" providerId="ADAL" clId="{BF403904-76A0-47DA-B58E-B9789B28AC70}" dt="2026-03-08T05:23:22.189" v="206"/>
        <pc:sldMkLst>
          <pc:docMk/>
          <pc:sldMk cId="2060812485" sldId="407"/>
        </pc:sldMkLst>
        <pc:spChg chg="mod">
          <ac:chgData name="Julien Le Kernec" userId="e8115e76-a56b-4cd5-847d-4586c41a1909" providerId="ADAL" clId="{BF403904-76A0-47DA-B58E-B9789B28AC70}" dt="2026-03-08T05:23:22.189" v="206"/>
          <ac:spMkLst>
            <pc:docMk/>
            <pc:sldMk cId="2060812485" sldId="407"/>
            <ac:spMk id="10" creationId="{94E1E05E-F181-134E-957C-C29891A593F0}"/>
          </ac:spMkLst>
        </pc:spChg>
      </pc:sldChg>
      <pc:sldChg chg="addSp delSp modSp mod">
        <pc:chgData name="Julien Le Kernec" userId="e8115e76-a56b-4cd5-847d-4586c41a1909" providerId="ADAL" clId="{BF403904-76A0-47DA-B58E-B9789B28AC70}" dt="2026-03-08T05:21:53.851" v="204" actId="20577"/>
        <pc:sldMkLst>
          <pc:docMk/>
          <pc:sldMk cId="3097028479" sldId="437"/>
        </pc:sldMkLst>
        <pc:spChg chg="mod">
          <ac:chgData name="Julien Le Kernec" userId="e8115e76-a56b-4cd5-847d-4586c41a1909" providerId="ADAL" clId="{BF403904-76A0-47DA-B58E-B9789B28AC70}" dt="2026-03-08T05:21:53.851" v="204" actId="20577"/>
          <ac:spMkLst>
            <pc:docMk/>
            <pc:sldMk cId="3097028479" sldId="437"/>
            <ac:spMk id="10" creationId="{94E1E05E-F181-134E-957C-C29891A593F0}"/>
          </ac:spMkLst>
        </pc:spChg>
        <pc:spChg chg="del">
          <ac:chgData name="Julien Le Kernec" userId="e8115e76-a56b-4cd5-847d-4586c41a1909" providerId="ADAL" clId="{BF403904-76A0-47DA-B58E-B9789B28AC70}" dt="2026-03-08T05:20:04.739" v="181" actId="478"/>
          <ac:spMkLst>
            <pc:docMk/>
            <pc:sldMk cId="3097028479" sldId="437"/>
            <ac:spMk id="13" creationId="{76F3380C-8B88-4E68-94F3-CDAB486A97DD}"/>
          </ac:spMkLst>
        </pc:spChg>
        <pc:picChg chg="mod">
          <ac:chgData name="Julien Le Kernec" userId="e8115e76-a56b-4cd5-847d-4586c41a1909" providerId="ADAL" clId="{BF403904-76A0-47DA-B58E-B9789B28AC70}" dt="2026-03-08T05:21:43.247" v="198" actId="1076"/>
          <ac:picMkLst>
            <pc:docMk/>
            <pc:sldMk cId="3097028479" sldId="437"/>
            <ac:picMk id="5" creationId="{55AFE1E0-C704-FB7B-94BA-EDAF1C5FC313}"/>
          </ac:picMkLst>
        </pc:picChg>
        <pc:picChg chg="del">
          <ac:chgData name="Julien Le Kernec" userId="e8115e76-a56b-4cd5-847d-4586c41a1909" providerId="ADAL" clId="{BF403904-76A0-47DA-B58E-B9789B28AC70}" dt="2026-03-08T05:20:00.477" v="180" actId="478"/>
          <ac:picMkLst>
            <pc:docMk/>
            <pc:sldMk cId="3097028479" sldId="437"/>
            <ac:picMk id="6" creationId="{922AB6D8-8D79-0A3D-41BC-3C176BD7E524}"/>
          </ac:picMkLst>
        </pc:picChg>
        <pc:picChg chg="del">
          <ac:chgData name="Julien Le Kernec" userId="e8115e76-a56b-4cd5-847d-4586c41a1909" providerId="ADAL" clId="{BF403904-76A0-47DA-B58E-B9789B28AC70}" dt="2026-03-08T05:19:58.791" v="179" actId="478"/>
          <ac:picMkLst>
            <pc:docMk/>
            <pc:sldMk cId="3097028479" sldId="437"/>
            <ac:picMk id="11" creationId="{FAB90C71-A4B0-44E2-9100-E989CBDCB005}"/>
          </ac:picMkLst>
        </pc:picChg>
        <pc:picChg chg="add mod">
          <ac:chgData name="Julien Le Kernec" userId="e8115e76-a56b-4cd5-847d-4586c41a1909" providerId="ADAL" clId="{BF403904-76A0-47DA-B58E-B9789B28AC70}" dt="2026-03-08T05:21:34.647" v="196" actId="1076"/>
          <ac:picMkLst>
            <pc:docMk/>
            <pc:sldMk cId="3097028479" sldId="437"/>
            <ac:picMk id="12" creationId="{982E0E17-066E-7B93-8F56-61C586B78D52}"/>
          </ac:picMkLst>
        </pc:picChg>
        <pc:picChg chg="add mod">
          <ac:chgData name="Julien Le Kernec" userId="e8115e76-a56b-4cd5-847d-4586c41a1909" providerId="ADAL" clId="{BF403904-76A0-47DA-B58E-B9789B28AC70}" dt="2026-03-08T05:21:38.657" v="197" actId="1076"/>
          <ac:picMkLst>
            <pc:docMk/>
            <pc:sldMk cId="3097028479" sldId="437"/>
            <ac:picMk id="15" creationId="{1DD8C5FA-6B09-737C-FCA9-1F56D9AC6D68}"/>
          </ac:picMkLst>
        </pc:picChg>
      </pc:sldChg>
      <pc:sldChg chg="modSp mod">
        <pc:chgData name="Julien Le Kernec" userId="e8115e76-a56b-4cd5-847d-4586c41a1909" providerId="ADAL" clId="{BF403904-76A0-47DA-B58E-B9789B28AC70}" dt="2026-03-08T05:45:35.742" v="892" actId="20577"/>
        <pc:sldMkLst>
          <pc:docMk/>
          <pc:sldMk cId="3599864314" sldId="438"/>
        </pc:sldMkLst>
        <pc:spChg chg="mod">
          <ac:chgData name="Julien Le Kernec" userId="e8115e76-a56b-4cd5-847d-4586c41a1909" providerId="ADAL" clId="{BF403904-76A0-47DA-B58E-B9789B28AC70}" dt="2026-03-08T05:45:35.742" v="892" actId="20577"/>
          <ac:spMkLst>
            <pc:docMk/>
            <pc:sldMk cId="3599864314" sldId="438"/>
            <ac:spMk id="10" creationId="{94E1E05E-F181-134E-957C-C29891A593F0}"/>
          </ac:spMkLst>
        </pc:spChg>
      </pc:sldChg>
      <pc:sldChg chg="del">
        <pc:chgData name="Julien Le Kernec" userId="e8115e76-a56b-4cd5-847d-4586c41a1909" providerId="ADAL" clId="{BF403904-76A0-47DA-B58E-B9789B28AC70}" dt="2026-03-08T05:44:25.523" v="858" actId="47"/>
        <pc:sldMkLst>
          <pc:docMk/>
          <pc:sldMk cId="1089883437" sldId="439"/>
        </pc:sldMkLst>
      </pc:sldChg>
      <pc:sldChg chg="modSp mod">
        <pc:chgData name="Julien Le Kernec" userId="e8115e76-a56b-4cd5-847d-4586c41a1909" providerId="ADAL" clId="{BF403904-76A0-47DA-B58E-B9789B28AC70}" dt="2026-03-08T05:49:06.270" v="927" actId="20577"/>
        <pc:sldMkLst>
          <pc:docMk/>
          <pc:sldMk cId="4021059050" sldId="440"/>
        </pc:sldMkLst>
        <pc:spChg chg="mod">
          <ac:chgData name="Julien Le Kernec" userId="e8115e76-a56b-4cd5-847d-4586c41a1909" providerId="ADAL" clId="{BF403904-76A0-47DA-B58E-B9789B28AC70}" dt="2026-03-08T05:49:06.270" v="927" actId="20577"/>
          <ac:spMkLst>
            <pc:docMk/>
            <pc:sldMk cId="4021059050" sldId="440"/>
            <ac:spMk id="10" creationId="{94E1E05E-F181-134E-957C-C29891A593F0}"/>
          </ac:spMkLst>
        </pc:spChg>
      </pc:sldChg>
      <pc:sldChg chg="del">
        <pc:chgData name="Julien Le Kernec" userId="e8115e76-a56b-4cd5-847d-4586c41a1909" providerId="ADAL" clId="{BF403904-76A0-47DA-B58E-B9789B28AC70}" dt="2026-03-08T05:46:02.609" v="893" actId="47"/>
        <pc:sldMkLst>
          <pc:docMk/>
          <pc:sldMk cId="2117063997" sldId="441"/>
        </pc:sldMkLst>
      </pc:sldChg>
      <pc:sldChg chg="addSp delSp modSp mod">
        <pc:chgData name="Julien Le Kernec" userId="e8115e76-a56b-4cd5-847d-4586c41a1909" providerId="ADAL" clId="{BF403904-76A0-47DA-B58E-B9789B28AC70}" dt="2026-03-08T05:53:48.649" v="954" actId="14100"/>
        <pc:sldMkLst>
          <pc:docMk/>
          <pc:sldMk cId="1147183705" sldId="442"/>
        </pc:sldMkLst>
        <pc:spChg chg="add mod">
          <ac:chgData name="Julien Le Kernec" userId="e8115e76-a56b-4cd5-847d-4586c41a1909" providerId="ADAL" clId="{BF403904-76A0-47DA-B58E-B9789B28AC70}" dt="2026-03-08T05:50:48.611" v="937" actId="20577"/>
          <ac:spMkLst>
            <pc:docMk/>
            <pc:sldMk cId="1147183705" sldId="442"/>
            <ac:spMk id="3" creationId="{343A00DA-CAA7-7F84-307A-971F02469E40}"/>
          </ac:spMkLst>
        </pc:spChg>
        <pc:spChg chg="del">
          <ac:chgData name="Julien Le Kernec" userId="e8115e76-a56b-4cd5-847d-4586c41a1909" providerId="ADAL" clId="{BF403904-76A0-47DA-B58E-B9789B28AC70}" dt="2026-03-08T05:50:08.319" v="928" actId="478"/>
          <ac:spMkLst>
            <pc:docMk/>
            <pc:sldMk cId="1147183705" sldId="442"/>
            <ac:spMk id="10" creationId="{94E1E05E-F181-134E-957C-C29891A593F0}"/>
          </ac:spMkLst>
        </pc:spChg>
        <pc:picChg chg="add mod">
          <ac:chgData name="Julien Le Kernec" userId="e8115e76-a56b-4cd5-847d-4586c41a1909" providerId="ADAL" clId="{BF403904-76A0-47DA-B58E-B9789B28AC70}" dt="2026-03-08T05:53:33.189" v="949" actId="1076"/>
          <ac:picMkLst>
            <pc:docMk/>
            <pc:sldMk cId="1147183705" sldId="442"/>
            <ac:picMk id="5" creationId="{2E591D08-1994-58C1-1543-DCB44E792861}"/>
          </ac:picMkLst>
        </pc:picChg>
        <pc:picChg chg="add mod">
          <ac:chgData name="Julien Le Kernec" userId="e8115e76-a56b-4cd5-847d-4586c41a1909" providerId="ADAL" clId="{BF403904-76A0-47DA-B58E-B9789B28AC70}" dt="2026-03-08T05:53:43.769" v="952" actId="1076"/>
          <ac:picMkLst>
            <pc:docMk/>
            <pc:sldMk cId="1147183705" sldId="442"/>
            <ac:picMk id="11" creationId="{99AEDCF9-5D07-2F50-CFCA-BCB2E54FA7B7}"/>
          </ac:picMkLst>
        </pc:picChg>
        <pc:picChg chg="add mod">
          <ac:chgData name="Julien Le Kernec" userId="e8115e76-a56b-4cd5-847d-4586c41a1909" providerId="ADAL" clId="{BF403904-76A0-47DA-B58E-B9789B28AC70}" dt="2026-03-08T05:53:48.649" v="954" actId="14100"/>
          <ac:picMkLst>
            <pc:docMk/>
            <pc:sldMk cId="1147183705" sldId="442"/>
            <ac:picMk id="13" creationId="{57BCCD00-22CD-55EB-6EAA-BB23DA33855A}"/>
          </ac:picMkLst>
        </pc:picChg>
      </pc:sldChg>
      <pc:sldChg chg="addSp delSp modSp add del mod modClrScheme chgLayout">
        <pc:chgData name="Julien Le Kernec" userId="e8115e76-a56b-4cd5-847d-4586c41a1909" providerId="ADAL" clId="{BF403904-76A0-47DA-B58E-B9789B28AC70}" dt="2026-03-08T06:10:31.789" v="1879" actId="47"/>
        <pc:sldMkLst>
          <pc:docMk/>
          <pc:sldMk cId="2322383832" sldId="443"/>
        </pc:sldMkLst>
        <pc:spChg chg="add del mod ord">
          <ac:chgData name="Julien Le Kernec" userId="e8115e76-a56b-4cd5-847d-4586c41a1909" providerId="ADAL" clId="{BF403904-76A0-47DA-B58E-B9789B28AC70}" dt="2026-03-08T06:01:34.969" v="1341" actId="478"/>
          <ac:spMkLst>
            <pc:docMk/>
            <pc:sldMk cId="2322383832" sldId="443"/>
            <ac:spMk id="2" creationId="{CD55D98F-BB7B-E70B-D440-8BD38657C45C}"/>
          </ac:spMkLst>
        </pc:spChg>
        <pc:spChg chg="add mod">
          <ac:chgData name="Julien Le Kernec" userId="e8115e76-a56b-4cd5-847d-4586c41a1909" providerId="ADAL" clId="{BF403904-76A0-47DA-B58E-B9789B28AC70}" dt="2026-03-08T06:01:03.464" v="1336"/>
          <ac:spMkLst>
            <pc:docMk/>
            <pc:sldMk cId="2322383832" sldId="443"/>
            <ac:spMk id="3" creationId="{52C68E7D-8FEC-CA70-EA5C-58F239EF6A16}"/>
          </ac:spMkLst>
        </pc:spChg>
        <pc:spChg chg="add del mod">
          <ac:chgData name="Julien Le Kernec" userId="e8115e76-a56b-4cd5-847d-4586c41a1909" providerId="ADAL" clId="{BF403904-76A0-47DA-B58E-B9789B28AC70}" dt="2026-03-08T06:08:16.538" v="1789" actId="478"/>
          <ac:spMkLst>
            <pc:docMk/>
            <pc:sldMk cId="2322383832" sldId="443"/>
            <ac:spMk id="4" creationId="{32A6E4B7-550B-D391-0155-698B1DFD7F7D}"/>
          </ac:spMkLst>
        </pc:spChg>
        <pc:spChg chg="add mod">
          <ac:chgData name="Julien Le Kernec" userId="e8115e76-a56b-4cd5-847d-4586c41a1909" providerId="ADAL" clId="{BF403904-76A0-47DA-B58E-B9789B28AC70}" dt="2026-03-08T06:02:00.801" v="1385" actId="20577"/>
          <ac:spMkLst>
            <pc:docMk/>
            <pc:sldMk cId="2322383832" sldId="443"/>
            <ac:spMk id="5" creationId="{85F0EB36-1D1B-D45F-B547-CBBFDD9358B9}"/>
          </ac:spMkLst>
        </pc:spChg>
        <pc:spChg chg="del">
          <ac:chgData name="Julien Le Kernec" userId="e8115e76-a56b-4cd5-847d-4586c41a1909" providerId="ADAL" clId="{BF403904-76A0-47DA-B58E-B9789B28AC70}" dt="2026-03-08T06:00:36.469" v="1332" actId="478"/>
          <ac:spMkLst>
            <pc:docMk/>
            <pc:sldMk cId="2322383832" sldId="443"/>
            <ac:spMk id="8" creationId="{31D4B1FF-165B-E944-A7D8-66DD5B11C888}"/>
          </ac:spMkLst>
        </pc:spChg>
        <pc:spChg chg="mod ord">
          <ac:chgData name="Julien Le Kernec" userId="e8115e76-a56b-4cd5-847d-4586c41a1909" providerId="ADAL" clId="{BF403904-76A0-47DA-B58E-B9789B28AC70}" dt="2026-03-08T06:08:02.567" v="1787" actId="1076"/>
          <ac:spMkLst>
            <pc:docMk/>
            <pc:sldMk cId="2322383832" sldId="443"/>
            <ac:spMk id="9" creationId="{151439FE-AE70-AA43-A34A-6B09A438C38F}"/>
          </ac:spMkLst>
        </pc:spChg>
        <pc:spChg chg="del">
          <ac:chgData name="Julien Le Kernec" userId="e8115e76-a56b-4cd5-847d-4586c41a1909" providerId="ADAL" clId="{BF403904-76A0-47DA-B58E-B9789B28AC70}" dt="2026-03-08T06:00:39.529" v="1333" actId="478"/>
          <ac:spMkLst>
            <pc:docMk/>
            <pc:sldMk cId="2322383832" sldId="443"/>
            <ac:spMk id="10" creationId="{94E1E05E-F181-134E-957C-C29891A593F0}"/>
          </ac:spMkLst>
        </pc:spChg>
        <pc:graphicFrameChg chg="add del modGraphic">
          <ac:chgData name="Julien Le Kernec" userId="e8115e76-a56b-4cd5-847d-4586c41a1909" providerId="ADAL" clId="{BF403904-76A0-47DA-B58E-B9789B28AC70}" dt="2026-03-08T06:03:17.538" v="1387" actId="1032"/>
          <ac:graphicFrameMkLst>
            <pc:docMk/>
            <pc:sldMk cId="2322383832" sldId="443"/>
            <ac:graphicFrameMk id="6" creationId="{96EC4D6A-B320-34FC-271E-2D05B2113CDE}"/>
          </ac:graphicFrameMkLst>
        </pc:graphicFrameChg>
        <pc:graphicFrameChg chg="add mod modGraphic">
          <ac:chgData name="Julien Le Kernec" userId="e8115e76-a56b-4cd5-847d-4586c41a1909" providerId="ADAL" clId="{BF403904-76A0-47DA-B58E-B9789B28AC70}" dt="2026-03-08T06:09:06.783" v="1837" actId="20577"/>
          <ac:graphicFrameMkLst>
            <pc:docMk/>
            <pc:sldMk cId="2322383832" sldId="443"/>
            <ac:graphicFrameMk id="11" creationId="{C4041DF0-9F58-4950-CC35-30FEB3075395}"/>
          </ac:graphicFrameMkLst>
        </pc:graphicFrameChg>
        <pc:picChg chg="mod ord">
          <ac:chgData name="Julien Le Kernec" userId="e8115e76-a56b-4cd5-847d-4586c41a1909" providerId="ADAL" clId="{BF403904-76A0-47DA-B58E-B9789B28AC70}" dt="2026-03-08T06:08:11.094" v="1788" actId="167"/>
          <ac:picMkLst>
            <pc:docMk/>
            <pc:sldMk cId="2322383832" sldId="443"/>
            <ac:picMk id="7" creationId="{00000000-0000-0000-0000-000000000000}"/>
          </ac:picMkLst>
        </pc:picChg>
      </pc:sldChg>
      <pc:sldChg chg="del">
        <pc:chgData name="Julien Le Kernec" userId="e8115e76-a56b-4cd5-847d-4586c41a1909" providerId="ADAL" clId="{BF403904-76A0-47DA-B58E-B9789B28AC70}" dt="2026-03-08T05:44:26.952" v="859" actId="47"/>
        <pc:sldMkLst>
          <pc:docMk/>
          <pc:sldMk cId="995767766" sldId="444"/>
        </pc:sldMkLst>
      </pc:sldChg>
      <pc:sldChg chg="modSp mod">
        <pc:chgData name="Julien Le Kernec" userId="e8115e76-a56b-4cd5-847d-4586c41a1909" providerId="ADAL" clId="{BF403904-76A0-47DA-B58E-B9789B28AC70}" dt="2026-03-08T05:58:31.753" v="1305" actId="20577"/>
        <pc:sldMkLst>
          <pc:docMk/>
          <pc:sldMk cId="3357219918" sldId="446"/>
        </pc:sldMkLst>
        <pc:spChg chg="mod">
          <ac:chgData name="Julien Le Kernec" userId="e8115e76-a56b-4cd5-847d-4586c41a1909" providerId="ADAL" clId="{BF403904-76A0-47DA-B58E-B9789B28AC70}" dt="2026-03-08T05:58:31.753" v="1305" actId="20577"/>
          <ac:spMkLst>
            <pc:docMk/>
            <pc:sldMk cId="3357219918" sldId="446"/>
            <ac:spMk id="10" creationId="{94E1E05E-F181-134E-957C-C29891A593F0}"/>
          </ac:spMkLst>
        </pc:spChg>
      </pc:sldChg>
      <pc:sldChg chg="del">
        <pc:chgData name="Julien Le Kernec" userId="e8115e76-a56b-4cd5-847d-4586c41a1909" providerId="ADAL" clId="{BF403904-76A0-47DA-B58E-B9789B28AC70}" dt="2026-03-08T05:53:54.472" v="955" actId="47"/>
        <pc:sldMkLst>
          <pc:docMk/>
          <pc:sldMk cId="563281935" sldId="448"/>
        </pc:sldMkLst>
      </pc:sldChg>
      <pc:sldChg chg="modSp mod">
        <pc:chgData name="Julien Le Kernec" userId="e8115e76-a56b-4cd5-847d-4586c41a1909" providerId="ADAL" clId="{BF403904-76A0-47DA-B58E-B9789B28AC70}" dt="2026-03-08T05:25:38.419" v="640" actId="20577"/>
        <pc:sldMkLst>
          <pc:docMk/>
          <pc:sldMk cId="636023840" sldId="449"/>
        </pc:sldMkLst>
        <pc:spChg chg="mod">
          <ac:chgData name="Julien Le Kernec" userId="e8115e76-a56b-4cd5-847d-4586c41a1909" providerId="ADAL" clId="{BF403904-76A0-47DA-B58E-B9789B28AC70}" dt="2026-03-08T05:25:38.419" v="640" actId="20577"/>
          <ac:spMkLst>
            <pc:docMk/>
            <pc:sldMk cId="636023840" sldId="449"/>
            <ac:spMk id="10" creationId="{94E1E05E-F181-134E-957C-C29891A593F0}"/>
          </ac:spMkLst>
        </pc:spChg>
      </pc:sldChg>
      <pc:sldChg chg="modSp mod">
        <pc:chgData name="Julien Le Kernec" userId="e8115e76-a56b-4cd5-847d-4586c41a1909" providerId="ADAL" clId="{BF403904-76A0-47DA-B58E-B9789B28AC70}" dt="2026-03-08T05:44:12.803" v="857" actId="20577"/>
        <pc:sldMkLst>
          <pc:docMk/>
          <pc:sldMk cId="1082931584" sldId="450"/>
        </pc:sldMkLst>
        <pc:spChg chg="mod">
          <ac:chgData name="Julien Le Kernec" userId="e8115e76-a56b-4cd5-847d-4586c41a1909" providerId="ADAL" clId="{BF403904-76A0-47DA-B58E-B9789B28AC70}" dt="2026-03-08T05:43:08.212" v="655" actId="20577"/>
          <ac:spMkLst>
            <pc:docMk/>
            <pc:sldMk cId="1082931584" sldId="450"/>
            <ac:spMk id="9" creationId="{151439FE-AE70-AA43-A34A-6B09A438C38F}"/>
          </ac:spMkLst>
        </pc:spChg>
        <pc:spChg chg="mod">
          <ac:chgData name="Julien Le Kernec" userId="e8115e76-a56b-4cd5-847d-4586c41a1909" providerId="ADAL" clId="{BF403904-76A0-47DA-B58E-B9789B28AC70}" dt="2026-03-08T05:44:12.803" v="857" actId="20577"/>
          <ac:spMkLst>
            <pc:docMk/>
            <pc:sldMk cId="1082931584" sldId="450"/>
            <ac:spMk id="10" creationId="{94E1E05E-F181-134E-957C-C29891A593F0}"/>
          </ac:spMkLst>
        </pc:spChg>
      </pc:sldChg>
      <pc:sldChg chg="new del">
        <pc:chgData name="Julien Le Kernec" userId="e8115e76-a56b-4cd5-847d-4586c41a1909" providerId="ADAL" clId="{BF403904-76A0-47DA-B58E-B9789B28AC70}" dt="2026-03-08T06:00:18.868" v="1309" actId="680"/>
        <pc:sldMkLst>
          <pc:docMk/>
          <pc:sldMk cId="27332272" sldId="451"/>
        </pc:sldMkLst>
      </pc:sldChg>
      <pc:sldChg chg="del">
        <pc:chgData name="Julien Le Kernec" userId="e8115e76-a56b-4cd5-847d-4586c41a1909" providerId="ADAL" clId="{BF403904-76A0-47DA-B58E-B9789B28AC70}" dt="2026-03-08T05:44:29.649" v="860" actId="47"/>
        <pc:sldMkLst>
          <pc:docMk/>
          <pc:sldMk cId="2040333386" sldId="451"/>
        </pc:sldMkLst>
      </pc:sldChg>
      <pc:sldChg chg="new del">
        <pc:chgData name="Julien Le Kernec" userId="e8115e76-a56b-4cd5-847d-4586c41a1909" providerId="ADAL" clId="{BF403904-76A0-47DA-B58E-B9789B28AC70}" dt="2026-03-08T06:10:33.848" v="1880" actId="47"/>
        <pc:sldMkLst>
          <pc:docMk/>
          <pc:sldMk cId="3725497555" sldId="451"/>
        </pc:sldMkLst>
      </pc:sldChg>
      <pc:sldChg chg="del">
        <pc:chgData name="Julien Le Kernec" userId="e8115e76-a56b-4cd5-847d-4586c41a1909" providerId="ADAL" clId="{BF403904-76A0-47DA-B58E-B9789B28AC70}" dt="2026-03-08T05:58:35.186" v="1306" actId="47"/>
        <pc:sldMkLst>
          <pc:docMk/>
          <pc:sldMk cId="2060545927" sldId="452"/>
        </pc:sldMkLst>
      </pc:sldChg>
      <pc:sldChg chg="modSp add mod">
        <pc:chgData name="Julien Le Kernec" userId="e8115e76-a56b-4cd5-847d-4586c41a1909" providerId="ADAL" clId="{BF403904-76A0-47DA-B58E-B9789B28AC70}" dt="2026-03-08T06:10:12.291" v="1877" actId="20577"/>
        <pc:sldMkLst>
          <pc:docMk/>
          <pc:sldMk cId="3607692132" sldId="452"/>
        </pc:sldMkLst>
        <pc:spChg chg="mod">
          <ac:chgData name="Julien Le Kernec" userId="e8115e76-a56b-4cd5-847d-4586c41a1909" providerId="ADAL" clId="{BF403904-76A0-47DA-B58E-B9789B28AC70}" dt="2026-03-08T06:08:25.729" v="1794" actId="20577"/>
          <ac:spMkLst>
            <pc:docMk/>
            <pc:sldMk cId="3607692132" sldId="452"/>
            <ac:spMk id="9" creationId="{1CCFEF85-F84E-4EBF-D2A7-DABF3B32390D}"/>
          </ac:spMkLst>
        </pc:spChg>
        <pc:graphicFrameChg chg="mod modGraphic">
          <ac:chgData name="Julien Le Kernec" userId="e8115e76-a56b-4cd5-847d-4586c41a1909" providerId="ADAL" clId="{BF403904-76A0-47DA-B58E-B9789B28AC70}" dt="2026-03-08T06:10:12.291" v="1877" actId="20577"/>
          <ac:graphicFrameMkLst>
            <pc:docMk/>
            <pc:sldMk cId="3607692132" sldId="452"/>
            <ac:graphicFrameMk id="11" creationId="{FD6C72B4-98CA-1638-57FC-CF056345BD58}"/>
          </ac:graphicFrameMkLst>
        </pc:graphicFrameChg>
      </pc:sldChg>
      <pc:sldChg chg="del">
        <pc:chgData name="Julien Le Kernec" userId="e8115e76-a56b-4cd5-847d-4586c41a1909" providerId="ADAL" clId="{BF403904-76A0-47DA-B58E-B9789B28AC70}" dt="2026-03-08T05:44:33.369" v="861" actId="47"/>
        <pc:sldMkLst>
          <pc:docMk/>
          <pc:sldMk cId="1408108161" sldId="453"/>
        </pc:sldMkLst>
      </pc:sldChg>
      <pc:sldChg chg="del">
        <pc:chgData name="Julien Le Kernec" userId="e8115e76-a56b-4cd5-847d-4586c41a1909" providerId="ADAL" clId="{BF403904-76A0-47DA-B58E-B9789B28AC70}" dt="2026-03-08T05:44:33.995" v="862" actId="47"/>
        <pc:sldMkLst>
          <pc:docMk/>
          <pc:sldMk cId="4233607141" sldId="45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45B980-3006-4824-91EB-5EB63B47838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D7F8A51A-1F8B-45A4-94E3-87E5B0959DFA}">
      <dgm:prSet phldrT="[Text]" phldr="0"/>
      <dgm:spPr/>
      <dgm:t>
        <a:bodyPr/>
        <a:lstStyle/>
        <a:p>
          <a:r>
            <a:rPr lang="en-GB" dirty="0"/>
            <a:t>Course Convener</a:t>
          </a:r>
        </a:p>
      </dgm:t>
    </dgm:pt>
    <dgm:pt modelId="{A40EE86E-335D-459A-95AA-5B48BB58423E}" type="parTrans" cxnId="{CEB9E1C5-2F5A-4B5C-820F-E31E4F089A21}">
      <dgm:prSet/>
      <dgm:spPr/>
      <dgm:t>
        <a:bodyPr/>
        <a:lstStyle/>
        <a:p>
          <a:endParaRPr lang="en-GB"/>
        </a:p>
      </dgm:t>
    </dgm:pt>
    <dgm:pt modelId="{6B1207F9-2B25-459F-AB90-0C8F4FC3A2D3}" type="sibTrans" cxnId="{CEB9E1C5-2F5A-4B5C-820F-E31E4F089A21}">
      <dgm:prSet/>
      <dgm:spPr/>
      <dgm:t>
        <a:bodyPr/>
        <a:lstStyle/>
        <a:p>
          <a:endParaRPr lang="en-GB"/>
        </a:p>
      </dgm:t>
    </dgm:pt>
    <dgm:pt modelId="{749A90D5-2AA7-4DCE-AD76-38527B83BF0C}">
      <dgm:prSet phldrT="[Text]" phldr="0"/>
      <dgm:spPr/>
      <dgm:t>
        <a:bodyPr/>
        <a:lstStyle/>
        <a:p>
          <a:r>
            <a:rPr lang="en-GB" dirty="0"/>
            <a:t>Programme Director</a:t>
          </a:r>
        </a:p>
      </dgm:t>
    </dgm:pt>
    <dgm:pt modelId="{171DD4E5-4182-4B8A-A6E3-AE43594A47D7}" type="parTrans" cxnId="{69032A1C-795D-4103-947B-CD0C4B815A1B}">
      <dgm:prSet/>
      <dgm:spPr/>
      <dgm:t>
        <a:bodyPr/>
        <a:lstStyle/>
        <a:p>
          <a:endParaRPr lang="en-GB"/>
        </a:p>
      </dgm:t>
    </dgm:pt>
    <dgm:pt modelId="{3E02687B-4972-4C42-BE5A-03A23161DD8E}" type="sibTrans" cxnId="{69032A1C-795D-4103-947B-CD0C4B815A1B}">
      <dgm:prSet/>
      <dgm:spPr/>
      <dgm:t>
        <a:bodyPr/>
        <a:lstStyle/>
        <a:p>
          <a:endParaRPr lang="en-GB"/>
        </a:p>
      </dgm:t>
    </dgm:pt>
    <dgm:pt modelId="{22D446AB-0802-4789-94B4-FDE8D9288620}">
      <dgm:prSet phldrT="[Text]" phldr="0"/>
      <dgm:spPr/>
      <dgm:t>
        <a:bodyPr/>
        <a:lstStyle/>
        <a:p>
          <a:r>
            <a:rPr lang="en-GB" dirty="0"/>
            <a:t>GC UESTC CEDI Co-Director</a:t>
          </a:r>
        </a:p>
      </dgm:t>
    </dgm:pt>
    <dgm:pt modelId="{9AA7B95A-A5FE-4F33-B3BE-932B6F793C16}" type="parTrans" cxnId="{28709371-7C77-42FB-8C43-AF758175AC06}">
      <dgm:prSet/>
      <dgm:spPr/>
      <dgm:t>
        <a:bodyPr/>
        <a:lstStyle/>
        <a:p>
          <a:endParaRPr lang="en-GB"/>
        </a:p>
      </dgm:t>
    </dgm:pt>
    <dgm:pt modelId="{0E57855D-988E-48B0-A735-6420BEBDEB3A}" type="sibTrans" cxnId="{28709371-7C77-42FB-8C43-AF758175AC06}">
      <dgm:prSet/>
      <dgm:spPr/>
      <dgm:t>
        <a:bodyPr/>
        <a:lstStyle/>
        <a:p>
          <a:endParaRPr lang="en-GB"/>
        </a:p>
      </dgm:t>
    </dgm:pt>
    <dgm:pt modelId="{05EB3428-BFD8-457B-A775-BE01B87518D3}">
      <dgm:prSet phldrT="[Text]" phldr="0"/>
      <dgm:spPr/>
      <dgm:t>
        <a:bodyPr/>
        <a:lstStyle/>
        <a:p>
          <a:r>
            <a:rPr lang="en-GB" dirty="0"/>
            <a:t>Executive Dean</a:t>
          </a:r>
        </a:p>
      </dgm:t>
    </dgm:pt>
    <dgm:pt modelId="{AD4BE8DA-3924-4DC5-A28C-DF8B71B5D4B5}" type="parTrans" cxnId="{08AE1C95-EF34-426F-8806-56CCA13CFB8E}">
      <dgm:prSet/>
      <dgm:spPr/>
      <dgm:t>
        <a:bodyPr/>
        <a:lstStyle/>
        <a:p>
          <a:endParaRPr lang="en-GB"/>
        </a:p>
      </dgm:t>
    </dgm:pt>
    <dgm:pt modelId="{58FACABD-9D4E-4FCE-A6F5-0446A51FE482}" type="sibTrans" cxnId="{08AE1C95-EF34-426F-8806-56CCA13CFB8E}">
      <dgm:prSet/>
      <dgm:spPr/>
      <dgm:t>
        <a:bodyPr/>
        <a:lstStyle/>
        <a:p>
          <a:endParaRPr lang="en-GB"/>
        </a:p>
      </dgm:t>
    </dgm:pt>
    <dgm:pt modelId="{97BC9DD1-EEAB-4563-BB35-56461096559B}">
      <dgm:prSet phldrT="[Text]" phldr="0"/>
      <dgm:spPr/>
      <dgm:t>
        <a:bodyPr/>
        <a:lstStyle/>
        <a:p>
          <a:r>
            <a:rPr lang="en-GB" dirty="0"/>
            <a:t>Associate Director of TNE</a:t>
          </a:r>
        </a:p>
      </dgm:t>
    </dgm:pt>
    <dgm:pt modelId="{A721790B-5801-4791-8971-868B087F9AC2}" type="parTrans" cxnId="{731F9D8D-79D9-4379-B377-66A529A182FF}">
      <dgm:prSet/>
      <dgm:spPr/>
      <dgm:t>
        <a:bodyPr/>
        <a:lstStyle/>
        <a:p>
          <a:endParaRPr lang="en-GB"/>
        </a:p>
      </dgm:t>
    </dgm:pt>
    <dgm:pt modelId="{49DB24D3-E41D-4633-893F-0E6A04E6E33C}" type="sibTrans" cxnId="{731F9D8D-79D9-4379-B377-66A529A182FF}">
      <dgm:prSet/>
      <dgm:spPr/>
      <dgm:t>
        <a:bodyPr/>
        <a:lstStyle/>
        <a:p>
          <a:endParaRPr lang="en-GB"/>
        </a:p>
      </dgm:t>
    </dgm:pt>
    <dgm:pt modelId="{C38179DA-3192-4FEB-8005-9C29BE478121}">
      <dgm:prSet phldrT="[Text]" phldr="0"/>
      <dgm:spPr/>
      <dgm:t>
        <a:bodyPr/>
        <a:lstStyle/>
        <a:p>
          <a:r>
            <a:rPr lang="en-GB" dirty="0"/>
            <a:t>Director of TNE</a:t>
          </a:r>
        </a:p>
      </dgm:t>
    </dgm:pt>
    <dgm:pt modelId="{44E577C7-097C-4A5B-AA69-A69349EBB810}" type="parTrans" cxnId="{A4ADD3C7-1EED-464B-B459-C8644D9373C1}">
      <dgm:prSet/>
      <dgm:spPr/>
      <dgm:t>
        <a:bodyPr/>
        <a:lstStyle/>
        <a:p>
          <a:endParaRPr lang="en-GB"/>
        </a:p>
      </dgm:t>
    </dgm:pt>
    <dgm:pt modelId="{DFB6DF17-67C0-4D8D-9C63-669BA9D17291}" type="sibTrans" cxnId="{A4ADD3C7-1EED-464B-B459-C8644D9373C1}">
      <dgm:prSet/>
      <dgm:spPr/>
      <dgm:t>
        <a:bodyPr/>
        <a:lstStyle/>
        <a:p>
          <a:endParaRPr lang="en-GB"/>
        </a:p>
      </dgm:t>
    </dgm:pt>
    <dgm:pt modelId="{CD260D53-AAB0-41C8-8FBB-A5656C618C71}">
      <dgm:prSet phldrT="[Text]" phldr="0"/>
      <dgm:spPr/>
      <dgm:t>
        <a:bodyPr/>
        <a:lstStyle/>
        <a:p>
          <a:r>
            <a:rPr lang="en-GB" dirty="0"/>
            <a:t>Dr Olaoluwa Popoola olaowula.Popoola@glasgow.ac.uk</a:t>
          </a:r>
        </a:p>
      </dgm:t>
    </dgm:pt>
    <dgm:pt modelId="{4A966EA3-2E79-4123-BB3D-65F1149EA3EE}" type="parTrans" cxnId="{13E17E40-3966-412F-9EBE-7AD7E0D53DF0}">
      <dgm:prSet/>
      <dgm:spPr/>
      <dgm:t>
        <a:bodyPr/>
        <a:lstStyle/>
        <a:p>
          <a:endParaRPr lang="en-GB"/>
        </a:p>
      </dgm:t>
    </dgm:pt>
    <dgm:pt modelId="{47EAC446-8E93-412A-AFE4-4B35D35919BA}" type="sibTrans" cxnId="{13E17E40-3966-412F-9EBE-7AD7E0D53DF0}">
      <dgm:prSet/>
      <dgm:spPr/>
      <dgm:t>
        <a:bodyPr/>
        <a:lstStyle/>
        <a:p>
          <a:endParaRPr lang="en-GB"/>
        </a:p>
      </dgm:t>
    </dgm:pt>
    <dgm:pt modelId="{FC730112-A4DD-447A-9ED6-D2B968607FA2}">
      <dgm:prSet phldrT="[Text]" phldr="0"/>
      <dgm:spPr/>
      <dgm:t>
        <a:bodyPr/>
        <a:lstStyle/>
        <a:p>
          <a:r>
            <a:rPr lang="en-GB" dirty="0"/>
            <a:t>Prof Sajjad Hussain sajjad.hussain@glasgow.ac.uk</a:t>
          </a:r>
        </a:p>
      </dgm:t>
    </dgm:pt>
    <dgm:pt modelId="{4AE6CA20-5C7F-4102-A1EE-8118874024E3}" type="parTrans" cxnId="{FEF7E0B8-75D7-4FEE-9818-64BCC0963E65}">
      <dgm:prSet/>
      <dgm:spPr/>
      <dgm:t>
        <a:bodyPr/>
        <a:lstStyle/>
        <a:p>
          <a:endParaRPr lang="en-GB"/>
        </a:p>
      </dgm:t>
    </dgm:pt>
    <dgm:pt modelId="{3C4A64A7-9DC3-4FDB-AEC8-70A8CCD643CC}" type="sibTrans" cxnId="{FEF7E0B8-75D7-4FEE-9818-64BCC0963E65}">
      <dgm:prSet/>
      <dgm:spPr/>
      <dgm:t>
        <a:bodyPr/>
        <a:lstStyle/>
        <a:p>
          <a:endParaRPr lang="en-GB"/>
        </a:p>
      </dgm:t>
    </dgm:pt>
    <dgm:pt modelId="{B5636A92-2CAB-4114-AC28-E6980EFC71E7}">
      <dgm:prSet phldrT="[Text]" phldr="0"/>
      <dgm:spPr/>
      <dgm:t>
        <a:bodyPr/>
        <a:lstStyle/>
        <a:p>
          <a:r>
            <a:rPr lang="en-GB" dirty="0"/>
            <a:t>Prof Kelum Gamage kelum.gamage@glasgow.ac.uk</a:t>
          </a:r>
        </a:p>
      </dgm:t>
    </dgm:pt>
    <dgm:pt modelId="{603995FE-8E03-4386-BC4D-C2E15557886F}" type="parTrans" cxnId="{17F98129-F3ED-484B-8942-DA4E2594C4F1}">
      <dgm:prSet/>
      <dgm:spPr/>
      <dgm:t>
        <a:bodyPr/>
        <a:lstStyle/>
        <a:p>
          <a:endParaRPr lang="en-GB"/>
        </a:p>
      </dgm:t>
    </dgm:pt>
    <dgm:pt modelId="{3E7CC0D7-709B-4109-980C-E4F33B3D03AE}" type="sibTrans" cxnId="{17F98129-F3ED-484B-8942-DA4E2594C4F1}">
      <dgm:prSet/>
      <dgm:spPr/>
      <dgm:t>
        <a:bodyPr/>
        <a:lstStyle/>
        <a:p>
          <a:endParaRPr lang="en-GB"/>
        </a:p>
      </dgm:t>
    </dgm:pt>
    <dgm:pt modelId="{AA78460A-D781-4BFC-9DA9-4664D699A108}">
      <dgm:prSet phldrT="[Text]" phldr="0"/>
      <dgm:spPr/>
      <dgm:t>
        <a:bodyPr/>
        <a:lstStyle/>
        <a:p>
          <a:r>
            <a:rPr lang="en-GB" dirty="0"/>
            <a:t>Prof David Young david.j.young@glasgow.ac.uk </a:t>
          </a:r>
        </a:p>
      </dgm:t>
    </dgm:pt>
    <dgm:pt modelId="{87C19DE7-B6C3-4364-91E4-CE78F87D6622}" type="parTrans" cxnId="{83CEB0A3-4647-427F-B2D0-250AD3CC4621}">
      <dgm:prSet/>
      <dgm:spPr/>
      <dgm:t>
        <a:bodyPr/>
        <a:lstStyle/>
        <a:p>
          <a:endParaRPr lang="en-GB"/>
        </a:p>
      </dgm:t>
    </dgm:pt>
    <dgm:pt modelId="{E8561924-0BB0-471D-BBBD-CD7B45BE6CD6}" type="sibTrans" cxnId="{83CEB0A3-4647-427F-B2D0-250AD3CC4621}">
      <dgm:prSet/>
      <dgm:spPr/>
      <dgm:t>
        <a:bodyPr/>
        <a:lstStyle/>
        <a:p>
          <a:endParaRPr lang="en-GB"/>
        </a:p>
      </dgm:t>
    </dgm:pt>
    <dgm:pt modelId="{3E3FCA34-E241-4720-B61C-D2933313C387}">
      <dgm:prSet phldrT="[Text]" phldr="0"/>
      <dgm:spPr/>
      <dgm:t>
        <a:bodyPr/>
        <a:lstStyle/>
        <a:p>
          <a:r>
            <a:rPr lang="en-GB" dirty="0"/>
            <a:t>Prof Sajjad Hussain sajjad.hussain@glasgow.ac.uk</a:t>
          </a:r>
        </a:p>
      </dgm:t>
    </dgm:pt>
    <dgm:pt modelId="{766CA1B2-B1F0-4745-B23B-4986BD02D914}" type="parTrans" cxnId="{85AAC25F-ECED-49A5-91D7-A2CBB8F5AB7E}">
      <dgm:prSet/>
      <dgm:spPr/>
      <dgm:t>
        <a:bodyPr/>
        <a:lstStyle/>
        <a:p>
          <a:endParaRPr lang="en-GB"/>
        </a:p>
      </dgm:t>
    </dgm:pt>
    <dgm:pt modelId="{2625156E-997D-4342-9D35-654C98A62A92}" type="sibTrans" cxnId="{85AAC25F-ECED-49A5-91D7-A2CBB8F5AB7E}">
      <dgm:prSet/>
      <dgm:spPr/>
      <dgm:t>
        <a:bodyPr/>
        <a:lstStyle/>
        <a:p>
          <a:endParaRPr lang="en-GB"/>
        </a:p>
      </dgm:t>
    </dgm:pt>
    <dgm:pt modelId="{CB00ED69-3D4F-4717-830F-126BF61B1384}">
      <dgm:prSet phldrT="[Text]" phldr="0"/>
      <dgm:spPr/>
      <dgm:t>
        <a:bodyPr/>
        <a:lstStyle/>
        <a:p>
          <a:r>
            <a:rPr lang="en-GB"/>
            <a:t>Prof Scott Roy scott.roy@glasgow.ac.uk</a:t>
          </a:r>
          <a:endParaRPr lang="en-GB" dirty="0"/>
        </a:p>
      </dgm:t>
    </dgm:pt>
    <dgm:pt modelId="{CB6B026B-ADB8-405C-B2B6-E120258BF014}" type="parTrans" cxnId="{E7F732DF-EE64-4FD6-9009-5F250E5C7C74}">
      <dgm:prSet/>
      <dgm:spPr/>
      <dgm:t>
        <a:bodyPr/>
        <a:lstStyle/>
        <a:p>
          <a:endParaRPr lang="en-GB"/>
        </a:p>
      </dgm:t>
    </dgm:pt>
    <dgm:pt modelId="{DA356F8A-C0C8-4A18-9B9E-C6063911F333}" type="sibTrans" cxnId="{E7F732DF-EE64-4FD6-9009-5F250E5C7C74}">
      <dgm:prSet/>
      <dgm:spPr/>
      <dgm:t>
        <a:bodyPr/>
        <a:lstStyle/>
        <a:p>
          <a:endParaRPr lang="en-GB"/>
        </a:p>
      </dgm:t>
    </dgm:pt>
    <dgm:pt modelId="{A5D727A3-7C16-4EC6-A463-91D617313A05}" type="pres">
      <dgm:prSet presAssocID="{1A45B980-3006-4824-91EB-5EB63B47838B}" presName="linear" presStyleCnt="0">
        <dgm:presLayoutVars>
          <dgm:dir/>
          <dgm:animLvl val="lvl"/>
          <dgm:resizeHandles val="exact"/>
        </dgm:presLayoutVars>
      </dgm:prSet>
      <dgm:spPr/>
    </dgm:pt>
    <dgm:pt modelId="{DAE7DE59-ECFB-422D-A4EF-E06E12698B8D}" type="pres">
      <dgm:prSet presAssocID="{D7F8A51A-1F8B-45A4-94E3-87E5B0959DFA}" presName="parentLin" presStyleCnt="0"/>
      <dgm:spPr/>
    </dgm:pt>
    <dgm:pt modelId="{98A70CCB-7534-44C5-AD15-8C3AA0134D30}" type="pres">
      <dgm:prSet presAssocID="{D7F8A51A-1F8B-45A4-94E3-87E5B0959DFA}" presName="parentLeftMargin" presStyleLbl="node1" presStyleIdx="0" presStyleCnt="6"/>
      <dgm:spPr/>
    </dgm:pt>
    <dgm:pt modelId="{19D566FB-8427-4904-A540-DD014B867D64}" type="pres">
      <dgm:prSet presAssocID="{D7F8A51A-1F8B-45A4-94E3-87E5B0959DFA}" presName="parentText" presStyleLbl="node1" presStyleIdx="0" presStyleCnt="6">
        <dgm:presLayoutVars>
          <dgm:chMax val="0"/>
          <dgm:bulletEnabled val="1"/>
        </dgm:presLayoutVars>
      </dgm:prSet>
      <dgm:spPr/>
    </dgm:pt>
    <dgm:pt modelId="{B080AFD2-C88B-40CA-856E-BB921B6B5C8F}" type="pres">
      <dgm:prSet presAssocID="{D7F8A51A-1F8B-45A4-94E3-87E5B0959DFA}" presName="negativeSpace" presStyleCnt="0"/>
      <dgm:spPr/>
    </dgm:pt>
    <dgm:pt modelId="{024F110A-299C-4B9D-A0E6-BD33A552B82C}" type="pres">
      <dgm:prSet presAssocID="{D7F8A51A-1F8B-45A4-94E3-87E5B0959DFA}" presName="childText" presStyleLbl="conFgAcc1" presStyleIdx="0" presStyleCnt="6">
        <dgm:presLayoutVars>
          <dgm:bulletEnabled val="1"/>
        </dgm:presLayoutVars>
      </dgm:prSet>
      <dgm:spPr/>
    </dgm:pt>
    <dgm:pt modelId="{63719602-C460-4ED2-9477-57B78E938B58}" type="pres">
      <dgm:prSet presAssocID="{6B1207F9-2B25-459F-AB90-0C8F4FC3A2D3}" presName="spaceBetweenRectangles" presStyleCnt="0"/>
      <dgm:spPr/>
    </dgm:pt>
    <dgm:pt modelId="{C4B22F28-4B3F-4DE1-9E73-6C7AC825C2E1}" type="pres">
      <dgm:prSet presAssocID="{749A90D5-2AA7-4DCE-AD76-38527B83BF0C}" presName="parentLin" presStyleCnt="0"/>
      <dgm:spPr/>
    </dgm:pt>
    <dgm:pt modelId="{483135F2-D7BC-4223-AEB5-B33C7585E842}" type="pres">
      <dgm:prSet presAssocID="{749A90D5-2AA7-4DCE-AD76-38527B83BF0C}" presName="parentLeftMargin" presStyleLbl="node1" presStyleIdx="0" presStyleCnt="6"/>
      <dgm:spPr/>
    </dgm:pt>
    <dgm:pt modelId="{CE804E2D-2436-48F8-B04F-14148A185A48}" type="pres">
      <dgm:prSet presAssocID="{749A90D5-2AA7-4DCE-AD76-38527B83BF0C}" presName="parentText" presStyleLbl="node1" presStyleIdx="1" presStyleCnt="6">
        <dgm:presLayoutVars>
          <dgm:chMax val="0"/>
          <dgm:bulletEnabled val="1"/>
        </dgm:presLayoutVars>
      </dgm:prSet>
      <dgm:spPr/>
    </dgm:pt>
    <dgm:pt modelId="{4E640B78-218F-4FAC-9932-32AFF217A510}" type="pres">
      <dgm:prSet presAssocID="{749A90D5-2AA7-4DCE-AD76-38527B83BF0C}" presName="negativeSpace" presStyleCnt="0"/>
      <dgm:spPr/>
    </dgm:pt>
    <dgm:pt modelId="{82B0FF80-E905-42A8-BD4E-963CF5FAC783}" type="pres">
      <dgm:prSet presAssocID="{749A90D5-2AA7-4DCE-AD76-38527B83BF0C}" presName="childText" presStyleLbl="conFgAcc1" presStyleIdx="1" presStyleCnt="6">
        <dgm:presLayoutVars>
          <dgm:bulletEnabled val="1"/>
        </dgm:presLayoutVars>
      </dgm:prSet>
      <dgm:spPr/>
    </dgm:pt>
    <dgm:pt modelId="{6DE8C5E3-2A28-44D3-AF13-86654197E5A4}" type="pres">
      <dgm:prSet presAssocID="{3E02687B-4972-4C42-BE5A-03A23161DD8E}" presName="spaceBetweenRectangles" presStyleCnt="0"/>
      <dgm:spPr/>
    </dgm:pt>
    <dgm:pt modelId="{62C4A1C8-B73D-410B-871F-7364B2E19FB5}" type="pres">
      <dgm:prSet presAssocID="{22D446AB-0802-4789-94B4-FDE8D9288620}" presName="parentLin" presStyleCnt="0"/>
      <dgm:spPr/>
    </dgm:pt>
    <dgm:pt modelId="{B8779035-6CAB-48EB-ADE7-81C842086D1C}" type="pres">
      <dgm:prSet presAssocID="{22D446AB-0802-4789-94B4-FDE8D9288620}" presName="parentLeftMargin" presStyleLbl="node1" presStyleIdx="1" presStyleCnt="6"/>
      <dgm:spPr/>
    </dgm:pt>
    <dgm:pt modelId="{79FBEEB9-3D53-4ABD-934D-77EB62145CC3}" type="pres">
      <dgm:prSet presAssocID="{22D446AB-0802-4789-94B4-FDE8D9288620}" presName="parentText" presStyleLbl="node1" presStyleIdx="2" presStyleCnt="6">
        <dgm:presLayoutVars>
          <dgm:chMax val="0"/>
          <dgm:bulletEnabled val="1"/>
        </dgm:presLayoutVars>
      </dgm:prSet>
      <dgm:spPr/>
    </dgm:pt>
    <dgm:pt modelId="{5814B3B7-D3A1-44A0-9ADE-11D500A15B3B}" type="pres">
      <dgm:prSet presAssocID="{22D446AB-0802-4789-94B4-FDE8D9288620}" presName="negativeSpace" presStyleCnt="0"/>
      <dgm:spPr/>
    </dgm:pt>
    <dgm:pt modelId="{5158714F-B9BE-44D3-B435-B831998C4884}" type="pres">
      <dgm:prSet presAssocID="{22D446AB-0802-4789-94B4-FDE8D9288620}" presName="childText" presStyleLbl="conFgAcc1" presStyleIdx="2" presStyleCnt="6">
        <dgm:presLayoutVars>
          <dgm:bulletEnabled val="1"/>
        </dgm:presLayoutVars>
      </dgm:prSet>
      <dgm:spPr/>
    </dgm:pt>
    <dgm:pt modelId="{B535EB94-DA93-42DC-BF54-D9C94E344859}" type="pres">
      <dgm:prSet presAssocID="{0E57855D-988E-48B0-A735-6420BEBDEB3A}" presName="spaceBetweenRectangles" presStyleCnt="0"/>
      <dgm:spPr/>
    </dgm:pt>
    <dgm:pt modelId="{3425B585-01B3-497C-A31C-E283FB6CD51B}" type="pres">
      <dgm:prSet presAssocID="{05EB3428-BFD8-457B-A775-BE01B87518D3}" presName="parentLin" presStyleCnt="0"/>
      <dgm:spPr/>
    </dgm:pt>
    <dgm:pt modelId="{82B1BF7B-138F-487A-B587-79C1B10A0020}" type="pres">
      <dgm:prSet presAssocID="{05EB3428-BFD8-457B-A775-BE01B87518D3}" presName="parentLeftMargin" presStyleLbl="node1" presStyleIdx="2" presStyleCnt="6"/>
      <dgm:spPr/>
    </dgm:pt>
    <dgm:pt modelId="{438895CE-D3F8-46C8-B695-882E2FBE1F0D}" type="pres">
      <dgm:prSet presAssocID="{05EB3428-BFD8-457B-A775-BE01B87518D3}" presName="parentText" presStyleLbl="node1" presStyleIdx="3" presStyleCnt="6">
        <dgm:presLayoutVars>
          <dgm:chMax val="0"/>
          <dgm:bulletEnabled val="1"/>
        </dgm:presLayoutVars>
      </dgm:prSet>
      <dgm:spPr/>
    </dgm:pt>
    <dgm:pt modelId="{904D1663-D424-414E-A916-AD8764A5C9B0}" type="pres">
      <dgm:prSet presAssocID="{05EB3428-BFD8-457B-A775-BE01B87518D3}" presName="negativeSpace" presStyleCnt="0"/>
      <dgm:spPr/>
    </dgm:pt>
    <dgm:pt modelId="{52EA93E6-858A-4E21-BEFD-56A8C3A986F9}" type="pres">
      <dgm:prSet presAssocID="{05EB3428-BFD8-457B-A775-BE01B87518D3}" presName="childText" presStyleLbl="conFgAcc1" presStyleIdx="3" presStyleCnt="6">
        <dgm:presLayoutVars>
          <dgm:bulletEnabled val="1"/>
        </dgm:presLayoutVars>
      </dgm:prSet>
      <dgm:spPr/>
    </dgm:pt>
    <dgm:pt modelId="{1B752D76-E31F-461A-ADF0-6D0F182303CA}" type="pres">
      <dgm:prSet presAssocID="{58FACABD-9D4E-4FCE-A6F5-0446A51FE482}" presName="spaceBetweenRectangles" presStyleCnt="0"/>
      <dgm:spPr/>
    </dgm:pt>
    <dgm:pt modelId="{2E075E4B-52B9-4B93-AA6D-ECAD09A7282A}" type="pres">
      <dgm:prSet presAssocID="{97BC9DD1-EEAB-4563-BB35-56461096559B}" presName="parentLin" presStyleCnt="0"/>
      <dgm:spPr/>
    </dgm:pt>
    <dgm:pt modelId="{F16D8E70-46DF-4CD4-9348-4F96E58F947A}" type="pres">
      <dgm:prSet presAssocID="{97BC9DD1-EEAB-4563-BB35-56461096559B}" presName="parentLeftMargin" presStyleLbl="node1" presStyleIdx="3" presStyleCnt="6"/>
      <dgm:spPr/>
    </dgm:pt>
    <dgm:pt modelId="{7551F4FF-6658-4567-92DE-9A712BC918FD}" type="pres">
      <dgm:prSet presAssocID="{97BC9DD1-EEAB-4563-BB35-56461096559B}" presName="parentText" presStyleLbl="node1" presStyleIdx="4" presStyleCnt="6">
        <dgm:presLayoutVars>
          <dgm:chMax val="0"/>
          <dgm:bulletEnabled val="1"/>
        </dgm:presLayoutVars>
      </dgm:prSet>
      <dgm:spPr/>
    </dgm:pt>
    <dgm:pt modelId="{0B5A1715-3AE6-449D-8182-02D5F2CB1BF8}" type="pres">
      <dgm:prSet presAssocID="{97BC9DD1-EEAB-4563-BB35-56461096559B}" presName="negativeSpace" presStyleCnt="0"/>
      <dgm:spPr/>
    </dgm:pt>
    <dgm:pt modelId="{B3619A2E-2041-4E2C-83FD-54FB811ACE3E}" type="pres">
      <dgm:prSet presAssocID="{97BC9DD1-EEAB-4563-BB35-56461096559B}" presName="childText" presStyleLbl="conFgAcc1" presStyleIdx="4" presStyleCnt="6">
        <dgm:presLayoutVars>
          <dgm:bulletEnabled val="1"/>
        </dgm:presLayoutVars>
      </dgm:prSet>
      <dgm:spPr/>
    </dgm:pt>
    <dgm:pt modelId="{5253CEB4-BB4C-4969-9407-C02B4B274559}" type="pres">
      <dgm:prSet presAssocID="{49DB24D3-E41D-4633-893F-0E6A04E6E33C}" presName="spaceBetweenRectangles" presStyleCnt="0"/>
      <dgm:spPr/>
    </dgm:pt>
    <dgm:pt modelId="{97C306CC-F654-4116-9BDF-B972ABDE2B29}" type="pres">
      <dgm:prSet presAssocID="{C38179DA-3192-4FEB-8005-9C29BE478121}" presName="parentLin" presStyleCnt="0"/>
      <dgm:spPr/>
    </dgm:pt>
    <dgm:pt modelId="{78B9CEC9-722D-4B02-BD5C-C6110E5F8EBD}" type="pres">
      <dgm:prSet presAssocID="{C38179DA-3192-4FEB-8005-9C29BE478121}" presName="parentLeftMargin" presStyleLbl="node1" presStyleIdx="4" presStyleCnt="6"/>
      <dgm:spPr/>
    </dgm:pt>
    <dgm:pt modelId="{E8C1A7D6-22FE-4AE0-8FFD-183E4546ABE2}" type="pres">
      <dgm:prSet presAssocID="{C38179DA-3192-4FEB-8005-9C29BE478121}" presName="parentText" presStyleLbl="node1" presStyleIdx="5" presStyleCnt="6">
        <dgm:presLayoutVars>
          <dgm:chMax val="0"/>
          <dgm:bulletEnabled val="1"/>
        </dgm:presLayoutVars>
      </dgm:prSet>
      <dgm:spPr/>
    </dgm:pt>
    <dgm:pt modelId="{45DCD97B-BC3E-4BB7-B8DE-37623053534D}" type="pres">
      <dgm:prSet presAssocID="{C38179DA-3192-4FEB-8005-9C29BE478121}" presName="negativeSpace" presStyleCnt="0"/>
      <dgm:spPr/>
    </dgm:pt>
    <dgm:pt modelId="{93BDCAF7-A006-4A2E-BD49-4DE8F383592E}" type="pres">
      <dgm:prSet presAssocID="{C38179DA-3192-4FEB-8005-9C29BE478121}" presName="childText" presStyleLbl="conFgAcc1" presStyleIdx="5" presStyleCnt="6">
        <dgm:presLayoutVars>
          <dgm:bulletEnabled val="1"/>
        </dgm:presLayoutVars>
      </dgm:prSet>
      <dgm:spPr/>
    </dgm:pt>
  </dgm:ptLst>
  <dgm:cxnLst>
    <dgm:cxn modelId="{645E4A00-F6B6-44C5-9C22-5E71A5C7AE7A}" type="presOf" srcId="{22D446AB-0802-4789-94B4-FDE8D9288620}" destId="{79FBEEB9-3D53-4ABD-934D-77EB62145CC3}" srcOrd="1" destOrd="0" presId="urn:microsoft.com/office/officeart/2005/8/layout/list1"/>
    <dgm:cxn modelId="{DD082B03-0BF6-4F6B-996F-862C34837A02}" type="presOf" srcId="{749A90D5-2AA7-4DCE-AD76-38527B83BF0C}" destId="{CE804E2D-2436-48F8-B04F-14148A185A48}" srcOrd="1" destOrd="0" presId="urn:microsoft.com/office/officeart/2005/8/layout/list1"/>
    <dgm:cxn modelId="{0E93EF0B-F833-46E8-B6A5-F96680E6235C}" type="presOf" srcId="{D7F8A51A-1F8B-45A4-94E3-87E5B0959DFA}" destId="{98A70CCB-7534-44C5-AD15-8C3AA0134D30}" srcOrd="0" destOrd="0" presId="urn:microsoft.com/office/officeart/2005/8/layout/list1"/>
    <dgm:cxn modelId="{69032A1C-795D-4103-947B-CD0C4B815A1B}" srcId="{1A45B980-3006-4824-91EB-5EB63B47838B}" destId="{749A90D5-2AA7-4DCE-AD76-38527B83BF0C}" srcOrd="1" destOrd="0" parTransId="{171DD4E5-4182-4B8A-A6E3-AE43594A47D7}" sibTransId="{3E02687B-4972-4C42-BE5A-03A23161DD8E}"/>
    <dgm:cxn modelId="{17F98129-F3ED-484B-8942-DA4E2594C4F1}" srcId="{22D446AB-0802-4789-94B4-FDE8D9288620}" destId="{B5636A92-2CAB-4114-AC28-E6980EFC71E7}" srcOrd="0" destOrd="0" parTransId="{603995FE-8E03-4386-BC4D-C2E15557886F}" sibTransId="{3E7CC0D7-709B-4109-980C-E4F33B3D03AE}"/>
    <dgm:cxn modelId="{13E17E40-3966-412F-9EBE-7AD7E0D53DF0}" srcId="{D7F8A51A-1F8B-45A4-94E3-87E5B0959DFA}" destId="{CD260D53-AAB0-41C8-8FBB-A5656C618C71}" srcOrd="0" destOrd="0" parTransId="{4A966EA3-2E79-4123-BB3D-65F1149EA3EE}" sibTransId="{47EAC446-8E93-412A-AFE4-4B35D35919BA}"/>
    <dgm:cxn modelId="{3526CB5B-C0F1-4858-9E00-0E39F980D21B}" type="presOf" srcId="{B5636A92-2CAB-4114-AC28-E6980EFC71E7}" destId="{5158714F-B9BE-44D3-B435-B831998C4884}" srcOrd="0" destOrd="0" presId="urn:microsoft.com/office/officeart/2005/8/layout/list1"/>
    <dgm:cxn modelId="{85AAC25F-ECED-49A5-91D7-A2CBB8F5AB7E}" srcId="{97BC9DD1-EEAB-4563-BB35-56461096559B}" destId="{3E3FCA34-E241-4720-B61C-D2933313C387}" srcOrd="0" destOrd="0" parTransId="{766CA1B2-B1F0-4745-B23B-4986BD02D914}" sibTransId="{2625156E-997D-4342-9D35-654C98A62A92}"/>
    <dgm:cxn modelId="{CB198041-EF3F-4277-9358-E1643AC7D8C2}" type="presOf" srcId="{97BC9DD1-EEAB-4563-BB35-56461096559B}" destId="{7551F4FF-6658-4567-92DE-9A712BC918FD}" srcOrd="1" destOrd="0" presId="urn:microsoft.com/office/officeart/2005/8/layout/list1"/>
    <dgm:cxn modelId="{28709371-7C77-42FB-8C43-AF758175AC06}" srcId="{1A45B980-3006-4824-91EB-5EB63B47838B}" destId="{22D446AB-0802-4789-94B4-FDE8D9288620}" srcOrd="2" destOrd="0" parTransId="{9AA7B95A-A5FE-4F33-B3BE-932B6F793C16}" sibTransId="{0E57855D-988E-48B0-A735-6420BEBDEB3A}"/>
    <dgm:cxn modelId="{33ECB274-50FE-4C08-9D3B-C9EAE65519B3}" type="presOf" srcId="{05EB3428-BFD8-457B-A775-BE01B87518D3}" destId="{82B1BF7B-138F-487A-B587-79C1B10A0020}" srcOrd="0" destOrd="0" presId="urn:microsoft.com/office/officeart/2005/8/layout/list1"/>
    <dgm:cxn modelId="{18DFE774-856A-4DBC-97A4-321838B524A1}" type="presOf" srcId="{D7F8A51A-1F8B-45A4-94E3-87E5B0959DFA}" destId="{19D566FB-8427-4904-A540-DD014B867D64}" srcOrd="1" destOrd="0" presId="urn:microsoft.com/office/officeart/2005/8/layout/list1"/>
    <dgm:cxn modelId="{9D33077A-B9B7-4756-B875-61B66639265D}" type="presOf" srcId="{3E3FCA34-E241-4720-B61C-D2933313C387}" destId="{B3619A2E-2041-4E2C-83FD-54FB811ACE3E}" srcOrd="0" destOrd="0" presId="urn:microsoft.com/office/officeart/2005/8/layout/list1"/>
    <dgm:cxn modelId="{9D455185-D38C-4884-8274-43E1086D0F96}" type="presOf" srcId="{05EB3428-BFD8-457B-A775-BE01B87518D3}" destId="{438895CE-D3F8-46C8-B695-882E2FBE1F0D}" srcOrd="1" destOrd="0" presId="urn:microsoft.com/office/officeart/2005/8/layout/list1"/>
    <dgm:cxn modelId="{731F9D8D-79D9-4379-B377-66A529A182FF}" srcId="{1A45B980-3006-4824-91EB-5EB63B47838B}" destId="{97BC9DD1-EEAB-4563-BB35-56461096559B}" srcOrd="4" destOrd="0" parTransId="{A721790B-5801-4791-8971-868B087F9AC2}" sibTransId="{49DB24D3-E41D-4633-893F-0E6A04E6E33C}"/>
    <dgm:cxn modelId="{6185E790-856E-4C75-AC40-16A493117F22}" type="presOf" srcId="{CB00ED69-3D4F-4717-830F-126BF61B1384}" destId="{93BDCAF7-A006-4A2E-BD49-4DE8F383592E}" srcOrd="0" destOrd="0" presId="urn:microsoft.com/office/officeart/2005/8/layout/list1"/>
    <dgm:cxn modelId="{08AE1C95-EF34-426F-8806-56CCA13CFB8E}" srcId="{1A45B980-3006-4824-91EB-5EB63B47838B}" destId="{05EB3428-BFD8-457B-A775-BE01B87518D3}" srcOrd="3" destOrd="0" parTransId="{AD4BE8DA-3924-4DC5-A28C-DF8B71B5D4B5}" sibTransId="{58FACABD-9D4E-4FCE-A6F5-0446A51FE482}"/>
    <dgm:cxn modelId="{37E6F998-A585-431C-A7E4-5661AB5B2FC2}" type="presOf" srcId="{22D446AB-0802-4789-94B4-FDE8D9288620}" destId="{B8779035-6CAB-48EB-ADE7-81C842086D1C}" srcOrd="0" destOrd="0" presId="urn:microsoft.com/office/officeart/2005/8/layout/list1"/>
    <dgm:cxn modelId="{671FBC99-34A0-4A84-9D54-742107EAB816}" type="presOf" srcId="{AA78460A-D781-4BFC-9DA9-4664D699A108}" destId="{52EA93E6-858A-4E21-BEFD-56A8C3A986F9}" srcOrd="0" destOrd="0" presId="urn:microsoft.com/office/officeart/2005/8/layout/list1"/>
    <dgm:cxn modelId="{919CB09F-796F-4AC6-8783-09BADAC64F43}" type="presOf" srcId="{C38179DA-3192-4FEB-8005-9C29BE478121}" destId="{E8C1A7D6-22FE-4AE0-8FFD-183E4546ABE2}" srcOrd="1" destOrd="0" presId="urn:microsoft.com/office/officeart/2005/8/layout/list1"/>
    <dgm:cxn modelId="{91316EA1-D803-4A1B-83AE-70038AA477BB}" type="presOf" srcId="{97BC9DD1-EEAB-4563-BB35-56461096559B}" destId="{F16D8E70-46DF-4CD4-9348-4F96E58F947A}" srcOrd="0" destOrd="0" presId="urn:microsoft.com/office/officeart/2005/8/layout/list1"/>
    <dgm:cxn modelId="{83CEB0A3-4647-427F-B2D0-250AD3CC4621}" srcId="{05EB3428-BFD8-457B-A775-BE01B87518D3}" destId="{AA78460A-D781-4BFC-9DA9-4664D699A108}" srcOrd="0" destOrd="0" parTransId="{87C19DE7-B6C3-4364-91E4-CE78F87D6622}" sibTransId="{E8561924-0BB0-471D-BBBD-CD7B45BE6CD6}"/>
    <dgm:cxn modelId="{1E2E20A9-5FCE-41EA-8644-0BBE670DA1A1}" type="presOf" srcId="{C38179DA-3192-4FEB-8005-9C29BE478121}" destId="{78B9CEC9-722D-4B02-BD5C-C6110E5F8EBD}" srcOrd="0" destOrd="0" presId="urn:microsoft.com/office/officeart/2005/8/layout/list1"/>
    <dgm:cxn modelId="{C374E4AA-C636-4DC5-A05C-2F100C8E91FB}" type="presOf" srcId="{1A45B980-3006-4824-91EB-5EB63B47838B}" destId="{A5D727A3-7C16-4EC6-A463-91D617313A05}" srcOrd="0" destOrd="0" presId="urn:microsoft.com/office/officeart/2005/8/layout/list1"/>
    <dgm:cxn modelId="{13B58BB4-FDBD-40AB-A76C-393437008DC2}" type="presOf" srcId="{749A90D5-2AA7-4DCE-AD76-38527B83BF0C}" destId="{483135F2-D7BC-4223-AEB5-B33C7585E842}" srcOrd="0" destOrd="0" presId="urn:microsoft.com/office/officeart/2005/8/layout/list1"/>
    <dgm:cxn modelId="{FEF7E0B8-75D7-4FEE-9818-64BCC0963E65}" srcId="{749A90D5-2AA7-4DCE-AD76-38527B83BF0C}" destId="{FC730112-A4DD-447A-9ED6-D2B968607FA2}" srcOrd="0" destOrd="0" parTransId="{4AE6CA20-5C7F-4102-A1EE-8118874024E3}" sibTransId="{3C4A64A7-9DC3-4FDB-AEC8-70A8CCD643CC}"/>
    <dgm:cxn modelId="{CEB9E1C5-2F5A-4B5C-820F-E31E4F089A21}" srcId="{1A45B980-3006-4824-91EB-5EB63B47838B}" destId="{D7F8A51A-1F8B-45A4-94E3-87E5B0959DFA}" srcOrd="0" destOrd="0" parTransId="{A40EE86E-335D-459A-95AA-5B48BB58423E}" sibTransId="{6B1207F9-2B25-459F-AB90-0C8F4FC3A2D3}"/>
    <dgm:cxn modelId="{A4ADD3C7-1EED-464B-B459-C8644D9373C1}" srcId="{1A45B980-3006-4824-91EB-5EB63B47838B}" destId="{C38179DA-3192-4FEB-8005-9C29BE478121}" srcOrd="5" destOrd="0" parTransId="{44E577C7-097C-4A5B-AA69-A69349EBB810}" sibTransId="{DFB6DF17-67C0-4D8D-9C63-669BA9D17291}"/>
    <dgm:cxn modelId="{E7F732DF-EE64-4FD6-9009-5F250E5C7C74}" srcId="{C38179DA-3192-4FEB-8005-9C29BE478121}" destId="{CB00ED69-3D4F-4717-830F-126BF61B1384}" srcOrd="0" destOrd="0" parTransId="{CB6B026B-ADB8-405C-B2B6-E120258BF014}" sibTransId="{DA356F8A-C0C8-4A18-9B9E-C6063911F333}"/>
    <dgm:cxn modelId="{8E94D8F1-3309-4434-BE66-BC3A018BC441}" type="presOf" srcId="{CD260D53-AAB0-41C8-8FBB-A5656C618C71}" destId="{024F110A-299C-4B9D-A0E6-BD33A552B82C}" srcOrd="0" destOrd="0" presId="urn:microsoft.com/office/officeart/2005/8/layout/list1"/>
    <dgm:cxn modelId="{EA9B31F7-88F2-4B8B-8D54-91FF0979AEEC}" type="presOf" srcId="{FC730112-A4DD-447A-9ED6-D2B968607FA2}" destId="{82B0FF80-E905-42A8-BD4E-963CF5FAC783}" srcOrd="0" destOrd="0" presId="urn:microsoft.com/office/officeart/2005/8/layout/list1"/>
    <dgm:cxn modelId="{E294EF4F-BAAA-4CC6-ABAF-6403766B0765}" type="presParOf" srcId="{A5D727A3-7C16-4EC6-A463-91D617313A05}" destId="{DAE7DE59-ECFB-422D-A4EF-E06E12698B8D}" srcOrd="0" destOrd="0" presId="urn:microsoft.com/office/officeart/2005/8/layout/list1"/>
    <dgm:cxn modelId="{7107A088-FC85-4DDF-9A8C-12E98EF72246}" type="presParOf" srcId="{DAE7DE59-ECFB-422D-A4EF-E06E12698B8D}" destId="{98A70CCB-7534-44C5-AD15-8C3AA0134D30}" srcOrd="0" destOrd="0" presId="urn:microsoft.com/office/officeart/2005/8/layout/list1"/>
    <dgm:cxn modelId="{4919D966-29A4-47DD-B406-19E06861F019}" type="presParOf" srcId="{DAE7DE59-ECFB-422D-A4EF-E06E12698B8D}" destId="{19D566FB-8427-4904-A540-DD014B867D64}" srcOrd="1" destOrd="0" presId="urn:microsoft.com/office/officeart/2005/8/layout/list1"/>
    <dgm:cxn modelId="{4004CB78-EEB1-4652-9C1C-6975970A0BE6}" type="presParOf" srcId="{A5D727A3-7C16-4EC6-A463-91D617313A05}" destId="{B080AFD2-C88B-40CA-856E-BB921B6B5C8F}" srcOrd="1" destOrd="0" presId="urn:microsoft.com/office/officeart/2005/8/layout/list1"/>
    <dgm:cxn modelId="{8EBF88D4-6A6D-4EAD-BC41-0E614FF46F6C}" type="presParOf" srcId="{A5D727A3-7C16-4EC6-A463-91D617313A05}" destId="{024F110A-299C-4B9D-A0E6-BD33A552B82C}" srcOrd="2" destOrd="0" presId="urn:microsoft.com/office/officeart/2005/8/layout/list1"/>
    <dgm:cxn modelId="{379EB813-02EF-4200-BC0B-53ECFCF6D721}" type="presParOf" srcId="{A5D727A3-7C16-4EC6-A463-91D617313A05}" destId="{63719602-C460-4ED2-9477-57B78E938B58}" srcOrd="3" destOrd="0" presId="urn:microsoft.com/office/officeart/2005/8/layout/list1"/>
    <dgm:cxn modelId="{3A64D8DF-2F69-4476-BDCC-39C98589DE38}" type="presParOf" srcId="{A5D727A3-7C16-4EC6-A463-91D617313A05}" destId="{C4B22F28-4B3F-4DE1-9E73-6C7AC825C2E1}" srcOrd="4" destOrd="0" presId="urn:microsoft.com/office/officeart/2005/8/layout/list1"/>
    <dgm:cxn modelId="{FA9C4BFA-1E47-4F42-A1B3-139FF7A309DE}" type="presParOf" srcId="{C4B22F28-4B3F-4DE1-9E73-6C7AC825C2E1}" destId="{483135F2-D7BC-4223-AEB5-B33C7585E842}" srcOrd="0" destOrd="0" presId="urn:microsoft.com/office/officeart/2005/8/layout/list1"/>
    <dgm:cxn modelId="{2557B3CB-0319-4B4A-AE45-05E6AAC764FB}" type="presParOf" srcId="{C4B22F28-4B3F-4DE1-9E73-6C7AC825C2E1}" destId="{CE804E2D-2436-48F8-B04F-14148A185A48}" srcOrd="1" destOrd="0" presId="urn:microsoft.com/office/officeart/2005/8/layout/list1"/>
    <dgm:cxn modelId="{7875CD58-9C3C-4BE9-9A36-3F515C2DA065}" type="presParOf" srcId="{A5D727A3-7C16-4EC6-A463-91D617313A05}" destId="{4E640B78-218F-4FAC-9932-32AFF217A510}" srcOrd="5" destOrd="0" presId="urn:microsoft.com/office/officeart/2005/8/layout/list1"/>
    <dgm:cxn modelId="{4E23FA4F-0970-4FE4-BC97-0E607A76EB4B}" type="presParOf" srcId="{A5D727A3-7C16-4EC6-A463-91D617313A05}" destId="{82B0FF80-E905-42A8-BD4E-963CF5FAC783}" srcOrd="6" destOrd="0" presId="urn:microsoft.com/office/officeart/2005/8/layout/list1"/>
    <dgm:cxn modelId="{63199154-CD02-4074-87C4-1780A4828E96}" type="presParOf" srcId="{A5D727A3-7C16-4EC6-A463-91D617313A05}" destId="{6DE8C5E3-2A28-44D3-AF13-86654197E5A4}" srcOrd="7" destOrd="0" presId="urn:microsoft.com/office/officeart/2005/8/layout/list1"/>
    <dgm:cxn modelId="{D7EB14DD-76D0-49B3-824A-9FC6F33701DD}" type="presParOf" srcId="{A5D727A3-7C16-4EC6-A463-91D617313A05}" destId="{62C4A1C8-B73D-410B-871F-7364B2E19FB5}" srcOrd="8" destOrd="0" presId="urn:microsoft.com/office/officeart/2005/8/layout/list1"/>
    <dgm:cxn modelId="{4CCD1A9A-5FFC-4D43-9AC3-B6D560681A56}" type="presParOf" srcId="{62C4A1C8-B73D-410B-871F-7364B2E19FB5}" destId="{B8779035-6CAB-48EB-ADE7-81C842086D1C}" srcOrd="0" destOrd="0" presId="urn:microsoft.com/office/officeart/2005/8/layout/list1"/>
    <dgm:cxn modelId="{1E9D9320-A287-4117-BD6F-F10BBCFA1F41}" type="presParOf" srcId="{62C4A1C8-B73D-410B-871F-7364B2E19FB5}" destId="{79FBEEB9-3D53-4ABD-934D-77EB62145CC3}" srcOrd="1" destOrd="0" presId="urn:microsoft.com/office/officeart/2005/8/layout/list1"/>
    <dgm:cxn modelId="{3E8A2D69-840F-4C13-9F5A-D20374575B16}" type="presParOf" srcId="{A5D727A3-7C16-4EC6-A463-91D617313A05}" destId="{5814B3B7-D3A1-44A0-9ADE-11D500A15B3B}" srcOrd="9" destOrd="0" presId="urn:microsoft.com/office/officeart/2005/8/layout/list1"/>
    <dgm:cxn modelId="{FAF42510-E729-416E-9D24-1C7739EF8206}" type="presParOf" srcId="{A5D727A3-7C16-4EC6-A463-91D617313A05}" destId="{5158714F-B9BE-44D3-B435-B831998C4884}" srcOrd="10" destOrd="0" presId="urn:microsoft.com/office/officeart/2005/8/layout/list1"/>
    <dgm:cxn modelId="{00D3FD98-90BD-4586-8155-376796FD293D}" type="presParOf" srcId="{A5D727A3-7C16-4EC6-A463-91D617313A05}" destId="{B535EB94-DA93-42DC-BF54-D9C94E344859}" srcOrd="11" destOrd="0" presId="urn:microsoft.com/office/officeart/2005/8/layout/list1"/>
    <dgm:cxn modelId="{1BCD3836-C82B-40A0-BEC7-B068B0A85111}" type="presParOf" srcId="{A5D727A3-7C16-4EC6-A463-91D617313A05}" destId="{3425B585-01B3-497C-A31C-E283FB6CD51B}" srcOrd="12" destOrd="0" presId="urn:microsoft.com/office/officeart/2005/8/layout/list1"/>
    <dgm:cxn modelId="{0D5CFE93-C5A9-4F92-9961-A76736B74CD8}" type="presParOf" srcId="{3425B585-01B3-497C-A31C-E283FB6CD51B}" destId="{82B1BF7B-138F-487A-B587-79C1B10A0020}" srcOrd="0" destOrd="0" presId="urn:microsoft.com/office/officeart/2005/8/layout/list1"/>
    <dgm:cxn modelId="{67FB668F-54CD-4AB8-A518-CE4322A2AE92}" type="presParOf" srcId="{3425B585-01B3-497C-A31C-E283FB6CD51B}" destId="{438895CE-D3F8-46C8-B695-882E2FBE1F0D}" srcOrd="1" destOrd="0" presId="urn:microsoft.com/office/officeart/2005/8/layout/list1"/>
    <dgm:cxn modelId="{33E1C8A4-3BB9-4CC0-8219-2E4550DDCAA8}" type="presParOf" srcId="{A5D727A3-7C16-4EC6-A463-91D617313A05}" destId="{904D1663-D424-414E-A916-AD8764A5C9B0}" srcOrd="13" destOrd="0" presId="urn:microsoft.com/office/officeart/2005/8/layout/list1"/>
    <dgm:cxn modelId="{3E0EBACA-6C7D-471B-BA04-6B6E1FDA3AD0}" type="presParOf" srcId="{A5D727A3-7C16-4EC6-A463-91D617313A05}" destId="{52EA93E6-858A-4E21-BEFD-56A8C3A986F9}" srcOrd="14" destOrd="0" presId="urn:microsoft.com/office/officeart/2005/8/layout/list1"/>
    <dgm:cxn modelId="{05C7A3A6-C29D-4363-B516-493481A5FE9C}" type="presParOf" srcId="{A5D727A3-7C16-4EC6-A463-91D617313A05}" destId="{1B752D76-E31F-461A-ADF0-6D0F182303CA}" srcOrd="15" destOrd="0" presId="urn:microsoft.com/office/officeart/2005/8/layout/list1"/>
    <dgm:cxn modelId="{51604AA9-2A1D-423A-871B-3B184CDC64BF}" type="presParOf" srcId="{A5D727A3-7C16-4EC6-A463-91D617313A05}" destId="{2E075E4B-52B9-4B93-AA6D-ECAD09A7282A}" srcOrd="16" destOrd="0" presId="urn:microsoft.com/office/officeart/2005/8/layout/list1"/>
    <dgm:cxn modelId="{5B78AD90-BB51-49C2-967F-D342BB768F3A}" type="presParOf" srcId="{2E075E4B-52B9-4B93-AA6D-ECAD09A7282A}" destId="{F16D8E70-46DF-4CD4-9348-4F96E58F947A}" srcOrd="0" destOrd="0" presId="urn:microsoft.com/office/officeart/2005/8/layout/list1"/>
    <dgm:cxn modelId="{29A5A569-FD75-40FD-96CF-0A800FC25E53}" type="presParOf" srcId="{2E075E4B-52B9-4B93-AA6D-ECAD09A7282A}" destId="{7551F4FF-6658-4567-92DE-9A712BC918FD}" srcOrd="1" destOrd="0" presId="urn:microsoft.com/office/officeart/2005/8/layout/list1"/>
    <dgm:cxn modelId="{2F891212-716D-4C6C-AE13-C56387B1E00B}" type="presParOf" srcId="{A5D727A3-7C16-4EC6-A463-91D617313A05}" destId="{0B5A1715-3AE6-449D-8182-02D5F2CB1BF8}" srcOrd="17" destOrd="0" presId="urn:microsoft.com/office/officeart/2005/8/layout/list1"/>
    <dgm:cxn modelId="{517AB26D-1D61-49A5-8C25-BE93059A4469}" type="presParOf" srcId="{A5D727A3-7C16-4EC6-A463-91D617313A05}" destId="{B3619A2E-2041-4E2C-83FD-54FB811ACE3E}" srcOrd="18" destOrd="0" presId="urn:microsoft.com/office/officeart/2005/8/layout/list1"/>
    <dgm:cxn modelId="{D8770DFA-E8C3-4263-B65B-7DEE50F197B0}" type="presParOf" srcId="{A5D727A3-7C16-4EC6-A463-91D617313A05}" destId="{5253CEB4-BB4C-4969-9407-C02B4B274559}" srcOrd="19" destOrd="0" presId="urn:microsoft.com/office/officeart/2005/8/layout/list1"/>
    <dgm:cxn modelId="{21BC0C39-01F1-4C0D-9D03-DF51672513DF}" type="presParOf" srcId="{A5D727A3-7C16-4EC6-A463-91D617313A05}" destId="{97C306CC-F654-4116-9BDF-B972ABDE2B29}" srcOrd="20" destOrd="0" presId="urn:microsoft.com/office/officeart/2005/8/layout/list1"/>
    <dgm:cxn modelId="{F326A9A6-43B1-4242-BD8C-8B4832BC63FC}" type="presParOf" srcId="{97C306CC-F654-4116-9BDF-B972ABDE2B29}" destId="{78B9CEC9-722D-4B02-BD5C-C6110E5F8EBD}" srcOrd="0" destOrd="0" presId="urn:microsoft.com/office/officeart/2005/8/layout/list1"/>
    <dgm:cxn modelId="{6A320E92-D1EA-4F68-9568-1C42300C4A8A}" type="presParOf" srcId="{97C306CC-F654-4116-9BDF-B972ABDE2B29}" destId="{E8C1A7D6-22FE-4AE0-8FFD-183E4546ABE2}" srcOrd="1" destOrd="0" presId="urn:microsoft.com/office/officeart/2005/8/layout/list1"/>
    <dgm:cxn modelId="{468A3107-ACFC-45B5-BD05-8FB7E21055D2}" type="presParOf" srcId="{A5D727A3-7C16-4EC6-A463-91D617313A05}" destId="{45DCD97B-BC3E-4BB7-B8DE-37623053534D}" srcOrd="21" destOrd="0" presId="urn:microsoft.com/office/officeart/2005/8/layout/list1"/>
    <dgm:cxn modelId="{4E6C4E65-424C-47DC-82B6-A608F0217797}" type="presParOf" srcId="{A5D727A3-7C16-4EC6-A463-91D617313A05}" destId="{93BDCAF7-A006-4A2E-BD49-4DE8F383592E}"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45B980-3006-4824-91EB-5EB63B47838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D7F8A51A-1F8B-45A4-94E3-87E5B0959DFA}">
      <dgm:prSet phldrT="[Text]" phldr="0"/>
      <dgm:spPr/>
      <dgm:t>
        <a:bodyPr/>
        <a:lstStyle/>
        <a:p>
          <a:r>
            <a:rPr lang="en-GB" dirty="0"/>
            <a:t>Course Convener</a:t>
          </a:r>
        </a:p>
      </dgm:t>
    </dgm:pt>
    <dgm:pt modelId="{A40EE86E-335D-459A-95AA-5B48BB58423E}" type="parTrans" cxnId="{CEB9E1C5-2F5A-4B5C-820F-E31E4F089A21}">
      <dgm:prSet/>
      <dgm:spPr/>
      <dgm:t>
        <a:bodyPr/>
        <a:lstStyle/>
        <a:p>
          <a:endParaRPr lang="en-GB"/>
        </a:p>
      </dgm:t>
    </dgm:pt>
    <dgm:pt modelId="{6B1207F9-2B25-459F-AB90-0C8F4FC3A2D3}" type="sibTrans" cxnId="{CEB9E1C5-2F5A-4B5C-820F-E31E4F089A21}">
      <dgm:prSet/>
      <dgm:spPr/>
      <dgm:t>
        <a:bodyPr/>
        <a:lstStyle/>
        <a:p>
          <a:endParaRPr lang="en-GB"/>
        </a:p>
      </dgm:t>
    </dgm:pt>
    <dgm:pt modelId="{749A90D5-2AA7-4DCE-AD76-38527B83BF0C}">
      <dgm:prSet phldrT="[Text]" phldr="0"/>
      <dgm:spPr/>
      <dgm:t>
        <a:bodyPr/>
        <a:lstStyle/>
        <a:p>
          <a:r>
            <a:rPr lang="en-GB" dirty="0"/>
            <a:t>Programme Director</a:t>
          </a:r>
        </a:p>
      </dgm:t>
    </dgm:pt>
    <dgm:pt modelId="{171DD4E5-4182-4B8A-A6E3-AE43594A47D7}" type="parTrans" cxnId="{69032A1C-795D-4103-947B-CD0C4B815A1B}">
      <dgm:prSet/>
      <dgm:spPr/>
      <dgm:t>
        <a:bodyPr/>
        <a:lstStyle/>
        <a:p>
          <a:endParaRPr lang="en-GB"/>
        </a:p>
      </dgm:t>
    </dgm:pt>
    <dgm:pt modelId="{3E02687B-4972-4C42-BE5A-03A23161DD8E}" type="sibTrans" cxnId="{69032A1C-795D-4103-947B-CD0C4B815A1B}">
      <dgm:prSet/>
      <dgm:spPr/>
      <dgm:t>
        <a:bodyPr/>
        <a:lstStyle/>
        <a:p>
          <a:endParaRPr lang="en-GB"/>
        </a:p>
      </dgm:t>
    </dgm:pt>
    <dgm:pt modelId="{22D446AB-0802-4789-94B4-FDE8D9288620}">
      <dgm:prSet phldrT="[Text]" phldr="0"/>
      <dgm:spPr/>
      <dgm:t>
        <a:bodyPr/>
        <a:lstStyle/>
        <a:p>
          <a:r>
            <a:rPr lang="en-GB" dirty="0"/>
            <a:t>GC UESTC CEDI Co-Director</a:t>
          </a:r>
        </a:p>
      </dgm:t>
    </dgm:pt>
    <dgm:pt modelId="{9AA7B95A-A5FE-4F33-B3BE-932B6F793C16}" type="parTrans" cxnId="{28709371-7C77-42FB-8C43-AF758175AC06}">
      <dgm:prSet/>
      <dgm:spPr/>
      <dgm:t>
        <a:bodyPr/>
        <a:lstStyle/>
        <a:p>
          <a:endParaRPr lang="en-GB"/>
        </a:p>
      </dgm:t>
    </dgm:pt>
    <dgm:pt modelId="{0E57855D-988E-48B0-A735-6420BEBDEB3A}" type="sibTrans" cxnId="{28709371-7C77-42FB-8C43-AF758175AC06}">
      <dgm:prSet/>
      <dgm:spPr/>
      <dgm:t>
        <a:bodyPr/>
        <a:lstStyle/>
        <a:p>
          <a:endParaRPr lang="en-GB"/>
        </a:p>
      </dgm:t>
    </dgm:pt>
    <dgm:pt modelId="{05EB3428-BFD8-457B-A775-BE01B87518D3}">
      <dgm:prSet phldrT="[Text]" phldr="0"/>
      <dgm:spPr/>
      <dgm:t>
        <a:bodyPr/>
        <a:lstStyle/>
        <a:p>
          <a:r>
            <a:rPr lang="en-GB" dirty="0"/>
            <a:t>Executive Dean</a:t>
          </a:r>
        </a:p>
      </dgm:t>
    </dgm:pt>
    <dgm:pt modelId="{AD4BE8DA-3924-4DC5-A28C-DF8B71B5D4B5}" type="parTrans" cxnId="{08AE1C95-EF34-426F-8806-56CCA13CFB8E}">
      <dgm:prSet/>
      <dgm:spPr/>
      <dgm:t>
        <a:bodyPr/>
        <a:lstStyle/>
        <a:p>
          <a:endParaRPr lang="en-GB"/>
        </a:p>
      </dgm:t>
    </dgm:pt>
    <dgm:pt modelId="{58FACABD-9D4E-4FCE-A6F5-0446A51FE482}" type="sibTrans" cxnId="{08AE1C95-EF34-426F-8806-56CCA13CFB8E}">
      <dgm:prSet/>
      <dgm:spPr/>
      <dgm:t>
        <a:bodyPr/>
        <a:lstStyle/>
        <a:p>
          <a:endParaRPr lang="en-GB"/>
        </a:p>
      </dgm:t>
    </dgm:pt>
    <dgm:pt modelId="{97BC9DD1-EEAB-4563-BB35-56461096559B}">
      <dgm:prSet phldrT="[Text]" phldr="0"/>
      <dgm:spPr/>
      <dgm:t>
        <a:bodyPr/>
        <a:lstStyle/>
        <a:p>
          <a:r>
            <a:rPr lang="en-GB" dirty="0"/>
            <a:t>Associate Director of TNE</a:t>
          </a:r>
        </a:p>
      </dgm:t>
    </dgm:pt>
    <dgm:pt modelId="{A721790B-5801-4791-8971-868B087F9AC2}" type="parTrans" cxnId="{731F9D8D-79D9-4379-B377-66A529A182FF}">
      <dgm:prSet/>
      <dgm:spPr/>
      <dgm:t>
        <a:bodyPr/>
        <a:lstStyle/>
        <a:p>
          <a:endParaRPr lang="en-GB"/>
        </a:p>
      </dgm:t>
    </dgm:pt>
    <dgm:pt modelId="{49DB24D3-E41D-4633-893F-0E6A04E6E33C}" type="sibTrans" cxnId="{731F9D8D-79D9-4379-B377-66A529A182FF}">
      <dgm:prSet/>
      <dgm:spPr/>
      <dgm:t>
        <a:bodyPr/>
        <a:lstStyle/>
        <a:p>
          <a:endParaRPr lang="en-GB"/>
        </a:p>
      </dgm:t>
    </dgm:pt>
    <dgm:pt modelId="{C38179DA-3192-4FEB-8005-9C29BE478121}">
      <dgm:prSet phldrT="[Text]" phldr="0"/>
      <dgm:spPr/>
      <dgm:t>
        <a:bodyPr/>
        <a:lstStyle/>
        <a:p>
          <a:r>
            <a:rPr lang="en-GB" dirty="0"/>
            <a:t>Director of TNE</a:t>
          </a:r>
        </a:p>
      </dgm:t>
    </dgm:pt>
    <dgm:pt modelId="{44E577C7-097C-4A5B-AA69-A69349EBB810}" type="parTrans" cxnId="{A4ADD3C7-1EED-464B-B459-C8644D9373C1}">
      <dgm:prSet/>
      <dgm:spPr/>
      <dgm:t>
        <a:bodyPr/>
        <a:lstStyle/>
        <a:p>
          <a:endParaRPr lang="en-GB"/>
        </a:p>
      </dgm:t>
    </dgm:pt>
    <dgm:pt modelId="{DFB6DF17-67C0-4D8D-9C63-669BA9D17291}" type="sibTrans" cxnId="{A4ADD3C7-1EED-464B-B459-C8644D9373C1}">
      <dgm:prSet/>
      <dgm:spPr/>
      <dgm:t>
        <a:bodyPr/>
        <a:lstStyle/>
        <a:p>
          <a:endParaRPr lang="en-GB"/>
        </a:p>
      </dgm:t>
    </dgm:pt>
    <dgm:pt modelId="{CD260D53-AAB0-41C8-8FBB-A5656C618C71}">
      <dgm:prSet phldrT="[Text]" phldr="0"/>
      <dgm:spPr/>
      <dgm:t>
        <a:bodyPr/>
        <a:lstStyle/>
        <a:p>
          <a:r>
            <a:rPr lang="en-GB" dirty="0"/>
            <a:t>Dr Olaoluwa Popoola olaowula.Popoola@glasgow.ac.uk</a:t>
          </a:r>
        </a:p>
      </dgm:t>
    </dgm:pt>
    <dgm:pt modelId="{4A966EA3-2E79-4123-BB3D-65F1149EA3EE}" type="parTrans" cxnId="{13E17E40-3966-412F-9EBE-7AD7E0D53DF0}">
      <dgm:prSet/>
      <dgm:spPr/>
      <dgm:t>
        <a:bodyPr/>
        <a:lstStyle/>
        <a:p>
          <a:endParaRPr lang="en-GB"/>
        </a:p>
      </dgm:t>
    </dgm:pt>
    <dgm:pt modelId="{47EAC446-8E93-412A-AFE4-4B35D35919BA}" type="sibTrans" cxnId="{13E17E40-3966-412F-9EBE-7AD7E0D53DF0}">
      <dgm:prSet/>
      <dgm:spPr/>
      <dgm:t>
        <a:bodyPr/>
        <a:lstStyle/>
        <a:p>
          <a:endParaRPr lang="en-GB"/>
        </a:p>
      </dgm:t>
    </dgm:pt>
    <dgm:pt modelId="{FC730112-A4DD-447A-9ED6-D2B968607FA2}">
      <dgm:prSet phldrT="[Text]" phldr="0"/>
      <dgm:spPr/>
      <dgm:t>
        <a:bodyPr/>
        <a:lstStyle/>
        <a:p>
          <a:r>
            <a:rPr lang="en-GB" dirty="0"/>
            <a:t>Dr Julien Le Kernec julien.lekernec@glasgow.ac.uk</a:t>
          </a:r>
        </a:p>
      </dgm:t>
    </dgm:pt>
    <dgm:pt modelId="{4AE6CA20-5C7F-4102-A1EE-8118874024E3}" type="parTrans" cxnId="{FEF7E0B8-75D7-4FEE-9818-64BCC0963E65}">
      <dgm:prSet/>
      <dgm:spPr/>
      <dgm:t>
        <a:bodyPr/>
        <a:lstStyle/>
        <a:p>
          <a:endParaRPr lang="en-GB"/>
        </a:p>
      </dgm:t>
    </dgm:pt>
    <dgm:pt modelId="{3C4A64A7-9DC3-4FDB-AEC8-70A8CCD643CC}" type="sibTrans" cxnId="{FEF7E0B8-75D7-4FEE-9818-64BCC0963E65}">
      <dgm:prSet/>
      <dgm:spPr/>
      <dgm:t>
        <a:bodyPr/>
        <a:lstStyle/>
        <a:p>
          <a:endParaRPr lang="en-GB"/>
        </a:p>
      </dgm:t>
    </dgm:pt>
    <dgm:pt modelId="{B5636A92-2CAB-4114-AC28-E6980EFC71E7}">
      <dgm:prSet phldrT="[Text]" phldr="0"/>
      <dgm:spPr/>
      <dgm:t>
        <a:bodyPr/>
        <a:lstStyle/>
        <a:p>
          <a:r>
            <a:rPr lang="en-GB" dirty="0"/>
            <a:t>Prof Kelum Gamage kelum.gamage@glasgow.ac.uk</a:t>
          </a:r>
        </a:p>
      </dgm:t>
    </dgm:pt>
    <dgm:pt modelId="{603995FE-8E03-4386-BC4D-C2E15557886F}" type="parTrans" cxnId="{17F98129-F3ED-484B-8942-DA4E2594C4F1}">
      <dgm:prSet/>
      <dgm:spPr/>
      <dgm:t>
        <a:bodyPr/>
        <a:lstStyle/>
        <a:p>
          <a:endParaRPr lang="en-GB"/>
        </a:p>
      </dgm:t>
    </dgm:pt>
    <dgm:pt modelId="{3E7CC0D7-709B-4109-980C-E4F33B3D03AE}" type="sibTrans" cxnId="{17F98129-F3ED-484B-8942-DA4E2594C4F1}">
      <dgm:prSet/>
      <dgm:spPr/>
      <dgm:t>
        <a:bodyPr/>
        <a:lstStyle/>
        <a:p>
          <a:endParaRPr lang="en-GB"/>
        </a:p>
      </dgm:t>
    </dgm:pt>
    <dgm:pt modelId="{AA78460A-D781-4BFC-9DA9-4664D699A108}">
      <dgm:prSet phldrT="[Text]" phldr="0"/>
      <dgm:spPr/>
      <dgm:t>
        <a:bodyPr/>
        <a:lstStyle/>
        <a:p>
          <a:r>
            <a:rPr lang="en-GB" dirty="0"/>
            <a:t>Dr Robert Partridge robert.partridge@glasgow.ac.uk </a:t>
          </a:r>
        </a:p>
      </dgm:t>
    </dgm:pt>
    <dgm:pt modelId="{87C19DE7-B6C3-4364-91E4-CE78F87D6622}" type="parTrans" cxnId="{83CEB0A3-4647-427F-B2D0-250AD3CC4621}">
      <dgm:prSet/>
      <dgm:spPr/>
      <dgm:t>
        <a:bodyPr/>
        <a:lstStyle/>
        <a:p>
          <a:endParaRPr lang="en-GB"/>
        </a:p>
      </dgm:t>
    </dgm:pt>
    <dgm:pt modelId="{E8561924-0BB0-471D-BBBD-CD7B45BE6CD6}" type="sibTrans" cxnId="{83CEB0A3-4647-427F-B2D0-250AD3CC4621}">
      <dgm:prSet/>
      <dgm:spPr/>
      <dgm:t>
        <a:bodyPr/>
        <a:lstStyle/>
        <a:p>
          <a:endParaRPr lang="en-GB"/>
        </a:p>
      </dgm:t>
    </dgm:pt>
    <dgm:pt modelId="{3E3FCA34-E241-4720-B61C-D2933313C387}">
      <dgm:prSet phldrT="[Text]" phldr="0"/>
      <dgm:spPr/>
      <dgm:t>
        <a:bodyPr/>
        <a:lstStyle/>
        <a:p>
          <a:r>
            <a:rPr lang="en-GB" dirty="0"/>
            <a:t>Prof Sajjad Hussain sajjad.hussain@glasgow.ac.uk</a:t>
          </a:r>
        </a:p>
      </dgm:t>
    </dgm:pt>
    <dgm:pt modelId="{766CA1B2-B1F0-4745-B23B-4986BD02D914}" type="parTrans" cxnId="{85AAC25F-ECED-49A5-91D7-A2CBB8F5AB7E}">
      <dgm:prSet/>
      <dgm:spPr/>
      <dgm:t>
        <a:bodyPr/>
        <a:lstStyle/>
        <a:p>
          <a:endParaRPr lang="en-GB"/>
        </a:p>
      </dgm:t>
    </dgm:pt>
    <dgm:pt modelId="{2625156E-997D-4342-9D35-654C98A62A92}" type="sibTrans" cxnId="{85AAC25F-ECED-49A5-91D7-A2CBB8F5AB7E}">
      <dgm:prSet/>
      <dgm:spPr/>
      <dgm:t>
        <a:bodyPr/>
        <a:lstStyle/>
        <a:p>
          <a:endParaRPr lang="en-GB"/>
        </a:p>
      </dgm:t>
    </dgm:pt>
    <dgm:pt modelId="{CB00ED69-3D4F-4717-830F-126BF61B1384}">
      <dgm:prSet phldrT="[Text]" phldr="0"/>
      <dgm:spPr/>
      <dgm:t>
        <a:bodyPr/>
        <a:lstStyle/>
        <a:p>
          <a:r>
            <a:rPr lang="en-GB"/>
            <a:t>Prof Scott Roy scott.roy@glasgow.ac.uk</a:t>
          </a:r>
          <a:endParaRPr lang="en-GB" dirty="0"/>
        </a:p>
      </dgm:t>
    </dgm:pt>
    <dgm:pt modelId="{CB6B026B-ADB8-405C-B2B6-E120258BF014}" type="parTrans" cxnId="{E7F732DF-EE64-4FD6-9009-5F250E5C7C74}">
      <dgm:prSet/>
      <dgm:spPr/>
      <dgm:t>
        <a:bodyPr/>
        <a:lstStyle/>
        <a:p>
          <a:endParaRPr lang="en-GB"/>
        </a:p>
      </dgm:t>
    </dgm:pt>
    <dgm:pt modelId="{DA356F8A-C0C8-4A18-9B9E-C6063911F333}" type="sibTrans" cxnId="{E7F732DF-EE64-4FD6-9009-5F250E5C7C74}">
      <dgm:prSet/>
      <dgm:spPr/>
      <dgm:t>
        <a:bodyPr/>
        <a:lstStyle/>
        <a:p>
          <a:endParaRPr lang="en-GB"/>
        </a:p>
      </dgm:t>
    </dgm:pt>
    <dgm:pt modelId="{A5D727A3-7C16-4EC6-A463-91D617313A05}" type="pres">
      <dgm:prSet presAssocID="{1A45B980-3006-4824-91EB-5EB63B47838B}" presName="linear" presStyleCnt="0">
        <dgm:presLayoutVars>
          <dgm:dir/>
          <dgm:animLvl val="lvl"/>
          <dgm:resizeHandles val="exact"/>
        </dgm:presLayoutVars>
      </dgm:prSet>
      <dgm:spPr/>
    </dgm:pt>
    <dgm:pt modelId="{DAE7DE59-ECFB-422D-A4EF-E06E12698B8D}" type="pres">
      <dgm:prSet presAssocID="{D7F8A51A-1F8B-45A4-94E3-87E5B0959DFA}" presName="parentLin" presStyleCnt="0"/>
      <dgm:spPr/>
    </dgm:pt>
    <dgm:pt modelId="{98A70CCB-7534-44C5-AD15-8C3AA0134D30}" type="pres">
      <dgm:prSet presAssocID="{D7F8A51A-1F8B-45A4-94E3-87E5B0959DFA}" presName="parentLeftMargin" presStyleLbl="node1" presStyleIdx="0" presStyleCnt="6"/>
      <dgm:spPr/>
    </dgm:pt>
    <dgm:pt modelId="{19D566FB-8427-4904-A540-DD014B867D64}" type="pres">
      <dgm:prSet presAssocID="{D7F8A51A-1F8B-45A4-94E3-87E5B0959DFA}" presName="parentText" presStyleLbl="node1" presStyleIdx="0" presStyleCnt="6">
        <dgm:presLayoutVars>
          <dgm:chMax val="0"/>
          <dgm:bulletEnabled val="1"/>
        </dgm:presLayoutVars>
      </dgm:prSet>
      <dgm:spPr/>
    </dgm:pt>
    <dgm:pt modelId="{B080AFD2-C88B-40CA-856E-BB921B6B5C8F}" type="pres">
      <dgm:prSet presAssocID="{D7F8A51A-1F8B-45A4-94E3-87E5B0959DFA}" presName="negativeSpace" presStyleCnt="0"/>
      <dgm:spPr/>
    </dgm:pt>
    <dgm:pt modelId="{024F110A-299C-4B9D-A0E6-BD33A552B82C}" type="pres">
      <dgm:prSet presAssocID="{D7F8A51A-1F8B-45A4-94E3-87E5B0959DFA}" presName="childText" presStyleLbl="conFgAcc1" presStyleIdx="0" presStyleCnt="6">
        <dgm:presLayoutVars>
          <dgm:bulletEnabled val="1"/>
        </dgm:presLayoutVars>
      </dgm:prSet>
      <dgm:spPr/>
    </dgm:pt>
    <dgm:pt modelId="{63719602-C460-4ED2-9477-57B78E938B58}" type="pres">
      <dgm:prSet presAssocID="{6B1207F9-2B25-459F-AB90-0C8F4FC3A2D3}" presName="spaceBetweenRectangles" presStyleCnt="0"/>
      <dgm:spPr/>
    </dgm:pt>
    <dgm:pt modelId="{C4B22F28-4B3F-4DE1-9E73-6C7AC825C2E1}" type="pres">
      <dgm:prSet presAssocID="{749A90D5-2AA7-4DCE-AD76-38527B83BF0C}" presName="parentLin" presStyleCnt="0"/>
      <dgm:spPr/>
    </dgm:pt>
    <dgm:pt modelId="{483135F2-D7BC-4223-AEB5-B33C7585E842}" type="pres">
      <dgm:prSet presAssocID="{749A90D5-2AA7-4DCE-AD76-38527B83BF0C}" presName="parentLeftMargin" presStyleLbl="node1" presStyleIdx="0" presStyleCnt="6"/>
      <dgm:spPr/>
    </dgm:pt>
    <dgm:pt modelId="{CE804E2D-2436-48F8-B04F-14148A185A48}" type="pres">
      <dgm:prSet presAssocID="{749A90D5-2AA7-4DCE-AD76-38527B83BF0C}" presName="parentText" presStyleLbl="node1" presStyleIdx="1" presStyleCnt="6">
        <dgm:presLayoutVars>
          <dgm:chMax val="0"/>
          <dgm:bulletEnabled val="1"/>
        </dgm:presLayoutVars>
      </dgm:prSet>
      <dgm:spPr/>
    </dgm:pt>
    <dgm:pt modelId="{4E640B78-218F-4FAC-9932-32AFF217A510}" type="pres">
      <dgm:prSet presAssocID="{749A90D5-2AA7-4DCE-AD76-38527B83BF0C}" presName="negativeSpace" presStyleCnt="0"/>
      <dgm:spPr/>
    </dgm:pt>
    <dgm:pt modelId="{82B0FF80-E905-42A8-BD4E-963CF5FAC783}" type="pres">
      <dgm:prSet presAssocID="{749A90D5-2AA7-4DCE-AD76-38527B83BF0C}" presName="childText" presStyleLbl="conFgAcc1" presStyleIdx="1" presStyleCnt="6">
        <dgm:presLayoutVars>
          <dgm:bulletEnabled val="1"/>
        </dgm:presLayoutVars>
      </dgm:prSet>
      <dgm:spPr/>
    </dgm:pt>
    <dgm:pt modelId="{6DE8C5E3-2A28-44D3-AF13-86654197E5A4}" type="pres">
      <dgm:prSet presAssocID="{3E02687B-4972-4C42-BE5A-03A23161DD8E}" presName="spaceBetweenRectangles" presStyleCnt="0"/>
      <dgm:spPr/>
    </dgm:pt>
    <dgm:pt modelId="{62C4A1C8-B73D-410B-871F-7364B2E19FB5}" type="pres">
      <dgm:prSet presAssocID="{22D446AB-0802-4789-94B4-FDE8D9288620}" presName="parentLin" presStyleCnt="0"/>
      <dgm:spPr/>
    </dgm:pt>
    <dgm:pt modelId="{B8779035-6CAB-48EB-ADE7-81C842086D1C}" type="pres">
      <dgm:prSet presAssocID="{22D446AB-0802-4789-94B4-FDE8D9288620}" presName="parentLeftMargin" presStyleLbl="node1" presStyleIdx="1" presStyleCnt="6"/>
      <dgm:spPr/>
    </dgm:pt>
    <dgm:pt modelId="{79FBEEB9-3D53-4ABD-934D-77EB62145CC3}" type="pres">
      <dgm:prSet presAssocID="{22D446AB-0802-4789-94B4-FDE8D9288620}" presName="parentText" presStyleLbl="node1" presStyleIdx="2" presStyleCnt="6">
        <dgm:presLayoutVars>
          <dgm:chMax val="0"/>
          <dgm:bulletEnabled val="1"/>
        </dgm:presLayoutVars>
      </dgm:prSet>
      <dgm:spPr/>
    </dgm:pt>
    <dgm:pt modelId="{5814B3B7-D3A1-44A0-9ADE-11D500A15B3B}" type="pres">
      <dgm:prSet presAssocID="{22D446AB-0802-4789-94B4-FDE8D9288620}" presName="negativeSpace" presStyleCnt="0"/>
      <dgm:spPr/>
    </dgm:pt>
    <dgm:pt modelId="{5158714F-B9BE-44D3-B435-B831998C4884}" type="pres">
      <dgm:prSet presAssocID="{22D446AB-0802-4789-94B4-FDE8D9288620}" presName="childText" presStyleLbl="conFgAcc1" presStyleIdx="2" presStyleCnt="6">
        <dgm:presLayoutVars>
          <dgm:bulletEnabled val="1"/>
        </dgm:presLayoutVars>
      </dgm:prSet>
      <dgm:spPr/>
    </dgm:pt>
    <dgm:pt modelId="{B535EB94-DA93-42DC-BF54-D9C94E344859}" type="pres">
      <dgm:prSet presAssocID="{0E57855D-988E-48B0-A735-6420BEBDEB3A}" presName="spaceBetweenRectangles" presStyleCnt="0"/>
      <dgm:spPr/>
    </dgm:pt>
    <dgm:pt modelId="{3425B585-01B3-497C-A31C-E283FB6CD51B}" type="pres">
      <dgm:prSet presAssocID="{05EB3428-BFD8-457B-A775-BE01B87518D3}" presName="parentLin" presStyleCnt="0"/>
      <dgm:spPr/>
    </dgm:pt>
    <dgm:pt modelId="{82B1BF7B-138F-487A-B587-79C1B10A0020}" type="pres">
      <dgm:prSet presAssocID="{05EB3428-BFD8-457B-A775-BE01B87518D3}" presName="parentLeftMargin" presStyleLbl="node1" presStyleIdx="2" presStyleCnt="6"/>
      <dgm:spPr/>
    </dgm:pt>
    <dgm:pt modelId="{438895CE-D3F8-46C8-B695-882E2FBE1F0D}" type="pres">
      <dgm:prSet presAssocID="{05EB3428-BFD8-457B-A775-BE01B87518D3}" presName="parentText" presStyleLbl="node1" presStyleIdx="3" presStyleCnt="6">
        <dgm:presLayoutVars>
          <dgm:chMax val="0"/>
          <dgm:bulletEnabled val="1"/>
        </dgm:presLayoutVars>
      </dgm:prSet>
      <dgm:spPr/>
    </dgm:pt>
    <dgm:pt modelId="{904D1663-D424-414E-A916-AD8764A5C9B0}" type="pres">
      <dgm:prSet presAssocID="{05EB3428-BFD8-457B-A775-BE01B87518D3}" presName="negativeSpace" presStyleCnt="0"/>
      <dgm:spPr/>
    </dgm:pt>
    <dgm:pt modelId="{52EA93E6-858A-4E21-BEFD-56A8C3A986F9}" type="pres">
      <dgm:prSet presAssocID="{05EB3428-BFD8-457B-A775-BE01B87518D3}" presName="childText" presStyleLbl="conFgAcc1" presStyleIdx="3" presStyleCnt="6">
        <dgm:presLayoutVars>
          <dgm:bulletEnabled val="1"/>
        </dgm:presLayoutVars>
      </dgm:prSet>
      <dgm:spPr/>
    </dgm:pt>
    <dgm:pt modelId="{1B752D76-E31F-461A-ADF0-6D0F182303CA}" type="pres">
      <dgm:prSet presAssocID="{58FACABD-9D4E-4FCE-A6F5-0446A51FE482}" presName="spaceBetweenRectangles" presStyleCnt="0"/>
      <dgm:spPr/>
    </dgm:pt>
    <dgm:pt modelId="{2E075E4B-52B9-4B93-AA6D-ECAD09A7282A}" type="pres">
      <dgm:prSet presAssocID="{97BC9DD1-EEAB-4563-BB35-56461096559B}" presName="parentLin" presStyleCnt="0"/>
      <dgm:spPr/>
    </dgm:pt>
    <dgm:pt modelId="{F16D8E70-46DF-4CD4-9348-4F96E58F947A}" type="pres">
      <dgm:prSet presAssocID="{97BC9DD1-EEAB-4563-BB35-56461096559B}" presName="parentLeftMargin" presStyleLbl="node1" presStyleIdx="3" presStyleCnt="6"/>
      <dgm:spPr/>
    </dgm:pt>
    <dgm:pt modelId="{7551F4FF-6658-4567-92DE-9A712BC918FD}" type="pres">
      <dgm:prSet presAssocID="{97BC9DD1-EEAB-4563-BB35-56461096559B}" presName="parentText" presStyleLbl="node1" presStyleIdx="4" presStyleCnt="6">
        <dgm:presLayoutVars>
          <dgm:chMax val="0"/>
          <dgm:bulletEnabled val="1"/>
        </dgm:presLayoutVars>
      </dgm:prSet>
      <dgm:spPr/>
    </dgm:pt>
    <dgm:pt modelId="{0B5A1715-3AE6-449D-8182-02D5F2CB1BF8}" type="pres">
      <dgm:prSet presAssocID="{97BC9DD1-EEAB-4563-BB35-56461096559B}" presName="negativeSpace" presStyleCnt="0"/>
      <dgm:spPr/>
    </dgm:pt>
    <dgm:pt modelId="{B3619A2E-2041-4E2C-83FD-54FB811ACE3E}" type="pres">
      <dgm:prSet presAssocID="{97BC9DD1-EEAB-4563-BB35-56461096559B}" presName="childText" presStyleLbl="conFgAcc1" presStyleIdx="4" presStyleCnt="6">
        <dgm:presLayoutVars>
          <dgm:bulletEnabled val="1"/>
        </dgm:presLayoutVars>
      </dgm:prSet>
      <dgm:spPr/>
    </dgm:pt>
    <dgm:pt modelId="{5253CEB4-BB4C-4969-9407-C02B4B274559}" type="pres">
      <dgm:prSet presAssocID="{49DB24D3-E41D-4633-893F-0E6A04E6E33C}" presName="spaceBetweenRectangles" presStyleCnt="0"/>
      <dgm:spPr/>
    </dgm:pt>
    <dgm:pt modelId="{97C306CC-F654-4116-9BDF-B972ABDE2B29}" type="pres">
      <dgm:prSet presAssocID="{C38179DA-3192-4FEB-8005-9C29BE478121}" presName="parentLin" presStyleCnt="0"/>
      <dgm:spPr/>
    </dgm:pt>
    <dgm:pt modelId="{78B9CEC9-722D-4B02-BD5C-C6110E5F8EBD}" type="pres">
      <dgm:prSet presAssocID="{C38179DA-3192-4FEB-8005-9C29BE478121}" presName="parentLeftMargin" presStyleLbl="node1" presStyleIdx="4" presStyleCnt="6"/>
      <dgm:spPr/>
    </dgm:pt>
    <dgm:pt modelId="{E8C1A7D6-22FE-4AE0-8FFD-183E4546ABE2}" type="pres">
      <dgm:prSet presAssocID="{C38179DA-3192-4FEB-8005-9C29BE478121}" presName="parentText" presStyleLbl="node1" presStyleIdx="5" presStyleCnt="6">
        <dgm:presLayoutVars>
          <dgm:chMax val="0"/>
          <dgm:bulletEnabled val="1"/>
        </dgm:presLayoutVars>
      </dgm:prSet>
      <dgm:spPr/>
    </dgm:pt>
    <dgm:pt modelId="{45DCD97B-BC3E-4BB7-B8DE-37623053534D}" type="pres">
      <dgm:prSet presAssocID="{C38179DA-3192-4FEB-8005-9C29BE478121}" presName="negativeSpace" presStyleCnt="0"/>
      <dgm:spPr/>
    </dgm:pt>
    <dgm:pt modelId="{93BDCAF7-A006-4A2E-BD49-4DE8F383592E}" type="pres">
      <dgm:prSet presAssocID="{C38179DA-3192-4FEB-8005-9C29BE478121}" presName="childText" presStyleLbl="conFgAcc1" presStyleIdx="5" presStyleCnt="6">
        <dgm:presLayoutVars>
          <dgm:bulletEnabled val="1"/>
        </dgm:presLayoutVars>
      </dgm:prSet>
      <dgm:spPr/>
    </dgm:pt>
  </dgm:ptLst>
  <dgm:cxnLst>
    <dgm:cxn modelId="{6E6C820D-02F1-4CD4-8538-90D1B412E8D4}" type="presOf" srcId="{05EB3428-BFD8-457B-A775-BE01B87518D3}" destId="{438895CE-D3F8-46C8-B695-882E2FBE1F0D}" srcOrd="1" destOrd="0" presId="urn:microsoft.com/office/officeart/2005/8/layout/list1"/>
    <dgm:cxn modelId="{69032A1C-795D-4103-947B-CD0C4B815A1B}" srcId="{1A45B980-3006-4824-91EB-5EB63B47838B}" destId="{749A90D5-2AA7-4DCE-AD76-38527B83BF0C}" srcOrd="1" destOrd="0" parTransId="{171DD4E5-4182-4B8A-A6E3-AE43594A47D7}" sibTransId="{3E02687B-4972-4C42-BE5A-03A23161DD8E}"/>
    <dgm:cxn modelId="{86A4DC22-57D3-4E25-92DF-D22E6F5E063D}" type="presOf" srcId="{C38179DA-3192-4FEB-8005-9C29BE478121}" destId="{78B9CEC9-722D-4B02-BD5C-C6110E5F8EBD}" srcOrd="0" destOrd="0" presId="urn:microsoft.com/office/officeart/2005/8/layout/list1"/>
    <dgm:cxn modelId="{17F98129-F3ED-484B-8942-DA4E2594C4F1}" srcId="{22D446AB-0802-4789-94B4-FDE8D9288620}" destId="{B5636A92-2CAB-4114-AC28-E6980EFC71E7}" srcOrd="0" destOrd="0" parTransId="{603995FE-8E03-4386-BC4D-C2E15557886F}" sibTransId="{3E7CC0D7-709B-4109-980C-E4F33B3D03AE}"/>
    <dgm:cxn modelId="{EE06822F-431D-4A5D-80E1-7E29BCB5291D}" type="presOf" srcId="{749A90D5-2AA7-4DCE-AD76-38527B83BF0C}" destId="{CE804E2D-2436-48F8-B04F-14148A185A48}" srcOrd="1" destOrd="0" presId="urn:microsoft.com/office/officeart/2005/8/layout/list1"/>
    <dgm:cxn modelId="{13E17E40-3966-412F-9EBE-7AD7E0D53DF0}" srcId="{D7F8A51A-1F8B-45A4-94E3-87E5B0959DFA}" destId="{CD260D53-AAB0-41C8-8FBB-A5656C618C71}" srcOrd="0" destOrd="0" parTransId="{4A966EA3-2E79-4123-BB3D-65F1149EA3EE}" sibTransId="{47EAC446-8E93-412A-AFE4-4B35D35919BA}"/>
    <dgm:cxn modelId="{3526CB5B-C0F1-4858-9E00-0E39F980D21B}" type="presOf" srcId="{B5636A92-2CAB-4114-AC28-E6980EFC71E7}" destId="{5158714F-B9BE-44D3-B435-B831998C4884}" srcOrd="0" destOrd="0" presId="urn:microsoft.com/office/officeart/2005/8/layout/list1"/>
    <dgm:cxn modelId="{85AAC25F-ECED-49A5-91D7-A2CBB8F5AB7E}" srcId="{97BC9DD1-EEAB-4563-BB35-56461096559B}" destId="{3E3FCA34-E241-4720-B61C-D2933313C387}" srcOrd="0" destOrd="0" parTransId="{766CA1B2-B1F0-4745-B23B-4986BD02D914}" sibTransId="{2625156E-997D-4342-9D35-654C98A62A92}"/>
    <dgm:cxn modelId="{7A410347-14B6-48C4-8384-56D554EE3B6C}" type="presOf" srcId="{C38179DA-3192-4FEB-8005-9C29BE478121}" destId="{E8C1A7D6-22FE-4AE0-8FFD-183E4546ABE2}" srcOrd="1" destOrd="0" presId="urn:microsoft.com/office/officeart/2005/8/layout/list1"/>
    <dgm:cxn modelId="{28709371-7C77-42FB-8C43-AF758175AC06}" srcId="{1A45B980-3006-4824-91EB-5EB63B47838B}" destId="{22D446AB-0802-4789-94B4-FDE8D9288620}" srcOrd="2" destOrd="0" parTransId="{9AA7B95A-A5FE-4F33-B3BE-932B6F793C16}" sibTransId="{0E57855D-988E-48B0-A735-6420BEBDEB3A}"/>
    <dgm:cxn modelId="{493AAE76-8211-4020-8E17-BD54D676793D}" type="presOf" srcId="{97BC9DD1-EEAB-4563-BB35-56461096559B}" destId="{F16D8E70-46DF-4CD4-9348-4F96E58F947A}" srcOrd="0" destOrd="0" presId="urn:microsoft.com/office/officeart/2005/8/layout/list1"/>
    <dgm:cxn modelId="{9D33077A-B9B7-4756-B875-61B66639265D}" type="presOf" srcId="{3E3FCA34-E241-4720-B61C-D2933313C387}" destId="{B3619A2E-2041-4E2C-83FD-54FB811ACE3E}" srcOrd="0" destOrd="0" presId="urn:microsoft.com/office/officeart/2005/8/layout/list1"/>
    <dgm:cxn modelId="{4692FB81-C58B-4D18-ADD9-307D3CD56D3F}" type="presOf" srcId="{97BC9DD1-EEAB-4563-BB35-56461096559B}" destId="{7551F4FF-6658-4567-92DE-9A712BC918FD}" srcOrd="1" destOrd="0" presId="urn:microsoft.com/office/officeart/2005/8/layout/list1"/>
    <dgm:cxn modelId="{731F9D8D-79D9-4379-B377-66A529A182FF}" srcId="{1A45B980-3006-4824-91EB-5EB63B47838B}" destId="{97BC9DD1-EEAB-4563-BB35-56461096559B}" srcOrd="4" destOrd="0" parTransId="{A721790B-5801-4791-8971-868B087F9AC2}" sibTransId="{49DB24D3-E41D-4633-893F-0E6A04E6E33C}"/>
    <dgm:cxn modelId="{6185E790-856E-4C75-AC40-16A493117F22}" type="presOf" srcId="{CB00ED69-3D4F-4717-830F-126BF61B1384}" destId="{93BDCAF7-A006-4A2E-BD49-4DE8F383592E}" srcOrd="0" destOrd="0" presId="urn:microsoft.com/office/officeart/2005/8/layout/list1"/>
    <dgm:cxn modelId="{08AE1C95-EF34-426F-8806-56CCA13CFB8E}" srcId="{1A45B980-3006-4824-91EB-5EB63B47838B}" destId="{05EB3428-BFD8-457B-A775-BE01B87518D3}" srcOrd="3" destOrd="0" parTransId="{AD4BE8DA-3924-4DC5-A28C-DF8B71B5D4B5}" sibTransId="{58FACABD-9D4E-4FCE-A6F5-0446A51FE482}"/>
    <dgm:cxn modelId="{671FBC99-34A0-4A84-9D54-742107EAB816}" type="presOf" srcId="{AA78460A-D781-4BFC-9DA9-4664D699A108}" destId="{52EA93E6-858A-4E21-BEFD-56A8C3A986F9}" srcOrd="0" destOrd="0" presId="urn:microsoft.com/office/officeart/2005/8/layout/list1"/>
    <dgm:cxn modelId="{5AAB5A9B-0462-4D39-83BB-C8201934F1B2}" type="presOf" srcId="{05EB3428-BFD8-457B-A775-BE01B87518D3}" destId="{82B1BF7B-138F-487A-B587-79C1B10A0020}" srcOrd="0" destOrd="0" presId="urn:microsoft.com/office/officeart/2005/8/layout/list1"/>
    <dgm:cxn modelId="{83CEB0A3-4647-427F-B2D0-250AD3CC4621}" srcId="{05EB3428-BFD8-457B-A775-BE01B87518D3}" destId="{AA78460A-D781-4BFC-9DA9-4664D699A108}" srcOrd="0" destOrd="0" parTransId="{87C19DE7-B6C3-4364-91E4-CE78F87D6622}" sibTransId="{E8561924-0BB0-471D-BBBD-CD7B45BE6CD6}"/>
    <dgm:cxn modelId="{C374E4AA-C636-4DC5-A05C-2F100C8E91FB}" type="presOf" srcId="{1A45B980-3006-4824-91EB-5EB63B47838B}" destId="{A5D727A3-7C16-4EC6-A463-91D617313A05}" srcOrd="0" destOrd="0" presId="urn:microsoft.com/office/officeart/2005/8/layout/list1"/>
    <dgm:cxn modelId="{FEF7E0B8-75D7-4FEE-9818-64BCC0963E65}" srcId="{749A90D5-2AA7-4DCE-AD76-38527B83BF0C}" destId="{FC730112-A4DD-447A-9ED6-D2B968607FA2}" srcOrd="0" destOrd="0" parTransId="{4AE6CA20-5C7F-4102-A1EE-8118874024E3}" sibTransId="{3C4A64A7-9DC3-4FDB-AEC8-70A8CCD643CC}"/>
    <dgm:cxn modelId="{CEB9E1C5-2F5A-4B5C-820F-E31E4F089A21}" srcId="{1A45B980-3006-4824-91EB-5EB63B47838B}" destId="{D7F8A51A-1F8B-45A4-94E3-87E5B0959DFA}" srcOrd="0" destOrd="0" parTransId="{A40EE86E-335D-459A-95AA-5B48BB58423E}" sibTransId="{6B1207F9-2B25-459F-AB90-0C8F4FC3A2D3}"/>
    <dgm:cxn modelId="{A4ADD3C7-1EED-464B-B459-C8644D9373C1}" srcId="{1A45B980-3006-4824-91EB-5EB63B47838B}" destId="{C38179DA-3192-4FEB-8005-9C29BE478121}" srcOrd="5" destOrd="0" parTransId="{44E577C7-097C-4A5B-AA69-A69349EBB810}" sibTransId="{DFB6DF17-67C0-4D8D-9C63-669BA9D17291}"/>
    <dgm:cxn modelId="{E7F732DF-EE64-4FD6-9009-5F250E5C7C74}" srcId="{C38179DA-3192-4FEB-8005-9C29BE478121}" destId="{CB00ED69-3D4F-4717-830F-126BF61B1384}" srcOrd="0" destOrd="0" parTransId="{CB6B026B-ADB8-405C-B2B6-E120258BF014}" sibTransId="{DA356F8A-C0C8-4A18-9B9E-C6063911F333}"/>
    <dgm:cxn modelId="{EB99DCE6-0F97-4802-8602-A70F086074C7}" type="presOf" srcId="{22D446AB-0802-4789-94B4-FDE8D9288620}" destId="{B8779035-6CAB-48EB-ADE7-81C842086D1C}" srcOrd="0" destOrd="0" presId="urn:microsoft.com/office/officeart/2005/8/layout/list1"/>
    <dgm:cxn modelId="{C4483FE9-E3EA-4545-9AB5-BFA43B3081F4}" type="presOf" srcId="{22D446AB-0802-4789-94B4-FDE8D9288620}" destId="{79FBEEB9-3D53-4ABD-934D-77EB62145CC3}" srcOrd="1" destOrd="0" presId="urn:microsoft.com/office/officeart/2005/8/layout/list1"/>
    <dgm:cxn modelId="{356D50F0-3EF4-497C-894E-C4C5DFB93483}" type="presOf" srcId="{749A90D5-2AA7-4DCE-AD76-38527B83BF0C}" destId="{483135F2-D7BC-4223-AEB5-B33C7585E842}" srcOrd="0" destOrd="0" presId="urn:microsoft.com/office/officeart/2005/8/layout/list1"/>
    <dgm:cxn modelId="{8E94D8F1-3309-4434-BE66-BC3A018BC441}" type="presOf" srcId="{CD260D53-AAB0-41C8-8FBB-A5656C618C71}" destId="{024F110A-299C-4B9D-A0E6-BD33A552B82C}" srcOrd="0" destOrd="0" presId="urn:microsoft.com/office/officeart/2005/8/layout/list1"/>
    <dgm:cxn modelId="{EA9B31F7-88F2-4B8B-8D54-91FF0979AEEC}" type="presOf" srcId="{FC730112-A4DD-447A-9ED6-D2B968607FA2}" destId="{82B0FF80-E905-42A8-BD4E-963CF5FAC783}" srcOrd="0" destOrd="0" presId="urn:microsoft.com/office/officeart/2005/8/layout/list1"/>
    <dgm:cxn modelId="{2EECABFC-CFFD-41AB-916E-488E71B4555A}" type="presOf" srcId="{D7F8A51A-1F8B-45A4-94E3-87E5B0959DFA}" destId="{98A70CCB-7534-44C5-AD15-8C3AA0134D30}" srcOrd="0" destOrd="0" presId="urn:microsoft.com/office/officeart/2005/8/layout/list1"/>
    <dgm:cxn modelId="{16C9D9FC-DCC2-45C1-A65B-7EC07D938C0B}" type="presOf" srcId="{D7F8A51A-1F8B-45A4-94E3-87E5B0959DFA}" destId="{19D566FB-8427-4904-A540-DD014B867D64}" srcOrd="1" destOrd="0" presId="urn:microsoft.com/office/officeart/2005/8/layout/list1"/>
    <dgm:cxn modelId="{E294EF4F-BAAA-4CC6-ABAF-6403766B0765}" type="presParOf" srcId="{A5D727A3-7C16-4EC6-A463-91D617313A05}" destId="{DAE7DE59-ECFB-422D-A4EF-E06E12698B8D}" srcOrd="0" destOrd="0" presId="urn:microsoft.com/office/officeart/2005/8/layout/list1"/>
    <dgm:cxn modelId="{AA2462E1-B4B8-4F02-AE40-4BA6D77AC517}" type="presParOf" srcId="{DAE7DE59-ECFB-422D-A4EF-E06E12698B8D}" destId="{98A70CCB-7534-44C5-AD15-8C3AA0134D30}" srcOrd="0" destOrd="0" presId="urn:microsoft.com/office/officeart/2005/8/layout/list1"/>
    <dgm:cxn modelId="{14E13D6C-E5F7-4821-99FA-854FFFFADC6E}" type="presParOf" srcId="{DAE7DE59-ECFB-422D-A4EF-E06E12698B8D}" destId="{19D566FB-8427-4904-A540-DD014B867D64}" srcOrd="1" destOrd="0" presId="urn:microsoft.com/office/officeart/2005/8/layout/list1"/>
    <dgm:cxn modelId="{4004CB78-EEB1-4652-9C1C-6975970A0BE6}" type="presParOf" srcId="{A5D727A3-7C16-4EC6-A463-91D617313A05}" destId="{B080AFD2-C88B-40CA-856E-BB921B6B5C8F}" srcOrd="1" destOrd="0" presId="urn:microsoft.com/office/officeart/2005/8/layout/list1"/>
    <dgm:cxn modelId="{8EBF88D4-6A6D-4EAD-BC41-0E614FF46F6C}" type="presParOf" srcId="{A5D727A3-7C16-4EC6-A463-91D617313A05}" destId="{024F110A-299C-4B9D-A0E6-BD33A552B82C}" srcOrd="2" destOrd="0" presId="urn:microsoft.com/office/officeart/2005/8/layout/list1"/>
    <dgm:cxn modelId="{379EB813-02EF-4200-BC0B-53ECFCF6D721}" type="presParOf" srcId="{A5D727A3-7C16-4EC6-A463-91D617313A05}" destId="{63719602-C460-4ED2-9477-57B78E938B58}" srcOrd="3" destOrd="0" presId="urn:microsoft.com/office/officeart/2005/8/layout/list1"/>
    <dgm:cxn modelId="{3A64D8DF-2F69-4476-BDCC-39C98589DE38}" type="presParOf" srcId="{A5D727A3-7C16-4EC6-A463-91D617313A05}" destId="{C4B22F28-4B3F-4DE1-9E73-6C7AC825C2E1}" srcOrd="4" destOrd="0" presId="urn:microsoft.com/office/officeart/2005/8/layout/list1"/>
    <dgm:cxn modelId="{A0AEEEC8-B381-4D5B-9F3A-F323F9DE3EE3}" type="presParOf" srcId="{C4B22F28-4B3F-4DE1-9E73-6C7AC825C2E1}" destId="{483135F2-D7BC-4223-AEB5-B33C7585E842}" srcOrd="0" destOrd="0" presId="urn:microsoft.com/office/officeart/2005/8/layout/list1"/>
    <dgm:cxn modelId="{DD28A0FE-6D39-44C8-A7AD-12474DA7373E}" type="presParOf" srcId="{C4B22F28-4B3F-4DE1-9E73-6C7AC825C2E1}" destId="{CE804E2D-2436-48F8-B04F-14148A185A48}" srcOrd="1" destOrd="0" presId="urn:microsoft.com/office/officeart/2005/8/layout/list1"/>
    <dgm:cxn modelId="{7875CD58-9C3C-4BE9-9A36-3F515C2DA065}" type="presParOf" srcId="{A5D727A3-7C16-4EC6-A463-91D617313A05}" destId="{4E640B78-218F-4FAC-9932-32AFF217A510}" srcOrd="5" destOrd="0" presId="urn:microsoft.com/office/officeart/2005/8/layout/list1"/>
    <dgm:cxn modelId="{4E23FA4F-0970-4FE4-BC97-0E607A76EB4B}" type="presParOf" srcId="{A5D727A3-7C16-4EC6-A463-91D617313A05}" destId="{82B0FF80-E905-42A8-BD4E-963CF5FAC783}" srcOrd="6" destOrd="0" presId="urn:microsoft.com/office/officeart/2005/8/layout/list1"/>
    <dgm:cxn modelId="{63199154-CD02-4074-87C4-1780A4828E96}" type="presParOf" srcId="{A5D727A3-7C16-4EC6-A463-91D617313A05}" destId="{6DE8C5E3-2A28-44D3-AF13-86654197E5A4}" srcOrd="7" destOrd="0" presId="urn:microsoft.com/office/officeart/2005/8/layout/list1"/>
    <dgm:cxn modelId="{D7EB14DD-76D0-49B3-824A-9FC6F33701DD}" type="presParOf" srcId="{A5D727A3-7C16-4EC6-A463-91D617313A05}" destId="{62C4A1C8-B73D-410B-871F-7364B2E19FB5}" srcOrd="8" destOrd="0" presId="urn:microsoft.com/office/officeart/2005/8/layout/list1"/>
    <dgm:cxn modelId="{48CB5258-239A-4336-B5E3-998425217DAC}" type="presParOf" srcId="{62C4A1C8-B73D-410B-871F-7364B2E19FB5}" destId="{B8779035-6CAB-48EB-ADE7-81C842086D1C}" srcOrd="0" destOrd="0" presId="urn:microsoft.com/office/officeart/2005/8/layout/list1"/>
    <dgm:cxn modelId="{6109C822-77BE-4F9D-BA4E-852899649CB5}" type="presParOf" srcId="{62C4A1C8-B73D-410B-871F-7364B2E19FB5}" destId="{79FBEEB9-3D53-4ABD-934D-77EB62145CC3}" srcOrd="1" destOrd="0" presId="urn:microsoft.com/office/officeart/2005/8/layout/list1"/>
    <dgm:cxn modelId="{3E8A2D69-840F-4C13-9F5A-D20374575B16}" type="presParOf" srcId="{A5D727A3-7C16-4EC6-A463-91D617313A05}" destId="{5814B3B7-D3A1-44A0-9ADE-11D500A15B3B}" srcOrd="9" destOrd="0" presId="urn:microsoft.com/office/officeart/2005/8/layout/list1"/>
    <dgm:cxn modelId="{FAF42510-E729-416E-9D24-1C7739EF8206}" type="presParOf" srcId="{A5D727A3-7C16-4EC6-A463-91D617313A05}" destId="{5158714F-B9BE-44D3-B435-B831998C4884}" srcOrd="10" destOrd="0" presId="urn:microsoft.com/office/officeart/2005/8/layout/list1"/>
    <dgm:cxn modelId="{00D3FD98-90BD-4586-8155-376796FD293D}" type="presParOf" srcId="{A5D727A3-7C16-4EC6-A463-91D617313A05}" destId="{B535EB94-DA93-42DC-BF54-D9C94E344859}" srcOrd="11" destOrd="0" presId="urn:microsoft.com/office/officeart/2005/8/layout/list1"/>
    <dgm:cxn modelId="{1BCD3836-C82B-40A0-BEC7-B068B0A85111}" type="presParOf" srcId="{A5D727A3-7C16-4EC6-A463-91D617313A05}" destId="{3425B585-01B3-497C-A31C-E283FB6CD51B}" srcOrd="12" destOrd="0" presId="urn:microsoft.com/office/officeart/2005/8/layout/list1"/>
    <dgm:cxn modelId="{75B991A3-ECE9-49EB-A9FB-22D2BAF1BF58}" type="presParOf" srcId="{3425B585-01B3-497C-A31C-E283FB6CD51B}" destId="{82B1BF7B-138F-487A-B587-79C1B10A0020}" srcOrd="0" destOrd="0" presId="urn:microsoft.com/office/officeart/2005/8/layout/list1"/>
    <dgm:cxn modelId="{542F95DD-0B87-4479-A488-A1BF5B739E7D}" type="presParOf" srcId="{3425B585-01B3-497C-A31C-E283FB6CD51B}" destId="{438895CE-D3F8-46C8-B695-882E2FBE1F0D}" srcOrd="1" destOrd="0" presId="urn:microsoft.com/office/officeart/2005/8/layout/list1"/>
    <dgm:cxn modelId="{33E1C8A4-3BB9-4CC0-8219-2E4550DDCAA8}" type="presParOf" srcId="{A5D727A3-7C16-4EC6-A463-91D617313A05}" destId="{904D1663-D424-414E-A916-AD8764A5C9B0}" srcOrd="13" destOrd="0" presId="urn:microsoft.com/office/officeart/2005/8/layout/list1"/>
    <dgm:cxn modelId="{3E0EBACA-6C7D-471B-BA04-6B6E1FDA3AD0}" type="presParOf" srcId="{A5D727A3-7C16-4EC6-A463-91D617313A05}" destId="{52EA93E6-858A-4E21-BEFD-56A8C3A986F9}" srcOrd="14" destOrd="0" presId="urn:microsoft.com/office/officeart/2005/8/layout/list1"/>
    <dgm:cxn modelId="{05C7A3A6-C29D-4363-B516-493481A5FE9C}" type="presParOf" srcId="{A5D727A3-7C16-4EC6-A463-91D617313A05}" destId="{1B752D76-E31F-461A-ADF0-6D0F182303CA}" srcOrd="15" destOrd="0" presId="urn:microsoft.com/office/officeart/2005/8/layout/list1"/>
    <dgm:cxn modelId="{51604AA9-2A1D-423A-871B-3B184CDC64BF}" type="presParOf" srcId="{A5D727A3-7C16-4EC6-A463-91D617313A05}" destId="{2E075E4B-52B9-4B93-AA6D-ECAD09A7282A}" srcOrd="16" destOrd="0" presId="urn:microsoft.com/office/officeart/2005/8/layout/list1"/>
    <dgm:cxn modelId="{F16D15C9-EA77-4A8F-9046-745FE63FDE4A}" type="presParOf" srcId="{2E075E4B-52B9-4B93-AA6D-ECAD09A7282A}" destId="{F16D8E70-46DF-4CD4-9348-4F96E58F947A}" srcOrd="0" destOrd="0" presId="urn:microsoft.com/office/officeart/2005/8/layout/list1"/>
    <dgm:cxn modelId="{F6C59F3C-8864-40BE-A8A9-84EB3C86F25F}" type="presParOf" srcId="{2E075E4B-52B9-4B93-AA6D-ECAD09A7282A}" destId="{7551F4FF-6658-4567-92DE-9A712BC918FD}" srcOrd="1" destOrd="0" presId="urn:microsoft.com/office/officeart/2005/8/layout/list1"/>
    <dgm:cxn modelId="{2F891212-716D-4C6C-AE13-C56387B1E00B}" type="presParOf" srcId="{A5D727A3-7C16-4EC6-A463-91D617313A05}" destId="{0B5A1715-3AE6-449D-8182-02D5F2CB1BF8}" srcOrd="17" destOrd="0" presId="urn:microsoft.com/office/officeart/2005/8/layout/list1"/>
    <dgm:cxn modelId="{517AB26D-1D61-49A5-8C25-BE93059A4469}" type="presParOf" srcId="{A5D727A3-7C16-4EC6-A463-91D617313A05}" destId="{B3619A2E-2041-4E2C-83FD-54FB811ACE3E}" srcOrd="18" destOrd="0" presId="urn:microsoft.com/office/officeart/2005/8/layout/list1"/>
    <dgm:cxn modelId="{D8770DFA-E8C3-4263-B65B-7DEE50F197B0}" type="presParOf" srcId="{A5D727A3-7C16-4EC6-A463-91D617313A05}" destId="{5253CEB4-BB4C-4969-9407-C02B4B274559}" srcOrd="19" destOrd="0" presId="urn:microsoft.com/office/officeart/2005/8/layout/list1"/>
    <dgm:cxn modelId="{21BC0C39-01F1-4C0D-9D03-DF51672513DF}" type="presParOf" srcId="{A5D727A3-7C16-4EC6-A463-91D617313A05}" destId="{97C306CC-F654-4116-9BDF-B972ABDE2B29}" srcOrd="20" destOrd="0" presId="urn:microsoft.com/office/officeart/2005/8/layout/list1"/>
    <dgm:cxn modelId="{6BD50138-ABCD-48C0-924D-33A7A5A73432}" type="presParOf" srcId="{97C306CC-F654-4116-9BDF-B972ABDE2B29}" destId="{78B9CEC9-722D-4B02-BD5C-C6110E5F8EBD}" srcOrd="0" destOrd="0" presId="urn:microsoft.com/office/officeart/2005/8/layout/list1"/>
    <dgm:cxn modelId="{35BC3D7F-7DE3-4505-8407-E0F714D9791B}" type="presParOf" srcId="{97C306CC-F654-4116-9BDF-B972ABDE2B29}" destId="{E8C1A7D6-22FE-4AE0-8FFD-183E4546ABE2}" srcOrd="1" destOrd="0" presId="urn:microsoft.com/office/officeart/2005/8/layout/list1"/>
    <dgm:cxn modelId="{468A3107-ACFC-45B5-BD05-8FB7E21055D2}" type="presParOf" srcId="{A5D727A3-7C16-4EC6-A463-91D617313A05}" destId="{45DCD97B-BC3E-4BB7-B8DE-37623053534D}" srcOrd="21" destOrd="0" presId="urn:microsoft.com/office/officeart/2005/8/layout/list1"/>
    <dgm:cxn modelId="{4E6C4E65-424C-47DC-82B6-A608F0217797}" type="presParOf" srcId="{A5D727A3-7C16-4EC6-A463-91D617313A05}" destId="{93BDCAF7-A006-4A2E-BD49-4DE8F383592E}"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F110A-299C-4B9D-A0E6-BD33A552B82C}">
      <dsp:nvSpPr>
        <dsp:cNvPr id="0" name=""/>
        <dsp:cNvSpPr/>
      </dsp:nvSpPr>
      <dsp:spPr>
        <a:xfrm>
          <a:off x="0" y="32604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Dr Olaoluwa Popoola olaowula.Popoola@glasgow.ac.uk</a:t>
          </a:r>
        </a:p>
      </dsp:txBody>
      <dsp:txXfrm>
        <a:off x="0" y="326049"/>
        <a:ext cx="6096000" cy="425250"/>
      </dsp:txXfrm>
    </dsp:sp>
    <dsp:sp modelId="{19D566FB-8427-4904-A540-DD014B867D64}">
      <dsp:nvSpPr>
        <dsp:cNvPr id="0" name=""/>
        <dsp:cNvSpPr/>
      </dsp:nvSpPr>
      <dsp:spPr>
        <a:xfrm>
          <a:off x="304800" y="1784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Course Convener</a:t>
          </a:r>
        </a:p>
      </dsp:txBody>
      <dsp:txXfrm>
        <a:off x="319210" y="192859"/>
        <a:ext cx="4238380" cy="266380"/>
      </dsp:txXfrm>
    </dsp:sp>
    <dsp:sp modelId="{82B0FF80-E905-42A8-BD4E-963CF5FAC783}">
      <dsp:nvSpPr>
        <dsp:cNvPr id="0" name=""/>
        <dsp:cNvSpPr/>
      </dsp:nvSpPr>
      <dsp:spPr>
        <a:xfrm>
          <a:off x="0" y="95289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Sajjad Hussain sajjad.hussain@glasgow.ac.uk</a:t>
          </a:r>
        </a:p>
      </dsp:txBody>
      <dsp:txXfrm>
        <a:off x="0" y="952899"/>
        <a:ext cx="6096000" cy="425250"/>
      </dsp:txXfrm>
    </dsp:sp>
    <dsp:sp modelId="{CE804E2D-2436-48F8-B04F-14148A185A48}">
      <dsp:nvSpPr>
        <dsp:cNvPr id="0" name=""/>
        <dsp:cNvSpPr/>
      </dsp:nvSpPr>
      <dsp:spPr>
        <a:xfrm>
          <a:off x="304800" y="80529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Programme Director</a:t>
          </a:r>
        </a:p>
      </dsp:txBody>
      <dsp:txXfrm>
        <a:off x="319210" y="819709"/>
        <a:ext cx="4238380" cy="266380"/>
      </dsp:txXfrm>
    </dsp:sp>
    <dsp:sp modelId="{5158714F-B9BE-44D3-B435-B831998C4884}">
      <dsp:nvSpPr>
        <dsp:cNvPr id="0" name=""/>
        <dsp:cNvSpPr/>
      </dsp:nvSpPr>
      <dsp:spPr>
        <a:xfrm>
          <a:off x="0" y="157974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Kelum Gamage kelum.gamage@glasgow.ac.uk</a:t>
          </a:r>
        </a:p>
      </dsp:txBody>
      <dsp:txXfrm>
        <a:off x="0" y="1579749"/>
        <a:ext cx="6096000" cy="425250"/>
      </dsp:txXfrm>
    </dsp:sp>
    <dsp:sp modelId="{79FBEEB9-3D53-4ABD-934D-77EB62145CC3}">
      <dsp:nvSpPr>
        <dsp:cNvPr id="0" name=""/>
        <dsp:cNvSpPr/>
      </dsp:nvSpPr>
      <dsp:spPr>
        <a:xfrm>
          <a:off x="304800" y="14321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GC UESTC CEDI Co-Director</a:t>
          </a:r>
        </a:p>
      </dsp:txBody>
      <dsp:txXfrm>
        <a:off x="319210" y="1446559"/>
        <a:ext cx="4238380" cy="266380"/>
      </dsp:txXfrm>
    </dsp:sp>
    <dsp:sp modelId="{52EA93E6-858A-4E21-BEFD-56A8C3A986F9}">
      <dsp:nvSpPr>
        <dsp:cNvPr id="0" name=""/>
        <dsp:cNvSpPr/>
      </dsp:nvSpPr>
      <dsp:spPr>
        <a:xfrm>
          <a:off x="0" y="220659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David Young david.j.young@glasgow.ac.uk </a:t>
          </a:r>
        </a:p>
      </dsp:txBody>
      <dsp:txXfrm>
        <a:off x="0" y="2206599"/>
        <a:ext cx="6096000" cy="425250"/>
      </dsp:txXfrm>
    </dsp:sp>
    <dsp:sp modelId="{438895CE-D3F8-46C8-B695-882E2FBE1F0D}">
      <dsp:nvSpPr>
        <dsp:cNvPr id="0" name=""/>
        <dsp:cNvSpPr/>
      </dsp:nvSpPr>
      <dsp:spPr>
        <a:xfrm>
          <a:off x="304800" y="205899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Executive Dean</a:t>
          </a:r>
        </a:p>
      </dsp:txBody>
      <dsp:txXfrm>
        <a:off x="319210" y="2073409"/>
        <a:ext cx="4238380" cy="266380"/>
      </dsp:txXfrm>
    </dsp:sp>
    <dsp:sp modelId="{B3619A2E-2041-4E2C-83FD-54FB811ACE3E}">
      <dsp:nvSpPr>
        <dsp:cNvPr id="0" name=""/>
        <dsp:cNvSpPr/>
      </dsp:nvSpPr>
      <dsp:spPr>
        <a:xfrm>
          <a:off x="0" y="2833450"/>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Sajjad Hussain sajjad.hussain@glasgow.ac.uk</a:t>
          </a:r>
        </a:p>
      </dsp:txBody>
      <dsp:txXfrm>
        <a:off x="0" y="2833450"/>
        <a:ext cx="6096000" cy="425250"/>
      </dsp:txXfrm>
    </dsp:sp>
    <dsp:sp modelId="{7551F4FF-6658-4567-92DE-9A712BC918FD}">
      <dsp:nvSpPr>
        <dsp:cNvPr id="0" name=""/>
        <dsp:cNvSpPr/>
      </dsp:nvSpPr>
      <dsp:spPr>
        <a:xfrm>
          <a:off x="304800" y="26858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Associate Director of TNE</a:t>
          </a:r>
        </a:p>
      </dsp:txBody>
      <dsp:txXfrm>
        <a:off x="319210" y="2700259"/>
        <a:ext cx="4238380" cy="266380"/>
      </dsp:txXfrm>
    </dsp:sp>
    <dsp:sp modelId="{93BDCAF7-A006-4A2E-BD49-4DE8F383592E}">
      <dsp:nvSpPr>
        <dsp:cNvPr id="0" name=""/>
        <dsp:cNvSpPr/>
      </dsp:nvSpPr>
      <dsp:spPr>
        <a:xfrm>
          <a:off x="0" y="3460300"/>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a:t>Prof Scott Roy scott.roy@glasgow.ac.uk</a:t>
          </a:r>
          <a:endParaRPr lang="en-GB" sz="1000" kern="1200" dirty="0"/>
        </a:p>
      </dsp:txBody>
      <dsp:txXfrm>
        <a:off x="0" y="3460300"/>
        <a:ext cx="6096000" cy="425250"/>
      </dsp:txXfrm>
    </dsp:sp>
    <dsp:sp modelId="{E8C1A7D6-22FE-4AE0-8FFD-183E4546ABE2}">
      <dsp:nvSpPr>
        <dsp:cNvPr id="0" name=""/>
        <dsp:cNvSpPr/>
      </dsp:nvSpPr>
      <dsp:spPr>
        <a:xfrm>
          <a:off x="304800" y="3312700"/>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Director of TNE</a:t>
          </a:r>
        </a:p>
      </dsp:txBody>
      <dsp:txXfrm>
        <a:off x="319210" y="3327110"/>
        <a:ext cx="4238380" cy="266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F110A-299C-4B9D-A0E6-BD33A552B82C}">
      <dsp:nvSpPr>
        <dsp:cNvPr id="0" name=""/>
        <dsp:cNvSpPr/>
      </dsp:nvSpPr>
      <dsp:spPr>
        <a:xfrm>
          <a:off x="0" y="32604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Dr Olaoluwa Popoola olaowula.Popoola@glasgow.ac.uk</a:t>
          </a:r>
        </a:p>
      </dsp:txBody>
      <dsp:txXfrm>
        <a:off x="0" y="326049"/>
        <a:ext cx="6096000" cy="425250"/>
      </dsp:txXfrm>
    </dsp:sp>
    <dsp:sp modelId="{19D566FB-8427-4904-A540-DD014B867D64}">
      <dsp:nvSpPr>
        <dsp:cNvPr id="0" name=""/>
        <dsp:cNvSpPr/>
      </dsp:nvSpPr>
      <dsp:spPr>
        <a:xfrm>
          <a:off x="304800" y="1784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Course Convener</a:t>
          </a:r>
        </a:p>
      </dsp:txBody>
      <dsp:txXfrm>
        <a:off x="319210" y="192859"/>
        <a:ext cx="4238380" cy="266380"/>
      </dsp:txXfrm>
    </dsp:sp>
    <dsp:sp modelId="{82B0FF80-E905-42A8-BD4E-963CF5FAC783}">
      <dsp:nvSpPr>
        <dsp:cNvPr id="0" name=""/>
        <dsp:cNvSpPr/>
      </dsp:nvSpPr>
      <dsp:spPr>
        <a:xfrm>
          <a:off x="0" y="95289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Dr Julien Le Kernec julien.lekernec@glasgow.ac.uk</a:t>
          </a:r>
        </a:p>
      </dsp:txBody>
      <dsp:txXfrm>
        <a:off x="0" y="952899"/>
        <a:ext cx="6096000" cy="425250"/>
      </dsp:txXfrm>
    </dsp:sp>
    <dsp:sp modelId="{CE804E2D-2436-48F8-B04F-14148A185A48}">
      <dsp:nvSpPr>
        <dsp:cNvPr id="0" name=""/>
        <dsp:cNvSpPr/>
      </dsp:nvSpPr>
      <dsp:spPr>
        <a:xfrm>
          <a:off x="304800" y="80529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Programme Director</a:t>
          </a:r>
        </a:p>
      </dsp:txBody>
      <dsp:txXfrm>
        <a:off x="319210" y="819709"/>
        <a:ext cx="4238380" cy="266380"/>
      </dsp:txXfrm>
    </dsp:sp>
    <dsp:sp modelId="{5158714F-B9BE-44D3-B435-B831998C4884}">
      <dsp:nvSpPr>
        <dsp:cNvPr id="0" name=""/>
        <dsp:cNvSpPr/>
      </dsp:nvSpPr>
      <dsp:spPr>
        <a:xfrm>
          <a:off x="0" y="157974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Kelum Gamage kelum.gamage@glasgow.ac.uk</a:t>
          </a:r>
        </a:p>
      </dsp:txBody>
      <dsp:txXfrm>
        <a:off x="0" y="1579749"/>
        <a:ext cx="6096000" cy="425250"/>
      </dsp:txXfrm>
    </dsp:sp>
    <dsp:sp modelId="{79FBEEB9-3D53-4ABD-934D-77EB62145CC3}">
      <dsp:nvSpPr>
        <dsp:cNvPr id="0" name=""/>
        <dsp:cNvSpPr/>
      </dsp:nvSpPr>
      <dsp:spPr>
        <a:xfrm>
          <a:off x="304800" y="14321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GC UESTC CEDI Co-Director</a:t>
          </a:r>
        </a:p>
      </dsp:txBody>
      <dsp:txXfrm>
        <a:off x="319210" y="1446559"/>
        <a:ext cx="4238380" cy="266380"/>
      </dsp:txXfrm>
    </dsp:sp>
    <dsp:sp modelId="{52EA93E6-858A-4E21-BEFD-56A8C3A986F9}">
      <dsp:nvSpPr>
        <dsp:cNvPr id="0" name=""/>
        <dsp:cNvSpPr/>
      </dsp:nvSpPr>
      <dsp:spPr>
        <a:xfrm>
          <a:off x="0" y="2206599"/>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Dr Robert Partridge robert.partridge@glasgow.ac.uk </a:t>
          </a:r>
        </a:p>
      </dsp:txBody>
      <dsp:txXfrm>
        <a:off x="0" y="2206599"/>
        <a:ext cx="6096000" cy="425250"/>
      </dsp:txXfrm>
    </dsp:sp>
    <dsp:sp modelId="{438895CE-D3F8-46C8-B695-882E2FBE1F0D}">
      <dsp:nvSpPr>
        <dsp:cNvPr id="0" name=""/>
        <dsp:cNvSpPr/>
      </dsp:nvSpPr>
      <dsp:spPr>
        <a:xfrm>
          <a:off x="304800" y="205899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Executive Dean</a:t>
          </a:r>
        </a:p>
      </dsp:txBody>
      <dsp:txXfrm>
        <a:off x="319210" y="2073409"/>
        <a:ext cx="4238380" cy="266380"/>
      </dsp:txXfrm>
    </dsp:sp>
    <dsp:sp modelId="{B3619A2E-2041-4E2C-83FD-54FB811ACE3E}">
      <dsp:nvSpPr>
        <dsp:cNvPr id="0" name=""/>
        <dsp:cNvSpPr/>
      </dsp:nvSpPr>
      <dsp:spPr>
        <a:xfrm>
          <a:off x="0" y="2833450"/>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dirty="0"/>
            <a:t>Prof Sajjad Hussain sajjad.hussain@glasgow.ac.uk</a:t>
          </a:r>
        </a:p>
      </dsp:txBody>
      <dsp:txXfrm>
        <a:off x="0" y="2833450"/>
        <a:ext cx="6096000" cy="425250"/>
      </dsp:txXfrm>
    </dsp:sp>
    <dsp:sp modelId="{7551F4FF-6658-4567-92DE-9A712BC918FD}">
      <dsp:nvSpPr>
        <dsp:cNvPr id="0" name=""/>
        <dsp:cNvSpPr/>
      </dsp:nvSpPr>
      <dsp:spPr>
        <a:xfrm>
          <a:off x="304800" y="268584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Associate Director of TNE</a:t>
          </a:r>
        </a:p>
      </dsp:txBody>
      <dsp:txXfrm>
        <a:off x="319210" y="2700259"/>
        <a:ext cx="4238380" cy="266380"/>
      </dsp:txXfrm>
    </dsp:sp>
    <dsp:sp modelId="{93BDCAF7-A006-4A2E-BD49-4DE8F383592E}">
      <dsp:nvSpPr>
        <dsp:cNvPr id="0" name=""/>
        <dsp:cNvSpPr/>
      </dsp:nvSpPr>
      <dsp:spPr>
        <a:xfrm>
          <a:off x="0" y="3460300"/>
          <a:ext cx="6096000" cy="425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en-GB" sz="1000" kern="1200"/>
            <a:t>Prof Scott Roy scott.roy@glasgow.ac.uk</a:t>
          </a:r>
          <a:endParaRPr lang="en-GB" sz="1000" kern="1200" dirty="0"/>
        </a:p>
      </dsp:txBody>
      <dsp:txXfrm>
        <a:off x="0" y="3460300"/>
        <a:ext cx="6096000" cy="425250"/>
      </dsp:txXfrm>
    </dsp:sp>
    <dsp:sp modelId="{E8C1A7D6-22FE-4AE0-8FFD-183E4546ABE2}">
      <dsp:nvSpPr>
        <dsp:cNvPr id="0" name=""/>
        <dsp:cNvSpPr/>
      </dsp:nvSpPr>
      <dsp:spPr>
        <a:xfrm>
          <a:off x="304800" y="3312700"/>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444500">
            <a:lnSpc>
              <a:spcPct val="90000"/>
            </a:lnSpc>
            <a:spcBef>
              <a:spcPct val="0"/>
            </a:spcBef>
            <a:spcAft>
              <a:spcPct val="35000"/>
            </a:spcAft>
            <a:buNone/>
          </a:pPr>
          <a:r>
            <a:rPr lang="en-GB" sz="1000" kern="1200" dirty="0"/>
            <a:t>Director of TNE</a:t>
          </a:r>
        </a:p>
      </dsp:txBody>
      <dsp:txXfrm>
        <a:off x="319210" y="3327110"/>
        <a:ext cx="4238380" cy="2663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7433B5-D728-E146-B948-C37A5EC05FB8}"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02F00-C535-204F-B4B5-528FB2DC4FE2}" type="slidenum">
              <a:rPr lang="en-US" smtClean="0"/>
              <a:t>‹#›</a:t>
            </a:fld>
            <a:endParaRPr lang="en-US"/>
          </a:p>
        </p:txBody>
      </p:sp>
    </p:spTree>
    <p:extLst>
      <p:ext uri="{BB962C8B-B14F-4D97-AF65-F5344CB8AC3E}">
        <p14:creationId xmlns:p14="http://schemas.microsoft.com/office/powerpoint/2010/main" val="94456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A02F00-C535-204F-B4B5-528FB2DC4FE2}" type="slidenum">
              <a:rPr lang="en-US" smtClean="0"/>
              <a:t>1</a:t>
            </a:fld>
            <a:endParaRPr lang="en-US"/>
          </a:p>
        </p:txBody>
      </p:sp>
    </p:spTree>
    <p:extLst>
      <p:ext uri="{BB962C8B-B14F-4D97-AF65-F5344CB8AC3E}">
        <p14:creationId xmlns:p14="http://schemas.microsoft.com/office/powerpoint/2010/main" val="374738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A02F00-C535-204F-B4B5-528FB2DC4FE2}" type="slidenum">
              <a:rPr lang="en-US" smtClean="0"/>
              <a:t>12</a:t>
            </a:fld>
            <a:endParaRPr lang="en-US"/>
          </a:p>
        </p:txBody>
      </p:sp>
    </p:spTree>
    <p:extLst>
      <p:ext uri="{BB962C8B-B14F-4D97-AF65-F5344CB8AC3E}">
        <p14:creationId xmlns:p14="http://schemas.microsoft.com/office/powerpoint/2010/main" val="715961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bwMode="auto">
          <a:xfrm>
            <a:off x="564874" y="1203599"/>
            <a:ext cx="3719094" cy="3715612"/>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Title 1"/>
          <p:cNvSpPr>
            <a:spLocks noGrp="1"/>
          </p:cNvSpPr>
          <p:nvPr>
            <p:ph type="title" hasCustomPrompt="1"/>
          </p:nvPr>
        </p:nvSpPr>
        <p:spPr>
          <a:xfrm>
            <a:off x="539551" y="1203599"/>
            <a:ext cx="3744417" cy="504055"/>
          </a:xfrm>
          <a:prstGeom prst="rect">
            <a:avLst/>
          </a:prstGeom>
        </p:spPr>
        <p:txBody>
          <a:bodyPr/>
          <a:lstStyle>
            <a:lvl1pPr>
              <a:defRPr>
                <a:solidFill>
                  <a:srgbClr val="003560"/>
                </a:solidFill>
                <a:latin typeface="Arial" charset="0"/>
                <a:ea typeface="Arial" charset="0"/>
                <a:cs typeface="Arial" charset="0"/>
              </a:defRPr>
            </a:lvl1pPr>
          </a:lstStyle>
          <a:p>
            <a:r>
              <a:rPr lang="en-US" sz="2400" dirty="0"/>
              <a:t>Title here 28pt Arial</a:t>
            </a:r>
          </a:p>
        </p:txBody>
      </p:sp>
      <p:sp>
        <p:nvSpPr>
          <p:cNvPr id="5" name="Content Placeholder 2"/>
          <p:cNvSpPr>
            <a:spLocks noGrp="1"/>
          </p:cNvSpPr>
          <p:nvPr>
            <p:ph idx="1" hasCustomPrompt="1"/>
          </p:nvPr>
        </p:nvSpPr>
        <p:spPr>
          <a:xfrm>
            <a:off x="539551" y="1851671"/>
            <a:ext cx="3744417" cy="3096343"/>
          </a:xfrm>
          <a:prstGeom prst="rect">
            <a:avLst/>
          </a:prstGeom>
        </p:spPr>
        <p:txBody>
          <a:bodyPr/>
          <a:lstStyle>
            <a:lvl1pPr>
              <a:defRPr sz="1600">
                <a:solidFill>
                  <a:srgbClr val="003560"/>
                </a:solidFill>
                <a:latin typeface="Arial" charset="0"/>
                <a:ea typeface="Arial" charset="0"/>
                <a:cs typeface="Arial" charset="0"/>
              </a:defRPr>
            </a:lvl1pPr>
          </a:lstStyle>
          <a:p>
            <a:r>
              <a:rPr lang="en-US" sz="1400" dirty="0"/>
              <a:t>Body text 24pt Arial</a:t>
            </a:r>
          </a:p>
        </p:txBody>
      </p:sp>
    </p:spTree>
    <p:extLst>
      <p:ext uri="{BB962C8B-B14F-4D97-AF65-F5344CB8AC3E}">
        <p14:creationId xmlns:p14="http://schemas.microsoft.com/office/powerpoint/2010/main" val="26634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p:cNvSpPr/>
          <p:nvPr userDrawn="1"/>
        </p:nvSpPr>
        <p:spPr bwMode="auto">
          <a:xfrm>
            <a:off x="564874" y="1203599"/>
            <a:ext cx="3719094" cy="3715612"/>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Title 1"/>
          <p:cNvSpPr>
            <a:spLocks noGrp="1"/>
          </p:cNvSpPr>
          <p:nvPr>
            <p:ph type="title" hasCustomPrompt="1"/>
          </p:nvPr>
        </p:nvSpPr>
        <p:spPr>
          <a:xfrm>
            <a:off x="539551" y="1203599"/>
            <a:ext cx="3744417" cy="504055"/>
          </a:xfrm>
          <a:prstGeom prst="rect">
            <a:avLst/>
          </a:prstGeom>
        </p:spPr>
        <p:txBody>
          <a:bodyPr/>
          <a:lstStyle>
            <a:lvl1pPr>
              <a:defRPr>
                <a:solidFill>
                  <a:srgbClr val="003560"/>
                </a:solidFill>
                <a:latin typeface="Arial" charset="0"/>
                <a:ea typeface="Arial" charset="0"/>
                <a:cs typeface="Arial" charset="0"/>
              </a:defRPr>
            </a:lvl1pPr>
          </a:lstStyle>
          <a:p>
            <a:r>
              <a:rPr lang="en-US" sz="2400" dirty="0"/>
              <a:t>Title here 28pt Arial</a:t>
            </a:r>
          </a:p>
        </p:txBody>
      </p:sp>
      <p:sp>
        <p:nvSpPr>
          <p:cNvPr id="5" name="Content Placeholder 2"/>
          <p:cNvSpPr>
            <a:spLocks noGrp="1"/>
          </p:cNvSpPr>
          <p:nvPr>
            <p:ph idx="1" hasCustomPrompt="1"/>
          </p:nvPr>
        </p:nvSpPr>
        <p:spPr>
          <a:xfrm>
            <a:off x="539551" y="1851671"/>
            <a:ext cx="3744417" cy="3096343"/>
          </a:xfrm>
          <a:prstGeom prst="rect">
            <a:avLst/>
          </a:prstGeom>
        </p:spPr>
        <p:txBody>
          <a:bodyPr/>
          <a:lstStyle>
            <a:lvl1pPr>
              <a:defRPr sz="1600">
                <a:solidFill>
                  <a:srgbClr val="003560"/>
                </a:solidFill>
                <a:latin typeface="Arial" charset="0"/>
                <a:ea typeface="Arial" charset="0"/>
                <a:cs typeface="Arial" charset="0"/>
              </a:defRPr>
            </a:lvl1pPr>
          </a:lstStyle>
          <a:p>
            <a:r>
              <a:rPr lang="en-US" sz="1400" dirty="0"/>
              <a:t>Body text 24pt Arial</a:t>
            </a:r>
          </a:p>
        </p:txBody>
      </p:sp>
    </p:spTree>
    <p:extLst>
      <p:ext uri="{BB962C8B-B14F-4D97-AF65-F5344CB8AC3E}">
        <p14:creationId xmlns:p14="http://schemas.microsoft.com/office/powerpoint/2010/main" val="117478152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564874" y="1203599"/>
            <a:ext cx="3719094" cy="3715612"/>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Rectangle 3"/>
          <p:cNvSpPr/>
          <p:nvPr userDrawn="1"/>
        </p:nvSpPr>
        <p:spPr bwMode="auto">
          <a:xfrm>
            <a:off x="564874" y="1203599"/>
            <a:ext cx="3719094" cy="3715612"/>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Lst>
  <p:txStyles>
    <p:titleStyle>
      <a:lvl1pPr algn="l" rtl="0" eaLnBrk="1" fontAlgn="base" hangingPunct="1">
        <a:lnSpc>
          <a:spcPct val="90000"/>
        </a:lnSpc>
        <a:spcBef>
          <a:spcPct val="0"/>
        </a:spcBef>
        <a:spcAft>
          <a:spcPct val="0"/>
        </a:spcAft>
        <a:defRPr sz="2800" b="1" spc="-10">
          <a:solidFill>
            <a:srgbClr val="483F6A"/>
          </a:solidFill>
          <a:latin typeface="Times New Roman"/>
          <a:ea typeface="ヒラギノ角ゴ Pro W3" charset="0"/>
          <a:cs typeface="Times New Roman"/>
        </a:defRPr>
      </a:lvl1pPr>
      <a:lvl2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2pPr>
      <a:lvl3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3pPr>
      <a:lvl4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4pPr>
      <a:lvl5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5pPr>
      <a:lvl6pPr marL="4572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6pPr>
      <a:lvl7pPr marL="9144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7pPr>
      <a:lvl8pPr marL="13716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8pPr>
      <a:lvl9pPr marL="18288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9pPr>
    </p:titleStyle>
    <p:body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mailto:julien.lekernec@glasgow.ac.uk" TargetMode="External"/><Relationship Id="rId7" Type="http://schemas.openxmlformats.org/officeDocument/2006/relationships/image" Target="../media/image6.jp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mailto:olaowula.Popoola@glasgow.ac.uk" TargetMode="External"/><Relationship Id="rId4" Type="http://schemas.openxmlformats.org/officeDocument/2006/relationships/hyperlink" Target="mailto:chong.li@glasgow.ac.uk" TargetMode="Externa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tower of the main building with the city in the background">
            <a:extLs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pic>
        <p:nvPicPr>
          <p:cNvPr id="8" name="Picture 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850766"/>
            <a:ext cx="1907704" cy="1122179"/>
          </a:xfrm>
          <a:prstGeom prst="rect">
            <a:avLst/>
          </a:prstGeom>
        </p:spPr>
      </p:pic>
      <p:sp>
        <p:nvSpPr>
          <p:cNvPr id="7" name="Title 1">
            <a:extLst>
              <a:ext uri="{FF2B5EF4-FFF2-40B4-BE49-F238E27FC236}">
                <a16:creationId xmlns:a16="http://schemas.microsoft.com/office/drawing/2014/main" id="{B5A592FA-C535-124E-A8E7-844425B8DB50}"/>
              </a:ext>
            </a:extLst>
          </p:cNvPr>
          <p:cNvSpPr>
            <a:spLocks noGrp="1"/>
          </p:cNvSpPr>
          <p:nvPr>
            <p:ph type="title"/>
          </p:nvPr>
        </p:nvSpPr>
        <p:spPr>
          <a:xfrm>
            <a:off x="467546" y="1250950"/>
            <a:ext cx="5760638" cy="1032768"/>
          </a:xfrm>
          <a:prstGeom prst="rect">
            <a:avLst/>
          </a:prstGeom>
        </p:spPr>
        <p:txBody>
          <a:bodyPr/>
          <a:lstStyle/>
          <a:p>
            <a:pPr>
              <a:defRPr/>
            </a:pPr>
            <a:r>
              <a:rPr lang="en-GB" sz="3200" dirty="0">
                <a:solidFill>
                  <a:schemeClr val="tx1"/>
                </a:solidFill>
                <a:ea typeface="+mj-ea"/>
              </a:rPr>
              <a:t>Control 3 </a:t>
            </a:r>
            <a:br>
              <a:rPr lang="en-GB" sz="3200" dirty="0">
                <a:solidFill>
                  <a:schemeClr val="tx1"/>
                </a:solidFill>
                <a:ea typeface="+mj-ea"/>
              </a:rPr>
            </a:br>
            <a:r>
              <a:rPr lang="en-GB" sz="3200" dirty="0">
                <a:solidFill>
                  <a:schemeClr val="tx1"/>
                </a:solidFill>
                <a:ea typeface="+mj-ea"/>
              </a:rPr>
              <a:t>UESTC3001/UESTCHN3007 (2025-2026)</a:t>
            </a:r>
            <a:endParaRPr lang="en-US" sz="3200" dirty="0">
              <a:solidFill>
                <a:schemeClr val="tx1"/>
              </a:solidFill>
              <a:ea typeface="+mj-ea"/>
            </a:endParaRPr>
          </a:p>
        </p:txBody>
      </p:sp>
      <p:sp>
        <p:nvSpPr>
          <p:cNvPr id="9" name="Content Placeholder 2">
            <a:extLst>
              <a:ext uri="{FF2B5EF4-FFF2-40B4-BE49-F238E27FC236}">
                <a16:creationId xmlns:a16="http://schemas.microsoft.com/office/drawing/2014/main" id="{1650459D-5F1E-5640-87B5-00F2D9510815}"/>
              </a:ext>
            </a:extLst>
          </p:cNvPr>
          <p:cNvSpPr txBox="1">
            <a:spLocks/>
          </p:cNvSpPr>
          <p:nvPr/>
        </p:nvSpPr>
        <p:spPr bwMode="auto">
          <a:xfrm>
            <a:off x="467546" y="2211710"/>
            <a:ext cx="5400675" cy="10080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endParaRPr lang="en-US" altLang="en-US" sz="2400" kern="0" dirty="0">
              <a:solidFill>
                <a:srgbClr val="003560"/>
              </a:solidFill>
              <a:latin typeface="Arial" charset="0"/>
              <a:ea typeface="ヒラギノ角ゴ Pro W3" charset="-128"/>
              <a:cs typeface="ヒラギノ角ゴ Pro W3" charset="-128"/>
            </a:endParaRPr>
          </a:p>
        </p:txBody>
      </p:sp>
      <p:pic>
        <p:nvPicPr>
          <p:cNvPr id="10" name="Picture 9">
            <a:extLst>
              <a:ext uri="{FF2B5EF4-FFF2-40B4-BE49-F238E27FC236}">
                <a16:creationId xmlns:a16="http://schemas.microsoft.com/office/drawing/2014/main" id="{9A59E953-B157-DE48-8ACA-97A8BF0996BF}"/>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24128" y="4337123"/>
            <a:ext cx="3208345" cy="635822"/>
          </a:xfrm>
          <a:prstGeom prst="rect">
            <a:avLst/>
          </a:prstGeom>
        </p:spPr>
      </p:pic>
    </p:spTree>
    <p:extLst>
      <p:ext uri="{BB962C8B-B14F-4D97-AF65-F5344CB8AC3E}">
        <p14:creationId xmlns:p14="http://schemas.microsoft.com/office/powerpoint/2010/main" val="587772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Teaching Team</a:t>
            </a:r>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564874" y="1376129"/>
            <a:ext cx="7776865" cy="3499877"/>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85750" indent="-285750">
              <a:buFont typeface="Arial" panose="020B0604020202020204" pitchFamily="34" charset="0"/>
              <a:buChar char="•"/>
            </a:pPr>
            <a:r>
              <a:rPr lang="en-US" sz="2200" kern="0" dirty="0">
                <a:solidFill>
                  <a:srgbClr val="003560"/>
                </a:solidFill>
                <a:latin typeface="Arial" charset="0"/>
                <a:cs typeface="Arial" charset="0"/>
              </a:rPr>
              <a:t>Dr Julien Le Kernec (Block 1 &amp; 3)</a:t>
            </a:r>
            <a:endParaRPr lang="en-US" sz="2200" kern="0" dirty="0">
              <a:solidFill>
                <a:srgbClr val="003560"/>
              </a:solidFill>
              <a:latin typeface="Arial" charset="0"/>
              <a:ea typeface="Arial" charset="0"/>
              <a:cs typeface="Arial" charset="0"/>
            </a:endParaRPr>
          </a:p>
          <a:p>
            <a:pPr marL="0" indent="0"/>
            <a:r>
              <a:rPr lang="en-US" sz="2200" kern="0" dirty="0">
                <a:solidFill>
                  <a:srgbClr val="003560"/>
                </a:solidFill>
                <a:latin typeface="Arial" charset="0"/>
                <a:ea typeface="Arial" charset="0"/>
                <a:cs typeface="Arial" charset="0"/>
              </a:rPr>
              <a:t>    </a:t>
            </a:r>
            <a:r>
              <a:rPr lang="en-US" sz="2200" kern="0" dirty="0">
                <a:solidFill>
                  <a:srgbClr val="584B3D"/>
                </a:solidFill>
                <a:latin typeface="Arial" charset="0"/>
                <a:cs typeface="Arial" charset="0"/>
                <a:hlinkClick r:id="rId3">
                  <a:extLst>
                    <a:ext uri="{A12FA001-AC4F-418D-AE19-62706E023703}">
                      <ahyp:hlinkClr xmlns:ahyp="http://schemas.microsoft.com/office/drawing/2018/hyperlinkcolor" val="tx"/>
                    </a:ext>
                  </a:extLst>
                </a:hlinkClick>
              </a:rPr>
              <a:t>julien.lekernec@</a:t>
            </a:r>
            <a:r>
              <a:rPr lang="en-US" sz="2200" kern="0" dirty="0">
                <a:solidFill>
                  <a:srgbClr val="584B3D"/>
                </a:solidFill>
                <a:latin typeface="Arial" charset="0"/>
                <a:ea typeface="Arial" charset="0"/>
                <a:cs typeface="Arial" charset="0"/>
                <a:hlinkClick r:id="rId3">
                  <a:extLst>
                    <a:ext uri="{A12FA001-AC4F-418D-AE19-62706E023703}">
                      <ahyp:hlinkClr xmlns:ahyp="http://schemas.microsoft.com/office/drawing/2018/hyperlinkcolor" val="tx"/>
                    </a:ext>
                  </a:extLst>
                </a:hlinkClick>
              </a:rPr>
              <a:t>glasgow.ac.uk</a:t>
            </a:r>
            <a:endParaRPr lang="en-US" sz="2200" kern="0" dirty="0">
              <a:solidFill>
                <a:srgbClr val="584B3D"/>
              </a:solidFill>
              <a:latin typeface="Arial" charset="0"/>
              <a:ea typeface="Arial" charset="0"/>
              <a:cs typeface="Arial" charset="0"/>
            </a:endParaRPr>
          </a:p>
          <a:p>
            <a:pPr>
              <a:buFont typeface="Arial" panose="020B0604020202020204" pitchFamily="34" charset="0"/>
              <a:buChar char="•"/>
            </a:pPr>
            <a:r>
              <a:rPr lang="en-US" sz="2200" kern="0" dirty="0">
                <a:solidFill>
                  <a:srgbClr val="003560"/>
                </a:solidFill>
                <a:latin typeface="Arial" charset="0"/>
                <a:cs typeface="Arial" charset="0"/>
              </a:rPr>
              <a:t>Prof Chong Li (Block 2)</a:t>
            </a:r>
          </a:p>
          <a:p>
            <a:pPr marL="0" indent="0"/>
            <a:r>
              <a:rPr lang="en-US" sz="2200" kern="0" dirty="0">
                <a:solidFill>
                  <a:srgbClr val="584B3D"/>
                </a:solidFill>
                <a:latin typeface="Arial" charset="0"/>
                <a:ea typeface="Arial" charset="0"/>
                <a:cs typeface="Arial" charset="0"/>
              </a:rPr>
              <a:t>    </a:t>
            </a:r>
            <a:r>
              <a:rPr lang="en-US" sz="2200" kern="0" dirty="0">
                <a:solidFill>
                  <a:srgbClr val="584B3D"/>
                </a:solidFill>
                <a:latin typeface="Arial" charset="0"/>
                <a:ea typeface="Arial" charset="0"/>
                <a:cs typeface="Arial" charset="0"/>
                <a:hlinkClick r:id="rId4"/>
              </a:rPr>
              <a:t>chong.li@glasgow.ac.uk</a:t>
            </a:r>
            <a:endParaRPr lang="en-US" sz="2200" kern="0" dirty="0">
              <a:solidFill>
                <a:srgbClr val="584B3D"/>
              </a:solidFill>
              <a:latin typeface="Arial" charset="0"/>
              <a:ea typeface="Arial" charset="0"/>
              <a:cs typeface="Arial" charset="0"/>
            </a:endParaRPr>
          </a:p>
          <a:p>
            <a:pPr>
              <a:buFont typeface="Arial" panose="020B0604020202020204" pitchFamily="34" charset="0"/>
              <a:buChar char="•"/>
            </a:pPr>
            <a:r>
              <a:rPr lang="en-US" sz="2200" kern="0" dirty="0">
                <a:solidFill>
                  <a:srgbClr val="003560"/>
                </a:solidFill>
                <a:latin typeface="Arial" charset="0"/>
                <a:ea typeface="Arial" charset="0"/>
                <a:cs typeface="Arial" charset="0"/>
              </a:rPr>
              <a:t>Dr </a:t>
            </a:r>
            <a:r>
              <a:rPr lang="en-US" sz="2200" kern="0" dirty="0" err="1">
                <a:solidFill>
                  <a:srgbClr val="003560"/>
                </a:solidFill>
                <a:latin typeface="Arial" charset="0"/>
                <a:ea typeface="Arial" charset="0"/>
                <a:cs typeface="Arial" charset="0"/>
              </a:rPr>
              <a:t>Olaowula</a:t>
            </a:r>
            <a:r>
              <a:rPr lang="en-US" sz="2200" kern="0" dirty="0">
                <a:solidFill>
                  <a:srgbClr val="003560"/>
                </a:solidFill>
                <a:latin typeface="Arial" charset="0"/>
                <a:ea typeface="Arial" charset="0"/>
                <a:cs typeface="Arial" charset="0"/>
              </a:rPr>
              <a:t> Popoola (Convenor &amp; Block 4)</a:t>
            </a:r>
          </a:p>
          <a:p>
            <a:pPr marL="0" indent="0"/>
            <a:r>
              <a:rPr lang="en-US" sz="2200" kern="0" dirty="0">
                <a:solidFill>
                  <a:srgbClr val="003560"/>
                </a:solidFill>
                <a:latin typeface="Arial" charset="0"/>
                <a:ea typeface="Arial" charset="0"/>
                <a:cs typeface="Arial" charset="0"/>
              </a:rPr>
              <a:t>     </a:t>
            </a:r>
            <a:r>
              <a:rPr lang="en-US" sz="2200" kern="0" dirty="0">
                <a:solidFill>
                  <a:srgbClr val="003560"/>
                </a:solidFill>
                <a:latin typeface="Arial" charset="0"/>
                <a:ea typeface="Arial" charset="0"/>
                <a:cs typeface="Arial" charset="0"/>
                <a:hlinkClick r:id="rId5"/>
              </a:rPr>
              <a:t>olaowula.Popoola@glasgow.ac.uk</a:t>
            </a:r>
            <a:endParaRPr lang="en-US" sz="2200" kern="0" dirty="0">
              <a:solidFill>
                <a:srgbClr val="003560"/>
              </a:solidFill>
              <a:latin typeface="Arial" charset="0"/>
              <a:ea typeface="Arial" charset="0"/>
              <a:cs typeface="Arial" charset="0"/>
            </a:endParaRPr>
          </a:p>
          <a:p>
            <a:pPr marL="0" indent="0"/>
            <a:endParaRPr lang="en-US" sz="2200" kern="0" dirty="0">
              <a:solidFill>
                <a:srgbClr val="003560"/>
              </a:solidFill>
              <a:latin typeface="Arial" charset="0"/>
              <a:ea typeface="Arial" charset="0"/>
              <a:cs typeface="Arial" charset="0"/>
            </a:endParaRPr>
          </a:p>
          <a:p>
            <a:pPr marL="0" indent="0"/>
            <a:endParaRPr lang="en-US" sz="2200" kern="0" dirty="0">
              <a:solidFill>
                <a:srgbClr val="003560"/>
              </a:solidFill>
              <a:latin typeface="Arial" charset="0"/>
              <a:ea typeface="Arial" charset="0"/>
              <a:cs typeface="Arial" charset="0"/>
            </a:endParaRPr>
          </a:p>
          <a:p>
            <a:pPr marL="285750" indent="-285750">
              <a:buFont typeface="Arial" panose="020B0604020202020204" pitchFamily="34" charset="0"/>
              <a:buChar char="•"/>
            </a:pPr>
            <a:endParaRPr lang="en-US" sz="2200" kern="0" dirty="0">
              <a:solidFill>
                <a:srgbClr val="003560"/>
              </a:solidFill>
              <a:latin typeface="Arial" charset="0"/>
              <a:ea typeface="Arial" charset="0"/>
              <a:cs typeface="Arial" charset="0"/>
            </a:endParaRPr>
          </a:p>
          <a:p>
            <a:pPr marL="285750" indent="-285750">
              <a:buFont typeface="Arial" panose="020B0604020202020204" pitchFamily="34" charset="0"/>
              <a:buChar char="•"/>
            </a:pPr>
            <a:endParaRPr lang="en-US" sz="2400" kern="0" dirty="0">
              <a:solidFill>
                <a:srgbClr val="003560"/>
              </a:solidFill>
              <a:latin typeface="Arial" charset="0"/>
              <a:ea typeface="Arial" charset="0"/>
              <a:cs typeface="Arial" charset="0"/>
            </a:endParaRPr>
          </a:p>
          <a:p>
            <a:pPr marL="0" indent="0"/>
            <a:endParaRPr lang="en-US" sz="2400" kern="0" dirty="0">
              <a:solidFill>
                <a:srgbClr val="003560"/>
              </a:solidFill>
              <a:latin typeface="Arial" charset="0"/>
              <a:ea typeface="Arial" charset="0"/>
              <a:cs typeface="Arial" charset="0"/>
            </a:endParaRPr>
          </a:p>
          <a:p>
            <a:pPr marL="0" indent="0"/>
            <a:endParaRPr lang="en-US" kern="0" dirty="0"/>
          </a:p>
          <a:p>
            <a:pPr>
              <a:buFont typeface="Arial" panose="020B0604020202020204" pitchFamily="34" charset="0"/>
              <a:buChar char="•"/>
            </a:pPr>
            <a:endParaRPr lang="en-US" kern="0" dirty="0"/>
          </a:p>
          <a:p>
            <a:pPr>
              <a:buFont typeface="Arial" panose="020B0604020202020204" pitchFamily="34" charset="0"/>
              <a:buChar char="•"/>
            </a:pPr>
            <a:endParaRPr lang="en-US" kern="0" dirty="0"/>
          </a:p>
        </p:txBody>
      </p:sp>
      <p:pic>
        <p:nvPicPr>
          <p:cNvPr id="2" name="Picture 1">
            <a:extLst>
              <a:ext uri="{FF2B5EF4-FFF2-40B4-BE49-F238E27FC236}">
                <a16:creationId xmlns:a16="http://schemas.microsoft.com/office/drawing/2014/main" id="{5EB3B061-C6FB-4BA4-9F9B-C5599EECF87B}"/>
              </a:ext>
            </a:extLst>
          </p:cNvPr>
          <p:cNvPicPr>
            <a:picLocks noChangeAspect="1"/>
          </p:cNvPicPr>
          <p:nvPr/>
        </p:nvPicPr>
        <p:blipFill>
          <a:blip r:embed="rId6"/>
          <a:stretch>
            <a:fillRect/>
          </a:stretch>
        </p:blipFill>
        <p:spPr>
          <a:xfrm flipH="1">
            <a:off x="7189208" y="1352550"/>
            <a:ext cx="787152" cy="787152"/>
          </a:xfrm>
          <a:prstGeom prst="rect">
            <a:avLst/>
          </a:prstGeom>
        </p:spPr>
      </p:pic>
      <p:sp>
        <p:nvSpPr>
          <p:cNvPr id="3" name="TextBox 2">
            <a:extLst>
              <a:ext uri="{FF2B5EF4-FFF2-40B4-BE49-F238E27FC236}">
                <a16:creationId xmlns:a16="http://schemas.microsoft.com/office/drawing/2014/main" id="{D88F8F5E-F210-4E93-8844-1603C0D6A8A8}"/>
              </a:ext>
            </a:extLst>
          </p:cNvPr>
          <p:cNvSpPr txBox="1"/>
          <p:nvPr/>
        </p:nvSpPr>
        <p:spPr>
          <a:xfrm>
            <a:off x="7291179" y="1546071"/>
            <a:ext cx="607859" cy="400110"/>
          </a:xfrm>
          <a:prstGeom prst="rect">
            <a:avLst/>
          </a:prstGeom>
          <a:noFill/>
        </p:spPr>
        <p:txBody>
          <a:bodyPr wrap="none" rtlCol="0">
            <a:spAutoFit/>
          </a:bodyPr>
          <a:lstStyle/>
          <a:p>
            <a:r>
              <a:rPr lang="en-GB" sz="1000" dirty="0">
                <a:solidFill>
                  <a:srgbClr val="FF0000"/>
                </a:solidFill>
              </a:rPr>
              <a:t>Include</a:t>
            </a:r>
          </a:p>
          <a:p>
            <a:r>
              <a:rPr lang="en-GB" sz="1000" dirty="0">
                <a:solidFill>
                  <a:srgbClr val="FF0000"/>
                </a:solidFill>
              </a:rPr>
              <a:t>a photo</a:t>
            </a:r>
          </a:p>
        </p:txBody>
      </p:sp>
      <p:pic>
        <p:nvPicPr>
          <p:cNvPr id="5" name="Picture 4" descr="A person with a beard&#10;&#10;Description automatically generated with low confidence">
            <a:extLst>
              <a:ext uri="{FF2B5EF4-FFF2-40B4-BE49-F238E27FC236}">
                <a16:creationId xmlns:a16="http://schemas.microsoft.com/office/drawing/2014/main" id="{55AFE1E0-C704-FB7B-94BA-EDAF1C5FC313}"/>
              </a:ext>
            </a:extLst>
          </p:cNvPr>
          <p:cNvPicPr>
            <a:picLocks noChangeAspect="1"/>
          </p:cNvPicPr>
          <p:nvPr/>
        </p:nvPicPr>
        <p:blipFill>
          <a:blip r:embed="rId7"/>
          <a:stretch>
            <a:fillRect/>
          </a:stretch>
        </p:blipFill>
        <p:spPr>
          <a:xfrm>
            <a:off x="7189208" y="1359183"/>
            <a:ext cx="780519" cy="780519"/>
          </a:xfrm>
          <a:prstGeom prst="rect">
            <a:avLst/>
          </a:prstGeom>
        </p:spPr>
      </p:pic>
      <p:pic>
        <p:nvPicPr>
          <p:cNvPr id="12" name="Picture 11">
            <a:extLst>
              <a:ext uri="{FF2B5EF4-FFF2-40B4-BE49-F238E27FC236}">
                <a16:creationId xmlns:a16="http://schemas.microsoft.com/office/drawing/2014/main" id="{982E0E17-066E-7B93-8F56-61C586B78D52}"/>
              </a:ext>
            </a:extLst>
          </p:cNvPr>
          <p:cNvPicPr>
            <a:picLocks noChangeAspect="1"/>
          </p:cNvPicPr>
          <p:nvPr/>
        </p:nvPicPr>
        <p:blipFill>
          <a:blip r:embed="rId8"/>
          <a:stretch>
            <a:fillRect/>
          </a:stretch>
        </p:blipFill>
        <p:spPr>
          <a:xfrm>
            <a:off x="7204848" y="3128566"/>
            <a:ext cx="780520" cy="780520"/>
          </a:xfrm>
          <a:prstGeom prst="rect">
            <a:avLst/>
          </a:prstGeom>
        </p:spPr>
      </p:pic>
      <p:pic>
        <p:nvPicPr>
          <p:cNvPr id="15" name="Picture 14">
            <a:extLst>
              <a:ext uri="{FF2B5EF4-FFF2-40B4-BE49-F238E27FC236}">
                <a16:creationId xmlns:a16="http://schemas.microsoft.com/office/drawing/2014/main" id="{1DD8C5FA-6B09-737C-FCA9-1F56D9AC6D68}"/>
              </a:ext>
            </a:extLst>
          </p:cNvPr>
          <p:cNvPicPr>
            <a:picLocks noChangeAspect="1"/>
          </p:cNvPicPr>
          <p:nvPr/>
        </p:nvPicPr>
        <p:blipFill>
          <a:blip r:embed="rId9"/>
          <a:stretch>
            <a:fillRect/>
          </a:stretch>
        </p:blipFill>
        <p:spPr>
          <a:xfrm>
            <a:off x="7208887" y="2240558"/>
            <a:ext cx="767473" cy="787152"/>
          </a:xfrm>
          <a:prstGeom prst="rect">
            <a:avLst/>
          </a:prstGeom>
        </p:spPr>
      </p:pic>
    </p:spTree>
    <p:extLst>
      <p:ext uri="{BB962C8B-B14F-4D97-AF65-F5344CB8AC3E}">
        <p14:creationId xmlns:p14="http://schemas.microsoft.com/office/powerpoint/2010/main" val="3097028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Course Aims</a:t>
            </a:r>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564874" y="1376129"/>
            <a:ext cx="7776865" cy="3096343"/>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85750" indent="-285750">
              <a:buFont typeface="Arial" panose="020B0604020202020204" pitchFamily="34" charset="0"/>
              <a:buChar char="•"/>
            </a:pPr>
            <a:r>
              <a:rPr lang="en-GB" sz="2400" kern="0" dirty="0">
                <a:solidFill>
                  <a:schemeClr val="tx1"/>
                </a:solidFill>
                <a:latin typeface="Arial" charset="0"/>
                <a:ea typeface="Arial" charset="0"/>
                <a:cs typeface="Arial" charset="0"/>
              </a:rPr>
              <a:t>This course introduces the general behaviour of first-order and second-order dynamic systems, and shows how systems can be described by block diagrams. It goes on to analyse the characteristics and performance of feedback control systems, and also introduces a range of techniques including root locus and Nyquist.</a:t>
            </a:r>
            <a:endParaRPr lang="en-US" kern="0" dirty="0"/>
          </a:p>
          <a:p>
            <a:pPr>
              <a:buFont typeface="Arial" panose="020B0604020202020204" pitchFamily="34" charset="0"/>
              <a:buChar char="•"/>
            </a:pPr>
            <a:endParaRPr lang="en-US" kern="0" dirty="0"/>
          </a:p>
          <a:p>
            <a:pPr>
              <a:buFont typeface="Arial" panose="020B0604020202020204" pitchFamily="34" charset="0"/>
              <a:buChar char="•"/>
            </a:pPr>
            <a:endParaRPr lang="en-US" kern="0" dirty="0"/>
          </a:p>
        </p:txBody>
      </p:sp>
    </p:spTree>
    <p:extLst>
      <p:ext uri="{BB962C8B-B14F-4D97-AF65-F5344CB8AC3E}">
        <p14:creationId xmlns:p14="http://schemas.microsoft.com/office/powerpoint/2010/main" val="206081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Intended Learning Outcomes</a:t>
            </a:r>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0" y="1059582"/>
            <a:ext cx="9144000" cy="3096343"/>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0" indent="0"/>
            <a:r>
              <a:rPr lang="en-GB" sz="2400" kern="0" dirty="0">
                <a:solidFill>
                  <a:schemeClr val="tx1"/>
                </a:solidFill>
                <a:latin typeface="Arial" charset="0"/>
                <a:ea typeface="Arial" charset="0"/>
                <a:cs typeface="Arial" charset="0"/>
              </a:rPr>
              <a:t>By the end of the course students should be able to: </a:t>
            </a:r>
          </a:p>
          <a:p>
            <a:pPr marL="0" indent="0"/>
            <a:r>
              <a:rPr lang="en-GB" sz="2400" kern="0" dirty="0">
                <a:solidFill>
                  <a:schemeClr val="tx1"/>
                </a:solidFill>
                <a:latin typeface="Arial" charset="0"/>
                <a:ea typeface="Arial" charset="0"/>
                <a:cs typeface="Arial" charset="0"/>
              </a:rPr>
              <a:t>• Use time domain analysis techniques &amp; concept of stability to estimate the behaviour of 1</a:t>
            </a:r>
            <a:r>
              <a:rPr lang="en-GB" sz="2400" kern="0" baseline="30000" dirty="0">
                <a:solidFill>
                  <a:schemeClr val="tx1"/>
                </a:solidFill>
                <a:latin typeface="Arial" charset="0"/>
                <a:ea typeface="Arial" charset="0"/>
                <a:cs typeface="Arial" charset="0"/>
              </a:rPr>
              <a:t>st</a:t>
            </a:r>
            <a:r>
              <a:rPr lang="en-GB" sz="2400" kern="0" dirty="0">
                <a:solidFill>
                  <a:schemeClr val="tx1"/>
                </a:solidFill>
                <a:latin typeface="Arial" charset="0"/>
                <a:ea typeface="Arial" charset="0"/>
                <a:cs typeface="Arial" charset="0"/>
              </a:rPr>
              <a:t> and 2</a:t>
            </a:r>
            <a:r>
              <a:rPr lang="en-GB" sz="2400" kern="0" baseline="30000" dirty="0">
                <a:solidFill>
                  <a:schemeClr val="tx1"/>
                </a:solidFill>
                <a:latin typeface="Arial" charset="0"/>
                <a:ea typeface="Arial" charset="0"/>
                <a:cs typeface="Arial" charset="0"/>
              </a:rPr>
              <a:t>nd</a:t>
            </a:r>
            <a:r>
              <a:rPr lang="en-GB" sz="2400" kern="0" dirty="0">
                <a:solidFill>
                  <a:schemeClr val="tx1"/>
                </a:solidFill>
                <a:latin typeface="Arial" charset="0"/>
                <a:ea typeface="Arial" charset="0"/>
                <a:cs typeface="Arial" charset="0"/>
              </a:rPr>
              <a:t> order dynamic systems;</a:t>
            </a:r>
          </a:p>
          <a:p>
            <a:pPr marL="0" indent="0"/>
            <a:r>
              <a:rPr lang="en-GB" sz="2400" kern="0" dirty="0">
                <a:solidFill>
                  <a:schemeClr val="tx1"/>
                </a:solidFill>
                <a:latin typeface="Arial" charset="0"/>
                <a:ea typeface="Arial" charset="0"/>
                <a:cs typeface="Arial" charset="0"/>
              </a:rPr>
              <a:t>• Represent control systems as block diagrams, and hence formulate their overall transfer functions;</a:t>
            </a:r>
          </a:p>
          <a:p>
            <a:pPr marL="0" indent="0"/>
            <a:r>
              <a:rPr lang="en-GB" sz="2400" kern="0" dirty="0">
                <a:solidFill>
                  <a:schemeClr val="tx1"/>
                </a:solidFill>
                <a:latin typeface="Arial" charset="0"/>
                <a:ea typeface="Arial" charset="0"/>
                <a:cs typeface="Arial" charset="0"/>
              </a:rPr>
              <a:t>• Analyse and estimate the performance of proportional–integral–differential (PID) feedback controllers;</a:t>
            </a:r>
          </a:p>
          <a:p>
            <a:pPr marL="0" indent="0"/>
            <a:r>
              <a:rPr lang="en-GB" sz="2400" kern="0" dirty="0">
                <a:solidFill>
                  <a:schemeClr val="tx1"/>
                </a:solidFill>
                <a:latin typeface="Arial" charset="0"/>
                <a:ea typeface="Arial" charset="0"/>
                <a:cs typeface="Arial" charset="0"/>
              </a:rPr>
              <a:t>• Use frequency domain analysis techniques, including Bode plots, Nyquist diagrams and the root locus method.</a:t>
            </a:r>
            <a:endParaRPr lang="en-US" kern="0" dirty="0"/>
          </a:p>
        </p:txBody>
      </p:sp>
    </p:spTree>
    <p:extLst>
      <p:ext uri="{BB962C8B-B14F-4D97-AF65-F5344CB8AC3E}">
        <p14:creationId xmlns:p14="http://schemas.microsoft.com/office/powerpoint/2010/main" val="63602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Course Syllabus</a:t>
            </a:r>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563386" y="1059582"/>
            <a:ext cx="7776865" cy="3096343"/>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85750" indent="-285750">
              <a:buFont typeface="Arial" panose="020B0604020202020204" pitchFamily="34" charset="0"/>
              <a:buChar char="•"/>
            </a:pPr>
            <a:r>
              <a:rPr lang="en-GB" sz="2400" kern="0" dirty="0">
                <a:solidFill>
                  <a:schemeClr val="tx1"/>
                </a:solidFill>
                <a:latin typeface="Arial" charset="0"/>
                <a:cs typeface="Arial" charset="0"/>
              </a:rPr>
              <a:t>Overview/Refresher of Dynamic Systems</a:t>
            </a:r>
          </a:p>
          <a:p>
            <a:pPr marL="285750" indent="-285750">
              <a:buFont typeface="Arial" panose="020B0604020202020204" pitchFamily="34" charset="0"/>
              <a:buChar char="•"/>
            </a:pPr>
            <a:r>
              <a:rPr lang="en-GB" sz="2400" kern="0" dirty="0">
                <a:solidFill>
                  <a:schemeClr val="tx1"/>
                </a:solidFill>
                <a:latin typeface="Arial" charset="0"/>
                <a:cs typeface="Arial" charset="0"/>
              </a:rPr>
              <a:t>Basics of Control System and Analysis</a:t>
            </a:r>
          </a:p>
          <a:p>
            <a:pPr marL="285750" indent="-285750">
              <a:buFont typeface="Arial" panose="020B0604020202020204" pitchFamily="34" charset="0"/>
              <a:buChar char="•"/>
            </a:pPr>
            <a:r>
              <a:rPr lang="en-GB" sz="2400" kern="0" dirty="0">
                <a:solidFill>
                  <a:schemeClr val="tx1"/>
                </a:solidFill>
                <a:latin typeface="Arial" charset="0"/>
                <a:cs typeface="Arial" charset="0"/>
              </a:rPr>
              <a:t>Characteristics and Performance of Feedback Control Systems</a:t>
            </a:r>
          </a:p>
          <a:p>
            <a:pPr marL="285750" indent="-285750">
              <a:buFont typeface="Arial" panose="020B0604020202020204" pitchFamily="34" charset="0"/>
              <a:buChar char="•"/>
            </a:pPr>
            <a:r>
              <a:rPr lang="en-GB" sz="2400" kern="0" dirty="0">
                <a:solidFill>
                  <a:schemeClr val="tx1"/>
                </a:solidFill>
                <a:latin typeface="Arial" charset="0"/>
                <a:cs typeface="Arial" charset="0"/>
              </a:rPr>
              <a:t>Frequency Domain Analysis of Feedback Control Systems</a:t>
            </a:r>
            <a:endParaRPr lang="en-US" kern="0" dirty="0"/>
          </a:p>
        </p:txBody>
      </p:sp>
    </p:spTree>
    <p:extLst>
      <p:ext uri="{BB962C8B-B14F-4D97-AF65-F5344CB8AC3E}">
        <p14:creationId xmlns:p14="http://schemas.microsoft.com/office/powerpoint/2010/main" val="108293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Method of Delivery</a:t>
            </a:r>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564874" y="1376129"/>
            <a:ext cx="7776865" cy="3096343"/>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85750" indent="-285750">
              <a:buFont typeface="Arial" panose="020B0604020202020204" pitchFamily="34" charset="0"/>
              <a:buChar char="•"/>
            </a:pPr>
            <a:r>
              <a:rPr lang="en-GB" sz="2400" kern="0" dirty="0">
                <a:solidFill>
                  <a:srgbClr val="003560"/>
                </a:solidFill>
                <a:latin typeface="Arial" charset="0"/>
                <a:ea typeface="Arial" charset="0"/>
                <a:cs typeface="Arial" charset="0"/>
              </a:rPr>
              <a:t>This course will be timetabled in blocks</a:t>
            </a:r>
          </a:p>
          <a:p>
            <a:pPr marL="285750" indent="-285750">
              <a:buFont typeface="Arial" panose="020B0604020202020204" pitchFamily="34" charset="0"/>
              <a:buChar char="•"/>
            </a:pPr>
            <a:r>
              <a:rPr lang="en-GB" sz="2400" kern="0" dirty="0">
                <a:solidFill>
                  <a:srgbClr val="003560"/>
                </a:solidFill>
                <a:latin typeface="Arial" charset="0"/>
                <a:ea typeface="Arial" charset="0"/>
                <a:cs typeface="Arial" charset="0"/>
              </a:rPr>
              <a:t>4 double sessions per teaching week</a:t>
            </a:r>
          </a:p>
          <a:p>
            <a:pPr marL="400050" lvl="1" indent="-285750">
              <a:buFont typeface="Arial" panose="020B0604020202020204" pitchFamily="34" charset="0"/>
              <a:buChar char="•"/>
            </a:pPr>
            <a:r>
              <a:rPr lang="en-GB" sz="2000" kern="0" dirty="0">
                <a:solidFill>
                  <a:srgbClr val="003560"/>
                </a:solidFill>
                <a:latin typeface="Arial" charset="0"/>
                <a:ea typeface="Arial" charset="0"/>
                <a:cs typeface="Arial" charset="0"/>
              </a:rPr>
              <a:t>3 double lectures</a:t>
            </a:r>
          </a:p>
          <a:p>
            <a:pPr marL="400050" lvl="1" indent="-285750">
              <a:buFont typeface="Arial" panose="020B0604020202020204" pitchFamily="34" charset="0"/>
              <a:buChar char="•"/>
            </a:pPr>
            <a:r>
              <a:rPr lang="en-GB" sz="2000" kern="0" dirty="0">
                <a:solidFill>
                  <a:srgbClr val="003560"/>
                </a:solidFill>
                <a:latin typeface="Arial" charset="0"/>
                <a:cs typeface="Arial" charset="0"/>
              </a:rPr>
              <a:t>1 tutorial</a:t>
            </a:r>
          </a:p>
          <a:p>
            <a:pPr marL="285750" indent="-285750">
              <a:buFont typeface="Arial" panose="020B0604020202020204" pitchFamily="34" charset="0"/>
              <a:buChar char="•"/>
            </a:pPr>
            <a:r>
              <a:rPr lang="en-GB" sz="2400" kern="0" dirty="0">
                <a:solidFill>
                  <a:srgbClr val="003560"/>
                </a:solidFill>
                <a:latin typeface="Arial" charset="0"/>
                <a:cs typeface="Arial" charset="0"/>
              </a:rPr>
              <a:t>1 lab per block</a:t>
            </a:r>
            <a:endParaRPr lang="en-US" kern="0" dirty="0"/>
          </a:p>
          <a:p>
            <a:pPr>
              <a:buFont typeface="Arial" panose="020B0604020202020204" pitchFamily="34" charset="0"/>
              <a:buChar char="•"/>
            </a:pPr>
            <a:endParaRPr lang="en-US" kern="0" dirty="0"/>
          </a:p>
        </p:txBody>
      </p:sp>
    </p:spTree>
    <p:extLst>
      <p:ext uri="{BB962C8B-B14F-4D97-AF65-F5344CB8AC3E}">
        <p14:creationId xmlns:p14="http://schemas.microsoft.com/office/powerpoint/2010/main" val="3599864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Assessments and </a:t>
            </a:r>
            <a:r>
              <a:rPr lang="en-GB" dirty="0"/>
              <a:t>Minimum Requirement for Award of Credits</a:t>
            </a:r>
            <a:endParaRPr lang="en-US" dirty="0"/>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107504" y="1376129"/>
            <a:ext cx="8928992" cy="3096343"/>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85750" indent="-285750">
              <a:buFont typeface="Arial" panose="020B0604020202020204" pitchFamily="34" charset="0"/>
              <a:buChar char="•"/>
            </a:pPr>
            <a:r>
              <a:rPr lang="en-GB" sz="2400" kern="0" dirty="0">
                <a:solidFill>
                  <a:schemeClr val="tx1"/>
                </a:solidFill>
                <a:latin typeface="Arial" charset="0"/>
                <a:cs typeface="Arial" charset="0"/>
              </a:rPr>
              <a:t>Assessment detail:</a:t>
            </a:r>
          </a:p>
          <a:p>
            <a:pPr marL="285750" indent="-285750">
              <a:buFont typeface="Arial" panose="020B0604020202020204" pitchFamily="34" charset="0"/>
              <a:buChar char="•"/>
            </a:pPr>
            <a:endParaRPr lang="en-GB" sz="1600" kern="0" dirty="0">
              <a:solidFill>
                <a:schemeClr val="tx1"/>
              </a:solidFill>
            </a:endParaRPr>
          </a:p>
          <a:p>
            <a:pPr marL="285750" indent="-285750">
              <a:buFont typeface="Arial" panose="020B0604020202020204" pitchFamily="34" charset="0"/>
              <a:buChar char="•"/>
            </a:pPr>
            <a:endParaRPr lang="en-GB" sz="500" kern="0" dirty="0">
              <a:solidFill>
                <a:schemeClr val="tx1"/>
              </a:solidFill>
            </a:endParaRPr>
          </a:p>
          <a:p>
            <a:pPr>
              <a:buFont typeface="Arial" panose="020B0604020202020204" pitchFamily="34" charset="0"/>
              <a:buChar char="•"/>
            </a:pPr>
            <a:r>
              <a:rPr lang="en-GB" sz="1800" kern="0" dirty="0">
                <a:solidFill>
                  <a:schemeClr val="tx1"/>
                </a:solidFill>
              </a:rPr>
              <a:t>Students must submit at least 75% by weight of the components (including examinations) of the course’s summative assessment. </a:t>
            </a:r>
          </a:p>
          <a:p>
            <a:pPr>
              <a:buFont typeface="Arial" panose="020B0604020202020204" pitchFamily="34" charset="0"/>
              <a:buChar char="•"/>
            </a:pPr>
            <a:r>
              <a:rPr lang="en-GB" sz="1800" kern="0" dirty="0">
                <a:solidFill>
                  <a:schemeClr val="tx1"/>
                </a:solidFill>
              </a:rPr>
              <a:t>In accordance with the University's Code of Assessment reassessments are normally set for all courses which do not contribute to the honours classifications. For non honours courses, students are offered reassessment in all or any of the components of assessment if the satisfactory (threshold) grade for the overall course is not achieved at the first attempt. This is normally grade D3 for undergraduate students. Due to the nature of the coursework and sequencing of courses, it is not possible to reassess the coursework laboratory.</a:t>
            </a:r>
            <a:endParaRPr lang="en-US" sz="1800" kern="0" dirty="0">
              <a:solidFill>
                <a:schemeClr val="tx1"/>
              </a:solidFill>
            </a:endParaRPr>
          </a:p>
        </p:txBody>
      </p:sp>
    </p:spTree>
    <p:extLst>
      <p:ext uri="{BB962C8B-B14F-4D97-AF65-F5344CB8AC3E}">
        <p14:creationId xmlns:p14="http://schemas.microsoft.com/office/powerpoint/2010/main" val="4021059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US" dirty="0"/>
              <a:t>Resources</a:t>
            </a:r>
          </a:p>
        </p:txBody>
      </p:sp>
      <p:sp>
        <p:nvSpPr>
          <p:cNvPr id="3" name="TextBox 2">
            <a:extLst>
              <a:ext uri="{FF2B5EF4-FFF2-40B4-BE49-F238E27FC236}">
                <a16:creationId xmlns:a16="http://schemas.microsoft.com/office/drawing/2014/main" id="{343A00DA-CAA7-7F84-307A-971F02469E40}"/>
              </a:ext>
            </a:extLst>
          </p:cNvPr>
          <p:cNvSpPr txBox="1"/>
          <p:nvPr/>
        </p:nvSpPr>
        <p:spPr>
          <a:xfrm>
            <a:off x="107504" y="1059582"/>
            <a:ext cx="7128792" cy="3952364"/>
          </a:xfrm>
          <a:prstGeom prst="rect">
            <a:avLst/>
          </a:prstGeom>
          <a:noFill/>
        </p:spPr>
        <p:txBody>
          <a:bodyPr wrap="square">
            <a:spAutoFit/>
          </a:bodyPr>
          <a:lstStyle/>
          <a:p>
            <a:pPr>
              <a:spcBef>
                <a:spcPts val="300"/>
              </a:spcBef>
              <a:spcAft>
                <a:spcPts val="100"/>
              </a:spcAft>
              <a:buNone/>
            </a:pPr>
            <a:r>
              <a:rPr lang="en-GB" sz="2400" i="1" dirty="0">
                <a:effectLst/>
                <a:latin typeface="Arial" panose="020B0604020202020204" pitchFamily="34" charset="0"/>
                <a:ea typeface="Times New Roman" panose="02020603050405020304" pitchFamily="18" charset="0"/>
                <a:cs typeface="Arial" panose="020B0604020202020204" pitchFamily="34" charset="0"/>
              </a:rPr>
              <a:t>Recommended books</a:t>
            </a:r>
            <a:r>
              <a:rPr lang="en-GB" sz="2400" dirty="0">
                <a:effectLst/>
                <a:latin typeface="Arial" panose="020B0604020202020204" pitchFamily="34" charset="0"/>
                <a:ea typeface="Times New Roman" panose="02020603050405020304" pitchFamily="18" charset="0"/>
                <a:cs typeface="Arial" panose="020B0604020202020204" pitchFamily="34" charset="0"/>
              </a:rPr>
              <a:t> (any of these is suitable):</a:t>
            </a:r>
            <a:endParaRPr lang="en-GB" sz="24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indent="-342900">
              <a:spcBef>
                <a:spcPts val="300"/>
              </a:spcBef>
              <a:spcAft>
                <a:spcPts val="100"/>
              </a:spcAft>
              <a:buFont typeface="Arial" panose="020B0604020202020204" pitchFamily="34" charset="0"/>
              <a:buChar char="•"/>
            </a:pPr>
            <a:r>
              <a:rPr lang="en-GB" sz="2400" dirty="0">
                <a:effectLst/>
                <a:latin typeface="Arial" panose="020B0604020202020204" pitchFamily="34" charset="0"/>
                <a:ea typeface="Times New Roman" panose="02020603050405020304" pitchFamily="18" charset="0"/>
                <a:cs typeface="Times New Roman" panose="02020603050405020304" pitchFamily="18" charset="0"/>
              </a:rPr>
              <a:t>R C Dorf, R H Bishop, </a:t>
            </a:r>
            <a:r>
              <a:rPr lang="en-GB" sz="2400" i="1" dirty="0">
                <a:effectLst/>
                <a:latin typeface="Arial" panose="020B0604020202020204" pitchFamily="34" charset="0"/>
                <a:ea typeface="Times New Roman" panose="02020603050405020304" pitchFamily="18" charset="0"/>
                <a:cs typeface="Times New Roman" panose="02020603050405020304" pitchFamily="18" charset="0"/>
              </a:rPr>
              <a:t>Modern Control Systems</a:t>
            </a:r>
            <a:r>
              <a:rPr lang="en-GB" sz="2400" dirty="0">
                <a:effectLst/>
                <a:latin typeface="Arial" panose="020B0604020202020204" pitchFamily="34" charset="0"/>
                <a:ea typeface="Times New Roman" panose="02020603050405020304" pitchFamily="18" charset="0"/>
                <a:cs typeface="Times New Roman" panose="02020603050405020304" pitchFamily="18" charset="0"/>
              </a:rPr>
              <a:t>, 12 ed, Pearson, 978-0131383104, 2010</a:t>
            </a:r>
          </a:p>
          <a:p>
            <a:pPr marL="342900" indent="-342900">
              <a:spcBef>
                <a:spcPts val="300"/>
              </a:spcBef>
              <a:spcAft>
                <a:spcPts val="100"/>
              </a:spcAft>
              <a:buFont typeface="Arial" panose="020B0604020202020204" pitchFamily="34" charset="0"/>
              <a:buChar char="•"/>
            </a:pPr>
            <a:endParaRPr lang="en-GB" sz="24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indent="-342900">
              <a:spcBef>
                <a:spcPts val="300"/>
              </a:spcBef>
              <a:spcAft>
                <a:spcPts val="100"/>
              </a:spcAft>
              <a:buFont typeface="Arial" panose="020B0604020202020204" pitchFamily="34" charset="0"/>
              <a:buChar char="•"/>
            </a:pPr>
            <a:r>
              <a:rPr lang="en-GB" sz="2400" dirty="0">
                <a:effectLst/>
                <a:latin typeface="Arial" panose="020B0604020202020204" pitchFamily="34" charset="0"/>
                <a:ea typeface="Times New Roman" panose="02020603050405020304" pitchFamily="18" charset="0"/>
                <a:cs typeface="Times New Roman" panose="02020603050405020304" pitchFamily="18" charset="0"/>
              </a:rPr>
              <a:t>K Ogata, </a:t>
            </a:r>
            <a:r>
              <a:rPr lang="en-GB" sz="2400" i="1" dirty="0">
                <a:effectLst/>
                <a:latin typeface="Arial" panose="020B0604020202020204" pitchFamily="34" charset="0"/>
                <a:ea typeface="Times New Roman" panose="02020603050405020304" pitchFamily="18" charset="0"/>
                <a:cs typeface="Times New Roman" panose="02020603050405020304" pitchFamily="18" charset="0"/>
              </a:rPr>
              <a:t>Modern Control Engineering</a:t>
            </a:r>
            <a:r>
              <a:rPr lang="en-GB" sz="2400" dirty="0">
                <a:effectLst/>
                <a:latin typeface="Arial" panose="020B0604020202020204" pitchFamily="34" charset="0"/>
                <a:ea typeface="Times New Roman" panose="02020603050405020304" pitchFamily="18" charset="0"/>
                <a:cs typeface="Times New Roman" panose="02020603050405020304" pitchFamily="18" charset="0"/>
              </a:rPr>
              <a:t>, 5 ed, Pearson, 978-0137133376, 2008</a:t>
            </a:r>
          </a:p>
          <a:p>
            <a:pPr marL="342900" indent="-342900">
              <a:buFont typeface="Arial" panose="020B0604020202020204" pitchFamily="34" charset="0"/>
              <a:buChar char="•"/>
            </a:pPr>
            <a:endParaRPr lang="en-GB" sz="24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a:effectLst/>
                <a:latin typeface="Arial" panose="020B0604020202020204" pitchFamily="34" charset="0"/>
                <a:ea typeface="Times New Roman" panose="02020603050405020304" pitchFamily="18" charset="0"/>
                <a:cs typeface="Times New Roman" panose="02020603050405020304" pitchFamily="18" charset="0"/>
              </a:rPr>
              <a:t>G F Franklin, J D Powell, A Emami-Naeini, </a:t>
            </a:r>
            <a:r>
              <a:rPr lang="en-GB" sz="2400" i="1" dirty="0">
                <a:effectLst/>
                <a:latin typeface="Arial" panose="020B0604020202020204" pitchFamily="34" charset="0"/>
                <a:ea typeface="Times New Roman" panose="02020603050405020304" pitchFamily="18" charset="0"/>
                <a:cs typeface="Times New Roman" panose="02020603050405020304" pitchFamily="18" charset="0"/>
              </a:rPr>
              <a:t>Feedback Control of Dynamic Systems</a:t>
            </a:r>
            <a:r>
              <a:rPr lang="en-GB" sz="2400" dirty="0">
                <a:effectLst/>
                <a:latin typeface="Arial" panose="020B0604020202020204" pitchFamily="34" charset="0"/>
                <a:ea typeface="Times New Roman" panose="02020603050405020304" pitchFamily="18" charset="0"/>
                <a:cs typeface="Times New Roman" panose="02020603050405020304" pitchFamily="18" charset="0"/>
              </a:rPr>
              <a:t>, 6 ed, Pearson, 978-0135001509, 2008</a:t>
            </a:r>
            <a:endParaRPr lang="en-GB" dirty="0"/>
          </a:p>
        </p:txBody>
      </p:sp>
      <p:pic>
        <p:nvPicPr>
          <p:cNvPr id="5" name="Picture 4">
            <a:extLst>
              <a:ext uri="{FF2B5EF4-FFF2-40B4-BE49-F238E27FC236}">
                <a16:creationId xmlns:a16="http://schemas.microsoft.com/office/drawing/2014/main" id="{2E591D08-1994-58C1-1543-DCB44E792861}"/>
              </a:ext>
            </a:extLst>
          </p:cNvPr>
          <p:cNvPicPr>
            <a:picLocks noChangeAspect="1"/>
          </p:cNvPicPr>
          <p:nvPr/>
        </p:nvPicPr>
        <p:blipFill>
          <a:blip r:embed="rId3"/>
          <a:stretch>
            <a:fillRect/>
          </a:stretch>
        </p:blipFill>
        <p:spPr>
          <a:xfrm>
            <a:off x="7164288" y="510569"/>
            <a:ext cx="1245498" cy="1555558"/>
          </a:xfrm>
          <a:prstGeom prst="rect">
            <a:avLst/>
          </a:prstGeom>
        </p:spPr>
      </p:pic>
      <p:pic>
        <p:nvPicPr>
          <p:cNvPr id="11" name="Picture 10">
            <a:extLst>
              <a:ext uri="{FF2B5EF4-FFF2-40B4-BE49-F238E27FC236}">
                <a16:creationId xmlns:a16="http://schemas.microsoft.com/office/drawing/2014/main" id="{99AEDCF9-5D07-2F50-CFCA-BCB2E54FA7B7}"/>
              </a:ext>
            </a:extLst>
          </p:cNvPr>
          <p:cNvPicPr>
            <a:picLocks noChangeAspect="1"/>
          </p:cNvPicPr>
          <p:nvPr/>
        </p:nvPicPr>
        <p:blipFill>
          <a:blip r:embed="rId4"/>
          <a:stretch>
            <a:fillRect/>
          </a:stretch>
        </p:blipFill>
        <p:spPr>
          <a:xfrm>
            <a:off x="7161188" y="2135187"/>
            <a:ext cx="1248598" cy="1408115"/>
          </a:xfrm>
          <a:prstGeom prst="rect">
            <a:avLst/>
          </a:prstGeom>
        </p:spPr>
      </p:pic>
      <p:pic>
        <p:nvPicPr>
          <p:cNvPr id="13" name="Picture 12">
            <a:extLst>
              <a:ext uri="{FF2B5EF4-FFF2-40B4-BE49-F238E27FC236}">
                <a16:creationId xmlns:a16="http://schemas.microsoft.com/office/drawing/2014/main" id="{57BCCD00-22CD-55EB-6EAA-BB23DA33855A}"/>
              </a:ext>
            </a:extLst>
          </p:cNvPr>
          <p:cNvPicPr>
            <a:picLocks noChangeAspect="1"/>
          </p:cNvPicPr>
          <p:nvPr/>
        </p:nvPicPr>
        <p:blipFill>
          <a:blip r:embed="rId5"/>
          <a:stretch>
            <a:fillRect/>
          </a:stretch>
        </p:blipFill>
        <p:spPr>
          <a:xfrm>
            <a:off x="7161188" y="3632626"/>
            <a:ext cx="1248598" cy="1474095"/>
          </a:xfrm>
          <a:prstGeom prst="rect">
            <a:avLst/>
          </a:prstGeom>
        </p:spPr>
      </p:pic>
    </p:spTree>
    <p:extLst>
      <p:ext uri="{BB962C8B-B14F-4D97-AF65-F5344CB8AC3E}">
        <p14:creationId xmlns:p14="http://schemas.microsoft.com/office/powerpoint/2010/main" val="1147183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8" name="Rectangle 7">
            <a:extLst>
              <a:ext uri="{FF2B5EF4-FFF2-40B4-BE49-F238E27FC236}">
                <a16:creationId xmlns:a16="http://schemas.microsoft.com/office/drawing/2014/main" id="{31D4B1FF-165B-E944-A7D8-66DD5B11C888}"/>
              </a:ext>
              <a:ext uri="{C183D7F6-B498-43B3-948B-1728B52AA6E4}">
                <adec:decorative xmlns:adec="http://schemas.microsoft.com/office/drawing/2017/decorative" val="1"/>
              </a:ext>
            </a:extLst>
          </p:cNvPr>
          <p:cNvSpPr/>
          <p:nvPr/>
        </p:nvSpPr>
        <p:spPr bwMode="auto">
          <a:xfrm>
            <a:off x="564874" y="1203598"/>
            <a:ext cx="5400599" cy="3816423"/>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1979712" y="224104"/>
            <a:ext cx="6696744" cy="835478"/>
          </a:xfrm>
          <a:prstGeom prst="rect">
            <a:avLst/>
          </a:prstGeom>
        </p:spPr>
        <p:txBody>
          <a:bodyPr/>
          <a:lstStyle/>
          <a:p>
            <a:r>
              <a:rPr lang="en-GB" dirty="0"/>
              <a:t>Tips to Help You Pass the Course</a:t>
            </a:r>
            <a:endParaRPr lang="en-US" dirty="0"/>
          </a:p>
        </p:txBody>
      </p:sp>
      <p:sp>
        <p:nvSpPr>
          <p:cNvPr id="10" name="Content Placeholder 2">
            <a:extLst>
              <a:ext uri="{FF2B5EF4-FFF2-40B4-BE49-F238E27FC236}">
                <a16:creationId xmlns:a16="http://schemas.microsoft.com/office/drawing/2014/main" id="{94E1E05E-F181-134E-957C-C29891A593F0}"/>
              </a:ext>
            </a:extLst>
          </p:cNvPr>
          <p:cNvSpPr txBox="1">
            <a:spLocks/>
          </p:cNvSpPr>
          <p:nvPr/>
        </p:nvSpPr>
        <p:spPr>
          <a:xfrm>
            <a:off x="0" y="1059583"/>
            <a:ext cx="9108504" cy="3412890"/>
          </a:xfrm>
          <a:prstGeom prst="rect">
            <a:avLst/>
          </a:prstGeom>
        </p:spPr>
        <p:txBody>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pPr marL="292100" indent="-285750">
              <a:buFont typeface="Arial" charset="0"/>
              <a:buChar char="•"/>
            </a:pPr>
            <a:r>
              <a:rPr lang="en-GB" kern="0" dirty="0">
                <a:solidFill>
                  <a:schemeClr val="tx1"/>
                </a:solidFill>
                <a:latin typeface="Arial" charset="0"/>
                <a:ea typeface="Arial" charset="0"/>
                <a:cs typeface="Arial" charset="0"/>
              </a:rPr>
              <a:t>Expectations placed on Student Learning</a:t>
            </a:r>
          </a:p>
          <a:p>
            <a:pPr marL="292100" indent="-285750">
              <a:buFont typeface="Arial" charset="0"/>
              <a:buChar char="•"/>
            </a:pPr>
            <a:endParaRPr lang="en-GB" kern="0" dirty="0">
              <a:solidFill>
                <a:schemeClr val="tx1"/>
              </a:solidFill>
              <a:latin typeface="Arial" charset="0"/>
              <a:ea typeface="Arial" charset="0"/>
              <a:cs typeface="Arial" charset="0"/>
            </a:endParaRPr>
          </a:p>
          <a:p>
            <a:pPr marL="292100" indent="-285750">
              <a:buFont typeface="Arial" charset="0"/>
              <a:buChar char="•"/>
            </a:pPr>
            <a:r>
              <a:rPr lang="en-GB" kern="0" dirty="0">
                <a:solidFill>
                  <a:schemeClr val="tx1"/>
                </a:solidFill>
                <a:latin typeface="Arial" charset="0"/>
                <a:ea typeface="Arial" charset="0"/>
                <a:cs typeface="Arial" charset="0"/>
              </a:rPr>
              <a:t>It is expected that students work rather independently and take responsibility for their own work, collaborating with others when they see needed.</a:t>
            </a:r>
          </a:p>
          <a:p>
            <a:pPr marL="292100" indent="-285750">
              <a:buFont typeface="Arial" charset="0"/>
              <a:buChar char="•"/>
            </a:pPr>
            <a:endParaRPr lang="en-GB" kern="0" dirty="0">
              <a:solidFill>
                <a:schemeClr val="tx1"/>
              </a:solidFill>
              <a:latin typeface="Arial" charset="0"/>
              <a:ea typeface="Arial" charset="0"/>
              <a:cs typeface="Arial" charset="0"/>
            </a:endParaRPr>
          </a:p>
          <a:p>
            <a:pPr marL="292100" indent="-285750">
              <a:buFont typeface="Arial" charset="0"/>
              <a:buChar char="•"/>
            </a:pPr>
            <a:r>
              <a:rPr lang="en-GB" kern="0" dirty="0">
                <a:solidFill>
                  <a:schemeClr val="tx1"/>
                </a:solidFill>
                <a:latin typeface="Arial" charset="0"/>
                <a:ea typeface="Arial" charset="0"/>
                <a:cs typeface="Arial" charset="0"/>
              </a:rPr>
              <a:t>The university guidelines recommend that a student spend 10 hours per credit for a course. This course contains 32 hours of synchronous online tutor contact, 8 hours of labs. That means you ought to work at least 60 hours outside of class time on this course. </a:t>
            </a:r>
          </a:p>
          <a:p>
            <a:pPr marL="292100" indent="-285750">
              <a:buFont typeface="Arial" charset="0"/>
              <a:buChar char="•"/>
            </a:pPr>
            <a:r>
              <a:rPr lang="en-GB" kern="0" dirty="0">
                <a:solidFill>
                  <a:schemeClr val="tx1"/>
                </a:solidFill>
                <a:latin typeface="Arial" charset="0"/>
                <a:ea typeface="Arial" charset="0"/>
                <a:cs typeface="Arial" charset="0"/>
              </a:rPr>
              <a:t>Attend class on time</a:t>
            </a:r>
          </a:p>
          <a:p>
            <a:pPr marL="292100" indent="-285750">
              <a:buFont typeface="Arial" charset="0"/>
              <a:buChar char="•"/>
            </a:pPr>
            <a:r>
              <a:rPr lang="en-GB" kern="0" dirty="0">
                <a:solidFill>
                  <a:schemeClr val="tx1"/>
                </a:solidFill>
                <a:latin typeface="Arial" charset="0"/>
                <a:ea typeface="Arial" charset="0"/>
                <a:cs typeface="Arial" charset="0"/>
              </a:rPr>
              <a:t>During the class, pay attention and void doing other work</a:t>
            </a:r>
          </a:p>
          <a:p>
            <a:pPr marL="292100" indent="-285750">
              <a:buFont typeface="Arial" charset="0"/>
              <a:buChar char="•"/>
            </a:pPr>
            <a:r>
              <a:rPr lang="en-GB" kern="0" dirty="0">
                <a:solidFill>
                  <a:schemeClr val="tx1"/>
                </a:solidFill>
                <a:latin typeface="Arial" charset="0"/>
                <a:ea typeface="Arial" charset="0"/>
                <a:cs typeface="Arial" charset="0"/>
              </a:rPr>
              <a:t>Don't disturb other students in the class</a:t>
            </a:r>
          </a:p>
          <a:p>
            <a:pPr marL="292100" indent="-285750">
              <a:buFont typeface="Arial" charset="0"/>
              <a:buChar char="•"/>
            </a:pPr>
            <a:r>
              <a:rPr lang="en-GB" kern="0" dirty="0">
                <a:solidFill>
                  <a:schemeClr val="tx1"/>
                </a:solidFill>
                <a:latin typeface="Arial" charset="0"/>
                <a:ea typeface="Arial" charset="0"/>
                <a:cs typeface="Arial" charset="0"/>
              </a:rPr>
              <a:t>Engage with other students and create interaction during exercise times</a:t>
            </a:r>
          </a:p>
          <a:p>
            <a:pPr marL="292100" indent="-285750">
              <a:buFont typeface="Arial" charset="0"/>
              <a:buChar char="•"/>
            </a:pPr>
            <a:r>
              <a:rPr lang="en-GB" kern="0" dirty="0">
                <a:solidFill>
                  <a:schemeClr val="tx1"/>
                </a:solidFill>
                <a:latin typeface="Arial" charset="0"/>
                <a:ea typeface="Arial" charset="0"/>
                <a:cs typeface="Arial" charset="0"/>
              </a:rPr>
              <a:t>Ask questions if you do not understand something, if you are wondering probably others are too</a:t>
            </a:r>
          </a:p>
          <a:p>
            <a:pPr marL="292100" indent="-285750">
              <a:buFont typeface="Arial" charset="0"/>
              <a:buChar char="•"/>
            </a:pPr>
            <a:r>
              <a:rPr lang="en-GB" kern="0" dirty="0">
                <a:solidFill>
                  <a:schemeClr val="tx1"/>
                </a:solidFill>
                <a:latin typeface="Arial" charset="0"/>
                <a:ea typeface="Arial" charset="0"/>
                <a:cs typeface="Arial" charset="0"/>
              </a:rPr>
              <a:t>Study consistently throughout the semester and check your understanding</a:t>
            </a:r>
          </a:p>
          <a:p>
            <a:pPr marL="292100" indent="-285750">
              <a:buFont typeface="Arial" charset="0"/>
              <a:buChar char="•"/>
            </a:pPr>
            <a:endParaRPr lang="en-GB" kern="0" dirty="0">
              <a:solidFill>
                <a:schemeClr val="tx1"/>
              </a:solidFill>
              <a:latin typeface="Arial" charset="0"/>
              <a:ea typeface="Arial" charset="0"/>
              <a:cs typeface="Arial" charset="0"/>
            </a:endParaRPr>
          </a:p>
          <a:p>
            <a:pPr>
              <a:buFont typeface="Arial" panose="020B0604020202020204" pitchFamily="34" charset="0"/>
              <a:buChar char="•"/>
            </a:pPr>
            <a:endParaRPr lang="en-US" kern="0" dirty="0">
              <a:solidFill>
                <a:schemeClr val="tx1"/>
              </a:solidFill>
            </a:endParaRPr>
          </a:p>
        </p:txBody>
      </p:sp>
    </p:spTree>
    <p:extLst>
      <p:ext uri="{BB962C8B-B14F-4D97-AF65-F5344CB8AC3E}">
        <p14:creationId xmlns:p14="http://schemas.microsoft.com/office/powerpoint/2010/main" val="335721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9" name="Title 1">
            <a:extLst>
              <a:ext uri="{FF2B5EF4-FFF2-40B4-BE49-F238E27FC236}">
                <a16:creationId xmlns:a16="http://schemas.microsoft.com/office/drawing/2014/main" id="{151439FE-AE70-AA43-A34A-6B09A438C38F}"/>
              </a:ext>
            </a:extLst>
          </p:cNvPr>
          <p:cNvSpPr>
            <a:spLocks noGrp="1"/>
          </p:cNvSpPr>
          <p:nvPr>
            <p:ph type="title"/>
          </p:nvPr>
        </p:nvSpPr>
        <p:spPr>
          <a:xfrm>
            <a:off x="3513831" y="820055"/>
            <a:ext cx="3744417" cy="504055"/>
          </a:xfrm>
          <a:prstGeom prst="rect">
            <a:avLst/>
          </a:prstGeom>
        </p:spPr>
        <p:txBody>
          <a:bodyPr/>
          <a:lstStyle/>
          <a:p>
            <a:r>
              <a:rPr lang="en-US" dirty="0"/>
              <a:t>UESTC3001</a:t>
            </a:r>
          </a:p>
        </p:txBody>
      </p:sp>
      <p:sp>
        <p:nvSpPr>
          <p:cNvPr id="5" name="Title 1">
            <a:extLst>
              <a:ext uri="{FF2B5EF4-FFF2-40B4-BE49-F238E27FC236}">
                <a16:creationId xmlns:a16="http://schemas.microsoft.com/office/drawing/2014/main" id="{85F0EB36-1D1B-D45F-B547-CBBFDD9358B9}"/>
              </a:ext>
            </a:extLst>
          </p:cNvPr>
          <p:cNvSpPr txBox="1">
            <a:spLocks/>
          </p:cNvSpPr>
          <p:nvPr/>
        </p:nvSpPr>
        <p:spPr>
          <a:xfrm>
            <a:off x="1979712" y="316000"/>
            <a:ext cx="3744417" cy="504055"/>
          </a:xfrm>
          <a:prstGeom prst="rect">
            <a:avLst/>
          </a:prstGeom>
        </p:spPr>
        <p:txBody>
          <a:bodyPr/>
          <a:lstStyle>
            <a:lvl1pPr algn="l" rtl="0" eaLnBrk="1" fontAlgn="base" hangingPunct="1">
              <a:lnSpc>
                <a:spcPct val="90000"/>
              </a:lnSpc>
              <a:spcBef>
                <a:spcPct val="0"/>
              </a:spcBef>
              <a:spcAft>
                <a:spcPct val="0"/>
              </a:spcAft>
              <a:defRPr sz="2800" b="1" spc="-10">
                <a:solidFill>
                  <a:srgbClr val="003560"/>
                </a:solidFill>
                <a:latin typeface="Arial" charset="0"/>
                <a:ea typeface="Arial" charset="0"/>
                <a:cs typeface="Arial" charset="0"/>
              </a:defRPr>
            </a:lvl1pPr>
            <a:lvl2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2pPr>
            <a:lvl3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3pPr>
            <a:lvl4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4pPr>
            <a:lvl5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5pPr>
            <a:lvl6pPr marL="4572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6pPr>
            <a:lvl7pPr marL="9144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7pPr>
            <a:lvl8pPr marL="13716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8pPr>
            <a:lvl9pPr marL="18288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9pPr>
          </a:lstStyle>
          <a:p>
            <a:r>
              <a:rPr lang="en-US" kern="0" dirty="0"/>
              <a:t>Complaint procedure</a:t>
            </a:r>
          </a:p>
        </p:txBody>
      </p:sp>
      <p:graphicFrame>
        <p:nvGraphicFramePr>
          <p:cNvPr id="11" name="Diagram 10">
            <a:extLst>
              <a:ext uri="{FF2B5EF4-FFF2-40B4-BE49-F238E27FC236}">
                <a16:creationId xmlns:a16="http://schemas.microsoft.com/office/drawing/2014/main" id="{C4041DF0-9F58-4950-CC35-30FEB3075395}"/>
              </a:ext>
            </a:extLst>
          </p:cNvPr>
          <p:cNvGraphicFramePr/>
          <p:nvPr>
            <p:extLst>
              <p:ext uri="{D42A27DB-BD31-4B8C-83A1-F6EECF244321}">
                <p14:modId xmlns:p14="http://schemas.microsoft.com/office/powerpoint/2010/main" val="3203694441"/>
              </p:ext>
            </p:extLst>
          </p:nvPr>
        </p:nvGraphicFramePr>
        <p:xfrm>
          <a:off x="1907704" y="1203598"/>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2383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F686-B100-4478-07DF-B1234914522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19FA727-A596-3EEB-C279-69FF3BDC098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352550"/>
          </a:xfrm>
          <a:prstGeom prst="rect">
            <a:avLst/>
          </a:prstGeom>
        </p:spPr>
      </p:pic>
      <p:sp>
        <p:nvSpPr>
          <p:cNvPr id="9" name="Title 1">
            <a:extLst>
              <a:ext uri="{FF2B5EF4-FFF2-40B4-BE49-F238E27FC236}">
                <a16:creationId xmlns:a16="http://schemas.microsoft.com/office/drawing/2014/main" id="{1CCFEF85-F84E-4EBF-D2A7-DABF3B32390D}"/>
              </a:ext>
            </a:extLst>
          </p:cNvPr>
          <p:cNvSpPr>
            <a:spLocks noGrp="1"/>
          </p:cNvSpPr>
          <p:nvPr>
            <p:ph type="title"/>
          </p:nvPr>
        </p:nvSpPr>
        <p:spPr>
          <a:xfrm>
            <a:off x="3513831" y="820055"/>
            <a:ext cx="3744417" cy="504055"/>
          </a:xfrm>
          <a:prstGeom prst="rect">
            <a:avLst/>
          </a:prstGeom>
        </p:spPr>
        <p:txBody>
          <a:bodyPr/>
          <a:lstStyle/>
          <a:p>
            <a:r>
              <a:rPr lang="en-US" dirty="0"/>
              <a:t>UESTCHN3007</a:t>
            </a:r>
          </a:p>
        </p:txBody>
      </p:sp>
      <p:sp>
        <p:nvSpPr>
          <p:cNvPr id="5" name="Title 1">
            <a:extLst>
              <a:ext uri="{FF2B5EF4-FFF2-40B4-BE49-F238E27FC236}">
                <a16:creationId xmlns:a16="http://schemas.microsoft.com/office/drawing/2014/main" id="{4B58F076-DD22-6BB0-661B-0CE873CF2B0D}"/>
              </a:ext>
            </a:extLst>
          </p:cNvPr>
          <p:cNvSpPr txBox="1">
            <a:spLocks/>
          </p:cNvSpPr>
          <p:nvPr/>
        </p:nvSpPr>
        <p:spPr>
          <a:xfrm>
            <a:off x="1979712" y="316000"/>
            <a:ext cx="3744417" cy="504055"/>
          </a:xfrm>
          <a:prstGeom prst="rect">
            <a:avLst/>
          </a:prstGeom>
        </p:spPr>
        <p:txBody>
          <a:bodyPr/>
          <a:lstStyle>
            <a:lvl1pPr algn="l" rtl="0" eaLnBrk="1" fontAlgn="base" hangingPunct="1">
              <a:lnSpc>
                <a:spcPct val="90000"/>
              </a:lnSpc>
              <a:spcBef>
                <a:spcPct val="0"/>
              </a:spcBef>
              <a:spcAft>
                <a:spcPct val="0"/>
              </a:spcAft>
              <a:defRPr sz="2800" b="1" spc="-10">
                <a:solidFill>
                  <a:srgbClr val="003560"/>
                </a:solidFill>
                <a:latin typeface="Arial" charset="0"/>
                <a:ea typeface="Arial" charset="0"/>
                <a:cs typeface="Arial" charset="0"/>
              </a:defRPr>
            </a:lvl1pPr>
            <a:lvl2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2pPr>
            <a:lvl3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3pPr>
            <a:lvl4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4pPr>
            <a:lvl5pPr algn="l" rtl="0" eaLnBrk="1" fontAlgn="base" hangingPunct="1">
              <a:lnSpc>
                <a:spcPct val="90000"/>
              </a:lnSpc>
              <a:spcBef>
                <a:spcPct val="0"/>
              </a:spcBef>
              <a:spcAft>
                <a:spcPct val="0"/>
              </a:spcAft>
              <a:defRPr sz="2800" b="1">
                <a:solidFill>
                  <a:srgbClr val="483F6A"/>
                </a:solidFill>
                <a:latin typeface="Times New Roman" charset="0"/>
                <a:ea typeface="ヒラギノ角ゴ Pro W3" charset="0"/>
                <a:cs typeface="Times New Roman" pitchFamily="18" charset="0"/>
              </a:defRPr>
            </a:lvl5pPr>
            <a:lvl6pPr marL="4572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6pPr>
            <a:lvl7pPr marL="9144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7pPr>
            <a:lvl8pPr marL="13716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8pPr>
            <a:lvl9pPr marL="1828800" algn="l" rtl="0" eaLnBrk="1" fontAlgn="base" hangingPunct="1">
              <a:spcBef>
                <a:spcPct val="0"/>
              </a:spcBef>
              <a:spcAft>
                <a:spcPct val="0"/>
              </a:spcAft>
              <a:defRPr sz="2800" b="1">
                <a:solidFill>
                  <a:srgbClr val="00213B"/>
                </a:solidFill>
                <a:latin typeface="Arial" charset="0"/>
                <a:ea typeface="ＭＳ Ｐゴシック" charset="-128"/>
                <a:cs typeface="ＭＳ Ｐゴシック" charset="-128"/>
              </a:defRPr>
            </a:lvl9pPr>
          </a:lstStyle>
          <a:p>
            <a:r>
              <a:rPr lang="en-US" kern="0" dirty="0"/>
              <a:t>Complaint procedure</a:t>
            </a:r>
          </a:p>
        </p:txBody>
      </p:sp>
      <p:graphicFrame>
        <p:nvGraphicFramePr>
          <p:cNvPr id="11" name="Diagram 10">
            <a:extLst>
              <a:ext uri="{FF2B5EF4-FFF2-40B4-BE49-F238E27FC236}">
                <a16:creationId xmlns:a16="http://schemas.microsoft.com/office/drawing/2014/main" id="{FD6C72B4-98CA-1638-57FC-CF056345BD58}"/>
              </a:ext>
            </a:extLst>
          </p:cNvPr>
          <p:cNvGraphicFramePr/>
          <p:nvPr>
            <p:extLst>
              <p:ext uri="{D42A27DB-BD31-4B8C-83A1-F6EECF244321}">
                <p14:modId xmlns:p14="http://schemas.microsoft.com/office/powerpoint/2010/main" val="755734710"/>
              </p:ext>
            </p:extLst>
          </p:nvPr>
        </p:nvGraphicFramePr>
        <p:xfrm>
          <a:off x="1907704" y="1203598"/>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769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main building of the University looking Sout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3" name="Group 2">
            <a:extLst>
              <a:ext uri="{FF2B5EF4-FFF2-40B4-BE49-F238E27FC236}">
                <a16:creationId xmlns:a16="http://schemas.microsoft.com/office/drawing/2014/main" id="{153753EC-C74E-AA44-A578-63A2DB76176C}"/>
              </a:ext>
              <a:ext uri="{C183D7F6-B498-43B3-948B-1728B52AA6E4}">
                <adec:decorative xmlns:adec="http://schemas.microsoft.com/office/drawing/2017/decorative" val="1"/>
              </a:ext>
            </a:extLst>
          </p:cNvPr>
          <p:cNvGrpSpPr/>
          <p:nvPr/>
        </p:nvGrpSpPr>
        <p:grpSpPr>
          <a:xfrm>
            <a:off x="5569060" y="4155926"/>
            <a:ext cx="3413095" cy="854153"/>
            <a:chOff x="5652120" y="4237877"/>
            <a:chExt cx="3413095" cy="854153"/>
          </a:xfrm>
        </p:grpSpPr>
        <p:sp>
          <p:nvSpPr>
            <p:cNvPr id="37" name="TextBox 36"/>
            <p:cNvSpPr txBox="1"/>
            <p:nvPr/>
          </p:nvSpPr>
          <p:spPr>
            <a:xfrm>
              <a:off x="5652120" y="4237877"/>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US" sz="1800" b="1" dirty="0">
                  <a:solidFill>
                    <a:schemeClr val="bg1"/>
                  </a:solidFill>
                </a:rPr>
                <a:t>#</a:t>
              </a:r>
              <a:r>
                <a:rPr lang="en-US" b="1" dirty="0" err="1">
                  <a:solidFill>
                    <a:schemeClr val="bg1"/>
                  </a:solidFill>
                </a:rPr>
                <a:t>UofGWorldChangers</a:t>
              </a:r>
              <a:endParaRPr lang="en-US" b="1" dirty="0">
                <a:solidFill>
                  <a:schemeClr val="bg1"/>
                </a:solidFill>
              </a:endParaRPr>
            </a:p>
          </p:txBody>
        </p:sp>
        <p:sp>
          <p:nvSpPr>
            <p:cNvPr id="39" name="TextBox 38"/>
            <p:cNvSpPr txBox="1"/>
            <p:nvPr/>
          </p:nvSpPr>
          <p:spPr>
            <a:xfrm>
              <a:off x="6365423" y="4630365"/>
              <a:ext cx="2699792" cy="461665"/>
            </a:xfrm>
            <a:prstGeom prst="rect">
              <a:avLst/>
            </a:prstGeom>
            <a:noFill/>
          </p:spPr>
          <p:txBody>
            <a:bodyPr wrap="square" rtlCol="0">
              <a:spAutoFit/>
            </a:bodyPr>
            <a:lstStyle/>
            <a:p>
              <a:pPr algn="r"/>
              <a:r>
                <a:rPr lang="en-US" b="1" dirty="0">
                  <a:solidFill>
                    <a:schemeClr val="bg1"/>
                  </a:solidFill>
                  <a:ea typeface="Arial" charset="0"/>
                  <a:cs typeface="Arial" charset="0"/>
                </a:rPr>
                <a:t>@</a:t>
              </a:r>
              <a:r>
                <a:rPr lang="en-US" b="1" dirty="0" err="1">
                  <a:solidFill>
                    <a:schemeClr val="bg1"/>
                  </a:solidFill>
                  <a:ea typeface="Arial" charset="0"/>
                  <a:cs typeface="Arial" charset="0"/>
                </a:rPr>
                <a:t>UofGlasgow</a:t>
              </a:r>
              <a:endParaRPr lang="en-US" b="1" dirty="0">
                <a:solidFill>
                  <a:schemeClr val="bg1"/>
                </a:solidFill>
                <a:ea typeface="Arial" charset="0"/>
                <a:cs typeface="Arial" charset="0"/>
              </a:endParaRPr>
            </a:p>
          </p:txBody>
        </p:sp>
        <p:grpSp>
          <p:nvGrpSpPr>
            <p:cNvPr id="2" name="Group 1">
              <a:extLst>
                <a:ext uri="{FF2B5EF4-FFF2-40B4-BE49-F238E27FC236}">
                  <a16:creationId xmlns:a16="http://schemas.microsoft.com/office/drawing/2014/main" id="{0F16BB1D-233E-164F-90C4-110F21AD2110}"/>
                </a:ext>
              </a:extLst>
            </p:cNvPr>
            <p:cNvGrpSpPr/>
            <p:nvPr/>
          </p:nvGrpSpPr>
          <p:grpSpPr>
            <a:xfrm>
              <a:off x="5868144" y="4759697"/>
              <a:ext cx="870873" cy="246401"/>
              <a:chOff x="-704667" y="465075"/>
              <a:chExt cx="718929" cy="203410"/>
            </a:xfrm>
          </p:grpSpPr>
          <p:pic>
            <p:nvPicPr>
              <p:cNvPr id="41" name="Picture 40"/>
              <p:cNvPicPr>
                <a:picLocks noChangeAspect="1"/>
              </p:cNvPicPr>
              <p:nvPr/>
            </p:nvPicPr>
            <p:blipFill>
              <a:blip r:embed="rId4"/>
              <a:stretch>
                <a:fillRect/>
              </a:stretch>
            </p:blipFill>
            <p:spPr>
              <a:xfrm>
                <a:off x="-468635" y="466885"/>
                <a:ext cx="242653" cy="201600"/>
              </a:xfrm>
              <a:prstGeom prst="rect">
                <a:avLst/>
              </a:prstGeom>
            </p:spPr>
          </p:pic>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338" y="466885"/>
                <a:ext cx="201600" cy="201600"/>
              </a:xfrm>
              <a:prstGeom prst="rect">
                <a:avLst/>
              </a:prstGeom>
            </p:spPr>
          </p:pic>
          <p:pic>
            <p:nvPicPr>
              <p:cNvPr id="44" name="Picture 4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667" y="465075"/>
                <a:ext cx="197388" cy="197388"/>
              </a:xfrm>
              <a:prstGeom prst="rect">
                <a:avLst/>
              </a:prstGeom>
            </p:spPr>
          </p:pic>
        </p:grpSp>
      </p:grpSp>
      <p:sp>
        <p:nvSpPr>
          <p:cNvPr id="15" name="Title 1"/>
          <p:cNvSpPr>
            <a:spLocks noGrp="1"/>
          </p:cNvSpPr>
          <p:nvPr>
            <p:ph type="title"/>
          </p:nvPr>
        </p:nvSpPr>
        <p:spPr>
          <a:xfrm>
            <a:off x="2090832" y="346679"/>
            <a:ext cx="5184775" cy="487546"/>
          </a:xfrm>
          <a:prstGeom prst="rect">
            <a:avLst/>
          </a:prstGeom>
        </p:spPr>
        <p:txBody>
          <a:bodyPr/>
          <a:lstStyle/>
          <a:p>
            <a:pPr>
              <a:defRPr/>
            </a:pPr>
            <a:r>
              <a:rPr lang="en-US" dirty="0">
                <a:solidFill>
                  <a:schemeClr val="tx1"/>
                </a:solidFill>
              </a:rPr>
              <a:t>Finally, remember</a:t>
            </a:r>
            <a:endParaRPr lang="en-US" dirty="0">
              <a:solidFill>
                <a:schemeClr val="tx1"/>
              </a:solidFill>
              <a:ea typeface="+mj-ea"/>
            </a:endParaRPr>
          </a:p>
        </p:txBody>
      </p:sp>
      <p:sp>
        <p:nvSpPr>
          <p:cNvPr id="16" name="Content Placeholder 2"/>
          <p:cNvSpPr>
            <a:spLocks noGrp="1"/>
          </p:cNvSpPr>
          <p:nvPr>
            <p:ph idx="4294967295"/>
          </p:nvPr>
        </p:nvSpPr>
        <p:spPr bwMode="auto">
          <a:xfrm>
            <a:off x="971600" y="1347614"/>
            <a:ext cx="7776864" cy="20882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r>
              <a:rPr lang="en-US" altLang="en-US" sz="3000" b="1" dirty="0">
                <a:solidFill>
                  <a:schemeClr val="tx1"/>
                </a:solidFill>
                <a:effectLst>
                  <a:outerShdw blurRad="38100" dist="38100" dir="2700000" algn="tl">
                    <a:srgbClr val="000000">
                      <a:alpha val="43137"/>
                    </a:srgbClr>
                  </a:outerShdw>
                </a:effectLst>
                <a:latin typeface="Arial" charset="0"/>
                <a:ea typeface="ヒラギノ角ゴ Pro W3" charset="-128"/>
                <a:cs typeface="ヒラギノ角ゴ Pro W3" charset="-128"/>
              </a:rPr>
              <a:t>YOU ARE RESPONSIBLE FOR</a:t>
            </a:r>
          </a:p>
          <a:p>
            <a:r>
              <a:rPr lang="en-US" altLang="en-US" sz="3000" b="1" dirty="0">
                <a:solidFill>
                  <a:schemeClr val="tx1"/>
                </a:solidFill>
                <a:effectLst>
                  <a:outerShdw blurRad="38100" dist="38100" dir="2700000" algn="tl">
                    <a:srgbClr val="000000">
                      <a:alpha val="43137"/>
                    </a:srgbClr>
                  </a:outerShdw>
                </a:effectLst>
                <a:latin typeface="Arial" charset="0"/>
                <a:ea typeface="ヒラギノ角ゴ Pro W3" charset="-128"/>
                <a:cs typeface="ヒラギノ角ゴ Pro W3" charset="-128"/>
              </a:rPr>
              <a:t> YOUR SUCESS</a:t>
            </a:r>
          </a:p>
        </p:txBody>
      </p:sp>
    </p:spTree>
    <p:extLst>
      <p:ext uri="{BB962C8B-B14F-4D97-AF65-F5344CB8AC3E}">
        <p14:creationId xmlns:p14="http://schemas.microsoft.com/office/powerpoint/2010/main" val="2083895208"/>
      </p:ext>
    </p:extLst>
  </p:cSld>
  <p:clrMapOvr>
    <a:masterClrMapping/>
  </p:clrMapOvr>
</p:sld>
</file>

<file path=ppt/theme/theme1.xml><?xml version="1.0" encoding="utf-8"?>
<a:theme xmlns:a="http://schemas.openxmlformats.org/drawingml/2006/main" name="UoG_PowerPoint_16.9">
  <a:themeElements>
    <a:clrScheme name="University colours">
      <a:dk1>
        <a:srgbClr val="002542"/>
      </a:dk1>
      <a:lt1>
        <a:srgbClr val="FFFFFE"/>
      </a:lt1>
      <a:dk2>
        <a:srgbClr val="354047"/>
      </a:dk2>
      <a:lt2>
        <a:srgbClr val="C54520"/>
      </a:lt2>
      <a:accent1>
        <a:srgbClr val="63548B"/>
      </a:accent1>
      <a:accent2>
        <a:srgbClr val="8D0C64"/>
      </a:accent2>
      <a:accent3>
        <a:srgbClr val="CF1C20"/>
      </a:accent3>
      <a:accent4>
        <a:srgbClr val="4B3B7D"/>
      </a:accent4>
      <a:accent5>
        <a:srgbClr val="003824"/>
      </a:accent5>
      <a:accent6>
        <a:srgbClr val="500B29"/>
      </a:accent6>
      <a:hlink>
        <a:srgbClr val="584B3D"/>
      </a:hlink>
      <a:folHlink>
        <a:srgbClr val="0068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UoG_PowerPoint_16.9</Template>
  <TotalTime>5914</TotalTime>
  <Words>808</Words>
  <Application>Microsoft Office PowerPoint</Application>
  <PresentationFormat>On-screen Show (16:9)</PresentationFormat>
  <Paragraphs>95</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UoG_PowerPoint_16.9</vt:lpstr>
      <vt:lpstr>Control 3  UESTC3001/UESTCHN3007 (2025-2026)</vt:lpstr>
      <vt:lpstr>Teaching Team</vt:lpstr>
      <vt:lpstr>Course Aims</vt:lpstr>
      <vt:lpstr>Intended Learning Outcomes</vt:lpstr>
      <vt:lpstr>Course Syllabus</vt:lpstr>
      <vt:lpstr>Method of Delivery</vt:lpstr>
      <vt:lpstr>Assessments and Minimum Requirement for Award of Credits</vt:lpstr>
      <vt:lpstr>Resources</vt:lpstr>
      <vt:lpstr>Tips to Help You Pass the Course</vt:lpstr>
      <vt:lpstr>UESTC3001</vt:lpstr>
      <vt:lpstr>UESTCHN3007</vt:lpstr>
      <vt:lpstr>Finally, remember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Peter Howard</dc:creator>
  <cp:keywords/>
  <dc:description/>
  <cp:lastModifiedBy>Julien Le Kernec</cp:lastModifiedBy>
  <cp:revision>199</cp:revision>
  <dcterms:created xsi:type="dcterms:W3CDTF">2016-02-16T11:44:26Z</dcterms:created>
  <dcterms:modified xsi:type="dcterms:W3CDTF">2026-03-09T05:37:08Z</dcterms:modified>
  <cp:category/>
</cp:coreProperties>
</file>