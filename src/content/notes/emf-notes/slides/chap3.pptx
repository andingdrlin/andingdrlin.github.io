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3"/>
  </p:notesMasterIdLst>
  <p:sldIdLst>
    <p:sldId id="256" r:id="rId2"/>
    <p:sldId id="262" r:id="rId3"/>
    <p:sldId id="392" r:id="rId4"/>
    <p:sldId id="393" r:id="rId5"/>
    <p:sldId id="394" r:id="rId6"/>
    <p:sldId id="395" r:id="rId7"/>
    <p:sldId id="396" r:id="rId8"/>
    <p:sldId id="400" r:id="rId9"/>
    <p:sldId id="263" r:id="rId10"/>
    <p:sldId id="310" r:id="rId11"/>
    <p:sldId id="407" r:id="rId12"/>
    <p:sldId id="406" r:id="rId13"/>
    <p:sldId id="399" r:id="rId14"/>
    <p:sldId id="401" r:id="rId15"/>
    <p:sldId id="408" r:id="rId16"/>
    <p:sldId id="613" r:id="rId17"/>
    <p:sldId id="428" r:id="rId18"/>
    <p:sldId id="435" r:id="rId19"/>
    <p:sldId id="436" r:id="rId20"/>
    <p:sldId id="437" r:id="rId21"/>
    <p:sldId id="425" r:id="rId22"/>
    <p:sldId id="402" r:id="rId23"/>
    <p:sldId id="438" r:id="rId24"/>
    <p:sldId id="441" r:id="rId25"/>
    <p:sldId id="440" r:id="rId26"/>
    <p:sldId id="464" r:id="rId27"/>
    <p:sldId id="465" r:id="rId28"/>
    <p:sldId id="466" r:id="rId29"/>
    <p:sldId id="615" r:id="rId30"/>
    <p:sldId id="616" r:id="rId31"/>
    <p:sldId id="617" r:id="rId32"/>
    <p:sldId id="467" r:id="rId33"/>
    <p:sldId id="468" r:id="rId34"/>
    <p:sldId id="442" r:id="rId35"/>
    <p:sldId id="489" r:id="rId36"/>
    <p:sldId id="471" r:id="rId37"/>
    <p:sldId id="472" r:id="rId38"/>
    <p:sldId id="473" r:id="rId39"/>
    <p:sldId id="475" r:id="rId40"/>
    <p:sldId id="476" r:id="rId41"/>
    <p:sldId id="477" r:id="rId42"/>
    <p:sldId id="478" r:id="rId43"/>
    <p:sldId id="480" r:id="rId44"/>
    <p:sldId id="481" r:id="rId45"/>
    <p:sldId id="444" r:id="rId46"/>
    <p:sldId id="445" r:id="rId47"/>
    <p:sldId id="449" r:id="rId48"/>
    <p:sldId id="490" r:id="rId49"/>
    <p:sldId id="491" r:id="rId50"/>
    <p:sldId id="505" r:id="rId51"/>
    <p:sldId id="450" r:id="rId52"/>
    <p:sldId id="494" r:id="rId53"/>
    <p:sldId id="495" r:id="rId54"/>
    <p:sldId id="496" r:id="rId55"/>
    <p:sldId id="497" r:id="rId56"/>
    <p:sldId id="498" r:id="rId57"/>
    <p:sldId id="522" r:id="rId58"/>
    <p:sldId id="500" r:id="rId59"/>
    <p:sldId id="501" r:id="rId60"/>
    <p:sldId id="696" r:id="rId61"/>
    <p:sldId id="506" r:id="rId62"/>
    <p:sldId id="510" r:id="rId63"/>
    <p:sldId id="511" r:id="rId64"/>
    <p:sldId id="512" r:id="rId65"/>
    <p:sldId id="538" r:id="rId66"/>
    <p:sldId id="513" r:id="rId67"/>
    <p:sldId id="514" r:id="rId68"/>
    <p:sldId id="523" r:id="rId69"/>
    <p:sldId id="524" r:id="rId70"/>
    <p:sldId id="526" r:id="rId71"/>
    <p:sldId id="527" r:id="rId72"/>
    <p:sldId id="532" r:id="rId73"/>
    <p:sldId id="529" r:id="rId74"/>
    <p:sldId id="557" r:id="rId75"/>
    <p:sldId id="558" r:id="rId76"/>
    <p:sldId id="534" r:id="rId77"/>
    <p:sldId id="588" r:id="rId78"/>
    <p:sldId id="589" r:id="rId79"/>
    <p:sldId id="572" r:id="rId80"/>
    <p:sldId id="736" r:id="rId81"/>
    <p:sldId id="735" r:id="rId82"/>
    <p:sldId id="517" r:id="rId83"/>
    <p:sldId id="561" r:id="rId84"/>
    <p:sldId id="562" r:id="rId85"/>
    <p:sldId id="563" r:id="rId86"/>
    <p:sldId id="567" r:id="rId87"/>
    <p:sldId id="569" r:id="rId88"/>
    <p:sldId id="565" r:id="rId89"/>
    <p:sldId id="737" r:id="rId90"/>
    <p:sldId id="573" r:id="rId91"/>
    <p:sldId id="586" r:id="rId92"/>
    <p:sldId id="574" r:id="rId93"/>
    <p:sldId id="576" r:id="rId94"/>
    <p:sldId id="577" r:id="rId95"/>
    <p:sldId id="578" r:id="rId96"/>
    <p:sldId id="580" r:id="rId97"/>
    <p:sldId id="581" r:id="rId98"/>
    <p:sldId id="582" r:id="rId99"/>
    <p:sldId id="583" r:id="rId100"/>
    <p:sldId id="584" r:id="rId101"/>
    <p:sldId id="585" r:id="rId102"/>
  </p:sldIdLst>
  <p:sldSz cx="9144000" cy="6858000" type="screen4x3"/>
  <p:notesSz cx="6858000" cy="9144000"/>
  <p:custDataLst>
    <p:tags r:id="rId10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27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800000"/>
    <a:srgbClr val="0000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B4B4D-D868-4841-BD65-172AEF405DCB}" v="8" dt="2026-03-23T11:32:17.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133"/>
    <p:restoredTop sz="94684"/>
  </p:normalViewPr>
  <p:slideViewPr>
    <p:cSldViewPr showGuides="1">
      <p:cViewPr varScale="1">
        <p:scale>
          <a:sx n="114" d="100"/>
          <a:sy n="114" d="100"/>
        </p:scale>
        <p:origin x="1584" y="176"/>
      </p:cViewPr>
      <p:guideLst>
        <p:guide orient="horz" pos="2205"/>
        <p:guide pos="279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6/11/relationships/changesInfo" Target="changesInfos/changesInfo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ia Lin (student)" userId="72e2ec06-9973-491b-9ea9-0d39da3530dd" providerId="ADAL" clId="{CC7C00E8-A1A8-59B2-9009-9A8FFABA1FEE}"/>
    <pc:docChg chg="undo custSel modSld">
      <pc:chgData name="Yujia Lin (student)" userId="72e2ec06-9973-491b-9ea9-0d39da3530dd" providerId="ADAL" clId="{CC7C00E8-A1A8-59B2-9009-9A8FFABA1FEE}" dt="2026-03-23T11:32:17.777" v="13" actId="14100"/>
      <pc:docMkLst>
        <pc:docMk/>
      </pc:docMkLst>
      <pc:sldChg chg="modSp mod">
        <pc:chgData name="Yujia Lin (student)" userId="72e2ec06-9973-491b-9ea9-0d39da3530dd" providerId="ADAL" clId="{CC7C00E8-A1A8-59B2-9009-9A8FFABA1FEE}" dt="2026-03-23T11:32:17.777" v="13" actId="14100"/>
        <pc:sldMkLst>
          <pc:docMk/>
          <pc:sldMk cId="0" sldId="481"/>
        </pc:sldMkLst>
        <pc:graphicFrameChg chg="mod">
          <ac:chgData name="Yujia Lin (student)" userId="72e2ec06-9973-491b-9ea9-0d39da3530dd" providerId="ADAL" clId="{CC7C00E8-A1A8-59B2-9009-9A8FFABA1FEE}" dt="2026-03-23T11:32:17.777" v="13" actId="14100"/>
          <ac:graphicFrameMkLst>
            <pc:docMk/>
            <pc:sldMk cId="0" sldId="481"/>
            <ac:graphicFrameMk id="26317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39"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a:t>
            </a:fld>
            <a:endParaRPr lang="en-US" altLang="zh-CN" sz="1200" dirty="0"/>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9</a:t>
            </a:fld>
            <a:endParaRPr lang="en-US" altLang="zh-CN" sz="1200" dirty="0"/>
          </a:p>
        </p:txBody>
      </p:sp>
      <p:sp>
        <p:nvSpPr>
          <p:cNvPr id="13315" name="Rectangle 2"/>
          <p:cNvSpPr>
            <a:spLocks noGrp="1" noRot="1" noChangeAspect="1" noTextEdit="1"/>
          </p:cNvSpPr>
          <p:nvPr>
            <p:ph type="sldImg"/>
          </p:nvPr>
        </p:nvSpPr>
        <p:spPr/>
      </p:sp>
      <p:sp>
        <p:nvSpPr>
          <p:cNvPr id="1331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5517334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5122"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5123"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 name="Rectangle 4"/>
          <p:cNvSpPr>
            <a:spLocks noGrp="1" noChangeArrowheads="1"/>
          </p:cNvSpPr>
          <p:nvPr>
            <p:ph type="dt" sz="half" idx="2"/>
          </p:nvPr>
        </p:nvSpPr>
        <p:spPr bwMode="auto">
          <a:xfrm>
            <a:off x="301625" y="6245225"/>
            <a:ext cx="2289175" cy="47625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p:ph type="sldNum" sz="quarter" idx="4"/>
          </p:nvPr>
        </p:nvSpPr>
        <p:spPr bwMode="auto">
          <a:xfrm>
            <a:off x="6553200" y="6245225"/>
            <a:ext cx="2289175" cy="476250"/>
          </a:xfrm>
          <a:prstGeom prst="rect">
            <a:avLst/>
          </a:prstGeom>
        </p:spPr>
        <p:txBody>
          <a:bodyPr vert="horz" wrap="square" lIns="91440" tIns="45720" rIns="91440" bIns="45720" numCol="1" anchor="t" anchorCtr="0" compatLnSpc="1"/>
          <a:lstStyle/>
          <a:p>
            <a:pPr algn="r" eaLnBrk="1" hangingPunct="1">
              <a:buNone/>
            </a:pPr>
            <a:fld id="{9A0DB2DC-4C9A-4742-B13C-FB6460FD3503}" type="slidenum">
              <a:rPr lang="en-US" altLang="zh-CN" dirty="0"/>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301625"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301625" y="609600"/>
            <a:ext cx="6253163" cy="54895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301625"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hasCustomPrompt="1"/>
          </p:nvPr>
        </p:nvSpPr>
        <p:spPr>
          <a:xfrm>
            <a:off x="4648200" y="1905000"/>
            <a:ext cx="4194175" cy="20208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hasCustomPrompt="1"/>
          </p:nvPr>
        </p:nvSpPr>
        <p:spPr>
          <a:xfrm>
            <a:off x="4648200" y="4078288"/>
            <a:ext cx="4194175" cy="20208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301625"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301625" y="609600"/>
            <a:ext cx="8540750" cy="54895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609600"/>
            <a:ext cx="8540750" cy="1143000"/>
          </a:xfrm>
        </p:spPr>
        <p:txBody>
          <a:bodyPr/>
          <a:lstStyle/>
          <a:p>
            <a:r>
              <a:rPr lang="zh-CN" altLang="en-US"/>
              <a:t>单击此处编辑母版标题样式</a:t>
            </a:r>
          </a:p>
        </p:txBody>
      </p:sp>
      <p:sp>
        <p:nvSpPr>
          <p:cNvPr id="3" name="内容占位符 2"/>
          <p:cNvSpPr>
            <a:spLocks noGrp="1"/>
          </p:cNvSpPr>
          <p:nvPr>
            <p:ph sz="quarter" idx="1" hasCustomPrompt="1"/>
          </p:nvPr>
        </p:nvSpPr>
        <p:spPr>
          <a:xfrm>
            <a:off x="301625" y="1905000"/>
            <a:ext cx="4194175" cy="20208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hasCustomPrompt="1"/>
          </p:nvPr>
        </p:nvSpPr>
        <p:spPr>
          <a:xfrm>
            <a:off x="4648200" y="1905000"/>
            <a:ext cx="4194175" cy="20208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hasCustomPrompt="1"/>
          </p:nvPr>
        </p:nvSpPr>
        <p:spPr>
          <a:xfrm>
            <a:off x="301625" y="4078288"/>
            <a:ext cx="4194175" cy="20208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hasCustomPrompt="1"/>
          </p:nvPr>
        </p:nvSpPr>
        <p:spPr>
          <a:xfrm>
            <a:off x="4648200" y="4078288"/>
            <a:ext cx="4194175" cy="20208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a:t>单击此处编辑母版标题样式</a:t>
            </a:r>
          </a:p>
        </p:txBody>
      </p:sp>
      <p:sp>
        <p:nvSpPr>
          <p:cNvPr id="3" name="内容占位符 2"/>
          <p:cNvSpPr>
            <a:spLocks noGrp="1"/>
          </p:cNvSpPr>
          <p:nvPr>
            <p:ph sz="half" idx="1" hasCustomPrompt="1"/>
          </p:nvPr>
        </p:nvSpPr>
        <p:spPr>
          <a:xfrm>
            <a:off x="301625" y="1905000"/>
            <a:ext cx="4194175" cy="41941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hasCustomPrompt="1"/>
          </p:nvPr>
        </p:nvSpPr>
        <p:spPr>
          <a:xfrm>
            <a:off x="4648200" y="1905000"/>
            <a:ext cx="4194175" cy="20208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hasCustomPrompt="1"/>
          </p:nvPr>
        </p:nvSpPr>
        <p:spPr>
          <a:xfrm>
            <a:off x="4648200" y="4078288"/>
            <a:ext cx="4194175" cy="20208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6096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idx="1"/>
          </p:nvPr>
        </p:nvSpPr>
        <p:spPr>
          <a:xfrm>
            <a:off x="301625" y="1905000"/>
            <a:ext cx="8540750" cy="41941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00"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2.emf"/><Relationship Id="rId18" Type="http://schemas.openxmlformats.org/officeDocument/2006/relationships/image" Target="../media/image14.emf"/><Relationship Id="rId3" Type="http://schemas.openxmlformats.org/officeDocument/2006/relationships/image" Target="../media/image7.emf"/><Relationship Id="rId7" Type="http://schemas.openxmlformats.org/officeDocument/2006/relationships/image" Target="../media/image9.emf"/><Relationship Id="rId12" Type="http://schemas.openxmlformats.org/officeDocument/2006/relationships/oleObject" Target="../embeddings/oleObject8.bin"/><Relationship Id="rId17" Type="http://schemas.openxmlformats.org/officeDocument/2006/relationships/oleObject" Target="../embeddings/oleObject11.bin"/><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11.emf"/><Relationship Id="rId5" Type="http://schemas.openxmlformats.org/officeDocument/2006/relationships/image" Target="../media/image8.emf"/><Relationship Id="rId15" Type="http://schemas.openxmlformats.org/officeDocument/2006/relationships/image" Target="../media/image13.emf"/><Relationship Id="rId10" Type="http://schemas.openxmlformats.org/officeDocument/2006/relationships/oleObject" Target="../embeddings/oleObject7.bin"/><Relationship Id="rId19" Type="http://schemas.openxmlformats.org/officeDocument/2006/relationships/oleObject" Target="../embeddings/oleObject12.bin"/><Relationship Id="rId4" Type="http://schemas.openxmlformats.org/officeDocument/2006/relationships/oleObject" Target="../embeddings/oleObject4.bin"/><Relationship Id="rId9" Type="http://schemas.openxmlformats.org/officeDocument/2006/relationships/image" Target="../media/image10.emf"/><Relationship Id="rId1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11.bin"/><Relationship Id="rId18" Type="http://schemas.openxmlformats.org/officeDocument/2006/relationships/image" Target="../media/image20.emf"/><Relationship Id="rId3" Type="http://schemas.openxmlformats.org/officeDocument/2006/relationships/image" Target="../media/image16.emf"/><Relationship Id="rId7" Type="http://schemas.openxmlformats.org/officeDocument/2006/relationships/image" Target="../media/image18.emf"/><Relationship Id="rId12" Type="http://schemas.openxmlformats.org/officeDocument/2006/relationships/oleObject" Target="../embeddings/oleObject10.bin"/><Relationship Id="rId17" Type="http://schemas.openxmlformats.org/officeDocument/2006/relationships/oleObject" Target="../embeddings/oleObject19.bin"/><Relationship Id="rId2" Type="http://schemas.openxmlformats.org/officeDocument/2006/relationships/oleObject" Target="../embeddings/oleObject13.bin"/><Relationship Id="rId16" Type="http://schemas.openxmlformats.org/officeDocument/2006/relationships/image" Target="../media/image19.emf"/><Relationship Id="rId20" Type="http://schemas.openxmlformats.org/officeDocument/2006/relationships/image" Target="../media/image21.emf"/><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13.emf"/><Relationship Id="rId5" Type="http://schemas.openxmlformats.org/officeDocument/2006/relationships/image" Target="../media/image17.emf"/><Relationship Id="rId15" Type="http://schemas.openxmlformats.org/officeDocument/2006/relationships/oleObject" Target="../embeddings/oleObject18.bin"/><Relationship Id="rId10" Type="http://schemas.openxmlformats.org/officeDocument/2006/relationships/oleObject" Target="../embeddings/oleObject17.bin"/><Relationship Id="rId19" Type="http://schemas.openxmlformats.org/officeDocument/2006/relationships/oleObject" Target="../embeddings/oleObject20.bin"/><Relationship Id="rId4" Type="http://schemas.openxmlformats.org/officeDocument/2006/relationships/oleObject" Target="../embeddings/oleObject14.bin"/><Relationship Id="rId9" Type="http://schemas.openxmlformats.org/officeDocument/2006/relationships/image" Target="../media/image12.emf"/><Relationship Id="rId14" Type="http://schemas.openxmlformats.org/officeDocument/2006/relationships/image" Target="../media/image14.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2.emf"/><Relationship Id="rId7" Type="http://schemas.openxmlformats.org/officeDocument/2006/relationships/image" Target="../media/image25.png"/><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emf"/><Relationship Id="rId5" Type="http://schemas.openxmlformats.org/officeDocument/2006/relationships/image" Target="../media/image23.emf"/><Relationship Id="rId10" Type="http://schemas.openxmlformats.org/officeDocument/2006/relationships/oleObject" Target="../embeddings/oleObject24.bin"/><Relationship Id="rId4" Type="http://schemas.openxmlformats.org/officeDocument/2006/relationships/oleObject" Target="../embeddings/oleObject22.bin"/><Relationship Id="rId9" Type="http://schemas.openxmlformats.org/officeDocument/2006/relationships/image" Target="../media/image26.emf"/></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29.wmf"/></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emf"/><Relationship Id="rId7" Type="http://schemas.openxmlformats.org/officeDocument/2006/relationships/image" Target="../media/image35.png"/><Relationship Id="rId2" Type="http://schemas.openxmlformats.org/officeDocument/2006/relationships/oleObject" Target="../embeddings/oleObject28.bin"/><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emf"/><Relationship Id="rId4" Type="http://schemas.openxmlformats.org/officeDocument/2006/relationships/oleObject" Target="../embeddings/oleObject29.bin"/><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30.bin"/><Relationship Id="rId1" Type="http://schemas.openxmlformats.org/officeDocument/2006/relationships/slideLayout" Target="../slideLayouts/slideLayout12.xml"/><Relationship Id="rId6" Type="http://schemas.openxmlformats.org/officeDocument/2006/relationships/oleObject" Target="../embeddings/oleObject32.bin"/><Relationship Id="rId5" Type="http://schemas.openxmlformats.org/officeDocument/2006/relationships/image" Target="../media/image39.emf"/><Relationship Id="rId10" Type="http://schemas.openxmlformats.org/officeDocument/2006/relationships/image" Target="../media/image42.png"/><Relationship Id="rId4" Type="http://schemas.openxmlformats.org/officeDocument/2006/relationships/oleObject" Target="../embeddings/oleObject31.bin"/><Relationship Id="rId9"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43.wmf"/><Relationship Id="rId7" Type="http://schemas.openxmlformats.org/officeDocument/2006/relationships/image" Target="../media/image45.emf"/><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2.bin"/><Relationship Id="rId5" Type="http://schemas.openxmlformats.org/officeDocument/2006/relationships/image" Target="../media/image44.emf"/><Relationship Id="rId4" Type="http://schemas.openxmlformats.org/officeDocument/2006/relationships/oleObject" Target="../embeddings/oleObject34.bin"/><Relationship Id="rId9" Type="http://schemas.openxmlformats.org/officeDocument/2006/relationships/image" Target="../media/image46.wmf"/></Relationships>
</file>

<file path=ppt/slides/_rels/slide13.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8.png"/><Relationship Id="rId7" Type="http://schemas.openxmlformats.org/officeDocument/2006/relationships/oleObject" Target="../embeddings/oleObject36.bin"/><Relationship Id="rId2" Type="http://schemas.openxmlformats.org/officeDocument/2006/relationships/image" Target="../media/image47.png"/><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3.emf"/><Relationship Id="rId7" Type="http://schemas.openxmlformats.org/officeDocument/2006/relationships/image" Target="../media/image56.emf"/><Relationship Id="rId2" Type="http://schemas.openxmlformats.org/officeDocument/2006/relationships/oleObject" Target="../embeddings/oleObject37.bin"/><Relationship Id="rId1" Type="http://schemas.openxmlformats.org/officeDocument/2006/relationships/slideLayout" Target="../slideLayouts/slideLayout12.xml"/><Relationship Id="rId6" Type="http://schemas.openxmlformats.org/officeDocument/2006/relationships/oleObject" Target="../embeddings/oleObject38.bin"/><Relationship Id="rId5" Type="http://schemas.openxmlformats.org/officeDocument/2006/relationships/image" Target="../media/image55.png"/><Relationship Id="rId10" Type="http://schemas.openxmlformats.org/officeDocument/2006/relationships/image" Target="../media/image57.wmf"/><Relationship Id="rId4" Type="http://schemas.openxmlformats.org/officeDocument/2006/relationships/image" Target="../media/image54.png"/><Relationship Id="rId9" Type="http://schemas.openxmlformats.org/officeDocument/2006/relationships/oleObject" Target="../embeddings/oleObject39.bin"/></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45.bin"/><Relationship Id="rId18" Type="http://schemas.openxmlformats.org/officeDocument/2006/relationships/oleObject" Target="../embeddings/oleObject48.bin"/><Relationship Id="rId26" Type="http://schemas.openxmlformats.org/officeDocument/2006/relationships/oleObject" Target="../embeddings/oleObject52.bin"/><Relationship Id="rId3" Type="http://schemas.openxmlformats.org/officeDocument/2006/relationships/oleObject" Target="../embeddings/oleObject40.bin"/><Relationship Id="rId21" Type="http://schemas.openxmlformats.org/officeDocument/2006/relationships/image" Target="../media/image63.emf"/><Relationship Id="rId7" Type="http://schemas.openxmlformats.org/officeDocument/2006/relationships/oleObject" Target="../embeddings/oleObject42.bin"/><Relationship Id="rId12" Type="http://schemas.openxmlformats.org/officeDocument/2006/relationships/image" Target="../media/image13.emf"/><Relationship Id="rId17" Type="http://schemas.openxmlformats.org/officeDocument/2006/relationships/image" Target="../media/image62.emf"/><Relationship Id="rId25" Type="http://schemas.openxmlformats.org/officeDocument/2006/relationships/image" Target="../media/image65.emf"/><Relationship Id="rId33" Type="http://schemas.openxmlformats.org/officeDocument/2006/relationships/image" Target="../media/image69.wmf"/><Relationship Id="rId2" Type="http://schemas.openxmlformats.org/officeDocument/2006/relationships/notesSlide" Target="../notesSlides/notesSlide3.xml"/><Relationship Id="rId16" Type="http://schemas.openxmlformats.org/officeDocument/2006/relationships/oleObject" Target="../embeddings/oleObject47.bin"/><Relationship Id="rId20" Type="http://schemas.openxmlformats.org/officeDocument/2006/relationships/oleObject" Target="../embeddings/oleObject49.bin"/><Relationship Id="rId29" Type="http://schemas.openxmlformats.org/officeDocument/2006/relationships/image" Target="../media/image67.wmf"/><Relationship Id="rId1" Type="http://schemas.openxmlformats.org/officeDocument/2006/relationships/slideLayout" Target="../slideLayouts/slideLayout7.xml"/><Relationship Id="rId6" Type="http://schemas.openxmlformats.org/officeDocument/2006/relationships/image" Target="../media/image59.emf"/><Relationship Id="rId11" Type="http://schemas.openxmlformats.org/officeDocument/2006/relationships/oleObject" Target="../embeddings/oleObject44.bin"/><Relationship Id="rId24" Type="http://schemas.openxmlformats.org/officeDocument/2006/relationships/oleObject" Target="../embeddings/oleObject51.bin"/><Relationship Id="rId32" Type="http://schemas.openxmlformats.org/officeDocument/2006/relationships/oleObject" Target="../embeddings/oleObject55.bin"/><Relationship Id="rId5" Type="http://schemas.openxmlformats.org/officeDocument/2006/relationships/oleObject" Target="../embeddings/oleObject41.bin"/><Relationship Id="rId15" Type="http://schemas.openxmlformats.org/officeDocument/2006/relationships/image" Target="../media/image61.emf"/><Relationship Id="rId23" Type="http://schemas.openxmlformats.org/officeDocument/2006/relationships/image" Target="../media/image64.wmf"/><Relationship Id="rId28" Type="http://schemas.openxmlformats.org/officeDocument/2006/relationships/oleObject" Target="../embeddings/oleObject53.bin"/><Relationship Id="rId10" Type="http://schemas.openxmlformats.org/officeDocument/2006/relationships/image" Target="../media/image12.emf"/><Relationship Id="rId19" Type="http://schemas.openxmlformats.org/officeDocument/2006/relationships/image" Target="../media/image14.emf"/><Relationship Id="rId31" Type="http://schemas.openxmlformats.org/officeDocument/2006/relationships/image" Target="../media/image68.wmf"/><Relationship Id="rId4" Type="http://schemas.openxmlformats.org/officeDocument/2006/relationships/image" Target="../media/image58.emf"/><Relationship Id="rId9" Type="http://schemas.openxmlformats.org/officeDocument/2006/relationships/oleObject" Target="../embeddings/oleObject43.bin"/><Relationship Id="rId14" Type="http://schemas.openxmlformats.org/officeDocument/2006/relationships/oleObject" Target="../embeddings/oleObject46.bin"/><Relationship Id="rId22" Type="http://schemas.openxmlformats.org/officeDocument/2006/relationships/oleObject" Target="../embeddings/oleObject50.bin"/><Relationship Id="rId27" Type="http://schemas.openxmlformats.org/officeDocument/2006/relationships/image" Target="../media/image66.emf"/><Relationship Id="rId30" Type="http://schemas.openxmlformats.org/officeDocument/2006/relationships/oleObject" Target="../embeddings/oleObject54.bin"/><Relationship Id="rId8" Type="http://schemas.openxmlformats.org/officeDocument/2006/relationships/image" Target="../media/image60.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12.emf"/><Relationship Id="rId18" Type="http://schemas.openxmlformats.org/officeDocument/2006/relationships/image" Target="../media/image75.emf"/><Relationship Id="rId26" Type="http://schemas.openxmlformats.org/officeDocument/2006/relationships/oleObject" Target="../embeddings/oleObject65.bin"/><Relationship Id="rId3" Type="http://schemas.openxmlformats.org/officeDocument/2006/relationships/image" Target="../media/image70.emf"/><Relationship Id="rId21" Type="http://schemas.openxmlformats.org/officeDocument/2006/relationships/image" Target="../media/image76.emf"/><Relationship Id="rId7" Type="http://schemas.openxmlformats.org/officeDocument/2006/relationships/image" Target="../media/image72.emf"/><Relationship Id="rId12" Type="http://schemas.openxmlformats.org/officeDocument/2006/relationships/oleObject" Target="../embeddings/oleObject16.bin"/><Relationship Id="rId17" Type="http://schemas.openxmlformats.org/officeDocument/2006/relationships/oleObject" Target="../embeddings/oleObject60.bin"/><Relationship Id="rId25" Type="http://schemas.openxmlformats.org/officeDocument/2006/relationships/image" Target="../media/image78.emf"/><Relationship Id="rId2" Type="http://schemas.openxmlformats.org/officeDocument/2006/relationships/oleObject" Target="../embeddings/oleObject56.bin"/><Relationship Id="rId16" Type="http://schemas.openxmlformats.org/officeDocument/2006/relationships/oleObject" Target="../embeddings/oleObject10.bin"/><Relationship Id="rId20" Type="http://schemas.openxmlformats.org/officeDocument/2006/relationships/oleObject" Target="../embeddings/oleObject62.bin"/><Relationship Id="rId29" Type="http://schemas.openxmlformats.org/officeDocument/2006/relationships/image" Target="../media/image80.emf"/><Relationship Id="rId1" Type="http://schemas.openxmlformats.org/officeDocument/2006/relationships/slideLayout" Target="../slideLayouts/slideLayout7.xml"/><Relationship Id="rId6" Type="http://schemas.openxmlformats.org/officeDocument/2006/relationships/oleObject" Target="../embeddings/oleObject58.bin"/><Relationship Id="rId11" Type="http://schemas.openxmlformats.org/officeDocument/2006/relationships/image" Target="../media/image74.emf"/><Relationship Id="rId24" Type="http://schemas.openxmlformats.org/officeDocument/2006/relationships/oleObject" Target="../embeddings/oleObject64.bin"/><Relationship Id="rId5" Type="http://schemas.openxmlformats.org/officeDocument/2006/relationships/image" Target="../media/image71.emf"/><Relationship Id="rId15" Type="http://schemas.openxmlformats.org/officeDocument/2006/relationships/image" Target="../media/image13.emf"/><Relationship Id="rId23" Type="http://schemas.openxmlformats.org/officeDocument/2006/relationships/image" Target="../media/image77.emf"/><Relationship Id="rId28" Type="http://schemas.openxmlformats.org/officeDocument/2006/relationships/oleObject" Target="../embeddings/oleObject66.bin"/><Relationship Id="rId10" Type="http://schemas.openxmlformats.org/officeDocument/2006/relationships/oleObject" Target="../embeddings/oleObject15.bin"/><Relationship Id="rId19" Type="http://schemas.openxmlformats.org/officeDocument/2006/relationships/oleObject" Target="../embeddings/oleObject61.bin"/><Relationship Id="rId4" Type="http://schemas.openxmlformats.org/officeDocument/2006/relationships/oleObject" Target="../embeddings/oleObject57.bin"/><Relationship Id="rId9" Type="http://schemas.openxmlformats.org/officeDocument/2006/relationships/image" Target="../media/image73.emf"/><Relationship Id="rId14" Type="http://schemas.openxmlformats.org/officeDocument/2006/relationships/oleObject" Target="../embeddings/oleObject17.bin"/><Relationship Id="rId22" Type="http://schemas.openxmlformats.org/officeDocument/2006/relationships/oleObject" Target="../embeddings/oleObject63.bin"/><Relationship Id="rId27" Type="http://schemas.openxmlformats.org/officeDocument/2006/relationships/image" Target="../media/image79.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86.png"/><Relationship Id="rId3" Type="http://schemas.openxmlformats.org/officeDocument/2006/relationships/image" Target="../media/image81.wmf"/><Relationship Id="rId7" Type="http://schemas.openxmlformats.org/officeDocument/2006/relationships/image" Target="../media/image83.wmf"/><Relationship Id="rId12" Type="http://schemas.openxmlformats.org/officeDocument/2006/relationships/oleObject" Target="../embeddings/oleObject72.bin"/><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85.png"/><Relationship Id="rId5" Type="http://schemas.openxmlformats.org/officeDocument/2006/relationships/image" Target="../media/image82.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84.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92.emf"/><Relationship Id="rId3" Type="http://schemas.openxmlformats.org/officeDocument/2006/relationships/image" Target="../media/image87.wmf"/><Relationship Id="rId7" Type="http://schemas.openxmlformats.org/officeDocument/2006/relationships/image" Target="../media/image89.emf"/><Relationship Id="rId12" Type="http://schemas.openxmlformats.org/officeDocument/2006/relationships/oleObject" Target="../embeddings/oleObject77.bin"/><Relationship Id="rId2"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75.bin"/><Relationship Id="rId11" Type="http://schemas.openxmlformats.org/officeDocument/2006/relationships/image" Target="../media/image91.emf"/><Relationship Id="rId5" Type="http://schemas.openxmlformats.org/officeDocument/2006/relationships/image" Target="../media/image88.emf"/><Relationship Id="rId15" Type="http://schemas.openxmlformats.org/officeDocument/2006/relationships/image" Target="../media/image93.emf"/><Relationship Id="rId10" Type="http://schemas.openxmlformats.org/officeDocument/2006/relationships/oleObject" Target="../embeddings/oleObject9.bin"/><Relationship Id="rId4" Type="http://schemas.openxmlformats.org/officeDocument/2006/relationships/oleObject" Target="../embeddings/oleObject74.bin"/><Relationship Id="rId9" Type="http://schemas.openxmlformats.org/officeDocument/2006/relationships/image" Target="../media/image90.emf"/><Relationship Id="rId14" Type="http://schemas.openxmlformats.org/officeDocument/2006/relationships/oleObject" Target="../embeddings/oleObject7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94.wmf"/><Relationship Id="rId7" Type="http://schemas.openxmlformats.org/officeDocument/2006/relationships/image" Target="../media/image96.wmf"/><Relationship Id="rId2" Type="http://schemas.openxmlformats.org/officeDocument/2006/relationships/oleObject" Target="../embeddings/oleObject79.bin"/><Relationship Id="rId1" Type="http://schemas.openxmlformats.org/officeDocument/2006/relationships/slideLayout" Target="../slideLayouts/slideLayout7.xml"/><Relationship Id="rId6" Type="http://schemas.openxmlformats.org/officeDocument/2006/relationships/oleObject" Target="../embeddings/oleObject81.bin"/><Relationship Id="rId5" Type="http://schemas.openxmlformats.org/officeDocument/2006/relationships/image" Target="../media/image95.wmf"/><Relationship Id="rId4" Type="http://schemas.openxmlformats.org/officeDocument/2006/relationships/oleObject" Target="../embeddings/oleObject80.bin"/><Relationship Id="rId9" Type="http://schemas.openxmlformats.org/officeDocument/2006/relationships/image" Target="../media/image97.wmf"/></Relationships>
</file>

<file path=ppt/slides/_rels/slide20.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83.bin"/><Relationship Id="rId1" Type="http://schemas.openxmlformats.org/officeDocument/2006/relationships/slideLayout" Target="../slideLayouts/slideLayout7.xml"/><Relationship Id="rId5" Type="http://schemas.openxmlformats.org/officeDocument/2006/relationships/image" Target="../media/image99.wmf"/><Relationship Id="rId4" Type="http://schemas.openxmlformats.org/officeDocument/2006/relationships/oleObject" Target="../embeddings/oleObject8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105.emf"/><Relationship Id="rId18" Type="http://schemas.openxmlformats.org/officeDocument/2006/relationships/oleObject" Target="../embeddings/oleObject93.bin"/><Relationship Id="rId3" Type="http://schemas.openxmlformats.org/officeDocument/2006/relationships/image" Target="../media/image100.emf"/><Relationship Id="rId21" Type="http://schemas.openxmlformats.org/officeDocument/2006/relationships/image" Target="../media/image109.wmf"/><Relationship Id="rId7" Type="http://schemas.openxmlformats.org/officeDocument/2006/relationships/image" Target="../media/image102.emf"/><Relationship Id="rId12" Type="http://schemas.openxmlformats.org/officeDocument/2006/relationships/oleObject" Target="../embeddings/oleObject90.bin"/><Relationship Id="rId17" Type="http://schemas.openxmlformats.org/officeDocument/2006/relationships/image" Target="../media/image107.emf"/><Relationship Id="rId2" Type="http://schemas.openxmlformats.org/officeDocument/2006/relationships/oleObject" Target="../embeddings/oleObject85.bin"/><Relationship Id="rId16" Type="http://schemas.openxmlformats.org/officeDocument/2006/relationships/oleObject" Target="../embeddings/oleObject92.bin"/><Relationship Id="rId20" Type="http://schemas.openxmlformats.org/officeDocument/2006/relationships/oleObject" Target="../embeddings/oleObject94.bin"/><Relationship Id="rId1" Type="http://schemas.openxmlformats.org/officeDocument/2006/relationships/slideLayout" Target="../slideLayouts/slideLayout7.xml"/><Relationship Id="rId6" Type="http://schemas.openxmlformats.org/officeDocument/2006/relationships/oleObject" Target="../embeddings/oleObject87.bin"/><Relationship Id="rId11" Type="http://schemas.openxmlformats.org/officeDocument/2006/relationships/image" Target="../media/image104.emf"/><Relationship Id="rId5" Type="http://schemas.openxmlformats.org/officeDocument/2006/relationships/image" Target="../media/image101.emf"/><Relationship Id="rId15" Type="http://schemas.openxmlformats.org/officeDocument/2006/relationships/image" Target="../media/image106.emf"/><Relationship Id="rId23" Type="http://schemas.openxmlformats.org/officeDocument/2006/relationships/image" Target="../media/image110.wmf"/><Relationship Id="rId10" Type="http://schemas.openxmlformats.org/officeDocument/2006/relationships/oleObject" Target="../embeddings/oleObject89.bin"/><Relationship Id="rId19" Type="http://schemas.openxmlformats.org/officeDocument/2006/relationships/image" Target="../media/image108.emf"/><Relationship Id="rId4" Type="http://schemas.openxmlformats.org/officeDocument/2006/relationships/oleObject" Target="../embeddings/oleObject86.bin"/><Relationship Id="rId9" Type="http://schemas.openxmlformats.org/officeDocument/2006/relationships/image" Target="../media/image103.emf"/><Relationship Id="rId14" Type="http://schemas.openxmlformats.org/officeDocument/2006/relationships/oleObject" Target="../embeddings/oleObject91.bin"/><Relationship Id="rId22" Type="http://schemas.openxmlformats.org/officeDocument/2006/relationships/oleObject" Target="../embeddings/oleObject95.bin"/></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1.png"/><Relationship Id="rId1" Type="http://schemas.openxmlformats.org/officeDocument/2006/relationships/slideLayout" Target="../slideLayouts/slideLayout13.xml"/><Relationship Id="rId5" Type="http://schemas.openxmlformats.org/officeDocument/2006/relationships/image" Target="../media/image112.emf"/><Relationship Id="rId4" Type="http://schemas.openxmlformats.org/officeDocument/2006/relationships/oleObject" Target="../embeddings/oleObject9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image" Target="../media/image114.png"/><Relationship Id="rId7" Type="http://schemas.openxmlformats.org/officeDocument/2006/relationships/image" Target="../media/image116.wmf"/><Relationship Id="rId2" Type="http://schemas.openxmlformats.org/officeDocument/2006/relationships/image" Target="../media/image113.png"/><Relationship Id="rId1" Type="http://schemas.openxmlformats.org/officeDocument/2006/relationships/slideLayout" Target="../slideLayouts/slideLayout7.xml"/><Relationship Id="rId6" Type="http://schemas.openxmlformats.org/officeDocument/2006/relationships/oleObject" Target="../embeddings/oleObject98.bin"/><Relationship Id="rId5" Type="http://schemas.openxmlformats.org/officeDocument/2006/relationships/image" Target="../media/image115.wmf"/><Relationship Id="rId4" Type="http://schemas.openxmlformats.org/officeDocument/2006/relationships/oleObject" Target="../embeddings/oleObject97.bin"/></Relationships>
</file>

<file path=ppt/slides/_rels/slide2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4.xml"/><Relationship Id="rId5" Type="http://schemas.openxmlformats.org/officeDocument/2006/relationships/image" Target="../media/image120.png"/><Relationship Id="rId4" Type="http://schemas.openxmlformats.org/officeDocument/2006/relationships/image" Target="../media/image119.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image" Target="../media/image121.wmf"/><Relationship Id="rId7" Type="http://schemas.openxmlformats.org/officeDocument/2006/relationships/image" Target="../media/image123.wmf"/><Relationship Id="rId2"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102.bin"/><Relationship Id="rId11" Type="http://schemas.openxmlformats.org/officeDocument/2006/relationships/image" Target="../media/image125.wmf"/><Relationship Id="rId5" Type="http://schemas.openxmlformats.org/officeDocument/2006/relationships/image" Target="../media/image122.wmf"/><Relationship Id="rId10" Type="http://schemas.openxmlformats.org/officeDocument/2006/relationships/oleObject" Target="../embeddings/oleObject104.bin"/><Relationship Id="rId4" Type="http://schemas.openxmlformats.org/officeDocument/2006/relationships/oleObject" Target="../embeddings/oleObject101.bin"/><Relationship Id="rId9" Type="http://schemas.openxmlformats.org/officeDocument/2006/relationships/image" Target="../media/image124.wmf"/></Relationships>
</file>

<file path=ppt/slides/_rels/slide26.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6.wmf"/><Relationship Id="rId7" Type="http://schemas.openxmlformats.org/officeDocument/2006/relationships/image" Target="../media/image128.wmf"/><Relationship Id="rId2" Type="http://schemas.openxmlformats.org/officeDocument/2006/relationships/oleObject" Target="../embeddings/oleObject105.bin"/><Relationship Id="rId1" Type="http://schemas.openxmlformats.org/officeDocument/2006/relationships/slideLayout" Target="../slideLayouts/slideLayout2.xml"/><Relationship Id="rId6" Type="http://schemas.openxmlformats.org/officeDocument/2006/relationships/oleObject" Target="../embeddings/oleObject107.bin"/><Relationship Id="rId5" Type="http://schemas.openxmlformats.org/officeDocument/2006/relationships/image" Target="../media/image127.wmf"/><Relationship Id="rId4" Type="http://schemas.openxmlformats.org/officeDocument/2006/relationships/oleObject" Target="../embeddings/oleObject106.bin"/><Relationship Id="rId9"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35.wmf"/><Relationship Id="rId3" Type="http://schemas.openxmlformats.org/officeDocument/2006/relationships/image" Target="../media/image130.wmf"/><Relationship Id="rId7" Type="http://schemas.openxmlformats.org/officeDocument/2006/relationships/image" Target="../media/image132.wmf"/><Relationship Id="rId12" Type="http://schemas.openxmlformats.org/officeDocument/2006/relationships/oleObject" Target="../embeddings/oleObject113.bin"/><Relationship Id="rId2" Type="http://schemas.openxmlformats.org/officeDocument/2006/relationships/oleObject" Target="../embeddings/oleObject108.bin"/><Relationship Id="rId1" Type="http://schemas.openxmlformats.org/officeDocument/2006/relationships/slideLayout" Target="../slideLayouts/slideLayout2.xml"/><Relationship Id="rId6" Type="http://schemas.openxmlformats.org/officeDocument/2006/relationships/oleObject" Target="../embeddings/oleObject110.bin"/><Relationship Id="rId11" Type="http://schemas.openxmlformats.org/officeDocument/2006/relationships/image" Target="../media/image134.wmf"/><Relationship Id="rId5" Type="http://schemas.openxmlformats.org/officeDocument/2006/relationships/image" Target="../media/image131.wmf"/><Relationship Id="rId10" Type="http://schemas.openxmlformats.org/officeDocument/2006/relationships/oleObject" Target="../embeddings/oleObject112.bin"/><Relationship Id="rId4" Type="http://schemas.openxmlformats.org/officeDocument/2006/relationships/oleObject" Target="../embeddings/oleObject109.bin"/><Relationship Id="rId9" Type="http://schemas.openxmlformats.org/officeDocument/2006/relationships/image" Target="../media/image133.wmf"/><Relationship Id="rId14"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40.wmf"/><Relationship Id="rId18" Type="http://schemas.openxmlformats.org/officeDocument/2006/relationships/oleObject" Target="../embeddings/oleObject121.bin"/><Relationship Id="rId3" Type="http://schemas.openxmlformats.org/officeDocument/2006/relationships/image" Target="../media/image136.wmf"/><Relationship Id="rId21"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oleObject" Target="../embeddings/oleObject118.bin"/><Relationship Id="rId17" Type="http://schemas.openxmlformats.org/officeDocument/2006/relationships/image" Target="../media/image142.wmf"/><Relationship Id="rId2" Type="http://schemas.openxmlformats.org/officeDocument/2006/relationships/oleObject" Target="../embeddings/oleObject114.bin"/><Relationship Id="rId16" Type="http://schemas.openxmlformats.org/officeDocument/2006/relationships/oleObject" Target="../embeddings/oleObject120.bin"/><Relationship Id="rId20" Type="http://schemas.openxmlformats.org/officeDocument/2006/relationships/oleObject" Target="../embeddings/oleObject111.bin"/><Relationship Id="rId1" Type="http://schemas.openxmlformats.org/officeDocument/2006/relationships/slideLayout" Target="../slideLayouts/slideLayout2.xml"/><Relationship Id="rId6" Type="http://schemas.openxmlformats.org/officeDocument/2006/relationships/oleObject" Target="../embeddings/oleObject115.bin"/><Relationship Id="rId11" Type="http://schemas.openxmlformats.org/officeDocument/2006/relationships/image" Target="../media/image139.wmf"/><Relationship Id="rId5" Type="http://schemas.openxmlformats.org/officeDocument/2006/relationships/image" Target="../media/image128.wmf"/><Relationship Id="rId15" Type="http://schemas.openxmlformats.org/officeDocument/2006/relationships/image" Target="../media/image141.wmf"/><Relationship Id="rId10" Type="http://schemas.openxmlformats.org/officeDocument/2006/relationships/oleObject" Target="../embeddings/oleObject117.bin"/><Relationship Id="rId19" Type="http://schemas.openxmlformats.org/officeDocument/2006/relationships/image" Target="../media/image143.wmf"/><Relationship Id="rId4" Type="http://schemas.openxmlformats.org/officeDocument/2006/relationships/oleObject" Target="../embeddings/oleObject107.bin"/><Relationship Id="rId9" Type="http://schemas.openxmlformats.org/officeDocument/2006/relationships/image" Target="../media/image138.wmf"/><Relationship Id="rId14" Type="http://schemas.openxmlformats.org/officeDocument/2006/relationships/oleObject" Target="../embeddings/oleObject119.bin"/></Relationships>
</file>

<file path=ppt/slides/_rels/slide2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image" Target="../media/image145.wmf"/><Relationship Id="rId7" Type="http://schemas.openxmlformats.org/officeDocument/2006/relationships/image" Target="../media/image147.wmf"/><Relationship Id="rId2" Type="http://schemas.openxmlformats.org/officeDocument/2006/relationships/oleObject" Target="../embeddings/oleObject122.bin"/><Relationship Id="rId1" Type="http://schemas.openxmlformats.org/officeDocument/2006/relationships/slideLayout" Target="../slideLayouts/slideLayout7.xml"/><Relationship Id="rId6" Type="http://schemas.openxmlformats.org/officeDocument/2006/relationships/oleObject" Target="../embeddings/oleObject124.bin"/><Relationship Id="rId5" Type="http://schemas.openxmlformats.org/officeDocument/2006/relationships/image" Target="../media/image146.wmf"/><Relationship Id="rId4" Type="http://schemas.openxmlformats.org/officeDocument/2006/relationships/oleObject" Target="../embeddings/oleObject123.bin"/><Relationship Id="rId9" Type="http://schemas.openxmlformats.org/officeDocument/2006/relationships/image" Target="../media/image148.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54.wmf"/><Relationship Id="rId3" Type="http://schemas.openxmlformats.org/officeDocument/2006/relationships/image" Target="../media/image149.wmf"/><Relationship Id="rId7" Type="http://schemas.openxmlformats.org/officeDocument/2006/relationships/image" Target="../media/image151.wmf"/><Relationship Id="rId12" Type="http://schemas.openxmlformats.org/officeDocument/2006/relationships/oleObject" Target="../embeddings/oleObject131.bin"/><Relationship Id="rId2" Type="http://schemas.openxmlformats.org/officeDocument/2006/relationships/oleObject" Target="../embeddings/oleObject126.bin"/><Relationship Id="rId1" Type="http://schemas.openxmlformats.org/officeDocument/2006/relationships/slideLayout" Target="../slideLayouts/slideLayout7.xml"/><Relationship Id="rId6" Type="http://schemas.openxmlformats.org/officeDocument/2006/relationships/oleObject" Target="../embeddings/oleObject128.bin"/><Relationship Id="rId11" Type="http://schemas.openxmlformats.org/officeDocument/2006/relationships/image" Target="../media/image153.wmf"/><Relationship Id="rId5" Type="http://schemas.openxmlformats.org/officeDocument/2006/relationships/image" Target="../media/image150.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52.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60.wmf"/><Relationship Id="rId18" Type="http://schemas.openxmlformats.org/officeDocument/2006/relationships/image" Target="../media/image163.png"/><Relationship Id="rId3" Type="http://schemas.openxmlformats.org/officeDocument/2006/relationships/image" Target="../media/image155.wmf"/><Relationship Id="rId7" Type="http://schemas.openxmlformats.org/officeDocument/2006/relationships/image" Target="../media/image157.wmf"/><Relationship Id="rId12" Type="http://schemas.openxmlformats.org/officeDocument/2006/relationships/oleObject" Target="../embeddings/oleObject137.bin"/><Relationship Id="rId17" Type="http://schemas.openxmlformats.org/officeDocument/2006/relationships/image" Target="../media/image162.wmf"/><Relationship Id="rId2" Type="http://schemas.openxmlformats.org/officeDocument/2006/relationships/oleObject" Target="../embeddings/oleObject132.bin"/><Relationship Id="rId16" Type="http://schemas.openxmlformats.org/officeDocument/2006/relationships/oleObject" Target="../embeddings/oleObject139.bin"/><Relationship Id="rId1" Type="http://schemas.openxmlformats.org/officeDocument/2006/relationships/slideLayout" Target="../slideLayouts/slideLayout2.xml"/><Relationship Id="rId6" Type="http://schemas.openxmlformats.org/officeDocument/2006/relationships/oleObject" Target="../embeddings/oleObject134.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1.w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58.wmf"/><Relationship Id="rId14" Type="http://schemas.openxmlformats.org/officeDocument/2006/relationships/oleObject" Target="../embeddings/oleObject138.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68.wmf"/><Relationship Id="rId18" Type="http://schemas.openxmlformats.org/officeDocument/2006/relationships/oleObject" Target="../embeddings/oleObject148.bin"/><Relationship Id="rId26" Type="http://schemas.openxmlformats.org/officeDocument/2006/relationships/oleObject" Target="../embeddings/oleObject112.bin"/><Relationship Id="rId3" Type="http://schemas.openxmlformats.org/officeDocument/2006/relationships/image" Target="../media/image164.wmf"/><Relationship Id="rId21" Type="http://schemas.openxmlformats.org/officeDocument/2006/relationships/image" Target="../media/image172.wmf"/><Relationship Id="rId7" Type="http://schemas.openxmlformats.org/officeDocument/2006/relationships/image" Target="../media/image165.wmf"/><Relationship Id="rId12" Type="http://schemas.openxmlformats.org/officeDocument/2006/relationships/oleObject" Target="../embeddings/oleObject145.bin"/><Relationship Id="rId17" Type="http://schemas.openxmlformats.org/officeDocument/2006/relationships/image" Target="../media/image170.wmf"/><Relationship Id="rId25" Type="http://schemas.openxmlformats.org/officeDocument/2006/relationships/image" Target="../media/image158.wmf"/><Relationship Id="rId2" Type="http://schemas.openxmlformats.org/officeDocument/2006/relationships/oleObject" Target="../embeddings/oleObject140.bin"/><Relationship Id="rId16" Type="http://schemas.openxmlformats.org/officeDocument/2006/relationships/oleObject" Target="../embeddings/oleObject147.bin"/><Relationship Id="rId20" Type="http://schemas.openxmlformats.org/officeDocument/2006/relationships/oleObject" Target="../embeddings/oleObject149.bin"/><Relationship Id="rId29" Type="http://schemas.openxmlformats.org/officeDocument/2006/relationships/oleObject" Target="../embeddings/oleObject152.bin"/><Relationship Id="rId1" Type="http://schemas.openxmlformats.org/officeDocument/2006/relationships/slideLayout" Target="../slideLayouts/slideLayout2.xml"/><Relationship Id="rId6" Type="http://schemas.openxmlformats.org/officeDocument/2006/relationships/oleObject" Target="../embeddings/oleObject142.bin"/><Relationship Id="rId11" Type="http://schemas.openxmlformats.org/officeDocument/2006/relationships/image" Target="../media/image167.wmf"/><Relationship Id="rId24" Type="http://schemas.openxmlformats.org/officeDocument/2006/relationships/oleObject" Target="../embeddings/oleObject151.bin"/><Relationship Id="rId32" Type="http://schemas.openxmlformats.org/officeDocument/2006/relationships/image" Target="../media/image175.wmf"/><Relationship Id="rId5" Type="http://schemas.openxmlformats.org/officeDocument/2006/relationships/image" Target="../media/image134.wmf"/><Relationship Id="rId15" Type="http://schemas.openxmlformats.org/officeDocument/2006/relationships/image" Target="../media/image169.wmf"/><Relationship Id="rId23" Type="http://schemas.openxmlformats.org/officeDocument/2006/relationships/image" Target="../media/image173.wmf"/><Relationship Id="rId28" Type="http://schemas.openxmlformats.org/officeDocument/2006/relationships/image" Target="../media/image128.wmf"/><Relationship Id="rId10" Type="http://schemas.openxmlformats.org/officeDocument/2006/relationships/oleObject" Target="../embeddings/oleObject144.bin"/><Relationship Id="rId19" Type="http://schemas.openxmlformats.org/officeDocument/2006/relationships/image" Target="../media/image171.wmf"/><Relationship Id="rId31" Type="http://schemas.openxmlformats.org/officeDocument/2006/relationships/oleObject" Target="../embeddings/oleObject153.bin"/><Relationship Id="rId4" Type="http://schemas.openxmlformats.org/officeDocument/2006/relationships/oleObject" Target="../embeddings/oleObject141.bin"/><Relationship Id="rId9" Type="http://schemas.openxmlformats.org/officeDocument/2006/relationships/image" Target="../media/image166.wmf"/><Relationship Id="rId14" Type="http://schemas.openxmlformats.org/officeDocument/2006/relationships/oleObject" Target="../embeddings/oleObject146.bin"/><Relationship Id="rId22" Type="http://schemas.openxmlformats.org/officeDocument/2006/relationships/oleObject" Target="../embeddings/oleObject150.bin"/><Relationship Id="rId27" Type="http://schemas.openxmlformats.org/officeDocument/2006/relationships/oleObject" Target="../embeddings/oleObject107.bin"/><Relationship Id="rId30" Type="http://schemas.openxmlformats.org/officeDocument/2006/relationships/image" Target="../media/image174.wmf"/></Relationships>
</file>

<file path=ppt/slides/_rels/slide34.xml.rels><?xml version="1.0" encoding="UTF-8" standalone="yes"?>
<Relationships xmlns="http://schemas.openxmlformats.org/package/2006/relationships"><Relationship Id="rId8" Type="http://schemas.openxmlformats.org/officeDocument/2006/relationships/hyperlink" Target="https://en.wikipedia.org/wiki/Work_(physics)" TargetMode="External"/><Relationship Id="rId3" Type="http://schemas.openxmlformats.org/officeDocument/2006/relationships/image" Target="../media/image176.wmf"/><Relationship Id="rId7" Type="http://schemas.openxmlformats.org/officeDocument/2006/relationships/image" Target="../media/image178.emf"/><Relationship Id="rId12" Type="http://schemas.openxmlformats.org/officeDocument/2006/relationships/image" Target="../media/image6.png"/><Relationship Id="rId2" Type="http://schemas.openxmlformats.org/officeDocument/2006/relationships/oleObject" Target="../embeddings/oleObject154.bin"/><Relationship Id="rId1" Type="http://schemas.openxmlformats.org/officeDocument/2006/relationships/slideLayout" Target="../slideLayouts/slideLayout12.xml"/><Relationship Id="rId6" Type="http://schemas.openxmlformats.org/officeDocument/2006/relationships/oleObject" Target="../embeddings/oleObject156.bin"/><Relationship Id="rId11" Type="http://schemas.openxmlformats.org/officeDocument/2006/relationships/image" Target="../media/image179.wmf"/><Relationship Id="rId5" Type="http://schemas.openxmlformats.org/officeDocument/2006/relationships/image" Target="../media/image177.wmf"/><Relationship Id="rId10" Type="http://schemas.openxmlformats.org/officeDocument/2006/relationships/oleObject" Target="../embeddings/oleObject157.bin"/><Relationship Id="rId4" Type="http://schemas.openxmlformats.org/officeDocument/2006/relationships/oleObject" Target="../embeddings/oleObject155.bin"/><Relationship Id="rId9" Type="http://schemas.openxmlformats.org/officeDocument/2006/relationships/hyperlink" Target="https://en.wikipedia.org/wiki/Electric_charge"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oleObject" Target="../embeddings/oleObject158.bin"/><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2.bin"/><Relationship Id="rId13" Type="http://schemas.openxmlformats.org/officeDocument/2006/relationships/image" Target="../media/image186.wmf"/><Relationship Id="rId18" Type="http://schemas.openxmlformats.org/officeDocument/2006/relationships/oleObject" Target="../embeddings/oleObject167.bin"/><Relationship Id="rId26" Type="http://schemas.openxmlformats.org/officeDocument/2006/relationships/oleObject" Target="../embeddings/oleObject171.bin"/><Relationship Id="rId3" Type="http://schemas.openxmlformats.org/officeDocument/2006/relationships/image" Target="../media/image181.emf"/><Relationship Id="rId21" Type="http://schemas.openxmlformats.org/officeDocument/2006/relationships/image" Target="../media/image190.wmf"/><Relationship Id="rId7" Type="http://schemas.openxmlformats.org/officeDocument/2006/relationships/image" Target="../media/image183.emf"/><Relationship Id="rId12" Type="http://schemas.openxmlformats.org/officeDocument/2006/relationships/oleObject" Target="../embeddings/oleObject164.bin"/><Relationship Id="rId17" Type="http://schemas.openxmlformats.org/officeDocument/2006/relationships/image" Target="../media/image188.wmf"/><Relationship Id="rId25" Type="http://schemas.openxmlformats.org/officeDocument/2006/relationships/image" Target="../media/image192.emf"/><Relationship Id="rId2" Type="http://schemas.openxmlformats.org/officeDocument/2006/relationships/oleObject" Target="../embeddings/oleObject159.bin"/><Relationship Id="rId16" Type="http://schemas.openxmlformats.org/officeDocument/2006/relationships/oleObject" Target="../embeddings/oleObject166.bin"/><Relationship Id="rId20" Type="http://schemas.openxmlformats.org/officeDocument/2006/relationships/oleObject" Target="../embeddings/oleObject168.bin"/><Relationship Id="rId29" Type="http://schemas.openxmlformats.org/officeDocument/2006/relationships/image" Target="../media/image194.emf"/><Relationship Id="rId1" Type="http://schemas.openxmlformats.org/officeDocument/2006/relationships/slideLayout" Target="../slideLayouts/slideLayout15.xml"/><Relationship Id="rId6" Type="http://schemas.openxmlformats.org/officeDocument/2006/relationships/oleObject" Target="../embeddings/oleObject161.bin"/><Relationship Id="rId11" Type="http://schemas.openxmlformats.org/officeDocument/2006/relationships/image" Target="../media/image185.wmf"/><Relationship Id="rId24" Type="http://schemas.openxmlformats.org/officeDocument/2006/relationships/oleObject" Target="../embeddings/oleObject170.bin"/><Relationship Id="rId5" Type="http://schemas.openxmlformats.org/officeDocument/2006/relationships/image" Target="../media/image182.emf"/><Relationship Id="rId15" Type="http://schemas.openxmlformats.org/officeDocument/2006/relationships/image" Target="../media/image187.wmf"/><Relationship Id="rId23" Type="http://schemas.openxmlformats.org/officeDocument/2006/relationships/image" Target="../media/image191.wmf"/><Relationship Id="rId28" Type="http://schemas.openxmlformats.org/officeDocument/2006/relationships/oleObject" Target="../embeddings/oleObject172.bin"/><Relationship Id="rId10" Type="http://schemas.openxmlformats.org/officeDocument/2006/relationships/oleObject" Target="../embeddings/oleObject163.bin"/><Relationship Id="rId19" Type="http://schemas.openxmlformats.org/officeDocument/2006/relationships/image" Target="../media/image189.wmf"/><Relationship Id="rId4" Type="http://schemas.openxmlformats.org/officeDocument/2006/relationships/oleObject" Target="../embeddings/oleObject160.bin"/><Relationship Id="rId9" Type="http://schemas.openxmlformats.org/officeDocument/2006/relationships/image" Target="../media/image184.emf"/><Relationship Id="rId14" Type="http://schemas.openxmlformats.org/officeDocument/2006/relationships/oleObject" Target="../embeddings/oleObject165.bin"/><Relationship Id="rId22" Type="http://schemas.openxmlformats.org/officeDocument/2006/relationships/oleObject" Target="../embeddings/oleObject169.bin"/><Relationship Id="rId27" Type="http://schemas.openxmlformats.org/officeDocument/2006/relationships/image" Target="../media/image193.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200.wmf"/><Relationship Id="rId18" Type="http://schemas.openxmlformats.org/officeDocument/2006/relationships/oleObject" Target="../embeddings/oleObject181.bin"/><Relationship Id="rId26" Type="http://schemas.openxmlformats.org/officeDocument/2006/relationships/oleObject" Target="../embeddings/oleObject185.bin"/><Relationship Id="rId3" Type="http://schemas.openxmlformats.org/officeDocument/2006/relationships/image" Target="../media/image195.wmf"/><Relationship Id="rId21" Type="http://schemas.openxmlformats.org/officeDocument/2006/relationships/image" Target="../media/image204.wmf"/><Relationship Id="rId7" Type="http://schemas.openxmlformats.org/officeDocument/2006/relationships/image" Target="../media/image197.wmf"/><Relationship Id="rId12" Type="http://schemas.openxmlformats.org/officeDocument/2006/relationships/oleObject" Target="../embeddings/oleObject178.bin"/><Relationship Id="rId17" Type="http://schemas.openxmlformats.org/officeDocument/2006/relationships/image" Target="../media/image202.wmf"/><Relationship Id="rId25" Type="http://schemas.openxmlformats.org/officeDocument/2006/relationships/image" Target="../media/image206.wmf"/><Relationship Id="rId2" Type="http://schemas.openxmlformats.org/officeDocument/2006/relationships/oleObject" Target="../embeddings/oleObject173.bin"/><Relationship Id="rId16" Type="http://schemas.openxmlformats.org/officeDocument/2006/relationships/oleObject" Target="../embeddings/oleObject180.bin"/><Relationship Id="rId20" Type="http://schemas.openxmlformats.org/officeDocument/2006/relationships/oleObject" Target="../embeddings/oleObject182.bin"/><Relationship Id="rId1" Type="http://schemas.openxmlformats.org/officeDocument/2006/relationships/slideLayout" Target="../slideLayouts/slideLayout15.xml"/><Relationship Id="rId6" Type="http://schemas.openxmlformats.org/officeDocument/2006/relationships/oleObject" Target="../embeddings/oleObject175.bin"/><Relationship Id="rId11" Type="http://schemas.openxmlformats.org/officeDocument/2006/relationships/image" Target="../media/image199.wmf"/><Relationship Id="rId24" Type="http://schemas.openxmlformats.org/officeDocument/2006/relationships/oleObject" Target="../embeddings/oleObject184.bin"/><Relationship Id="rId5" Type="http://schemas.openxmlformats.org/officeDocument/2006/relationships/image" Target="../media/image196.wmf"/><Relationship Id="rId15" Type="http://schemas.openxmlformats.org/officeDocument/2006/relationships/image" Target="../media/image201.emf"/><Relationship Id="rId23" Type="http://schemas.openxmlformats.org/officeDocument/2006/relationships/image" Target="../media/image205.wmf"/><Relationship Id="rId10" Type="http://schemas.openxmlformats.org/officeDocument/2006/relationships/oleObject" Target="../embeddings/oleObject177.bin"/><Relationship Id="rId19" Type="http://schemas.openxmlformats.org/officeDocument/2006/relationships/image" Target="../media/image203.wmf"/><Relationship Id="rId4" Type="http://schemas.openxmlformats.org/officeDocument/2006/relationships/oleObject" Target="../embeddings/oleObject174.bin"/><Relationship Id="rId9" Type="http://schemas.openxmlformats.org/officeDocument/2006/relationships/image" Target="../media/image198.wmf"/><Relationship Id="rId14" Type="http://schemas.openxmlformats.org/officeDocument/2006/relationships/oleObject" Target="../embeddings/oleObject179.bin"/><Relationship Id="rId22" Type="http://schemas.openxmlformats.org/officeDocument/2006/relationships/oleObject" Target="../embeddings/oleObject183.bin"/><Relationship Id="rId27" Type="http://schemas.openxmlformats.org/officeDocument/2006/relationships/image" Target="../media/image207.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213.emf"/><Relationship Id="rId3" Type="http://schemas.openxmlformats.org/officeDocument/2006/relationships/image" Target="../media/image208.emf"/><Relationship Id="rId7" Type="http://schemas.openxmlformats.org/officeDocument/2006/relationships/image" Target="../media/image210.emf"/><Relationship Id="rId12" Type="http://schemas.openxmlformats.org/officeDocument/2006/relationships/oleObject" Target="../embeddings/oleObject191.bin"/><Relationship Id="rId17" Type="http://schemas.openxmlformats.org/officeDocument/2006/relationships/image" Target="../media/image215.emf"/><Relationship Id="rId2" Type="http://schemas.openxmlformats.org/officeDocument/2006/relationships/oleObject" Target="../embeddings/oleObject186.bin"/><Relationship Id="rId16" Type="http://schemas.openxmlformats.org/officeDocument/2006/relationships/oleObject" Target="../embeddings/oleObject193.bin"/><Relationship Id="rId1" Type="http://schemas.openxmlformats.org/officeDocument/2006/relationships/slideLayout" Target="../slideLayouts/slideLayout4.xml"/><Relationship Id="rId6" Type="http://schemas.openxmlformats.org/officeDocument/2006/relationships/oleObject" Target="../embeddings/oleObject188.bin"/><Relationship Id="rId11" Type="http://schemas.openxmlformats.org/officeDocument/2006/relationships/image" Target="../media/image212.emf"/><Relationship Id="rId5" Type="http://schemas.openxmlformats.org/officeDocument/2006/relationships/image" Target="../media/image209.emf"/><Relationship Id="rId15" Type="http://schemas.openxmlformats.org/officeDocument/2006/relationships/image" Target="../media/image214.emf"/><Relationship Id="rId10" Type="http://schemas.openxmlformats.org/officeDocument/2006/relationships/oleObject" Target="../embeddings/oleObject190.bin"/><Relationship Id="rId4" Type="http://schemas.openxmlformats.org/officeDocument/2006/relationships/oleObject" Target="../embeddings/oleObject187.bin"/><Relationship Id="rId9" Type="http://schemas.openxmlformats.org/officeDocument/2006/relationships/image" Target="../media/image211.emf"/><Relationship Id="rId14" Type="http://schemas.openxmlformats.org/officeDocument/2006/relationships/oleObject" Target="../embeddings/oleObject192.bin"/></Relationships>
</file>

<file path=ppt/slides/_rels/slide39.xml.rels><?xml version="1.0" encoding="UTF-8" standalone="yes"?>
<Relationships xmlns="http://schemas.openxmlformats.org/package/2006/relationships"><Relationship Id="rId3" Type="http://schemas.openxmlformats.org/officeDocument/2006/relationships/image" Target="../media/image216.emf"/><Relationship Id="rId7" Type="http://schemas.openxmlformats.org/officeDocument/2006/relationships/image" Target="../media/image218.wmf"/><Relationship Id="rId2" Type="http://schemas.openxmlformats.org/officeDocument/2006/relationships/oleObject" Target="../embeddings/oleObject171.bin"/><Relationship Id="rId1" Type="http://schemas.openxmlformats.org/officeDocument/2006/relationships/slideLayout" Target="../slideLayouts/slideLayout14.xml"/><Relationship Id="rId6" Type="http://schemas.openxmlformats.org/officeDocument/2006/relationships/oleObject" Target="../embeddings/oleObject194.bin"/><Relationship Id="rId5" Type="http://schemas.openxmlformats.org/officeDocument/2006/relationships/image" Target="../media/image6.png"/><Relationship Id="rId4" Type="http://schemas.openxmlformats.org/officeDocument/2006/relationships/image" Target="../media/image217.png"/></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98.bin"/><Relationship Id="rId13" Type="http://schemas.openxmlformats.org/officeDocument/2006/relationships/image" Target="../media/image224.emf"/><Relationship Id="rId18" Type="http://schemas.openxmlformats.org/officeDocument/2006/relationships/oleObject" Target="../embeddings/oleObject203.bin"/><Relationship Id="rId3" Type="http://schemas.openxmlformats.org/officeDocument/2006/relationships/image" Target="../media/image219.emf"/><Relationship Id="rId21" Type="http://schemas.openxmlformats.org/officeDocument/2006/relationships/image" Target="../media/image228.emf"/><Relationship Id="rId7" Type="http://schemas.openxmlformats.org/officeDocument/2006/relationships/image" Target="../media/image221.emf"/><Relationship Id="rId12" Type="http://schemas.openxmlformats.org/officeDocument/2006/relationships/oleObject" Target="../embeddings/oleObject200.bin"/><Relationship Id="rId17" Type="http://schemas.openxmlformats.org/officeDocument/2006/relationships/image" Target="../media/image226.emf"/><Relationship Id="rId25" Type="http://schemas.openxmlformats.org/officeDocument/2006/relationships/image" Target="../media/image229.emf"/><Relationship Id="rId2" Type="http://schemas.openxmlformats.org/officeDocument/2006/relationships/oleObject" Target="../embeddings/oleObject195.bin"/><Relationship Id="rId16" Type="http://schemas.openxmlformats.org/officeDocument/2006/relationships/oleObject" Target="../embeddings/oleObject202.bin"/><Relationship Id="rId20" Type="http://schemas.openxmlformats.org/officeDocument/2006/relationships/oleObject" Target="../embeddings/oleObject204.bin"/><Relationship Id="rId1" Type="http://schemas.openxmlformats.org/officeDocument/2006/relationships/slideLayout" Target="../slideLayouts/slideLayout6.xml"/><Relationship Id="rId6" Type="http://schemas.openxmlformats.org/officeDocument/2006/relationships/oleObject" Target="../embeddings/oleObject197.bin"/><Relationship Id="rId11" Type="http://schemas.openxmlformats.org/officeDocument/2006/relationships/image" Target="../media/image223.emf"/><Relationship Id="rId24" Type="http://schemas.openxmlformats.org/officeDocument/2006/relationships/oleObject" Target="../embeddings/oleObject206.bin"/><Relationship Id="rId5" Type="http://schemas.openxmlformats.org/officeDocument/2006/relationships/image" Target="../media/image220.emf"/><Relationship Id="rId15" Type="http://schemas.openxmlformats.org/officeDocument/2006/relationships/image" Target="../media/image225.emf"/><Relationship Id="rId23" Type="http://schemas.openxmlformats.org/officeDocument/2006/relationships/image" Target="../media/image78.emf"/><Relationship Id="rId10" Type="http://schemas.openxmlformats.org/officeDocument/2006/relationships/oleObject" Target="../embeddings/oleObject199.bin"/><Relationship Id="rId19" Type="http://schemas.openxmlformats.org/officeDocument/2006/relationships/image" Target="../media/image227.emf"/><Relationship Id="rId4" Type="http://schemas.openxmlformats.org/officeDocument/2006/relationships/oleObject" Target="../embeddings/oleObject196.bin"/><Relationship Id="rId9" Type="http://schemas.openxmlformats.org/officeDocument/2006/relationships/image" Target="../media/image222.emf"/><Relationship Id="rId14" Type="http://schemas.openxmlformats.org/officeDocument/2006/relationships/oleObject" Target="../embeddings/oleObject201.bin"/><Relationship Id="rId22" Type="http://schemas.openxmlformats.org/officeDocument/2006/relationships/oleObject" Target="../embeddings/oleObject205.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10.bin"/><Relationship Id="rId13" Type="http://schemas.openxmlformats.org/officeDocument/2006/relationships/image" Target="../media/image235.emf"/><Relationship Id="rId3" Type="http://schemas.openxmlformats.org/officeDocument/2006/relationships/image" Target="../media/image230.emf"/><Relationship Id="rId7" Type="http://schemas.openxmlformats.org/officeDocument/2006/relationships/image" Target="../media/image232.emf"/><Relationship Id="rId12" Type="http://schemas.openxmlformats.org/officeDocument/2006/relationships/oleObject" Target="../embeddings/oleObject212.bin"/><Relationship Id="rId2" Type="http://schemas.openxmlformats.org/officeDocument/2006/relationships/oleObject" Target="../embeddings/oleObject207.bin"/><Relationship Id="rId16" Type="http://schemas.openxmlformats.org/officeDocument/2006/relationships/image" Target="../media/image236.png"/><Relationship Id="rId1" Type="http://schemas.openxmlformats.org/officeDocument/2006/relationships/slideLayout" Target="../slideLayouts/slideLayout6.xml"/><Relationship Id="rId6" Type="http://schemas.openxmlformats.org/officeDocument/2006/relationships/oleObject" Target="../embeddings/oleObject209.bin"/><Relationship Id="rId11" Type="http://schemas.openxmlformats.org/officeDocument/2006/relationships/image" Target="../media/image234.emf"/><Relationship Id="rId5" Type="http://schemas.openxmlformats.org/officeDocument/2006/relationships/image" Target="../media/image231.emf"/><Relationship Id="rId15" Type="http://schemas.openxmlformats.org/officeDocument/2006/relationships/image" Target="../media/image86.png"/><Relationship Id="rId10" Type="http://schemas.openxmlformats.org/officeDocument/2006/relationships/oleObject" Target="../embeddings/oleObject211.bin"/><Relationship Id="rId4" Type="http://schemas.openxmlformats.org/officeDocument/2006/relationships/oleObject" Target="../embeddings/oleObject208.bin"/><Relationship Id="rId9" Type="http://schemas.openxmlformats.org/officeDocument/2006/relationships/image" Target="../media/image233.emf"/><Relationship Id="rId14" Type="http://schemas.openxmlformats.org/officeDocument/2006/relationships/oleObject" Target="../embeddings/oleObject213.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17.bin"/><Relationship Id="rId13" Type="http://schemas.openxmlformats.org/officeDocument/2006/relationships/image" Target="../media/image242.emf"/><Relationship Id="rId18" Type="http://schemas.openxmlformats.org/officeDocument/2006/relationships/oleObject" Target="../embeddings/oleObject222.bin"/><Relationship Id="rId3" Type="http://schemas.openxmlformats.org/officeDocument/2006/relationships/image" Target="../media/image237.emf"/><Relationship Id="rId7" Type="http://schemas.openxmlformats.org/officeDocument/2006/relationships/image" Target="../media/image239.emf"/><Relationship Id="rId12" Type="http://schemas.openxmlformats.org/officeDocument/2006/relationships/oleObject" Target="../embeddings/oleObject219.bin"/><Relationship Id="rId17" Type="http://schemas.openxmlformats.org/officeDocument/2006/relationships/image" Target="../media/image244.emf"/><Relationship Id="rId2" Type="http://schemas.openxmlformats.org/officeDocument/2006/relationships/oleObject" Target="../embeddings/oleObject214.bin"/><Relationship Id="rId16" Type="http://schemas.openxmlformats.org/officeDocument/2006/relationships/oleObject" Target="../embeddings/oleObject221.bin"/><Relationship Id="rId1" Type="http://schemas.openxmlformats.org/officeDocument/2006/relationships/slideLayout" Target="../slideLayouts/slideLayout4.xml"/><Relationship Id="rId6" Type="http://schemas.openxmlformats.org/officeDocument/2006/relationships/oleObject" Target="../embeddings/oleObject216.bin"/><Relationship Id="rId11" Type="http://schemas.openxmlformats.org/officeDocument/2006/relationships/image" Target="../media/image241.emf"/><Relationship Id="rId5" Type="http://schemas.openxmlformats.org/officeDocument/2006/relationships/image" Target="../media/image238.emf"/><Relationship Id="rId15" Type="http://schemas.openxmlformats.org/officeDocument/2006/relationships/image" Target="../media/image243.emf"/><Relationship Id="rId10" Type="http://schemas.openxmlformats.org/officeDocument/2006/relationships/oleObject" Target="../embeddings/oleObject218.bin"/><Relationship Id="rId19" Type="http://schemas.openxmlformats.org/officeDocument/2006/relationships/image" Target="../media/image245.wmf"/><Relationship Id="rId4" Type="http://schemas.openxmlformats.org/officeDocument/2006/relationships/oleObject" Target="../embeddings/oleObject215.bin"/><Relationship Id="rId9" Type="http://schemas.openxmlformats.org/officeDocument/2006/relationships/image" Target="../media/image240.emf"/><Relationship Id="rId14" Type="http://schemas.openxmlformats.org/officeDocument/2006/relationships/oleObject" Target="../embeddings/oleObject220.bin"/></Relationships>
</file>

<file path=ppt/slides/_rels/slide44.xml.rels><?xml version="1.0" encoding="UTF-8" standalone="yes"?>
<Relationships xmlns="http://schemas.openxmlformats.org/package/2006/relationships"><Relationship Id="rId8" Type="http://schemas.openxmlformats.org/officeDocument/2006/relationships/image" Target="../media/image248.emf"/><Relationship Id="rId3" Type="http://schemas.openxmlformats.org/officeDocument/2006/relationships/oleObject" Target="../embeddings/oleObject223.bin"/><Relationship Id="rId7" Type="http://schemas.openxmlformats.org/officeDocument/2006/relationships/oleObject" Target="../embeddings/oleObject225.bin"/><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247.emf"/><Relationship Id="rId5" Type="http://schemas.openxmlformats.org/officeDocument/2006/relationships/oleObject" Target="../embeddings/oleObject224.bin"/><Relationship Id="rId4" Type="http://schemas.openxmlformats.org/officeDocument/2006/relationships/image" Target="../media/image246.emf"/></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9.wmf"/><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46.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255.png"/><Relationship Id="rId5" Type="http://schemas.openxmlformats.org/officeDocument/2006/relationships/image" Target="../media/image254.png"/><Relationship Id="rId4" Type="http://schemas.openxmlformats.org/officeDocument/2006/relationships/image" Target="../media/image253.png"/></Relationships>
</file>

<file path=ppt/slides/_rels/slide47.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56.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9.wmf"/><Relationship Id="rId2" Type="http://schemas.openxmlformats.org/officeDocument/2006/relationships/image" Target="../media/image258.png"/><Relationship Id="rId1" Type="http://schemas.openxmlformats.org/officeDocument/2006/relationships/slideLayout" Target="../slideLayouts/slideLayout2.xml"/><Relationship Id="rId4" Type="http://schemas.openxmlformats.org/officeDocument/2006/relationships/image" Target="../media/image260.wmf"/></Relationships>
</file>

<file path=ppt/slides/_rels/slide49.x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61.w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62.wmf"/></Relationships>
</file>

<file path=ppt/slides/_rels/slide50.xml.rels><?xml version="1.0" encoding="UTF-8" standalone="yes"?>
<Relationships xmlns="http://schemas.openxmlformats.org/package/2006/relationships"><Relationship Id="rId3" Type="http://schemas.openxmlformats.org/officeDocument/2006/relationships/image" Target="../media/image263.wmf"/><Relationship Id="rId2" Type="http://schemas.openxmlformats.org/officeDocument/2006/relationships/oleObject" Target="../embeddings/oleObject226.bin"/><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6.emf"/><Relationship Id="rId2" Type="http://schemas.openxmlformats.org/officeDocument/2006/relationships/oleObject" Target="../embeddings/oleObject227.bin"/><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267.emf"/><Relationship Id="rId4" Type="http://schemas.openxmlformats.org/officeDocument/2006/relationships/oleObject" Target="../embeddings/oleObject228.bin"/></Relationships>
</file>

<file path=ppt/slides/_rels/slide55.xml.rels><?xml version="1.0" encoding="UTF-8" standalone="yes"?>
<Relationships xmlns="http://schemas.openxmlformats.org/package/2006/relationships"><Relationship Id="rId8" Type="http://schemas.openxmlformats.org/officeDocument/2006/relationships/image" Target="../media/image271.emf"/><Relationship Id="rId13" Type="http://schemas.openxmlformats.org/officeDocument/2006/relationships/oleObject" Target="../embeddings/oleObject234.bin"/><Relationship Id="rId18" Type="http://schemas.openxmlformats.org/officeDocument/2006/relationships/image" Target="../media/image276.emf"/><Relationship Id="rId3" Type="http://schemas.openxmlformats.org/officeDocument/2006/relationships/image" Target="../media/image268.emf"/><Relationship Id="rId7" Type="http://schemas.openxmlformats.org/officeDocument/2006/relationships/oleObject" Target="../embeddings/oleObject231.bin"/><Relationship Id="rId12" Type="http://schemas.openxmlformats.org/officeDocument/2006/relationships/image" Target="../media/image273.emf"/><Relationship Id="rId17" Type="http://schemas.openxmlformats.org/officeDocument/2006/relationships/oleObject" Target="../embeddings/oleObject236.bin"/><Relationship Id="rId2" Type="http://schemas.openxmlformats.org/officeDocument/2006/relationships/oleObject" Target="../embeddings/oleObject229.bin"/><Relationship Id="rId16" Type="http://schemas.openxmlformats.org/officeDocument/2006/relationships/image" Target="../media/image275.emf"/><Relationship Id="rId20" Type="http://schemas.openxmlformats.org/officeDocument/2006/relationships/image" Target="../media/image277.emf"/><Relationship Id="rId1" Type="http://schemas.openxmlformats.org/officeDocument/2006/relationships/slideLayout" Target="../slideLayouts/slideLayout14.xml"/><Relationship Id="rId6" Type="http://schemas.openxmlformats.org/officeDocument/2006/relationships/image" Target="../media/image270.emf"/><Relationship Id="rId11" Type="http://schemas.openxmlformats.org/officeDocument/2006/relationships/oleObject" Target="../embeddings/oleObject233.bin"/><Relationship Id="rId5" Type="http://schemas.openxmlformats.org/officeDocument/2006/relationships/image" Target="../media/image269.emf"/><Relationship Id="rId15" Type="http://schemas.openxmlformats.org/officeDocument/2006/relationships/oleObject" Target="../embeddings/oleObject235.bin"/><Relationship Id="rId10" Type="http://schemas.openxmlformats.org/officeDocument/2006/relationships/image" Target="../media/image272.emf"/><Relationship Id="rId19" Type="http://schemas.openxmlformats.org/officeDocument/2006/relationships/oleObject" Target="../embeddings/oleObject237.bin"/><Relationship Id="rId4" Type="http://schemas.openxmlformats.org/officeDocument/2006/relationships/oleObject" Target="../embeddings/oleObject230.bin"/><Relationship Id="rId9" Type="http://schemas.openxmlformats.org/officeDocument/2006/relationships/oleObject" Target="../embeddings/oleObject232.bin"/><Relationship Id="rId14" Type="http://schemas.openxmlformats.org/officeDocument/2006/relationships/image" Target="../media/image274.e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83.emf"/><Relationship Id="rId3" Type="http://schemas.openxmlformats.org/officeDocument/2006/relationships/image" Target="../media/image278.emf"/><Relationship Id="rId7" Type="http://schemas.openxmlformats.org/officeDocument/2006/relationships/image" Target="../media/image280.emf"/><Relationship Id="rId12" Type="http://schemas.openxmlformats.org/officeDocument/2006/relationships/oleObject" Target="../embeddings/oleObject243.bin"/><Relationship Id="rId2" Type="http://schemas.openxmlformats.org/officeDocument/2006/relationships/oleObject" Target="../embeddings/oleObject238.bin"/><Relationship Id="rId16" Type="http://schemas.openxmlformats.org/officeDocument/2006/relationships/image" Target="../media/image285.emf"/><Relationship Id="rId1" Type="http://schemas.openxmlformats.org/officeDocument/2006/relationships/slideLayout" Target="../slideLayouts/slideLayout14.xml"/><Relationship Id="rId6" Type="http://schemas.openxmlformats.org/officeDocument/2006/relationships/oleObject" Target="../embeddings/oleObject240.bin"/><Relationship Id="rId11" Type="http://schemas.openxmlformats.org/officeDocument/2006/relationships/image" Target="../media/image282.emf"/><Relationship Id="rId5" Type="http://schemas.openxmlformats.org/officeDocument/2006/relationships/image" Target="../media/image279.emf"/><Relationship Id="rId15" Type="http://schemas.openxmlformats.org/officeDocument/2006/relationships/image" Target="../media/image284.emf"/><Relationship Id="rId10" Type="http://schemas.openxmlformats.org/officeDocument/2006/relationships/oleObject" Target="../embeddings/oleObject242.bin"/><Relationship Id="rId4" Type="http://schemas.openxmlformats.org/officeDocument/2006/relationships/oleObject" Target="../embeddings/oleObject239.bin"/><Relationship Id="rId9" Type="http://schemas.openxmlformats.org/officeDocument/2006/relationships/image" Target="../media/image281.emf"/><Relationship Id="rId14" Type="http://schemas.openxmlformats.org/officeDocument/2006/relationships/oleObject" Target="../embeddings/oleObject244.bin"/></Relationships>
</file>

<file path=ppt/slides/_rels/slide57.xml.rels><?xml version="1.0" encoding="UTF-8" standalone="yes"?>
<Relationships xmlns="http://schemas.openxmlformats.org/package/2006/relationships"><Relationship Id="rId3" Type="http://schemas.openxmlformats.org/officeDocument/2006/relationships/image" Target="../media/image287.wmf"/><Relationship Id="rId2" Type="http://schemas.openxmlformats.org/officeDocument/2006/relationships/image" Target="../media/image28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8.emf"/><Relationship Id="rId2" Type="http://schemas.openxmlformats.org/officeDocument/2006/relationships/oleObject" Target="../embeddings/oleObject245.bin"/><Relationship Id="rId1" Type="http://schemas.openxmlformats.org/officeDocument/2006/relationships/slideLayout" Target="../slideLayouts/slideLayout14.xml"/><Relationship Id="rId5" Type="http://schemas.openxmlformats.org/officeDocument/2006/relationships/image" Target="../media/image289.emf"/><Relationship Id="rId4" Type="http://schemas.openxmlformats.org/officeDocument/2006/relationships/oleObject" Target="../embeddings/oleObject246.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50.bin"/><Relationship Id="rId13" Type="http://schemas.openxmlformats.org/officeDocument/2006/relationships/image" Target="../media/image295.emf"/><Relationship Id="rId18" Type="http://schemas.openxmlformats.org/officeDocument/2006/relationships/oleObject" Target="../embeddings/oleObject255.bin"/><Relationship Id="rId3" Type="http://schemas.openxmlformats.org/officeDocument/2006/relationships/image" Target="../media/image290.emf"/><Relationship Id="rId21" Type="http://schemas.openxmlformats.org/officeDocument/2006/relationships/image" Target="../media/image299.emf"/><Relationship Id="rId7" Type="http://schemas.openxmlformats.org/officeDocument/2006/relationships/image" Target="../media/image292.wmf"/><Relationship Id="rId12" Type="http://schemas.openxmlformats.org/officeDocument/2006/relationships/oleObject" Target="../embeddings/oleObject252.bin"/><Relationship Id="rId17" Type="http://schemas.openxmlformats.org/officeDocument/2006/relationships/image" Target="../media/image297.emf"/><Relationship Id="rId2" Type="http://schemas.openxmlformats.org/officeDocument/2006/relationships/oleObject" Target="../embeddings/oleObject247.bin"/><Relationship Id="rId16" Type="http://schemas.openxmlformats.org/officeDocument/2006/relationships/oleObject" Target="../embeddings/oleObject254.bin"/><Relationship Id="rId20" Type="http://schemas.openxmlformats.org/officeDocument/2006/relationships/oleObject" Target="../embeddings/oleObject256.bin"/><Relationship Id="rId1" Type="http://schemas.openxmlformats.org/officeDocument/2006/relationships/slideLayout" Target="../slideLayouts/slideLayout14.xml"/><Relationship Id="rId6" Type="http://schemas.openxmlformats.org/officeDocument/2006/relationships/oleObject" Target="../embeddings/oleObject249.bin"/><Relationship Id="rId11" Type="http://schemas.openxmlformats.org/officeDocument/2006/relationships/image" Target="../media/image294.wmf"/><Relationship Id="rId5" Type="http://schemas.openxmlformats.org/officeDocument/2006/relationships/image" Target="../media/image291.wmf"/><Relationship Id="rId15" Type="http://schemas.openxmlformats.org/officeDocument/2006/relationships/image" Target="../media/image296.emf"/><Relationship Id="rId23" Type="http://schemas.openxmlformats.org/officeDocument/2006/relationships/image" Target="../media/image300.wmf"/><Relationship Id="rId10" Type="http://schemas.openxmlformats.org/officeDocument/2006/relationships/oleObject" Target="../embeddings/oleObject251.bin"/><Relationship Id="rId19" Type="http://schemas.openxmlformats.org/officeDocument/2006/relationships/image" Target="../media/image298.emf"/><Relationship Id="rId4" Type="http://schemas.openxmlformats.org/officeDocument/2006/relationships/oleObject" Target="../embeddings/oleObject248.bin"/><Relationship Id="rId9" Type="http://schemas.openxmlformats.org/officeDocument/2006/relationships/image" Target="../media/image293.wmf"/><Relationship Id="rId14" Type="http://schemas.openxmlformats.org/officeDocument/2006/relationships/oleObject" Target="../embeddings/oleObject253.bin"/><Relationship Id="rId22" Type="http://schemas.openxmlformats.org/officeDocument/2006/relationships/oleObject" Target="../embeddings/oleObject257.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61.bin"/><Relationship Id="rId13" Type="http://schemas.openxmlformats.org/officeDocument/2006/relationships/image" Target="../media/image306.emf"/><Relationship Id="rId18" Type="http://schemas.openxmlformats.org/officeDocument/2006/relationships/oleObject" Target="../embeddings/oleObject265.bin"/><Relationship Id="rId26" Type="http://schemas.openxmlformats.org/officeDocument/2006/relationships/oleObject" Target="../embeddings/oleObject269.bin"/><Relationship Id="rId3" Type="http://schemas.openxmlformats.org/officeDocument/2006/relationships/image" Target="../media/image301.emf"/><Relationship Id="rId21" Type="http://schemas.openxmlformats.org/officeDocument/2006/relationships/image" Target="../media/image311.wmf"/><Relationship Id="rId7" Type="http://schemas.openxmlformats.org/officeDocument/2006/relationships/image" Target="../media/image303.emf"/><Relationship Id="rId12" Type="http://schemas.openxmlformats.org/officeDocument/2006/relationships/oleObject" Target="../embeddings/oleObject263.bin"/><Relationship Id="rId17" Type="http://schemas.openxmlformats.org/officeDocument/2006/relationships/image" Target="../media/image309.png"/><Relationship Id="rId25" Type="http://schemas.openxmlformats.org/officeDocument/2006/relationships/image" Target="../media/image313.emf"/><Relationship Id="rId2" Type="http://schemas.openxmlformats.org/officeDocument/2006/relationships/oleObject" Target="../embeddings/oleObject258.bin"/><Relationship Id="rId16" Type="http://schemas.openxmlformats.org/officeDocument/2006/relationships/image" Target="../media/image308.png"/><Relationship Id="rId20" Type="http://schemas.openxmlformats.org/officeDocument/2006/relationships/oleObject" Target="../embeddings/oleObject266.bin"/><Relationship Id="rId29" Type="http://schemas.openxmlformats.org/officeDocument/2006/relationships/image" Target="../media/image315.emf"/><Relationship Id="rId1" Type="http://schemas.openxmlformats.org/officeDocument/2006/relationships/slideLayout" Target="../slideLayouts/slideLayout14.xml"/><Relationship Id="rId6" Type="http://schemas.openxmlformats.org/officeDocument/2006/relationships/oleObject" Target="../embeddings/oleObject260.bin"/><Relationship Id="rId11" Type="http://schemas.openxmlformats.org/officeDocument/2006/relationships/image" Target="../media/image305.wmf"/><Relationship Id="rId24" Type="http://schemas.openxmlformats.org/officeDocument/2006/relationships/oleObject" Target="../embeddings/oleObject268.bin"/><Relationship Id="rId5" Type="http://schemas.openxmlformats.org/officeDocument/2006/relationships/image" Target="../media/image302.emf"/><Relationship Id="rId15" Type="http://schemas.openxmlformats.org/officeDocument/2006/relationships/image" Target="../media/image307.emf"/><Relationship Id="rId23" Type="http://schemas.openxmlformats.org/officeDocument/2006/relationships/image" Target="../media/image312.wmf"/><Relationship Id="rId28" Type="http://schemas.openxmlformats.org/officeDocument/2006/relationships/oleObject" Target="../embeddings/oleObject270.bin"/><Relationship Id="rId10" Type="http://schemas.openxmlformats.org/officeDocument/2006/relationships/oleObject" Target="../embeddings/oleObject262.bin"/><Relationship Id="rId19" Type="http://schemas.openxmlformats.org/officeDocument/2006/relationships/image" Target="../media/image310.wmf"/><Relationship Id="rId4" Type="http://schemas.openxmlformats.org/officeDocument/2006/relationships/oleObject" Target="../embeddings/oleObject259.bin"/><Relationship Id="rId9" Type="http://schemas.openxmlformats.org/officeDocument/2006/relationships/image" Target="../media/image304.wmf"/><Relationship Id="rId14" Type="http://schemas.openxmlformats.org/officeDocument/2006/relationships/oleObject" Target="../embeddings/oleObject264.bin"/><Relationship Id="rId22" Type="http://schemas.openxmlformats.org/officeDocument/2006/relationships/oleObject" Target="../embeddings/oleObject267.bin"/><Relationship Id="rId27" Type="http://schemas.openxmlformats.org/officeDocument/2006/relationships/image" Target="../media/image314.emf"/></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image" Target="../media/image322.emf"/><Relationship Id="rId3" Type="http://schemas.openxmlformats.org/officeDocument/2006/relationships/image" Target="../media/image317.emf"/><Relationship Id="rId7" Type="http://schemas.openxmlformats.org/officeDocument/2006/relationships/image" Target="../media/image319.emf"/><Relationship Id="rId12" Type="http://schemas.openxmlformats.org/officeDocument/2006/relationships/oleObject" Target="../embeddings/oleObject276.bin"/><Relationship Id="rId2" Type="http://schemas.openxmlformats.org/officeDocument/2006/relationships/oleObject" Target="../embeddings/oleObject271.bin"/><Relationship Id="rId1" Type="http://schemas.openxmlformats.org/officeDocument/2006/relationships/slideLayout" Target="../slideLayouts/slideLayout2.xml"/><Relationship Id="rId6" Type="http://schemas.openxmlformats.org/officeDocument/2006/relationships/oleObject" Target="../embeddings/oleObject273.bin"/><Relationship Id="rId11" Type="http://schemas.openxmlformats.org/officeDocument/2006/relationships/image" Target="../media/image321.emf"/><Relationship Id="rId5" Type="http://schemas.openxmlformats.org/officeDocument/2006/relationships/image" Target="../media/image318.emf"/><Relationship Id="rId15" Type="http://schemas.openxmlformats.org/officeDocument/2006/relationships/image" Target="../media/image323.emf"/><Relationship Id="rId10" Type="http://schemas.openxmlformats.org/officeDocument/2006/relationships/oleObject" Target="../embeddings/oleObject275.bin"/><Relationship Id="rId4" Type="http://schemas.openxmlformats.org/officeDocument/2006/relationships/oleObject" Target="../embeddings/oleObject272.bin"/><Relationship Id="rId9" Type="http://schemas.openxmlformats.org/officeDocument/2006/relationships/image" Target="../media/image320.emf"/><Relationship Id="rId14" Type="http://schemas.openxmlformats.org/officeDocument/2006/relationships/oleObject" Target="../embeddings/oleObject277.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81.bin"/><Relationship Id="rId13" Type="http://schemas.openxmlformats.org/officeDocument/2006/relationships/image" Target="../media/image329.emf"/><Relationship Id="rId3" Type="http://schemas.openxmlformats.org/officeDocument/2006/relationships/image" Target="../media/image324.emf"/><Relationship Id="rId7" Type="http://schemas.openxmlformats.org/officeDocument/2006/relationships/image" Target="../media/image326.emf"/><Relationship Id="rId12" Type="http://schemas.openxmlformats.org/officeDocument/2006/relationships/oleObject" Target="../embeddings/oleObject283.bin"/><Relationship Id="rId2" Type="http://schemas.openxmlformats.org/officeDocument/2006/relationships/oleObject" Target="../embeddings/oleObject278.bin"/><Relationship Id="rId16" Type="http://schemas.openxmlformats.org/officeDocument/2006/relationships/image" Target="../media/image6.png"/><Relationship Id="rId1" Type="http://schemas.openxmlformats.org/officeDocument/2006/relationships/slideLayout" Target="../slideLayouts/slideLayout14.xml"/><Relationship Id="rId6" Type="http://schemas.openxmlformats.org/officeDocument/2006/relationships/oleObject" Target="../embeddings/oleObject280.bin"/><Relationship Id="rId11" Type="http://schemas.openxmlformats.org/officeDocument/2006/relationships/image" Target="../media/image328.emf"/><Relationship Id="rId5" Type="http://schemas.openxmlformats.org/officeDocument/2006/relationships/image" Target="../media/image325.emf"/><Relationship Id="rId15" Type="http://schemas.openxmlformats.org/officeDocument/2006/relationships/image" Target="../media/image330.emf"/><Relationship Id="rId10" Type="http://schemas.openxmlformats.org/officeDocument/2006/relationships/oleObject" Target="../embeddings/oleObject282.bin"/><Relationship Id="rId4" Type="http://schemas.openxmlformats.org/officeDocument/2006/relationships/oleObject" Target="../embeddings/oleObject279.bin"/><Relationship Id="rId9" Type="http://schemas.openxmlformats.org/officeDocument/2006/relationships/image" Target="../media/image327.emf"/><Relationship Id="rId14" Type="http://schemas.openxmlformats.org/officeDocument/2006/relationships/oleObject" Target="../embeddings/oleObject284.bin"/></Relationships>
</file>

<file path=ppt/slides/_rels/slide6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31.emf"/><Relationship Id="rId7" Type="http://schemas.openxmlformats.org/officeDocument/2006/relationships/image" Target="../media/image333.emf"/><Relationship Id="rId2" Type="http://schemas.openxmlformats.org/officeDocument/2006/relationships/oleObject" Target="../embeddings/oleObject285.bin"/><Relationship Id="rId1" Type="http://schemas.openxmlformats.org/officeDocument/2006/relationships/slideLayout" Target="../slideLayouts/slideLayout2.xml"/><Relationship Id="rId6" Type="http://schemas.openxmlformats.org/officeDocument/2006/relationships/oleObject" Target="../embeddings/oleObject287.bin"/><Relationship Id="rId5" Type="http://schemas.openxmlformats.org/officeDocument/2006/relationships/image" Target="../media/image332.emf"/><Relationship Id="rId4" Type="http://schemas.openxmlformats.org/officeDocument/2006/relationships/oleObject" Target="../embeddings/oleObject286.bin"/></Relationships>
</file>

<file path=ppt/slides/_rels/slide65.xml.rels><?xml version="1.0" encoding="UTF-8" standalone="yes"?>
<Relationships xmlns="http://schemas.openxmlformats.org/package/2006/relationships"><Relationship Id="rId3" Type="http://schemas.openxmlformats.org/officeDocument/2006/relationships/image" Target="../media/image334.wmf"/><Relationship Id="rId2" Type="http://schemas.openxmlformats.org/officeDocument/2006/relationships/oleObject" Target="../embeddings/oleObject288.bin"/><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8" Type="http://schemas.openxmlformats.org/officeDocument/2006/relationships/image" Target="../media/image341.wmf"/><Relationship Id="rId3" Type="http://schemas.openxmlformats.org/officeDocument/2006/relationships/image" Target="../media/image336.png"/><Relationship Id="rId7" Type="http://schemas.openxmlformats.org/officeDocument/2006/relationships/image" Target="../media/image340.png"/><Relationship Id="rId2" Type="http://schemas.openxmlformats.org/officeDocument/2006/relationships/image" Target="../media/image335.png"/><Relationship Id="rId1" Type="http://schemas.openxmlformats.org/officeDocument/2006/relationships/slideLayout" Target="../slideLayouts/slideLayout2.xml"/><Relationship Id="rId6" Type="http://schemas.openxmlformats.org/officeDocument/2006/relationships/image" Target="../media/image339.png"/><Relationship Id="rId5" Type="http://schemas.openxmlformats.org/officeDocument/2006/relationships/image" Target="../media/image338.png"/><Relationship Id="rId4" Type="http://schemas.openxmlformats.org/officeDocument/2006/relationships/image" Target="../media/image337.png"/></Relationships>
</file>

<file path=ppt/slides/_rels/slide67.xml.rels><?xml version="1.0" encoding="UTF-8" standalone="yes"?>
<Relationships xmlns="http://schemas.openxmlformats.org/package/2006/relationships"><Relationship Id="rId3" Type="http://schemas.openxmlformats.org/officeDocument/2006/relationships/image" Target="../media/image343.png"/><Relationship Id="rId2" Type="http://schemas.openxmlformats.org/officeDocument/2006/relationships/image" Target="../media/image34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2" Type="http://schemas.openxmlformats.org/officeDocument/2006/relationships/image" Target="../media/image34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46.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292.bin"/><Relationship Id="rId13" Type="http://schemas.openxmlformats.org/officeDocument/2006/relationships/image" Target="../media/image352.wmf"/><Relationship Id="rId18" Type="http://schemas.openxmlformats.org/officeDocument/2006/relationships/oleObject" Target="../embeddings/oleObject297.bin"/><Relationship Id="rId3" Type="http://schemas.openxmlformats.org/officeDocument/2006/relationships/image" Target="../media/image347.wmf"/><Relationship Id="rId21" Type="http://schemas.openxmlformats.org/officeDocument/2006/relationships/image" Target="../media/image356.wmf"/><Relationship Id="rId7" Type="http://schemas.openxmlformats.org/officeDocument/2006/relationships/image" Target="../media/image349.emf"/><Relationship Id="rId12" Type="http://schemas.openxmlformats.org/officeDocument/2006/relationships/oleObject" Target="../embeddings/oleObject294.bin"/><Relationship Id="rId17" Type="http://schemas.openxmlformats.org/officeDocument/2006/relationships/image" Target="../media/image354.emf"/><Relationship Id="rId2" Type="http://schemas.openxmlformats.org/officeDocument/2006/relationships/oleObject" Target="../embeddings/oleObject289.bin"/><Relationship Id="rId16" Type="http://schemas.openxmlformats.org/officeDocument/2006/relationships/oleObject" Target="../embeddings/oleObject296.bin"/><Relationship Id="rId20" Type="http://schemas.openxmlformats.org/officeDocument/2006/relationships/oleObject" Target="../embeddings/oleObject298.bin"/><Relationship Id="rId1" Type="http://schemas.openxmlformats.org/officeDocument/2006/relationships/slideLayout" Target="../slideLayouts/slideLayout16.xml"/><Relationship Id="rId6" Type="http://schemas.openxmlformats.org/officeDocument/2006/relationships/oleObject" Target="../embeddings/oleObject291.bin"/><Relationship Id="rId11" Type="http://schemas.openxmlformats.org/officeDocument/2006/relationships/image" Target="../media/image351.wmf"/><Relationship Id="rId5" Type="http://schemas.openxmlformats.org/officeDocument/2006/relationships/image" Target="../media/image348.emf"/><Relationship Id="rId15" Type="http://schemas.openxmlformats.org/officeDocument/2006/relationships/image" Target="../media/image353.wmf"/><Relationship Id="rId23" Type="http://schemas.openxmlformats.org/officeDocument/2006/relationships/image" Target="../media/image357.emf"/><Relationship Id="rId10" Type="http://schemas.openxmlformats.org/officeDocument/2006/relationships/oleObject" Target="../embeddings/oleObject293.bin"/><Relationship Id="rId19" Type="http://schemas.openxmlformats.org/officeDocument/2006/relationships/image" Target="../media/image355.emf"/><Relationship Id="rId4" Type="http://schemas.openxmlformats.org/officeDocument/2006/relationships/oleObject" Target="../embeddings/oleObject290.bin"/><Relationship Id="rId9" Type="http://schemas.openxmlformats.org/officeDocument/2006/relationships/image" Target="../media/image350.wmf"/><Relationship Id="rId14" Type="http://schemas.openxmlformats.org/officeDocument/2006/relationships/oleObject" Target="../embeddings/oleObject295.bin"/><Relationship Id="rId22" Type="http://schemas.openxmlformats.org/officeDocument/2006/relationships/oleObject" Target="../embeddings/oleObject299.bin"/></Relationships>
</file>

<file path=ppt/slides/_rels/slide73.xml.rels><?xml version="1.0" encoding="UTF-8" standalone="yes"?>
<Relationships xmlns="http://schemas.openxmlformats.org/package/2006/relationships"><Relationship Id="rId8" Type="http://schemas.openxmlformats.org/officeDocument/2006/relationships/image" Target="../media/image363.emf"/><Relationship Id="rId13" Type="http://schemas.openxmlformats.org/officeDocument/2006/relationships/oleObject" Target="../embeddings/oleObject303.bin"/><Relationship Id="rId18" Type="http://schemas.openxmlformats.org/officeDocument/2006/relationships/image" Target="../media/image368.emf"/><Relationship Id="rId3" Type="http://schemas.openxmlformats.org/officeDocument/2006/relationships/image" Target="../media/image359.emf"/><Relationship Id="rId7" Type="http://schemas.openxmlformats.org/officeDocument/2006/relationships/oleObject" Target="../embeddings/oleObject300.bin"/><Relationship Id="rId12" Type="http://schemas.openxmlformats.org/officeDocument/2006/relationships/image" Target="../media/image365.emf"/><Relationship Id="rId17" Type="http://schemas.openxmlformats.org/officeDocument/2006/relationships/oleObject" Target="../embeddings/oleObject305.bin"/><Relationship Id="rId2" Type="http://schemas.openxmlformats.org/officeDocument/2006/relationships/image" Target="../media/image358.wmf"/><Relationship Id="rId16" Type="http://schemas.openxmlformats.org/officeDocument/2006/relationships/image" Target="../media/image367.emf"/><Relationship Id="rId20" Type="http://schemas.openxmlformats.org/officeDocument/2006/relationships/image" Target="../media/image369.emf"/><Relationship Id="rId1" Type="http://schemas.openxmlformats.org/officeDocument/2006/relationships/slideLayout" Target="../slideLayouts/slideLayout16.xml"/><Relationship Id="rId6" Type="http://schemas.openxmlformats.org/officeDocument/2006/relationships/image" Target="../media/image362.wmf"/><Relationship Id="rId11" Type="http://schemas.openxmlformats.org/officeDocument/2006/relationships/oleObject" Target="../embeddings/oleObject302.bin"/><Relationship Id="rId5" Type="http://schemas.openxmlformats.org/officeDocument/2006/relationships/image" Target="../media/image361.emf"/><Relationship Id="rId15" Type="http://schemas.openxmlformats.org/officeDocument/2006/relationships/oleObject" Target="../embeddings/oleObject304.bin"/><Relationship Id="rId10" Type="http://schemas.openxmlformats.org/officeDocument/2006/relationships/image" Target="../media/image364.emf"/><Relationship Id="rId19" Type="http://schemas.openxmlformats.org/officeDocument/2006/relationships/oleObject" Target="../embeddings/oleObject306.bin"/><Relationship Id="rId4" Type="http://schemas.openxmlformats.org/officeDocument/2006/relationships/image" Target="../media/image360.emf"/><Relationship Id="rId9" Type="http://schemas.openxmlformats.org/officeDocument/2006/relationships/oleObject" Target="../embeddings/oleObject301.bin"/><Relationship Id="rId14" Type="http://schemas.openxmlformats.org/officeDocument/2006/relationships/image" Target="../media/image366.e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310.bin"/><Relationship Id="rId13" Type="http://schemas.openxmlformats.org/officeDocument/2006/relationships/image" Target="../media/image375.wmf"/><Relationship Id="rId3" Type="http://schemas.openxmlformats.org/officeDocument/2006/relationships/image" Target="../media/image370.wmf"/><Relationship Id="rId7" Type="http://schemas.openxmlformats.org/officeDocument/2006/relationships/image" Target="../media/image372.wmf"/><Relationship Id="rId12" Type="http://schemas.openxmlformats.org/officeDocument/2006/relationships/oleObject" Target="../embeddings/oleObject312.bin"/><Relationship Id="rId2" Type="http://schemas.openxmlformats.org/officeDocument/2006/relationships/oleObject" Target="../embeddings/oleObject307.bin"/><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oleObject" Target="../embeddings/oleObject309.bin"/><Relationship Id="rId11" Type="http://schemas.openxmlformats.org/officeDocument/2006/relationships/image" Target="../media/image374.wmf"/><Relationship Id="rId5" Type="http://schemas.openxmlformats.org/officeDocument/2006/relationships/image" Target="../media/image371.wmf"/><Relationship Id="rId15" Type="http://schemas.openxmlformats.org/officeDocument/2006/relationships/image" Target="../media/image376.wmf"/><Relationship Id="rId10" Type="http://schemas.openxmlformats.org/officeDocument/2006/relationships/oleObject" Target="../embeddings/oleObject311.bin"/><Relationship Id="rId4" Type="http://schemas.openxmlformats.org/officeDocument/2006/relationships/oleObject" Target="../embeddings/oleObject308.bin"/><Relationship Id="rId9" Type="http://schemas.openxmlformats.org/officeDocument/2006/relationships/image" Target="../media/image373.wmf"/><Relationship Id="rId14" Type="http://schemas.openxmlformats.org/officeDocument/2006/relationships/oleObject" Target="../embeddings/oleObject313.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317.bin"/><Relationship Id="rId13" Type="http://schemas.openxmlformats.org/officeDocument/2006/relationships/image" Target="../media/image380.wmf"/><Relationship Id="rId18" Type="http://schemas.openxmlformats.org/officeDocument/2006/relationships/oleObject" Target="../embeddings/oleObject322.bin"/><Relationship Id="rId26" Type="http://schemas.openxmlformats.org/officeDocument/2006/relationships/image" Target="../media/image387.wmf"/><Relationship Id="rId3" Type="http://schemas.openxmlformats.org/officeDocument/2006/relationships/image" Target="../media/image185.wmf"/><Relationship Id="rId21" Type="http://schemas.openxmlformats.org/officeDocument/2006/relationships/image" Target="../media/image384.wmf"/><Relationship Id="rId7" Type="http://schemas.openxmlformats.org/officeDocument/2006/relationships/image" Target="../media/image377.wmf"/><Relationship Id="rId12" Type="http://schemas.openxmlformats.org/officeDocument/2006/relationships/oleObject" Target="../embeddings/oleObject319.bin"/><Relationship Id="rId17" Type="http://schemas.openxmlformats.org/officeDocument/2006/relationships/image" Target="../media/image382.emf"/><Relationship Id="rId25" Type="http://schemas.openxmlformats.org/officeDocument/2006/relationships/oleObject" Target="../embeddings/oleObject325.bin"/><Relationship Id="rId2" Type="http://schemas.openxmlformats.org/officeDocument/2006/relationships/oleObject" Target="../embeddings/oleObject314.bin"/><Relationship Id="rId16" Type="http://schemas.openxmlformats.org/officeDocument/2006/relationships/oleObject" Target="../embeddings/oleObject321.bin"/><Relationship Id="rId20" Type="http://schemas.openxmlformats.org/officeDocument/2006/relationships/oleObject" Target="../embeddings/oleObject323.bin"/><Relationship Id="rId29" Type="http://schemas.openxmlformats.org/officeDocument/2006/relationships/oleObject" Target="../embeddings/oleObject327.bin"/><Relationship Id="rId1" Type="http://schemas.openxmlformats.org/officeDocument/2006/relationships/slideLayout" Target="../slideLayouts/slideLayout7.xml"/><Relationship Id="rId6" Type="http://schemas.openxmlformats.org/officeDocument/2006/relationships/oleObject" Target="../embeddings/oleObject316.bin"/><Relationship Id="rId11" Type="http://schemas.openxmlformats.org/officeDocument/2006/relationships/image" Target="../media/image379.wmf"/><Relationship Id="rId24" Type="http://schemas.openxmlformats.org/officeDocument/2006/relationships/image" Target="../media/image386.wmf"/><Relationship Id="rId32" Type="http://schemas.openxmlformats.org/officeDocument/2006/relationships/image" Target="../media/image390.wmf"/><Relationship Id="rId5" Type="http://schemas.openxmlformats.org/officeDocument/2006/relationships/image" Target="../media/image186.wmf"/><Relationship Id="rId15" Type="http://schemas.openxmlformats.org/officeDocument/2006/relationships/image" Target="../media/image381.wmf"/><Relationship Id="rId23" Type="http://schemas.openxmlformats.org/officeDocument/2006/relationships/oleObject" Target="../embeddings/oleObject324.bin"/><Relationship Id="rId28" Type="http://schemas.openxmlformats.org/officeDocument/2006/relationships/image" Target="../media/image388.wmf"/><Relationship Id="rId10" Type="http://schemas.openxmlformats.org/officeDocument/2006/relationships/oleObject" Target="../embeddings/oleObject318.bin"/><Relationship Id="rId19" Type="http://schemas.openxmlformats.org/officeDocument/2006/relationships/image" Target="../media/image383.wmf"/><Relationship Id="rId31" Type="http://schemas.openxmlformats.org/officeDocument/2006/relationships/oleObject" Target="../embeddings/oleObject328.bin"/><Relationship Id="rId4" Type="http://schemas.openxmlformats.org/officeDocument/2006/relationships/oleObject" Target="../embeddings/oleObject315.bin"/><Relationship Id="rId9" Type="http://schemas.openxmlformats.org/officeDocument/2006/relationships/image" Target="../media/image378.wmf"/><Relationship Id="rId14" Type="http://schemas.openxmlformats.org/officeDocument/2006/relationships/oleObject" Target="../embeddings/oleObject320.bin"/><Relationship Id="rId22" Type="http://schemas.openxmlformats.org/officeDocument/2006/relationships/image" Target="../media/image385.png"/><Relationship Id="rId27" Type="http://schemas.openxmlformats.org/officeDocument/2006/relationships/oleObject" Target="../embeddings/oleObject326.bin"/><Relationship Id="rId30" Type="http://schemas.openxmlformats.org/officeDocument/2006/relationships/image" Target="../media/image389.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31.bin"/><Relationship Id="rId3" Type="http://schemas.openxmlformats.org/officeDocument/2006/relationships/image" Target="../media/image392.png"/><Relationship Id="rId7" Type="http://schemas.openxmlformats.org/officeDocument/2006/relationships/image" Target="../media/image394.wmf"/><Relationship Id="rId12" Type="http://schemas.openxmlformats.org/officeDocument/2006/relationships/image" Target="../media/image6.png"/><Relationship Id="rId2" Type="http://schemas.openxmlformats.org/officeDocument/2006/relationships/image" Target="../media/image391.png"/><Relationship Id="rId1" Type="http://schemas.openxmlformats.org/officeDocument/2006/relationships/slideLayout" Target="../slideLayouts/slideLayout15.xml"/><Relationship Id="rId6" Type="http://schemas.openxmlformats.org/officeDocument/2006/relationships/oleObject" Target="../embeddings/oleObject330.bin"/><Relationship Id="rId11" Type="http://schemas.openxmlformats.org/officeDocument/2006/relationships/image" Target="../media/image396.wmf"/><Relationship Id="rId5" Type="http://schemas.openxmlformats.org/officeDocument/2006/relationships/image" Target="../media/image393.wmf"/><Relationship Id="rId10" Type="http://schemas.openxmlformats.org/officeDocument/2006/relationships/oleObject" Target="../embeddings/oleObject332.bin"/><Relationship Id="rId4" Type="http://schemas.openxmlformats.org/officeDocument/2006/relationships/oleObject" Target="../embeddings/oleObject329.bin"/><Relationship Id="rId9" Type="http://schemas.openxmlformats.org/officeDocument/2006/relationships/image" Target="../media/image395.wmf"/></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336.bin"/><Relationship Id="rId13" Type="http://schemas.openxmlformats.org/officeDocument/2006/relationships/image" Target="../media/image402.wmf"/><Relationship Id="rId18" Type="http://schemas.openxmlformats.org/officeDocument/2006/relationships/oleObject" Target="../embeddings/oleObject341.bin"/><Relationship Id="rId3" Type="http://schemas.openxmlformats.org/officeDocument/2006/relationships/image" Target="../media/image397.wmf"/><Relationship Id="rId21" Type="http://schemas.openxmlformats.org/officeDocument/2006/relationships/image" Target="../media/image406.wmf"/><Relationship Id="rId7" Type="http://schemas.openxmlformats.org/officeDocument/2006/relationships/image" Target="../media/image399.wmf"/><Relationship Id="rId12" Type="http://schemas.openxmlformats.org/officeDocument/2006/relationships/oleObject" Target="../embeddings/oleObject338.bin"/><Relationship Id="rId17" Type="http://schemas.openxmlformats.org/officeDocument/2006/relationships/image" Target="../media/image404.wmf"/><Relationship Id="rId2" Type="http://schemas.openxmlformats.org/officeDocument/2006/relationships/oleObject" Target="../embeddings/oleObject333.bin"/><Relationship Id="rId16" Type="http://schemas.openxmlformats.org/officeDocument/2006/relationships/oleObject" Target="../embeddings/oleObject340.bin"/><Relationship Id="rId20" Type="http://schemas.openxmlformats.org/officeDocument/2006/relationships/oleObject" Target="../embeddings/oleObject342.bin"/><Relationship Id="rId1" Type="http://schemas.openxmlformats.org/officeDocument/2006/relationships/slideLayout" Target="../slideLayouts/slideLayout7.xml"/><Relationship Id="rId6" Type="http://schemas.openxmlformats.org/officeDocument/2006/relationships/oleObject" Target="../embeddings/oleObject335.bin"/><Relationship Id="rId11" Type="http://schemas.openxmlformats.org/officeDocument/2006/relationships/image" Target="../media/image401.wmf"/><Relationship Id="rId5" Type="http://schemas.openxmlformats.org/officeDocument/2006/relationships/image" Target="../media/image398.wmf"/><Relationship Id="rId15" Type="http://schemas.openxmlformats.org/officeDocument/2006/relationships/image" Target="../media/image403.wmf"/><Relationship Id="rId10" Type="http://schemas.openxmlformats.org/officeDocument/2006/relationships/oleObject" Target="../embeddings/oleObject337.bin"/><Relationship Id="rId19" Type="http://schemas.openxmlformats.org/officeDocument/2006/relationships/image" Target="../media/image405.emf"/><Relationship Id="rId4" Type="http://schemas.openxmlformats.org/officeDocument/2006/relationships/oleObject" Target="../embeddings/oleObject334.bin"/><Relationship Id="rId9" Type="http://schemas.openxmlformats.org/officeDocument/2006/relationships/image" Target="../media/image400.wmf"/><Relationship Id="rId14" Type="http://schemas.openxmlformats.org/officeDocument/2006/relationships/oleObject" Target="../embeddings/oleObject339.bin"/><Relationship Id="rId22" Type="http://schemas.openxmlformats.org/officeDocument/2006/relationships/image" Target="../media/image6.png"/></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46.bin"/><Relationship Id="rId13" Type="http://schemas.openxmlformats.org/officeDocument/2006/relationships/image" Target="../media/image412.wmf"/><Relationship Id="rId18" Type="http://schemas.openxmlformats.org/officeDocument/2006/relationships/image" Target="../media/image6.png"/><Relationship Id="rId3" Type="http://schemas.openxmlformats.org/officeDocument/2006/relationships/image" Target="../media/image407.wmf"/><Relationship Id="rId7" Type="http://schemas.openxmlformats.org/officeDocument/2006/relationships/image" Target="../media/image409.wmf"/><Relationship Id="rId12" Type="http://schemas.openxmlformats.org/officeDocument/2006/relationships/oleObject" Target="../embeddings/oleObject348.bin"/><Relationship Id="rId17" Type="http://schemas.openxmlformats.org/officeDocument/2006/relationships/image" Target="../media/image414.wmf"/><Relationship Id="rId2" Type="http://schemas.openxmlformats.org/officeDocument/2006/relationships/oleObject" Target="../embeddings/oleObject343.bin"/><Relationship Id="rId16" Type="http://schemas.openxmlformats.org/officeDocument/2006/relationships/oleObject" Target="../embeddings/oleObject350.bin"/><Relationship Id="rId1" Type="http://schemas.openxmlformats.org/officeDocument/2006/relationships/slideLayout" Target="../slideLayouts/slideLayout7.xml"/><Relationship Id="rId6" Type="http://schemas.openxmlformats.org/officeDocument/2006/relationships/oleObject" Target="../embeddings/oleObject345.bin"/><Relationship Id="rId11" Type="http://schemas.openxmlformats.org/officeDocument/2006/relationships/image" Target="../media/image411.wmf"/><Relationship Id="rId5" Type="http://schemas.openxmlformats.org/officeDocument/2006/relationships/image" Target="../media/image408.wmf"/><Relationship Id="rId15" Type="http://schemas.openxmlformats.org/officeDocument/2006/relationships/image" Target="../media/image413.wmf"/><Relationship Id="rId10" Type="http://schemas.openxmlformats.org/officeDocument/2006/relationships/oleObject" Target="../embeddings/oleObject347.bin"/><Relationship Id="rId4" Type="http://schemas.openxmlformats.org/officeDocument/2006/relationships/oleObject" Target="../embeddings/oleObject344.bin"/><Relationship Id="rId9" Type="http://schemas.openxmlformats.org/officeDocument/2006/relationships/image" Target="../media/image410.wmf"/><Relationship Id="rId14" Type="http://schemas.openxmlformats.org/officeDocument/2006/relationships/oleObject" Target="../embeddings/oleObject349.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354.bin"/><Relationship Id="rId13" Type="http://schemas.openxmlformats.org/officeDocument/2006/relationships/image" Target="../media/image420.wmf"/><Relationship Id="rId18" Type="http://schemas.openxmlformats.org/officeDocument/2006/relationships/oleObject" Target="../embeddings/oleObject359.bin"/><Relationship Id="rId3" Type="http://schemas.openxmlformats.org/officeDocument/2006/relationships/image" Target="../media/image415.wmf"/><Relationship Id="rId21" Type="http://schemas.openxmlformats.org/officeDocument/2006/relationships/image" Target="../media/image424.emf"/><Relationship Id="rId7" Type="http://schemas.openxmlformats.org/officeDocument/2006/relationships/image" Target="../media/image417.wmf"/><Relationship Id="rId12" Type="http://schemas.openxmlformats.org/officeDocument/2006/relationships/oleObject" Target="../embeddings/oleObject356.bin"/><Relationship Id="rId17" Type="http://schemas.openxmlformats.org/officeDocument/2006/relationships/image" Target="../media/image422.wmf"/><Relationship Id="rId25" Type="http://schemas.openxmlformats.org/officeDocument/2006/relationships/image" Target="../media/image426.wmf"/><Relationship Id="rId2" Type="http://schemas.openxmlformats.org/officeDocument/2006/relationships/oleObject" Target="../embeddings/oleObject351.bin"/><Relationship Id="rId16" Type="http://schemas.openxmlformats.org/officeDocument/2006/relationships/oleObject" Target="../embeddings/oleObject358.bin"/><Relationship Id="rId20" Type="http://schemas.openxmlformats.org/officeDocument/2006/relationships/oleObject" Target="../embeddings/oleObject360.bin"/><Relationship Id="rId1" Type="http://schemas.openxmlformats.org/officeDocument/2006/relationships/slideLayout" Target="../slideLayouts/slideLayout7.xml"/><Relationship Id="rId6" Type="http://schemas.openxmlformats.org/officeDocument/2006/relationships/oleObject" Target="../embeddings/oleObject353.bin"/><Relationship Id="rId11" Type="http://schemas.openxmlformats.org/officeDocument/2006/relationships/image" Target="../media/image419.wmf"/><Relationship Id="rId24" Type="http://schemas.openxmlformats.org/officeDocument/2006/relationships/oleObject" Target="../embeddings/oleObject362.bin"/><Relationship Id="rId5" Type="http://schemas.openxmlformats.org/officeDocument/2006/relationships/image" Target="../media/image416.wmf"/><Relationship Id="rId15" Type="http://schemas.openxmlformats.org/officeDocument/2006/relationships/image" Target="../media/image421.wmf"/><Relationship Id="rId23" Type="http://schemas.openxmlformats.org/officeDocument/2006/relationships/image" Target="../media/image425.wmf"/><Relationship Id="rId10" Type="http://schemas.openxmlformats.org/officeDocument/2006/relationships/oleObject" Target="../embeddings/oleObject355.bin"/><Relationship Id="rId19" Type="http://schemas.openxmlformats.org/officeDocument/2006/relationships/image" Target="../media/image423.wmf"/><Relationship Id="rId4" Type="http://schemas.openxmlformats.org/officeDocument/2006/relationships/oleObject" Target="../embeddings/oleObject352.bin"/><Relationship Id="rId9" Type="http://schemas.openxmlformats.org/officeDocument/2006/relationships/image" Target="../media/image418.wmf"/><Relationship Id="rId14" Type="http://schemas.openxmlformats.org/officeDocument/2006/relationships/oleObject" Target="../embeddings/oleObject357.bin"/><Relationship Id="rId22" Type="http://schemas.openxmlformats.org/officeDocument/2006/relationships/oleObject" Target="../embeddings/oleObject361.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66.bin"/><Relationship Id="rId13" Type="http://schemas.openxmlformats.org/officeDocument/2006/relationships/image" Target="../media/image432.wmf"/><Relationship Id="rId3" Type="http://schemas.openxmlformats.org/officeDocument/2006/relationships/image" Target="../media/image427.wmf"/><Relationship Id="rId7" Type="http://schemas.openxmlformats.org/officeDocument/2006/relationships/image" Target="../media/image429.wmf"/><Relationship Id="rId12" Type="http://schemas.openxmlformats.org/officeDocument/2006/relationships/oleObject" Target="../embeddings/oleObject368.bin"/><Relationship Id="rId2" Type="http://schemas.openxmlformats.org/officeDocument/2006/relationships/oleObject" Target="../embeddings/oleObject363.bin"/><Relationship Id="rId1" Type="http://schemas.openxmlformats.org/officeDocument/2006/relationships/slideLayout" Target="../slideLayouts/slideLayout7.xml"/><Relationship Id="rId6" Type="http://schemas.openxmlformats.org/officeDocument/2006/relationships/oleObject" Target="../embeddings/oleObject365.bin"/><Relationship Id="rId11" Type="http://schemas.openxmlformats.org/officeDocument/2006/relationships/image" Target="../media/image431.wmf"/><Relationship Id="rId5" Type="http://schemas.openxmlformats.org/officeDocument/2006/relationships/image" Target="../media/image428.wmf"/><Relationship Id="rId10" Type="http://schemas.openxmlformats.org/officeDocument/2006/relationships/oleObject" Target="../embeddings/oleObject367.bin"/><Relationship Id="rId4" Type="http://schemas.openxmlformats.org/officeDocument/2006/relationships/oleObject" Target="../embeddings/oleObject364.bin"/><Relationship Id="rId9" Type="http://schemas.openxmlformats.org/officeDocument/2006/relationships/image" Target="../media/image430.wmf"/></Relationships>
</file>

<file path=ppt/slides/_rels/slide82.xml.rels><?xml version="1.0" encoding="UTF-8" standalone="yes"?>
<Relationships xmlns="http://schemas.openxmlformats.org/package/2006/relationships"><Relationship Id="rId3" Type="http://schemas.openxmlformats.org/officeDocument/2006/relationships/image" Target="../media/image433.emf"/><Relationship Id="rId2" Type="http://schemas.openxmlformats.org/officeDocument/2006/relationships/oleObject" Target="../embeddings/oleObject369.bin"/><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8" Type="http://schemas.openxmlformats.org/officeDocument/2006/relationships/image" Target="../media/image436.wmf"/><Relationship Id="rId13" Type="http://schemas.openxmlformats.org/officeDocument/2006/relationships/oleObject" Target="../embeddings/oleObject375.bin"/><Relationship Id="rId3" Type="http://schemas.openxmlformats.org/officeDocument/2006/relationships/image" Target="../media/image434.wmf"/><Relationship Id="rId7" Type="http://schemas.openxmlformats.org/officeDocument/2006/relationships/oleObject" Target="../embeddings/oleObject372.bin"/><Relationship Id="rId12" Type="http://schemas.openxmlformats.org/officeDocument/2006/relationships/image" Target="../media/image438.wmf"/><Relationship Id="rId2" Type="http://schemas.openxmlformats.org/officeDocument/2006/relationships/oleObject" Target="../embeddings/oleObject370.bin"/><Relationship Id="rId1" Type="http://schemas.openxmlformats.org/officeDocument/2006/relationships/slideLayout" Target="../slideLayouts/slideLayout7.xml"/><Relationship Id="rId6" Type="http://schemas.openxmlformats.org/officeDocument/2006/relationships/image" Target="../media/image435.wmf"/><Relationship Id="rId11" Type="http://schemas.openxmlformats.org/officeDocument/2006/relationships/oleObject" Target="../embeddings/oleObject374.bin"/><Relationship Id="rId5" Type="http://schemas.openxmlformats.org/officeDocument/2006/relationships/oleObject" Target="../embeddings/oleObject371.bin"/><Relationship Id="rId10" Type="http://schemas.openxmlformats.org/officeDocument/2006/relationships/image" Target="../media/image437.wmf"/><Relationship Id="rId4" Type="http://schemas.openxmlformats.org/officeDocument/2006/relationships/image" Target="../media/image385.png"/><Relationship Id="rId9" Type="http://schemas.openxmlformats.org/officeDocument/2006/relationships/oleObject" Target="../embeddings/oleObject373.bin"/><Relationship Id="rId14" Type="http://schemas.openxmlformats.org/officeDocument/2006/relationships/image" Target="../media/image439.wmf"/></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376.bin"/><Relationship Id="rId2" Type="http://schemas.openxmlformats.org/officeDocument/2006/relationships/image" Target="../media/image385.png"/><Relationship Id="rId1" Type="http://schemas.openxmlformats.org/officeDocument/2006/relationships/slideLayout" Target="../slideLayouts/slideLayout7.xml"/><Relationship Id="rId4" Type="http://schemas.openxmlformats.org/officeDocument/2006/relationships/image" Target="../media/image440.emf"/></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80.bin"/><Relationship Id="rId13" Type="http://schemas.openxmlformats.org/officeDocument/2006/relationships/image" Target="../media/image12.emf"/><Relationship Id="rId3" Type="http://schemas.openxmlformats.org/officeDocument/2006/relationships/image" Target="../media/image441.emf"/><Relationship Id="rId7" Type="http://schemas.openxmlformats.org/officeDocument/2006/relationships/image" Target="../media/image443.emf"/><Relationship Id="rId12" Type="http://schemas.openxmlformats.org/officeDocument/2006/relationships/oleObject" Target="../embeddings/oleObject382.bin"/><Relationship Id="rId17" Type="http://schemas.openxmlformats.org/officeDocument/2006/relationships/oleObject" Target="../embeddings/oleObject385.bin"/><Relationship Id="rId2" Type="http://schemas.openxmlformats.org/officeDocument/2006/relationships/oleObject" Target="../embeddings/oleObject377.bin"/><Relationship Id="rId16" Type="http://schemas.openxmlformats.org/officeDocument/2006/relationships/oleObject" Target="../embeddings/oleObject384.bin"/><Relationship Id="rId1" Type="http://schemas.openxmlformats.org/officeDocument/2006/relationships/slideLayout" Target="../slideLayouts/slideLayout7.xml"/><Relationship Id="rId6" Type="http://schemas.openxmlformats.org/officeDocument/2006/relationships/oleObject" Target="../embeddings/oleObject379.bin"/><Relationship Id="rId11" Type="http://schemas.openxmlformats.org/officeDocument/2006/relationships/image" Target="../media/image445.emf"/><Relationship Id="rId5" Type="http://schemas.openxmlformats.org/officeDocument/2006/relationships/image" Target="../media/image442.emf"/><Relationship Id="rId15" Type="http://schemas.openxmlformats.org/officeDocument/2006/relationships/image" Target="../media/image226.emf"/><Relationship Id="rId10" Type="http://schemas.openxmlformats.org/officeDocument/2006/relationships/oleObject" Target="../embeddings/oleObject381.bin"/><Relationship Id="rId4" Type="http://schemas.openxmlformats.org/officeDocument/2006/relationships/oleObject" Target="../embeddings/oleObject378.bin"/><Relationship Id="rId9" Type="http://schemas.openxmlformats.org/officeDocument/2006/relationships/image" Target="../media/image444.emf"/><Relationship Id="rId14" Type="http://schemas.openxmlformats.org/officeDocument/2006/relationships/oleObject" Target="../embeddings/oleObject383.bin"/></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89.bin"/><Relationship Id="rId13" Type="http://schemas.openxmlformats.org/officeDocument/2006/relationships/oleObject" Target="../embeddings/oleObject392.bin"/><Relationship Id="rId18" Type="http://schemas.openxmlformats.org/officeDocument/2006/relationships/image" Target="../media/image452.wmf"/><Relationship Id="rId3" Type="http://schemas.openxmlformats.org/officeDocument/2006/relationships/image" Target="../media/image446.wmf"/><Relationship Id="rId7" Type="http://schemas.openxmlformats.org/officeDocument/2006/relationships/image" Target="../media/image448.wmf"/><Relationship Id="rId12" Type="http://schemas.openxmlformats.org/officeDocument/2006/relationships/image" Target="../media/image449.emf"/><Relationship Id="rId17" Type="http://schemas.openxmlformats.org/officeDocument/2006/relationships/oleObject" Target="../embeddings/oleObject394.bin"/><Relationship Id="rId2" Type="http://schemas.openxmlformats.org/officeDocument/2006/relationships/oleObject" Target="../embeddings/oleObject386.bin"/><Relationship Id="rId16" Type="http://schemas.openxmlformats.org/officeDocument/2006/relationships/image" Target="../media/image451.wmf"/><Relationship Id="rId1" Type="http://schemas.openxmlformats.org/officeDocument/2006/relationships/slideLayout" Target="../slideLayouts/slideLayout7.xml"/><Relationship Id="rId6" Type="http://schemas.openxmlformats.org/officeDocument/2006/relationships/oleObject" Target="../embeddings/oleObject388.bin"/><Relationship Id="rId11" Type="http://schemas.openxmlformats.org/officeDocument/2006/relationships/oleObject" Target="../embeddings/oleObject391.bin"/><Relationship Id="rId5" Type="http://schemas.openxmlformats.org/officeDocument/2006/relationships/image" Target="../media/image447.wmf"/><Relationship Id="rId15" Type="http://schemas.openxmlformats.org/officeDocument/2006/relationships/oleObject" Target="../embeddings/oleObject393.bin"/><Relationship Id="rId10" Type="http://schemas.openxmlformats.org/officeDocument/2006/relationships/oleObject" Target="../embeddings/oleObject390.bin"/><Relationship Id="rId4" Type="http://schemas.openxmlformats.org/officeDocument/2006/relationships/oleObject" Target="../embeddings/oleObject387.bin"/><Relationship Id="rId9" Type="http://schemas.openxmlformats.org/officeDocument/2006/relationships/image" Target="../media/image78.emf"/><Relationship Id="rId14" Type="http://schemas.openxmlformats.org/officeDocument/2006/relationships/image" Target="../media/image450.wmf"/></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398.bin"/><Relationship Id="rId13" Type="http://schemas.openxmlformats.org/officeDocument/2006/relationships/oleObject" Target="../embeddings/oleObject401.bin"/><Relationship Id="rId18" Type="http://schemas.openxmlformats.org/officeDocument/2006/relationships/oleObject" Target="../embeddings/oleObject394.bin"/><Relationship Id="rId3" Type="http://schemas.openxmlformats.org/officeDocument/2006/relationships/image" Target="../media/image453.wmf"/><Relationship Id="rId21" Type="http://schemas.openxmlformats.org/officeDocument/2006/relationships/image" Target="../media/image458.wmf"/><Relationship Id="rId7" Type="http://schemas.openxmlformats.org/officeDocument/2006/relationships/image" Target="../media/image455.wmf"/><Relationship Id="rId12" Type="http://schemas.openxmlformats.org/officeDocument/2006/relationships/image" Target="../media/image456.emf"/><Relationship Id="rId17" Type="http://schemas.openxmlformats.org/officeDocument/2006/relationships/image" Target="../media/image451.wmf"/><Relationship Id="rId2" Type="http://schemas.openxmlformats.org/officeDocument/2006/relationships/oleObject" Target="../embeddings/oleObject395.bin"/><Relationship Id="rId16" Type="http://schemas.openxmlformats.org/officeDocument/2006/relationships/oleObject" Target="../embeddings/oleObject393.bin"/><Relationship Id="rId20" Type="http://schemas.openxmlformats.org/officeDocument/2006/relationships/oleObject" Target="../embeddings/oleObject403.bin"/><Relationship Id="rId1" Type="http://schemas.openxmlformats.org/officeDocument/2006/relationships/slideLayout" Target="../slideLayouts/slideLayout7.xml"/><Relationship Id="rId6" Type="http://schemas.openxmlformats.org/officeDocument/2006/relationships/oleObject" Target="../embeddings/oleObject397.bin"/><Relationship Id="rId11" Type="http://schemas.openxmlformats.org/officeDocument/2006/relationships/oleObject" Target="../embeddings/oleObject400.bin"/><Relationship Id="rId5" Type="http://schemas.openxmlformats.org/officeDocument/2006/relationships/image" Target="../media/image454.wmf"/><Relationship Id="rId15" Type="http://schemas.openxmlformats.org/officeDocument/2006/relationships/oleObject" Target="../embeddings/oleObject402.bin"/><Relationship Id="rId10" Type="http://schemas.openxmlformats.org/officeDocument/2006/relationships/oleObject" Target="../embeddings/oleObject399.bin"/><Relationship Id="rId19" Type="http://schemas.openxmlformats.org/officeDocument/2006/relationships/image" Target="../media/image452.wmf"/><Relationship Id="rId4" Type="http://schemas.openxmlformats.org/officeDocument/2006/relationships/oleObject" Target="../embeddings/oleObject396.bin"/><Relationship Id="rId9" Type="http://schemas.openxmlformats.org/officeDocument/2006/relationships/image" Target="../media/image78.emf"/><Relationship Id="rId14" Type="http://schemas.openxmlformats.org/officeDocument/2006/relationships/image" Target="../media/image457.wmf"/></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407.bin"/><Relationship Id="rId3" Type="http://schemas.openxmlformats.org/officeDocument/2006/relationships/image" Target="../media/image459.emf"/><Relationship Id="rId7" Type="http://schemas.openxmlformats.org/officeDocument/2006/relationships/image" Target="../media/image461.emf"/><Relationship Id="rId2" Type="http://schemas.openxmlformats.org/officeDocument/2006/relationships/oleObject" Target="../embeddings/oleObject404.bin"/><Relationship Id="rId1" Type="http://schemas.openxmlformats.org/officeDocument/2006/relationships/slideLayout" Target="../slideLayouts/slideLayout7.xml"/><Relationship Id="rId6" Type="http://schemas.openxmlformats.org/officeDocument/2006/relationships/oleObject" Target="../embeddings/oleObject406.bin"/><Relationship Id="rId5" Type="http://schemas.openxmlformats.org/officeDocument/2006/relationships/image" Target="../media/image460.emf"/><Relationship Id="rId4" Type="http://schemas.openxmlformats.org/officeDocument/2006/relationships/oleObject" Target="../embeddings/oleObject405.bin"/><Relationship Id="rId9" Type="http://schemas.openxmlformats.org/officeDocument/2006/relationships/image" Target="../media/image462.e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408.bin"/><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63.wmf"/></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466.wmf"/><Relationship Id="rId3" Type="http://schemas.openxmlformats.org/officeDocument/2006/relationships/oleObject" Target="../embeddings/oleObject409.bin"/><Relationship Id="rId7" Type="http://schemas.openxmlformats.org/officeDocument/2006/relationships/oleObject" Target="../embeddings/oleObject411.bin"/><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image" Target="../media/image465.wmf"/><Relationship Id="rId5" Type="http://schemas.openxmlformats.org/officeDocument/2006/relationships/oleObject" Target="../embeddings/oleObject410.bin"/><Relationship Id="rId4" Type="http://schemas.openxmlformats.org/officeDocument/2006/relationships/image" Target="../media/image464.wmf"/></Relationships>
</file>

<file path=ppt/slides/_rels/slide93.xml.rels><?xml version="1.0" encoding="UTF-8" standalone="yes"?>
<Relationships xmlns="http://schemas.openxmlformats.org/package/2006/relationships"><Relationship Id="rId8" Type="http://schemas.openxmlformats.org/officeDocument/2006/relationships/image" Target="../media/image469.wmf"/><Relationship Id="rId3" Type="http://schemas.openxmlformats.org/officeDocument/2006/relationships/image" Target="../media/image467.wmf"/><Relationship Id="rId7" Type="http://schemas.openxmlformats.org/officeDocument/2006/relationships/oleObject" Target="../embeddings/oleObject414.bin"/><Relationship Id="rId12" Type="http://schemas.openxmlformats.org/officeDocument/2006/relationships/image" Target="../media/image471.wmf"/><Relationship Id="rId2" Type="http://schemas.openxmlformats.org/officeDocument/2006/relationships/oleObject" Target="../embeddings/oleObject412.bin"/><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oleObject" Target="../embeddings/oleObject416.bin"/><Relationship Id="rId5" Type="http://schemas.openxmlformats.org/officeDocument/2006/relationships/image" Target="../media/image468.wmf"/><Relationship Id="rId10" Type="http://schemas.openxmlformats.org/officeDocument/2006/relationships/image" Target="../media/image470.wmf"/><Relationship Id="rId4" Type="http://schemas.openxmlformats.org/officeDocument/2006/relationships/oleObject" Target="../embeddings/oleObject413.bin"/><Relationship Id="rId9" Type="http://schemas.openxmlformats.org/officeDocument/2006/relationships/oleObject" Target="../embeddings/oleObject415.bin"/></Relationships>
</file>

<file path=ppt/slides/_rels/slide94.xml.rels><?xml version="1.0" encoding="UTF-8" standalone="yes"?>
<Relationships xmlns="http://schemas.openxmlformats.org/package/2006/relationships"><Relationship Id="rId3" Type="http://schemas.openxmlformats.org/officeDocument/2006/relationships/image" Target="../media/image472.wmf"/><Relationship Id="rId2" Type="http://schemas.openxmlformats.org/officeDocument/2006/relationships/oleObject" Target="../embeddings/oleObject417.bin"/><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73.wmf"/><Relationship Id="rId4" Type="http://schemas.openxmlformats.org/officeDocument/2006/relationships/oleObject" Target="../embeddings/oleObject418.bin"/></Relationships>
</file>

<file path=ppt/slides/_rels/slide95.xml.rels><?xml version="1.0" encoding="UTF-8" standalone="yes"?>
<Relationships xmlns="http://schemas.openxmlformats.org/package/2006/relationships"><Relationship Id="rId8" Type="http://schemas.openxmlformats.org/officeDocument/2006/relationships/image" Target="../media/image476.wmf"/><Relationship Id="rId3" Type="http://schemas.openxmlformats.org/officeDocument/2006/relationships/image" Target="../media/image474.wmf"/><Relationship Id="rId7" Type="http://schemas.openxmlformats.org/officeDocument/2006/relationships/oleObject" Target="../embeddings/oleObject421.bin"/><Relationship Id="rId2" Type="http://schemas.openxmlformats.org/officeDocument/2006/relationships/oleObject" Target="../embeddings/oleObject419.bin"/><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75.wmf"/><Relationship Id="rId10" Type="http://schemas.openxmlformats.org/officeDocument/2006/relationships/image" Target="../media/image477.wmf"/><Relationship Id="rId4" Type="http://schemas.openxmlformats.org/officeDocument/2006/relationships/oleObject" Target="../embeddings/oleObject420.bin"/><Relationship Id="rId9" Type="http://schemas.openxmlformats.org/officeDocument/2006/relationships/oleObject" Target="../embeddings/oleObject422.bin"/></Relationships>
</file>

<file path=ppt/slides/_rels/slide96.xml.rels><?xml version="1.0" encoding="UTF-8" standalone="yes"?>
<Relationships xmlns="http://schemas.openxmlformats.org/package/2006/relationships"><Relationship Id="rId3" Type="http://schemas.openxmlformats.org/officeDocument/2006/relationships/image" Target="../media/image478.wmf"/><Relationship Id="rId2" Type="http://schemas.openxmlformats.org/officeDocument/2006/relationships/oleObject" Target="../embeddings/oleObject423.bin"/><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79.wmf"/><Relationship Id="rId4" Type="http://schemas.openxmlformats.org/officeDocument/2006/relationships/oleObject" Target="../embeddings/oleObject424.bin"/></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428.bin"/><Relationship Id="rId3" Type="http://schemas.openxmlformats.org/officeDocument/2006/relationships/image" Target="../media/image480.wmf"/><Relationship Id="rId7" Type="http://schemas.openxmlformats.org/officeDocument/2006/relationships/image" Target="../media/image482.wmf"/><Relationship Id="rId12" Type="http://schemas.openxmlformats.org/officeDocument/2006/relationships/image" Target="../media/image6.png"/><Relationship Id="rId2" Type="http://schemas.openxmlformats.org/officeDocument/2006/relationships/oleObject" Target="../embeddings/oleObject425.bin"/><Relationship Id="rId1" Type="http://schemas.openxmlformats.org/officeDocument/2006/relationships/slideLayout" Target="../slideLayouts/slideLayout7.xml"/><Relationship Id="rId6" Type="http://schemas.openxmlformats.org/officeDocument/2006/relationships/oleObject" Target="../embeddings/oleObject427.bin"/><Relationship Id="rId11" Type="http://schemas.openxmlformats.org/officeDocument/2006/relationships/image" Target="../media/image484.wmf"/><Relationship Id="rId5" Type="http://schemas.openxmlformats.org/officeDocument/2006/relationships/image" Target="../media/image481.wmf"/><Relationship Id="rId10" Type="http://schemas.openxmlformats.org/officeDocument/2006/relationships/oleObject" Target="../embeddings/oleObject429.bin"/><Relationship Id="rId4" Type="http://schemas.openxmlformats.org/officeDocument/2006/relationships/oleObject" Target="../embeddings/oleObject426.bin"/><Relationship Id="rId9" Type="http://schemas.openxmlformats.org/officeDocument/2006/relationships/image" Target="../media/image483.wmf"/></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433.bin"/><Relationship Id="rId3" Type="http://schemas.openxmlformats.org/officeDocument/2006/relationships/image" Target="../media/image485.wmf"/><Relationship Id="rId7" Type="http://schemas.openxmlformats.org/officeDocument/2006/relationships/image" Target="../media/image487.wmf"/><Relationship Id="rId2" Type="http://schemas.openxmlformats.org/officeDocument/2006/relationships/oleObject" Target="../embeddings/oleObject430.bin"/><Relationship Id="rId1" Type="http://schemas.openxmlformats.org/officeDocument/2006/relationships/slideLayout" Target="../slideLayouts/slideLayout7.xml"/><Relationship Id="rId6" Type="http://schemas.openxmlformats.org/officeDocument/2006/relationships/oleObject" Target="../embeddings/oleObject432.bin"/><Relationship Id="rId5" Type="http://schemas.openxmlformats.org/officeDocument/2006/relationships/image" Target="../media/image486.wmf"/><Relationship Id="rId10" Type="http://schemas.openxmlformats.org/officeDocument/2006/relationships/image" Target="../media/image6.png"/><Relationship Id="rId4" Type="http://schemas.openxmlformats.org/officeDocument/2006/relationships/oleObject" Target="../embeddings/oleObject431.bin"/><Relationship Id="rId9" Type="http://schemas.openxmlformats.org/officeDocument/2006/relationships/image" Target="../media/image488.wmf"/></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437.bin"/><Relationship Id="rId3" Type="http://schemas.openxmlformats.org/officeDocument/2006/relationships/image" Target="../media/image489.wmf"/><Relationship Id="rId7" Type="http://schemas.openxmlformats.org/officeDocument/2006/relationships/image" Target="../media/image491.wmf"/><Relationship Id="rId2" Type="http://schemas.openxmlformats.org/officeDocument/2006/relationships/oleObject" Target="../embeddings/oleObject434.bin"/><Relationship Id="rId1" Type="http://schemas.openxmlformats.org/officeDocument/2006/relationships/slideLayout" Target="../slideLayouts/slideLayout7.xml"/><Relationship Id="rId6" Type="http://schemas.openxmlformats.org/officeDocument/2006/relationships/oleObject" Target="../embeddings/oleObject436.bin"/><Relationship Id="rId5" Type="http://schemas.openxmlformats.org/officeDocument/2006/relationships/image" Target="../media/image490.wmf"/><Relationship Id="rId10" Type="http://schemas.openxmlformats.org/officeDocument/2006/relationships/image" Target="../media/image6.png"/><Relationship Id="rId4" Type="http://schemas.openxmlformats.org/officeDocument/2006/relationships/oleObject" Target="../embeddings/oleObject435.bin"/><Relationship Id="rId9" Type="http://schemas.openxmlformats.org/officeDocument/2006/relationships/image" Target="../media/image492.wmf"/></Relationships>
</file>

<file path=ppt/slides/_rels/slide10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93.wmf"/><Relationship Id="rId7" Type="http://schemas.openxmlformats.org/officeDocument/2006/relationships/image" Target="../media/image495.wmf"/><Relationship Id="rId2" Type="http://schemas.openxmlformats.org/officeDocument/2006/relationships/oleObject" Target="../embeddings/oleObject438.bin"/><Relationship Id="rId1" Type="http://schemas.openxmlformats.org/officeDocument/2006/relationships/slideLayout" Target="../slideLayouts/slideLayout7.xml"/><Relationship Id="rId6" Type="http://schemas.openxmlformats.org/officeDocument/2006/relationships/oleObject" Target="../embeddings/oleObject440.bin"/><Relationship Id="rId5" Type="http://schemas.openxmlformats.org/officeDocument/2006/relationships/image" Target="../media/image494.wmf"/><Relationship Id="rId4" Type="http://schemas.openxmlformats.org/officeDocument/2006/relationships/oleObject" Target="../embeddings/oleObject439.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Rot="1"/>
          </p:cNvSpPr>
          <p:nvPr>
            <p:ph type="subTitle" idx="1"/>
          </p:nvPr>
        </p:nvSpPr>
        <p:spPr>
          <a:xfrm>
            <a:off x="1335088" y="4365625"/>
            <a:ext cx="6400800" cy="914400"/>
          </a:xfrm>
        </p:spPr>
        <p:txBody>
          <a:bodyPr vert="horz" wrap="square" lIns="91440" tIns="45720" rIns="91440" bIns="45720" anchor="t" anchorCtr="0"/>
          <a:lstStyle/>
          <a:p>
            <a:pPr eaLnBrk="1" hangingPunct="1">
              <a:buSzPct val="75000"/>
            </a:pPr>
            <a:r>
              <a:rPr lang="en-US" altLang="zh-CN" sz="3600" b="1" kern="1200" dirty="0">
                <a:solidFill>
                  <a:srgbClr val="000000"/>
                </a:solidFill>
                <a:latin typeface="+mn-lt"/>
                <a:ea typeface="+mn-ea"/>
                <a:cs typeface="+mn-cs"/>
              </a:rPr>
              <a:t>Wuqiong Luo</a:t>
            </a:r>
          </a:p>
        </p:txBody>
      </p:sp>
      <p:sp>
        <p:nvSpPr>
          <p:cNvPr id="2052" name="Rectangle 4"/>
          <p:cNvSpPr>
            <a:spLocks noRot="1" noChangeArrowheads="1"/>
          </p:cNvSpPr>
          <p:nvPr/>
        </p:nvSpPr>
        <p:spPr bwMode="auto">
          <a:xfrm>
            <a:off x="250825" y="1268413"/>
            <a:ext cx="8569325" cy="2376488"/>
          </a:xfrm>
          <a:prstGeom prst="rect">
            <a:avLst/>
          </a:prstGeom>
          <a:noFill/>
          <a:ln>
            <a:noFill/>
          </a:ln>
          <a:effec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6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rPr>
              <a:t>Chapter 3</a:t>
            </a:r>
            <a:br>
              <a:rPr kumimoji="0" lang="en-US" altLang="zh-CN" sz="6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rPr>
            </a:br>
            <a:r>
              <a:rPr kumimoji="0" lang="en-US" altLang="zh-CN" sz="6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Static Electric Fields</a:t>
            </a:r>
            <a:endParaRPr kumimoji="0" lang="en-US" altLang="zh-CN" sz="6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黑体" panose="0201060906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3"/>
          <p:cNvSpPr/>
          <p:nvPr/>
        </p:nvSpPr>
        <p:spPr>
          <a:xfrm>
            <a:off x="1116013" y="3746500"/>
            <a:ext cx="6911975" cy="0"/>
          </a:xfrm>
          <a:prstGeom prst="line">
            <a:avLst/>
          </a:prstGeom>
          <a:ln w="19050" cap="flat" cmpd="sng">
            <a:solidFill>
              <a:schemeClr val="bg1"/>
            </a:solidFill>
            <a:prstDash val="solid"/>
            <a:headEnd type="none" w="med" len="med"/>
            <a:tailEnd type="none" w="med" len="med"/>
          </a:ln>
        </p:spPr>
        <p:txBody>
          <a:bodyPr/>
          <a:lstStyle/>
          <a:p>
            <a:endParaRPr lang="zh-CN" altLang="en-US"/>
          </a:p>
        </p:txBody>
      </p:sp>
      <p:sp>
        <p:nvSpPr>
          <p:cNvPr id="13316" name="Rectangle 4"/>
          <p:cNvSpPr>
            <a:spLocks noChangeArrowheads="1"/>
          </p:cNvSpPr>
          <p:nvPr/>
        </p:nvSpPr>
        <p:spPr bwMode="auto">
          <a:xfrm>
            <a:off x="2124075" y="0"/>
            <a:ext cx="4724400" cy="762000"/>
          </a:xfrm>
          <a:prstGeom prst="rect">
            <a:avLst/>
          </a:prstGeom>
          <a:noFill/>
          <a:ln>
            <a:noFill/>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1"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隶书" panose="02010509060101010101" pitchFamily="49" charset="-122"/>
                <a:cs typeface="+mn-cs"/>
              </a:rPr>
              <a:t>Contents</a:t>
            </a:r>
          </a:p>
        </p:txBody>
      </p:sp>
      <p:sp>
        <p:nvSpPr>
          <p:cNvPr id="5124" name="Text Box 5"/>
          <p:cNvSpPr txBox="1"/>
          <p:nvPr/>
        </p:nvSpPr>
        <p:spPr>
          <a:xfrm>
            <a:off x="395288" y="765175"/>
            <a:ext cx="8424862" cy="5667375"/>
          </a:xfrm>
          <a:prstGeom prst="rect">
            <a:avLst/>
          </a:prstGeom>
          <a:solidFill>
            <a:srgbClr val="FFFFFF"/>
          </a:solidFill>
          <a:ln w="25400" cap="flat" cmpd="sng">
            <a:solidFill>
              <a:srgbClr val="9933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3.1   Introduction</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3.2   Fundamental Postulates of Electrostatics in Free Space</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3.3</a:t>
            </a:r>
            <a:r>
              <a:rPr lang="en-US" altLang="zh-CN" sz="2400" b="1" dirty="0">
                <a:solidFill>
                  <a:srgbClr val="000000"/>
                </a:solidFill>
                <a:latin typeface="Times New Roman" panose="02020603050405020304" pitchFamily="18" charset="0"/>
                <a:ea typeface="幼圆" panose="02010509060101010101" pitchFamily="49" charset="-122"/>
              </a:rPr>
              <a:t>   Coulomb’s Law</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3.4</a:t>
            </a:r>
            <a:r>
              <a:rPr lang="en-US" altLang="zh-CN" sz="2400" b="1" dirty="0">
                <a:solidFill>
                  <a:srgbClr val="000000"/>
                </a:solidFill>
                <a:latin typeface="Times New Roman" panose="02020603050405020304" pitchFamily="18" charset="0"/>
                <a:ea typeface="幼圆" panose="02010509060101010101" pitchFamily="49" charset="-122"/>
              </a:rPr>
              <a:t>   Gauss’s Law and Applications</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3.5</a:t>
            </a:r>
            <a:r>
              <a:rPr lang="en-US" altLang="zh-CN" sz="2400" b="1" dirty="0">
                <a:solidFill>
                  <a:srgbClr val="000000"/>
                </a:solidFill>
                <a:latin typeface="Times New Roman" panose="02020603050405020304" pitchFamily="18" charset="0"/>
                <a:ea typeface="幼圆" panose="02010509060101010101" pitchFamily="49" charset="-122"/>
              </a:rPr>
              <a:t>   Electric Potential</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3.6   Conductors in Static Electric Field</a:t>
            </a:r>
            <a:endParaRPr lang="en-US" altLang="zh-CN" sz="2400" b="1" dirty="0">
              <a:solidFill>
                <a:srgbClr val="000000"/>
              </a:solidFill>
              <a:latin typeface="Times New Roman" panose="02020603050405020304" pitchFamily="18" charset="0"/>
              <a:ea typeface="幼圆" panose="02010509060101010101" pitchFamily="49" charset="-122"/>
            </a:endParaRP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3.7   Dielectrics in Static Electric Field</a:t>
            </a:r>
            <a:endParaRPr lang="en-US" altLang="zh-CN" sz="2400" b="1" dirty="0">
              <a:solidFill>
                <a:srgbClr val="000000"/>
              </a:solidFill>
              <a:latin typeface="Times New Roman" panose="02020603050405020304" pitchFamily="18" charset="0"/>
              <a:ea typeface="幼圆" panose="02010509060101010101" pitchFamily="49" charset="-122"/>
            </a:endParaRP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楷体_GB2312" pitchFamily="49" charset="-122"/>
              </a:rPr>
              <a:t>3.8</a:t>
            </a:r>
            <a:r>
              <a:rPr lang="en-US" altLang="zh-CN" sz="2400" b="1" dirty="0">
                <a:solidFill>
                  <a:srgbClr val="000000"/>
                </a:solidFill>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Electric Flux Density and Dielectric Constant</a:t>
            </a:r>
            <a:endParaRPr lang="en-US" altLang="zh-CN" sz="2400" b="1" dirty="0">
              <a:solidFill>
                <a:srgbClr val="000000"/>
              </a:solidFill>
              <a:latin typeface="Times New Roman" panose="02020603050405020304" pitchFamily="18" charset="0"/>
              <a:ea typeface="幼圆" panose="02010509060101010101" pitchFamily="49" charset="-122"/>
            </a:endParaRP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幼圆" panose="02010509060101010101" pitchFamily="49" charset="-122"/>
              </a:rPr>
              <a:t>3.9   Boundary Conditions for Electrostatic Fields</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幼圆" panose="02010509060101010101" pitchFamily="49" charset="-122"/>
              </a:rPr>
              <a:t>3.10 Capacitance and Capacitors</a:t>
            </a:r>
          </a:p>
          <a:p>
            <a:pPr marL="0" lvl="0" indent="0" eaLnBrk="1" hangingPunct="1">
              <a:lnSpc>
                <a:spcPct val="120000"/>
              </a:lnSpc>
              <a:buClrTx/>
              <a:buSzTx/>
              <a:buNone/>
            </a:pPr>
            <a:r>
              <a:rPr lang="en-US" altLang="zh-CN" sz="2400" b="1" dirty="0">
                <a:solidFill>
                  <a:srgbClr val="000000"/>
                </a:solidFill>
                <a:latin typeface="Times New Roman" panose="02020603050405020304" pitchFamily="18" charset="0"/>
                <a:ea typeface="幼圆" panose="02010509060101010101" pitchFamily="49" charset="-122"/>
              </a:rPr>
              <a:t>3.11 Electrostatic Energy and Forces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3</a:t>
            </a:fld>
            <a:endParaRPr lang="en-US" altLang="zh-CN" sz="1400" dirty="0"/>
          </a:p>
        </p:txBody>
      </p:sp>
      <p:sp>
        <p:nvSpPr>
          <p:cNvPr id="156676" name="Rectangle 3"/>
          <p:cNvSpPr>
            <a:spLocks noGrp="1"/>
          </p:cNvSpPr>
          <p:nvPr>
            <p:ph type="body" sz="half"/>
          </p:nvPr>
        </p:nvSpPr>
        <p:spPr>
          <a:xfrm>
            <a:off x="1979613" y="5445125"/>
            <a:ext cx="5113337" cy="720725"/>
          </a:xfrm>
        </p:spPr>
        <p:txBody>
          <a:bodyPr vert="horz" wrap="square" lIns="91440" tIns="45720" rIns="91440" bIns="45720" anchor="t" anchorCtr="0"/>
          <a:lstStyle>
            <a:lvl1pPr lvl="0">
              <a:buClr>
                <a:schemeClr val="hlink"/>
              </a:buClr>
              <a:buSzPct val="75000"/>
              <a:buFont typeface="Wingdings" panose="05000000000000000000" pitchFamily="2" charset="2"/>
              <a:defRPr sz="2800"/>
            </a:lvl1pPr>
            <a:lvl2pPr lvl="1">
              <a:buClr>
                <a:schemeClr val="accent2"/>
              </a:buClr>
              <a:buSzPct val="85000"/>
              <a:buFont typeface="Wingdings" panose="05000000000000000000" pitchFamily="2" charset="2"/>
              <a:defRPr sz="2400"/>
            </a:lvl2pPr>
            <a:lvl3pPr lvl="2">
              <a:buClr>
                <a:schemeClr val="hlink"/>
              </a:buClr>
              <a:buSzPct val="85000"/>
              <a:buFont typeface="Wingdings" panose="05000000000000000000" pitchFamily="2" charset="2"/>
              <a:defRPr sz="2000"/>
            </a:lvl3pPr>
            <a:lvl4pPr lvl="3">
              <a:buClr>
                <a:schemeClr val="accent2"/>
              </a:buClr>
              <a:buSzPct val="90000"/>
              <a:buFont typeface="Wingdings" panose="05000000000000000000" pitchFamily="2" charset="2"/>
              <a:defRPr sz="1800"/>
            </a:lvl4pPr>
            <a:lvl5pPr lvl="4">
              <a:buClr>
                <a:schemeClr val="hlink"/>
              </a:buClr>
              <a:buSzPct val="85000"/>
              <a:buFont typeface="Wingdings" panose="05000000000000000000" pitchFamily="2" charset="2"/>
              <a:defRPr sz="1800"/>
            </a:lvl5pPr>
          </a:lstStyle>
          <a:p>
            <a:pPr marL="0" lvl="0" indent="0" eaLnBrk="1" hangingPunct="1">
              <a:lnSpc>
                <a:spcPct val="140000"/>
              </a:lnSpc>
              <a:buNone/>
            </a:pPr>
            <a:r>
              <a:rPr lang="en-US" altLang="zh-CN" b="1" dirty="0">
                <a:solidFill>
                  <a:srgbClr val="800000"/>
                </a:solidFill>
                <a:latin typeface="Times New Roman" panose="02020603050405020304" pitchFamily="18" charset="0"/>
                <a:ea typeface="楷体_GB2312" pitchFamily="49" charset="-122"/>
              </a:rPr>
              <a:t>What is the model for charge?</a:t>
            </a:r>
          </a:p>
        </p:txBody>
      </p:sp>
      <p:sp>
        <p:nvSpPr>
          <p:cNvPr id="7172" name="Text Box 13"/>
          <p:cNvSpPr txBox="1"/>
          <p:nvPr/>
        </p:nvSpPr>
        <p:spPr>
          <a:xfrm>
            <a:off x="1692275" y="1125538"/>
            <a:ext cx="6264275" cy="1289050"/>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latinLnBrk="1" hangingPunct="1">
              <a:lnSpc>
                <a:spcPct val="140000"/>
              </a:lnSpc>
              <a:buClrTx/>
              <a:buSzTx/>
              <a:buFontTx/>
              <a:buNone/>
            </a:pPr>
            <a:r>
              <a:rPr lang="en-US" altLang="zh-CN" sz="2800" b="1" dirty="0">
                <a:solidFill>
                  <a:srgbClr val="FF3300"/>
                </a:solidFill>
                <a:ea typeface="楷体_GB2312" pitchFamily="49" charset="-122"/>
              </a:rPr>
              <a:t>Fundamental Physical Quantities</a:t>
            </a:r>
            <a:r>
              <a:rPr lang="zh-CN" altLang="en-US" sz="2800" b="1" dirty="0">
                <a:solidFill>
                  <a:srgbClr val="FF3300"/>
                </a:solidFill>
                <a:ea typeface="楷体_GB2312" pitchFamily="49" charset="-122"/>
              </a:rPr>
              <a:t>：</a:t>
            </a:r>
            <a:r>
              <a:rPr lang="en-US" altLang="zh-CN" sz="2800" b="1" dirty="0">
                <a:solidFill>
                  <a:srgbClr val="FF3300"/>
                </a:solidFill>
                <a:ea typeface="楷体_GB2312" pitchFamily="49" charset="-122"/>
              </a:rPr>
              <a:t>Source</a:t>
            </a:r>
            <a:r>
              <a:rPr lang="zh-CN" altLang="en-US" sz="2800" b="1" dirty="0">
                <a:solidFill>
                  <a:srgbClr val="FF3300"/>
                </a:solidFill>
                <a:ea typeface="楷体_GB2312" pitchFamily="49" charset="-122"/>
              </a:rPr>
              <a:t>；</a:t>
            </a:r>
            <a:r>
              <a:rPr lang="en-US" altLang="zh-CN" sz="2800" b="1" dirty="0">
                <a:solidFill>
                  <a:srgbClr val="FF3300"/>
                </a:solidFill>
                <a:ea typeface="楷体_GB2312" pitchFamily="49" charset="-122"/>
              </a:rPr>
              <a:t>Field</a:t>
            </a:r>
          </a:p>
        </p:txBody>
      </p:sp>
      <p:grpSp>
        <p:nvGrpSpPr>
          <p:cNvPr id="156678" name="Group 25"/>
          <p:cNvGrpSpPr/>
          <p:nvPr/>
        </p:nvGrpSpPr>
        <p:grpSpPr>
          <a:xfrm>
            <a:off x="2411413" y="3429000"/>
            <a:ext cx="3673475" cy="1728788"/>
            <a:chOff x="1519" y="1933"/>
            <a:chExt cx="2314" cy="1089"/>
          </a:xfrm>
        </p:grpSpPr>
        <p:sp>
          <p:nvSpPr>
            <p:cNvPr id="7179" name="Rectangle 14"/>
            <p:cNvSpPr/>
            <p:nvPr/>
          </p:nvSpPr>
          <p:spPr>
            <a:xfrm>
              <a:off x="1519" y="1933"/>
              <a:ext cx="2314" cy="1089"/>
            </a:xfrm>
            <a:prstGeom prst="rect">
              <a:avLst/>
            </a:prstGeom>
            <a:solidFill>
              <a:srgbClr val="D1E8FF"/>
            </a:solidFill>
            <a:ln w="9525" cap="flat" cmpd="sng">
              <a:solidFill>
                <a:srgbClr val="993366"/>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7180" name="Rectangle 15"/>
            <p:cNvSpPr/>
            <p:nvPr/>
          </p:nvSpPr>
          <p:spPr>
            <a:xfrm>
              <a:off x="1665" y="2158"/>
              <a:ext cx="590"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FF0000"/>
                  </a:solidFill>
                  <a:latin typeface="Times New Roman" panose="02020603050405020304" pitchFamily="18" charset="0"/>
                </a:rPr>
                <a:t>Charge</a:t>
              </a:r>
              <a:endParaRPr lang="en-US" altLang="zh-CN" sz="2000" b="1" dirty="0">
                <a:solidFill>
                  <a:srgbClr val="FF0000"/>
                </a:solidFill>
                <a:latin typeface="Times New Roman" panose="02020603050405020304" pitchFamily="18" charset="0"/>
                <a:ea typeface="幼圆" panose="02010509060101010101" pitchFamily="49" charset="-122"/>
              </a:endParaRPr>
            </a:p>
          </p:txBody>
        </p:sp>
        <p:sp>
          <p:nvSpPr>
            <p:cNvPr id="7181" name="Freeform 16"/>
            <p:cNvSpPr>
              <a:spLocks noEditPoints="1"/>
            </p:cNvSpPr>
            <p:nvPr/>
          </p:nvSpPr>
          <p:spPr>
            <a:xfrm>
              <a:off x="2205" y="2248"/>
              <a:ext cx="879" cy="64"/>
            </a:xfrm>
            <a:custGeom>
              <a:avLst/>
              <a:gdLst>
                <a:gd name="txL" fmla="*/ 0 w 991"/>
                <a:gd name="txT" fmla="*/ 0 h 48"/>
                <a:gd name="txR" fmla="*/ 991 w 991"/>
                <a:gd name="txB" fmla="*/ 48 h 48"/>
              </a:gdLst>
              <a:ahLst/>
              <a:cxnLst>
                <a:cxn ang="0">
                  <a:pos x="0" y="965"/>
                </a:cxn>
                <a:cxn ang="0">
                  <a:pos x="164" y="965"/>
                </a:cxn>
                <a:cxn ang="0">
                  <a:pos x="164" y="1716"/>
                </a:cxn>
                <a:cxn ang="0">
                  <a:pos x="0" y="1716"/>
                </a:cxn>
                <a:cxn ang="0">
                  <a:pos x="0" y="965"/>
                </a:cxn>
                <a:cxn ang="0">
                  <a:pos x="163" y="0"/>
                </a:cxn>
                <a:cxn ang="0">
                  <a:pos x="184" y="1349"/>
                </a:cxn>
                <a:cxn ang="0">
                  <a:pos x="163" y="2676"/>
                </a:cxn>
                <a:cxn ang="0">
                  <a:pos x="163" y="0"/>
                </a:cxn>
              </a:cxnLst>
              <a:rect l="txL" t="txT" r="txR" b="txB"/>
              <a:pathLst>
                <a:path w="991" h="48">
                  <a:moveTo>
                    <a:pt x="0" y="17"/>
                  </a:moveTo>
                  <a:lnTo>
                    <a:pt x="884" y="17"/>
                  </a:lnTo>
                  <a:lnTo>
                    <a:pt x="884" y="31"/>
                  </a:lnTo>
                  <a:lnTo>
                    <a:pt x="0" y="31"/>
                  </a:lnTo>
                  <a:lnTo>
                    <a:pt x="0" y="17"/>
                  </a:lnTo>
                  <a:close/>
                  <a:moveTo>
                    <a:pt x="872" y="0"/>
                  </a:moveTo>
                  <a:lnTo>
                    <a:pt x="991" y="24"/>
                  </a:lnTo>
                  <a:lnTo>
                    <a:pt x="872" y="48"/>
                  </a:lnTo>
                  <a:lnTo>
                    <a:pt x="872" y="0"/>
                  </a:lnTo>
                  <a:close/>
                </a:path>
              </a:pathLst>
            </a:custGeom>
            <a:solidFill>
              <a:srgbClr val="0000FF">
                <a:alpha val="100000"/>
              </a:srgbClr>
            </a:solidFill>
            <a:ln w="1651" cap="flat" cmpd="sng">
              <a:solidFill>
                <a:srgbClr val="3366FF">
                  <a:alpha val="100000"/>
                </a:srgbClr>
              </a:solidFill>
              <a:prstDash val="solid"/>
              <a:round/>
              <a:headEnd type="none" w="med" len="med"/>
              <a:tailEnd type="none" w="med" len="med"/>
            </a:ln>
          </p:spPr>
          <p:txBody>
            <a:bodyPr/>
            <a:lstStyle/>
            <a:p>
              <a:endParaRPr lang="zh-CN" altLang="en-US"/>
            </a:p>
          </p:txBody>
        </p:sp>
        <p:sp>
          <p:nvSpPr>
            <p:cNvPr id="7182" name="Rectangle 17"/>
            <p:cNvSpPr/>
            <p:nvPr/>
          </p:nvSpPr>
          <p:spPr>
            <a:xfrm>
              <a:off x="3150" y="2158"/>
              <a:ext cx="590" cy="19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FF0000"/>
                  </a:solidFill>
                  <a:latin typeface="Times New Roman" panose="02020603050405020304" pitchFamily="18" charset="0"/>
                </a:rPr>
                <a:t>Current</a:t>
              </a:r>
              <a:endParaRPr lang="en-US" altLang="zh-CN" sz="2000" b="1" dirty="0">
                <a:solidFill>
                  <a:srgbClr val="FF0000"/>
                </a:solidFill>
                <a:latin typeface="Times New Roman" panose="02020603050405020304" pitchFamily="18" charset="0"/>
                <a:ea typeface="幼圆" panose="02010509060101010101" pitchFamily="49" charset="-122"/>
              </a:endParaRPr>
            </a:p>
          </p:txBody>
        </p:sp>
        <p:sp>
          <p:nvSpPr>
            <p:cNvPr id="7183" name="Freeform 18"/>
            <p:cNvSpPr>
              <a:spLocks noEditPoints="1"/>
            </p:cNvSpPr>
            <p:nvPr/>
          </p:nvSpPr>
          <p:spPr>
            <a:xfrm>
              <a:off x="1890" y="2383"/>
              <a:ext cx="52" cy="211"/>
            </a:xfrm>
            <a:custGeom>
              <a:avLst/>
              <a:gdLst>
                <a:gd name="txL" fmla="*/ 0 w 46"/>
                <a:gd name="txT" fmla="*/ 0 h 211"/>
                <a:gd name="txR" fmla="*/ 46 w 46"/>
                <a:gd name="txB" fmla="*/ 211 h 211"/>
              </a:gdLst>
              <a:ahLst/>
              <a:cxnLst>
                <a:cxn ang="0">
                  <a:pos x="177" y="0"/>
                </a:cxn>
                <a:cxn ang="0">
                  <a:pos x="177" y="152"/>
                </a:cxn>
                <a:cxn ang="0">
                  <a:pos x="77" y="152"/>
                </a:cxn>
                <a:cxn ang="0">
                  <a:pos x="77" y="0"/>
                </a:cxn>
                <a:cxn ang="0">
                  <a:pos x="177" y="0"/>
                </a:cxn>
                <a:cxn ang="0">
                  <a:pos x="258" y="140"/>
                </a:cxn>
                <a:cxn ang="0">
                  <a:pos x="124" y="211"/>
                </a:cxn>
                <a:cxn ang="0">
                  <a:pos x="0" y="140"/>
                </a:cxn>
                <a:cxn ang="0">
                  <a:pos x="258" y="140"/>
                </a:cxn>
              </a:cxnLst>
              <a:rect l="txL" t="txT" r="txR" b="txB"/>
              <a:pathLst>
                <a:path w="46" h="211">
                  <a:moveTo>
                    <a:pt x="31" y="0"/>
                  </a:moveTo>
                  <a:lnTo>
                    <a:pt x="31" y="152"/>
                  </a:lnTo>
                  <a:lnTo>
                    <a:pt x="14" y="152"/>
                  </a:lnTo>
                  <a:lnTo>
                    <a:pt x="14" y="0"/>
                  </a:lnTo>
                  <a:lnTo>
                    <a:pt x="31" y="0"/>
                  </a:lnTo>
                  <a:close/>
                  <a:moveTo>
                    <a:pt x="46" y="140"/>
                  </a:moveTo>
                  <a:lnTo>
                    <a:pt x="22" y="211"/>
                  </a:lnTo>
                  <a:lnTo>
                    <a:pt x="0" y="140"/>
                  </a:lnTo>
                  <a:lnTo>
                    <a:pt x="46" y="140"/>
                  </a:lnTo>
                  <a:close/>
                </a:path>
              </a:pathLst>
            </a:custGeom>
            <a:solidFill>
              <a:srgbClr val="0000FF">
                <a:alpha val="100000"/>
              </a:srgbClr>
            </a:solidFill>
            <a:ln w="1651" cap="flat" cmpd="sng">
              <a:solidFill>
                <a:srgbClr val="0000FF">
                  <a:alpha val="100000"/>
                </a:srgbClr>
              </a:solidFill>
              <a:prstDash val="solid"/>
              <a:round/>
              <a:headEnd type="none" w="med" len="med"/>
              <a:tailEnd type="none" w="med" len="med"/>
            </a:ln>
          </p:spPr>
          <p:txBody>
            <a:bodyPr/>
            <a:lstStyle/>
            <a:p>
              <a:endParaRPr lang="zh-CN" altLang="en-US"/>
            </a:p>
          </p:txBody>
        </p:sp>
        <p:sp>
          <p:nvSpPr>
            <p:cNvPr id="7184" name="Freeform 19"/>
            <p:cNvSpPr>
              <a:spLocks noEditPoints="1"/>
            </p:cNvSpPr>
            <p:nvPr/>
          </p:nvSpPr>
          <p:spPr>
            <a:xfrm>
              <a:off x="3379" y="2392"/>
              <a:ext cx="54" cy="211"/>
            </a:xfrm>
            <a:custGeom>
              <a:avLst/>
              <a:gdLst>
                <a:gd name="txL" fmla="*/ 0 w 48"/>
                <a:gd name="txT" fmla="*/ 0 h 211"/>
                <a:gd name="txR" fmla="*/ 48 w 48"/>
                <a:gd name="txB" fmla="*/ 211 h 211"/>
              </a:gdLst>
              <a:ahLst/>
              <a:cxnLst>
                <a:cxn ang="0">
                  <a:pos x="169" y="0"/>
                </a:cxn>
                <a:cxn ang="0">
                  <a:pos x="169" y="152"/>
                </a:cxn>
                <a:cxn ang="0">
                  <a:pos x="78" y="152"/>
                </a:cxn>
                <a:cxn ang="0">
                  <a:pos x="77" y="0"/>
                </a:cxn>
                <a:cxn ang="0">
                  <a:pos x="169" y="0"/>
                </a:cxn>
                <a:cxn ang="0">
                  <a:pos x="254" y="140"/>
                </a:cxn>
                <a:cxn ang="0">
                  <a:pos x="125" y="211"/>
                </a:cxn>
                <a:cxn ang="0">
                  <a:pos x="0" y="140"/>
                </a:cxn>
                <a:cxn ang="0">
                  <a:pos x="254" y="140"/>
                </a:cxn>
              </a:cxnLst>
              <a:rect l="txL" t="txT" r="txR" b="txB"/>
              <a:pathLst>
                <a:path w="48" h="211">
                  <a:moveTo>
                    <a:pt x="32" y="0"/>
                  </a:moveTo>
                  <a:lnTo>
                    <a:pt x="32" y="152"/>
                  </a:lnTo>
                  <a:lnTo>
                    <a:pt x="15" y="152"/>
                  </a:lnTo>
                  <a:lnTo>
                    <a:pt x="14" y="0"/>
                  </a:lnTo>
                  <a:lnTo>
                    <a:pt x="32" y="0"/>
                  </a:lnTo>
                  <a:close/>
                  <a:moveTo>
                    <a:pt x="48" y="140"/>
                  </a:moveTo>
                  <a:lnTo>
                    <a:pt x="24" y="211"/>
                  </a:lnTo>
                  <a:lnTo>
                    <a:pt x="0" y="140"/>
                  </a:lnTo>
                  <a:lnTo>
                    <a:pt x="48" y="140"/>
                  </a:lnTo>
                  <a:close/>
                </a:path>
              </a:pathLst>
            </a:custGeom>
            <a:solidFill>
              <a:srgbClr val="3366FF">
                <a:alpha val="100000"/>
              </a:srgbClr>
            </a:solidFill>
            <a:ln w="1651" cap="flat" cmpd="sng">
              <a:solidFill>
                <a:srgbClr val="3366FF">
                  <a:alpha val="100000"/>
                </a:srgbClr>
              </a:solidFill>
              <a:prstDash val="solid"/>
              <a:round/>
              <a:headEnd type="none" w="med" len="med"/>
              <a:tailEnd type="none" w="med" len="med"/>
            </a:ln>
          </p:spPr>
          <p:txBody>
            <a:bodyPr/>
            <a:lstStyle/>
            <a:p>
              <a:endParaRPr lang="zh-CN" altLang="en-US"/>
            </a:p>
          </p:txBody>
        </p:sp>
        <p:sp>
          <p:nvSpPr>
            <p:cNvPr id="7185" name="Rectangle 20"/>
            <p:cNvSpPr/>
            <p:nvPr/>
          </p:nvSpPr>
          <p:spPr>
            <a:xfrm>
              <a:off x="1665" y="2608"/>
              <a:ext cx="740" cy="38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800000"/>
                  </a:solidFill>
                  <a:latin typeface="Times New Roman" panose="02020603050405020304" pitchFamily="18" charset="0"/>
                </a:rPr>
                <a:t>Electric Field</a:t>
              </a:r>
              <a:endParaRPr lang="en-US" altLang="zh-CN" sz="2000" b="1" dirty="0">
                <a:solidFill>
                  <a:srgbClr val="800000"/>
                </a:solidFill>
                <a:latin typeface="Times New Roman" panose="02020603050405020304" pitchFamily="18" charset="0"/>
                <a:ea typeface="幼圆" panose="02010509060101010101" pitchFamily="49" charset="-122"/>
              </a:endParaRPr>
            </a:p>
          </p:txBody>
        </p:sp>
        <p:sp>
          <p:nvSpPr>
            <p:cNvPr id="7186" name="Rectangle 21"/>
            <p:cNvSpPr/>
            <p:nvPr/>
          </p:nvSpPr>
          <p:spPr>
            <a:xfrm>
              <a:off x="3105" y="2563"/>
              <a:ext cx="682" cy="38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800000"/>
                  </a:solidFill>
                  <a:latin typeface="Times New Roman" panose="02020603050405020304" pitchFamily="18" charset="0"/>
                </a:rPr>
                <a:t>Magnetic field</a:t>
              </a:r>
              <a:endParaRPr lang="en-US" altLang="zh-CN" sz="2000" b="1" dirty="0">
                <a:solidFill>
                  <a:srgbClr val="800000"/>
                </a:solidFill>
                <a:latin typeface="Times New Roman" panose="02020603050405020304" pitchFamily="18" charset="0"/>
                <a:ea typeface="幼圆" panose="02010509060101010101" pitchFamily="49" charset="-122"/>
              </a:endParaRPr>
            </a:p>
          </p:txBody>
        </p:sp>
        <p:sp>
          <p:nvSpPr>
            <p:cNvPr id="7187" name="Rectangle 22"/>
            <p:cNvSpPr/>
            <p:nvPr/>
          </p:nvSpPr>
          <p:spPr>
            <a:xfrm>
              <a:off x="2250" y="2293"/>
              <a:ext cx="706" cy="1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1600" b="1" dirty="0">
                  <a:solidFill>
                    <a:srgbClr val="FF0000"/>
                  </a:solidFill>
                  <a:latin typeface="Times New Roman" panose="02020603050405020304" pitchFamily="18" charset="0"/>
                </a:rPr>
                <a:t>Movement</a:t>
              </a:r>
              <a:endParaRPr lang="en-US" altLang="zh-CN" sz="1600" b="1" dirty="0">
                <a:solidFill>
                  <a:srgbClr val="FF0000"/>
                </a:solidFill>
                <a:latin typeface="Times New Roman" panose="02020603050405020304" pitchFamily="18" charset="0"/>
                <a:ea typeface="幼圆" panose="02010509060101010101" pitchFamily="49" charset="-122"/>
              </a:endParaRPr>
            </a:p>
          </p:txBody>
        </p:sp>
      </p:grpSp>
      <p:sp>
        <p:nvSpPr>
          <p:cNvPr id="156688" name="Text Box 23"/>
          <p:cNvSpPr txBox="1"/>
          <p:nvPr/>
        </p:nvSpPr>
        <p:spPr>
          <a:xfrm>
            <a:off x="323850" y="2538413"/>
            <a:ext cx="7488238" cy="609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latin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    Source</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楷体_GB2312" pitchFamily="49" charset="-122"/>
              </a:rPr>
              <a:t>Charge              , Current</a:t>
            </a:r>
          </a:p>
        </p:txBody>
      </p:sp>
      <p:graphicFrame>
        <p:nvGraphicFramePr>
          <p:cNvPr id="156689" name="Object 26"/>
          <p:cNvGraphicFramePr>
            <a:graphicFrameLocks noGrp="1" noChangeAspect="1"/>
          </p:cNvGraphicFramePr>
          <p:nvPr>
            <p:ph sz="half" idx="1"/>
          </p:nvPr>
        </p:nvGraphicFramePr>
        <p:xfrm>
          <a:off x="2959100" y="2687638"/>
          <a:ext cx="846138" cy="411162"/>
        </p:xfrm>
        <a:graphic>
          <a:graphicData uri="http://schemas.openxmlformats.org/presentationml/2006/ole">
            <mc:AlternateContent xmlns:mc="http://schemas.openxmlformats.org/markup-compatibility/2006">
              <mc:Choice xmlns:v="urn:schemas-microsoft-com:vml" Requires="v">
                <p:oleObj r:id="rId2" imgW="393700" imgH="185420" progId="Equation.DSMT4">
                  <p:embed/>
                </p:oleObj>
              </mc:Choice>
              <mc:Fallback>
                <p:oleObj r:id="rId2" imgW="393700" imgH="185420" progId="Equation.DSMT4">
                  <p:embed/>
                  <p:pic>
                    <p:nvPicPr>
                      <p:cNvPr id="156689" name="Object 26"/>
                      <p:cNvPicPr/>
                      <p:nvPr/>
                    </p:nvPicPr>
                    <p:blipFill>
                      <a:blip r:embed="rId3">
                        <a:clrChange>
                          <a:clrFrom>
                            <a:srgbClr val="000000"/>
                          </a:clrFrom>
                          <a:clrTo>
                            <a:srgbClr val="000000"/>
                          </a:clrTo>
                        </a:clrChange>
                      </a:blip>
                      <a:srcRect/>
                      <a:stretch>
                        <a:fillRect/>
                      </a:stretch>
                    </p:blipFill>
                    <p:spPr>
                      <a:xfrm>
                        <a:off x="2959100" y="2687638"/>
                        <a:ext cx="846138" cy="411162"/>
                      </a:xfrm>
                      <a:prstGeom prst="rect">
                        <a:avLst/>
                      </a:prstGeom>
                      <a:noFill/>
                      <a:ln w="38100">
                        <a:miter/>
                      </a:ln>
                    </p:spPr>
                  </p:pic>
                </p:oleObj>
              </mc:Fallback>
            </mc:AlternateContent>
          </a:graphicData>
        </a:graphic>
      </p:graphicFrame>
      <p:graphicFrame>
        <p:nvGraphicFramePr>
          <p:cNvPr id="156690" name="Object 28"/>
          <p:cNvGraphicFramePr>
            <a:graphicFrameLocks noChangeAspect="1"/>
          </p:cNvGraphicFramePr>
          <p:nvPr/>
        </p:nvGraphicFramePr>
        <p:xfrm>
          <a:off x="5159375" y="2641600"/>
          <a:ext cx="944563" cy="504825"/>
        </p:xfrm>
        <a:graphic>
          <a:graphicData uri="http://schemas.openxmlformats.org/presentationml/2006/ole">
            <mc:AlternateContent xmlns:mc="http://schemas.openxmlformats.org/markup-compatibility/2006">
              <mc:Choice xmlns:v="urn:schemas-microsoft-com:vml" Requires="v">
                <p:oleObj r:id="rId4" imgW="382270" imgH="185420" progId="Equation.DSMT4">
                  <p:embed/>
                </p:oleObj>
              </mc:Choice>
              <mc:Fallback>
                <p:oleObj r:id="rId4" imgW="382270" imgH="185420" progId="Equation.DSMT4">
                  <p:embed/>
                  <p:pic>
                    <p:nvPicPr>
                      <p:cNvPr id="156690" name="Object 28"/>
                      <p:cNvPicPr/>
                      <p:nvPr/>
                    </p:nvPicPr>
                    <p:blipFill>
                      <a:blip r:embed="rId5">
                        <a:clrChange>
                          <a:clrFrom>
                            <a:srgbClr val="000000"/>
                          </a:clrFrom>
                          <a:clrTo>
                            <a:srgbClr val="000000"/>
                          </a:clrTo>
                        </a:clrChange>
                      </a:blip>
                      <a:stretch>
                        <a:fillRect/>
                      </a:stretch>
                    </p:blipFill>
                    <p:spPr>
                      <a:xfrm>
                        <a:off x="5159375" y="2641600"/>
                        <a:ext cx="944563" cy="504825"/>
                      </a:xfrm>
                      <a:prstGeom prst="rect">
                        <a:avLst/>
                      </a:prstGeom>
                      <a:noFill/>
                      <a:ln w="38100">
                        <a:noFill/>
                        <a:miter/>
                      </a:ln>
                    </p:spPr>
                  </p:pic>
                </p:oleObj>
              </mc:Fallback>
            </mc:AlternateContent>
          </a:graphicData>
        </a:graphic>
      </p:graphicFrame>
      <p:sp>
        <p:nvSpPr>
          <p:cNvPr id="156691" name="Rectangle 19"/>
          <p:cNvSpPr>
            <a:spLocks noChangeArrowheads="1"/>
          </p:cNvSpPr>
          <p:nvPr/>
        </p:nvSpPr>
        <p:spPr bwMode="auto">
          <a:xfrm>
            <a:off x="323850" y="404813"/>
            <a:ext cx="8281988" cy="7921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3.1 Introduction</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10" name="Picture 2"/>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457030" y="4712139"/>
            <a:ext cx="1479785" cy="1550821"/>
          </a:xfrm>
          <a:prstGeom prst="rect">
            <a:avLst/>
          </a:prstGeom>
          <a:noFill/>
          <a:ln w="9525">
            <a:noFill/>
            <a:miter lim="800000"/>
            <a:headEnd/>
            <a:tailEnd/>
          </a:ln>
          <a:effectLst>
            <a:outerShdw blurRad="50800" dist="38100" dir="2700000" algn="tl" rotWithShape="0">
              <a:schemeClr val="accent1">
                <a:alpha val="40000"/>
              </a:schemeClr>
            </a:outerShdw>
          </a:effectLst>
          <a:scene3d>
            <a:camera prst="orthographicFront">
              <a:rot lat="0" lon="10799977"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6689"/>
                                        </p:tgtEl>
                                        <p:attrNameLst>
                                          <p:attrName>style.visibility</p:attrName>
                                        </p:attrNameLst>
                                      </p:cBhvr>
                                      <p:to>
                                        <p:strVal val="visible"/>
                                      </p:to>
                                    </p:set>
                                    <p:animEffect transition="in" filter="dissolve">
                                      <p:cBhvr>
                                        <p:cTn id="7" dur="500"/>
                                        <p:tgtEl>
                                          <p:spTgt spid="156689"/>
                                        </p:tgtEl>
                                      </p:cBhvr>
                                    </p:animEffect>
                                  </p:childTnLst>
                                </p:cTn>
                              </p:par>
                              <p:par>
                                <p:cTn id="8" presetID="9" presetClass="entr" presetSubtype="0" fill="hold" nodeType="withEffect">
                                  <p:stCondLst>
                                    <p:cond delay="0"/>
                                  </p:stCondLst>
                                  <p:childTnLst>
                                    <p:set>
                                      <p:cBhvr>
                                        <p:cTn id="9" dur="1" fill="hold">
                                          <p:stCondLst>
                                            <p:cond delay="0"/>
                                          </p:stCondLst>
                                        </p:cTn>
                                        <p:tgtEl>
                                          <p:spTgt spid="156690"/>
                                        </p:tgtEl>
                                        <p:attrNameLst>
                                          <p:attrName>style.visibility</p:attrName>
                                        </p:attrNameLst>
                                      </p:cBhvr>
                                      <p:to>
                                        <p:strVal val="visible"/>
                                      </p:to>
                                    </p:set>
                                    <p:animEffect transition="in" filter="dissolve">
                                      <p:cBhvr>
                                        <p:cTn id="10" dur="500"/>
                                        <p:tgtEl>
                                          <p:spTgt spid="156690"/>
                                        </p:tgtEl>
                                      </p:cBhvr>
                                    </p:animEffect>
                                  </p:childTnLst>
                                </p:cTn>
                              </p:par>
                              <p:par>
                                <p:cTn id="11" presetID="9" presetClass="entr" presetSubtype="0" fill="hold" nodeType="withEffect">
                                  <p:stCondLst>
                                    <p:cond delay="0"/>
                                  </p:stCondLst>
                                  <p:childTnLst>
                                    <p:set>
                                      <p:cBhvr>
                                        <p:cTn id="12" dur="1" fill="hold">
                                          <p:stCondLst>
                                            <p:cond delay="0"/>
                                          </p:stCondLst>
                                        </p:cTn>
                                        <p:tgtEl>
                                          <p:spTgt spid="156688"/>
                                        </p:tgtEl>
                                        <p:attrNameLst>
                                          <p:attrName>style.visibility</p:attrName>
                                        </p:attrNameLst>
                                      </p:cBhvr>
                                      <p:to>
                                        <p:strVal val="visible"/>
                                      </p:to>
                                    </p:set>
                                    <p:animEffect transition="in" filter="dissolve">
                                      <p:cBhvr>
                                        <p:cTn id="13" dur="500"/>
                                        <p:tgtEl>
                                          <p:spTgt spid="15668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56678"/>
                                        </p:tgtEl>
                                        <p:attrNameLst>
                                          <p:attrName>style.visibility</p:attrName>
                                        </p:attrNameLst>
                                      </p:cBhvr>
                                      <p:to>
                                        <p:strVal val="visible"/>
                                      </p:to>
                                    </p:set>
                                    <p:animEffect transition="in" filter="blinds(horizontal)">
                                      <p:cBhvr>
                                        <p:cTn id="18" dur="500"/>
                                        <p:tgtEl>
                                          <p:spTgt spid="15667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par>
                                <p:cTn id="24" presetID="9" presetClass="entr" presetSubtype="0" fill="hold" nodeType="withEffect">
                                  <p:stCondLst>
                                    <p:cond delay="0"/>
                                  </p:stCondLst>
                                  <p:childTnLst>
                                    <p:set>
                                      <p:cBhvr>
                                        <p:cTn id="25" dur="1" fill="hold">
                                          <p:stCondLst>
                                            <p:cond delay="0"/>
                                          </p:stCondLst>
                                        </p:cTn>
                                        <p:tgtEl>
                                          <p:spTgt spid="156676">
                                            <p:txEl>
                                              <p:pRg st="0" end="0"/>
                                            </p:txEl>
                                          </p:spTgt>
                                        </p:tgtEl>
                                        <p:attrNameLst>
                                          <p:attrName>style.visibility</p:attrName>
                                        </p:attrNameLst>
                                      </p:cBhvr>
                                      <p:to>
                                        <p:strVal val="visible"/>
                                      </p:to>
                                    </p:set>
                                    <p:animEffect transition="in" filter="dissolve">
                                      <p:cBhvr>
                                        <p:cTn id="26" dur="500"/>
                                        <p:tgtEl>
                                          <p:spTgt spid="15667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build="p"/>
      <p:bldP spid="15668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4</a:t>
            </a:fld>
            <a:endParaRPr lang="en-US" altLang="zh-CN" sz="1400" dirty="0"/>
          </a:p>
        </p:txBody>
      </p:sp>
      <p:sp>
        <p:nvSpPr>
          <p:cNvPr id="157699" name="Text Box 7"/>
          <p:cNvSpPr txBox="1"/>
          <p:nvPr/>
        </p:nvSpPr>
        <p:spPr>
          <a:xfrm>
            <a:off x="539750" y="1700213"/>
            <a:ext cx="7993063" cy="38893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latinLnBrk="1" hangingPunct="1">
              <a:lnSpc>
                <a:spcPct val="130000"/>
              </a:lnSpc>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   Charge is one of basic elements of substance</a:t>
            </a:r>
          </a:p>
          <a:p>
            <a:pPr marL="0" lvl="0" indent="0" algn="just">
              <a:lnSpc>
                <a:spcPct val="130000"/>
              </a:lnSpc>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        •	</a:t>
            </a:r>
            <a:r>
              <a:rPr lang="en-US" altLang="zh-CN" sz="2400" b="1" dirty="0">
                <a:solidFill>
                  <a:srgbClr val="000000"/>
                </a:solidFill>
                <a:latin typeface="Times New Roman" panose="02020603050405020304" pitchFamily="18" charset="0"/>
                <a:ea typeface="楷体_GB2312" pitchFamily="49" charset="-122"/>
              </a:rPr>
              <a:t>In 1897,</a:t>
            </a:r>
            <a:r>
              <a:rPr lang="en-US" altLang="zh-CN" sz="2400" b="1" dirty="0">
                <a:solidFill>
                  <a:srgbClr val="000000"/>
                </a:solidFill>
                <a:latin typeface="Times New Roman" panose="02020603050405020304" pitchFamily="18" charset="0"/>
              </a:rPr>
              <a:t> Joseph John Thomson </a:t>
            </a:r>
            <a:r>
              <a:rPr lang="en-US" altLang="zh-CN" sz="2400" b="1" dirty="0">
                <a:solidFill>
                  <a:srgbClr val="000000"/>
                </a:solidFill>
                <a:latin typeface="Times New Roman" panose="02020603050405020304" pitchFamily="18" charset="0"/>
                <a:ea typeface="楷体_GB2312" pitchFamily="49" charset="-122"/>
              </a:rPr>
              <a:t>found charge in experiment  in Britain.</a:t>
            </a:r>
          </a:p>
          <a:p>
            <a:pPr marL="0" lvl="0" indent="0" algn="just">
              <a:lnSpc>
                <a:spcPct val="130000"/>
              </a:lnSpc>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  Between 1907 — 1913</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rPr>
              <a:t>Robert Andrews Millikan </a:t>
            </a:r>
            <a:r>
              <a:rPr lang="en-US" altLang="zh-CN" sz="2400" b="1" dirty="0">
                <a:solidFill>
                  <a:srgbClr val="000000"/>
                </a:solidFill>
                <a:latin typeface="Times New Roman" panose="02020603050405020304" pitchFamily="18" charset="0"/>
                <a:ea typeface="楷体_GB2312" pitchFamily="49" charset="-122"/>
              </a:rPr>
              <a:t>precisely measured the charge of electron through Oil Drop experiment, the charge is:</a:t>
            </a:r>
          </a:p>
          <a:p>
            <a:pPr marL="0" lvl="0" indent="0" algn="just">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                          </a:t>
            </a:r>
            <a:r>
              <a:rPr lang="en-US" altLang="zh-CN" sz="2400" b="1" i="1" dirty="0">
                <a:solidFill>
                  <a:srgbClr val="000000"/>
                </a:solidFill>
                <a:latin typeface="Times New Roman" panose="02020603050405020304" pitchFamily="18" charset="0"/>
                <a:ea typeface="楷体_GB2312" pitchFamily="49" charset="-122"/>
              </a:rPr>
              <a:t>e </a:t>
            </a:r>
            <a:r>
              <a:rPr lang="en-US" altLang="zh-CN" sz="2400" b="1" dirty="0">
                <a:solidFill>
                  <a:srgbClr val="000000"/>
                </a:solidFill>
                <a:latin typeface="Times New Roman" panose="02020603050405020304" pitchFamily="18" charset="0"/>
                <a:ea typeface="楷体_GB2312" pitchFamily="49" charset="-122"/>
              </a:rPr>
              <a:t>=1.602 177 33×10</a:t>
            </a:r>
            <a:r>
              <a:rPr lang="en-US" altLang="zh-CN" sz="2400" b="1" baseline="30000" dirty="0">
                <a:solidFill>
                  <a:srgbClr val="000000"/>
                </a:solidFill>
                <a:latin typeface="Times New Roman" panose="02020603050405020304" pitchFamily="18" charset="0"/>
                <a:ea typeface="楷体_GB2312" pitchFamily="49" charset="-122"/>
              </a:rPr>
              <a:t>-19  </a:t>
            </a:r>
            <a:r>
              <a:rPr lang="en-US" altLang="zh-CN" sz="2400" b="1" dirty="0">
                <a:solidFill>
                  <a:srgbClr val="000000"/>
                </a:solidFill>
                <a:latin typeface="Times New Roman" panose="02020603050405020304" pitchFamily="18" charset="0"/>
                <a:ea typeface="楷体_GB2312" pitchFamily="49" charset="-122"/>
              </a:rPr>
              <a:t>    (Unit</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楷体_GB2312" pitchFamily="49" charset="-122"/>
              </a:rPr>
              <a:t>C )</a:t>
            </a:r>
          </a:p>
          <a:p>
            <a:pPr marL="0" lvl="0" indent="0" algn="just">
              <a:lnSpc>
                <a:spcPct val="130000"/>
              </a:lnSpc>
              <a:spcBef>
                <a:spcPct val="0"/>
              </a:spcBef>
              <a:buClrTx/>
              <a:buSzTx/>
              <a:buFontTx/>
              <a:buNone/>
            </a:pPr>
            <a:endParaRPr lang="en-US" altLang="zh-CN" sz="2400" b="1" dirty="0">
              <a:solidFill>
                <a:srgbClr val="000000"/>
              </a:solidFill>
              <a:latin typeface="Times New Roman" panose="02020603050405020304" pitchFamily="18" charset="0"/>
              <a:ea typeface="楷体_GB2312" pitchFamily="49" charset="-122"/>
            </a:endParaRPr>
          </a:p>
        </p:txBody>
      </p:sp>
      <p:sp>
        <p:nvSpPr>
          <p:cNvPr id="8196" name="Text Box 13"/>
          <p:cNvSpPr txBox="1"/>
          <p:nvPr/>
        </p:nvSpPr>
        <p:spPr>
          <a:xfrm>
            <a:off x="323850" y="620713"/>
            <a:ext cx="5472113" cy="4762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latinLnBrk="1" hangingPunct="1">
              <a:lnSpc>
                <a:spcPct val="90000"/>
              </a:lnSpc>
              <a:buClrTx/>
              <a:buSzTx/>
              <a:buFontTx/>
              <a:buNone/>
            </a:pPr>
            <a:r>
              <a:rPr lang="en-US" altLang="zh-CN" sz="2800" b="1" dirty="0">
                <a:solidFill>
                  <a:srgbClr val="0000CC"/>
                </a:solidFill>
                <a:ea typeface="黑体" panose="02010609060101010101" pitchFamily="2" charset="-122"/>
              </a:rPr>
              <a:t>1.  Charge and Charge Density</a:t>
            </a:r>
          </a:p>
        </p:txBody>
      </p:sp>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56577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8021638" y="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up)">
                                      <p:cBhvr>
                                        <p:cTn id="7" dur="1000"/>
                                        <p:tgtEl>
                                          <p:spTgt spid="157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7699">
                                            <p:txEl>
                                              <p:pRg st="1" end="1"/>
                                            </p:txEl>
                                          </p:spTgt>
                                        </p:tgtEl>
                                        <p:attrNameLst>
                                          <p:attrName>style.visibility</p:attrName>
                                        </p:attrNameLst>
                                      </p:cBhvr>
                                      <p:to>
                                        <p:strVal val="visible"/>
                                      </p:to>
                                    </p:set>
                                    <p:animEffect transition="in" filter="wipe(up)">
                                      <p:cBhvr>
                                        <p:cTn id="12" dur="1000"/>
                                        <p:tgtEl>
                                          <p:spTgt spid="157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7699">
                                            <p:txEl>
                                              <p:pRg st="2" end="2"/>
                                            </p:txEl>
                                          </p:spTgt>
                                        </p:tgtEl>
                                        <p:attrNameLst>
                                          <p:attrName>style.visibility</p:attrName>
                                        </p:attrNameLst>
                                      </p:cBhvr>
                                      <p:to>
                                        <p:strVal val="visible"/>
                                      </p:to>
                                    </p:set>
                                    <p:animEffect transition="in" filter="wipe(up)">
                                      <p:cBhvr>
                                        <p:cTn id="17" dur="1000"/>
                                        <p:tgtEl>
                                          <p:spTgt spid="157699">
                                            <p:txEl>
                                              <p:pRg st="2" end="2"/>
                                            </p:txEl>
                                          </p:spTgt>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157699">
                                            <p:txEl>
                                              <p:pRg st="3" end="3"/>
                                            </p:txEl>
                                          </p:spTgt>
                                        </p:tgtEl>
                                        <p:attrNameLst>
                                          <p:attrName>style.visibility</p:attrName>
                                        </p:attrNameLst>
                                      </p:cBhvr>
                                      <p:to>
                                        <p:strVal val="visible"/>
                                      </p:to>
                                    </p:set>
                                    <p:animEffect transition="in" filter="wipe(up)">
                                      <p:cBhvr>
                                        <p:cTn id="21" dur="1000"/>
                                        <p:tgtEl>
                                          <p:spTgt spid="157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5</a:t>
            </a:fld>
            <a:endParaRPr lang="en-US" altLang="zh-CN" sz="1400" dirty="0"/>
          </a:p>
        </p:txBody>
      </p:sp>
      <p:sp>
        <p:nvSpPr>
          <p:cNvPr id="414727" name="Text Box 7"/>
          <p:cNvSpPr txBox="1"/>
          <p:nvPr/>
        </p:nvSpPr>
        <p:spPr>
          <a:xfrm>
            <a:off x="322263" y="1628775"/>
            <a:ext cx="8137525" cy="6477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2400" b="1" dirty="0">
                <a:solidFill>
                  <a:srgbClr val="0000CC"/>
                </a:solidFill>
                <a:latin typeface="Times New Roman" panose="02020603050405020304" pitchFamily="18" charset="0"/>
                <a:ea typeface="楷体_GB2312" pitchFamily="49" charset="-122"/>
              </a:rPr>
              <a:t>(1). </a:t>
            </a:r>
            <a:r>
              <a:rPr lang="en-US" altLang="zh-CN" sz="2400" b="1" dirty="0">
                <a:solidFill>
                  <a:srgbClr val="0000CC"/>
                </a:solidFill>
                <a:latin typeface="Times New Roman" panose="02020603050405020304" pitchFamily="18" charset="0"/>
              </a:rPr>
              <a:t>Volume Charge Density</a:t>
            </a:r>
          </a:p>
        </p:txBody>
      </p:sp>
      <p:graphicFrame>
        <p:nvGraphicFramePr>
          <p:cNvPr id="158724" name="Object 8"/>
          <p:cNvGraphicFramePr>
            <a:graphicFrameLocks noChangeAspect="1"/>
          </p:cNvGraphicFramePr>
          <p:nvPr/>
        </p:nvGraphicFramePr>
        <p:xfrm>
          <a:off x="762000" y="2200275"/>
          <a:ext cx="4886325" cy="1190625"/>
        </p:xfrm>
        <a:graphic>
          <a:graphicData uri="http://schemas.openxmlformats.org/presentationml/2006/ole">
            <mc:AlternateContent xmlns:mc="http://schemas.openxmlformats.org/markup-compatibility/2006">
              <mc:Choice xmlns:v="urn:schemas-microsoft-com:vml" Requires="v">
                <p:oleObj r:id="rId2" imgW="1516380" imgH="347345" progId="Equation.DSMT4">
                  <p:embed/>
                </p:oleObj>
              </mc:Choice>
              <mc:Fallback>
                <p:oleObj r:id="rId2" imgW="1516380" imgH="347345" progId="Equation.DSMT4">
                  <p:embed/>
                  <p:pic>
                    <p:nvPicPr>
                      <p:cNvPr id="158724" name="Object 8"/>
                      <p:cNvPicPr/>
                      <p:nvPr/>
                    </p:nvPicPr>
                    <p:blipFill>
                      <a:blip r:embed="rId3">
                        <a:clrChange>
                          <a:clrFrom>
                            <a:srgbClr val="000000"/>
                          </a:clrFrom>
                          <a:clrTo>
                            <a:srgbClr val="000000"/>
                          </a:clrTo>
                        </a:clrChange>
                      </a:blip>
                      <a:stretch>
                        <a:fillRect/>
                      </a:stretch>
                    </p:blipFill>
                    <p:spPr>
                      <a:xfrm>
                        <a:off x="762000" y="2200275"/>
                        <a:ext cx="4886325" cy="1190625"/>
                      </a:xfrm>
                      <a:prstGeom prst="rect">
                        <a:avLst/>
                      </a:prstGeom>
                      <a:noFill/>
                      <a:ln w="38100">
                        <a:noFill/>
                        <a:miter/>
                      </a:ln>
                    </p:spPr>
                  </p:pic>
                </p:oleObj>
              </mc:Fallback>
            </mc:AlternateContent>
          </a:graphicData>
        </a:graphic>
      </p:graphicFrame>
      <p:graphicFrame>
        <p:nvGraphicFramePr>
          <p:cNvPr id="158725" name="Object 11"/>
          <p:cNvGraphicFramePr>
            <a:graphicFrameLocks noChangeAspect="1"/>
          </p:cNvGraphicFramePr>
          <p:nvPr/>
        </p:nvGraphicFramePr>
        <p:xfrm>
          <a:off x="1403350" y="5207000"/>
          <a:ext cx="2578100" cy="908050"/>
        </p:xfrm>
        <a:graphic>
          <a:graphicData uri="http://schemas.openxmlformats.org/presentationml/2006/ole">
            <mc:AlternateContent xmlns:mc="http://schemas.openxmlformats.org/markup-compatibility/2006">
              <mc:Choice xmlns:v="urn:schemas-microsoft-com:vml" Requires="v">
                <p:oleObj r:id="rId4" imgW="833120" imgH="277495" progId="Equation.DSMT4">
                  <p:embed/>
                </p:oleObj>
              </mc:Choice>
              <mc:Fallback>
                <p:oleObj r:id="rId4" imgW="833120" imgH="277495" progId="Equation.DSMT4">
                  <p:embed/>
                  <p:pic>
                    <p:nvPicPr>
                      <p:cNvPr id="158725" name="Object 11"/>
                      <p:cNvPicPr/>
                      <p:nvPr/>
                    </p:nvPicPr>
                    <p:blipFill>
                      <a:blip r:embed="rId5">
                        <a:clrChange>
                          <a:clrFrom>
                            <a:srgbClr val="000000"/>
                          </a:clrFrom>
                          <a:clrTo>
                            <a:srgbClr val="000000"/>
                          </a:clrTo>
                        </a:clrChange>
                      </a:blip>
                      <a:stretch>
                        <a:fillRect/>
                      </a:stretch>
                    </p:blipFill>
                    <p:spPr>
                      <a:xfrm>
                        <a:off x="1403350" y="5207000"/>
                        <a:ext cx="2578100" cy="908050"/>
                      </a:xfrm>
                      <a:prstGeom prst="rect">
                        <a:avLst/>
                      </a:prstGeom>
                      <a:noFill/>
                      <a:ln w="38100">
                        <a:noFill/>
                        <a:miter/>
                      </a:ln>
                    </p:spPr>
                  </p:pic>
                </p:oleObj>
              </mc:Fallback>
            </mc:AlternateContent>
          </a:graphicData>
        </a:graphic>
      </p:graphicFrame>
      <p:sp>
        <p:nvSpPr>
          <p:cNvPr id="414736" name="Text Box 16"/>
          <p:cNvSpPr txBox="1"/>
          <p:nvPr/>
        </p:nvSpPr>
        <p:spPr>
          <a:xfrm>
            <a:off x="900113" y="3429000"/>
            <a:ext cx="2162175" cy="576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Unit</a:t>
            </a:r>
            <a:r>
              <a:rPr lang="zh-CN" altLang="en-US" sz="2400" b="1" dirty="0">
                <a:solidFill>
                  <a:srgbClr val="000000"/>
                </a:solidFill>
                <a:latin typeface="Times New Roman" panose="02020603050405020304" pitchFamily="18" charset="0"/>
                <a:ea typeface="楷体_GB2312" pitchFamily="49" charset="-122"/>
              </a:rPr>
              <a:t>：</a:t>
            </a:r>
            <a:r>
              <a:rPr lang="en-US" altLang="zh-CN" sz="2400" dirty="0">
                <a:solidFill>
                  <a:srgbClr val="000000"/>
                </a:solidFill>
                <a:latin typeface="Times New Roman" panose="02020603050405020304" pitchFamily="18" charset="0"/>
                <a:ea typeface="幼圆" panose="02010509060101010101" pitchFamily="49" charset="-122"/>
              </a:rPr>
              <a:t>C/m</a:t>
            </a:r>
            <a:r>
              <a:rPr lang="en-US" altLang="zh-CN" sz="2400" b="1" baseline="30000" dirty="0">
                <a:solidFill>
                  <a:srgbClr val="000000"/>
                </a:solidFill>
                <a:latin typeface="Times New Roman" panose="02020603050405020304" pitchFamily="18" charset="0"/>
                <a:ea typeface="幼圆" panose="02010509060101010101" pitchFamily="49" charset="-122"/>
              </a:rPr>
              <a:t>3</a:t>
            </a:r>
            <a:r>
              <a:rPr lang="en-US" altLang="zh-CN" sz="2400" b="1" dirty="0">
                <a:solidFill>
                  <a:srgbClr val="000000"/>
                </a:solidFill>
                <a:latin typeface="Times New Roman" panose="02020603050405020304" pitchFamily="18" charset="0"/>
                <a:ea typeface="楷体_GB2312" pitchFamily="49" charset="-122"/>
              </a:rPr>
              <a:t> </a:t>
            </a:r>
            <a:endParaRPr lang="en-US" altLang="zh-CN" sz="2400" b="1" dirty="0">
              <a:solidFill>
                <a:srgbClr val="000000"/>
              </a:solidFill>
              <a:latin typeface="Times New Roman" panose="02020603050405020304" pitchFamily="18" charset="0"/>
              <a:ea typeface="幼圆" panose="02010509060101010101" pitchFamily="49" charset="-122"/>
            </a:endParaRPr>
          </a:p>
        </p:txBody>
      </p:sp>
      <p:sp>
        <p:nvSpPr>
          <p:cNvPr id="414737" name="Text Box 17"/>
          <p:cNvSpPr txBox="1"/>
          <p:nvPr/>
        </p:nvSpPr>
        <p:spPr>
          <a:xfrm>
            <a:off x="468313" y="4149725"/>
            <a:ext cx="5111750" cy="11525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Relation between total charge </a:t>
            </a:r>
            <a:r>
              <a:rPr lang="en-US" altLang="zh-CN" sz="2400" b="1" i="1" dirty="0">
                <a:solidFill>
                  <a:srgbClr val="000000"/>
                </a:solidFill>
                <a:latin typeface="Times New Roman" panose="02020603050405020304" pitchFamily="18" charset="0"/>
                <a:ea typeface="楷体_GB2312" pitchFamily="49" charset="-122"/>
              </a:rPr>
              <a:t>q </a:t>
            </a:r>
            <a:r>
              <a:rPr lang="en-US" altLang="zh-CN" sz="2400" b="1" dirty="0">
                <a:solidFill>
                  <a:srgbClr val="000000"/>
                </a:solidFill>
                <a:latin typeface="Times New Roman" panose="02020603050405020304" pitchFamily="18" charset="0"/>
                <a:ea typeface="楷体_GB2312" pitchFamily="49" charset="-122"/>
              </a:rPr>
              <a:t>and density</a:t>
            </a:r>
            <a:r>
              <a:rPr lang="zh-CN" altLang="en-US" sz="2400" b="1" dirty="0">
                <a:solidFill>
                  <a:srgbClr val="000000"/>
                </a:solidFill>
                <a:latin typeface="Times New Roman" panose="02020603050405020304" pitchFamily="18" charset="0"/>
                <a:ea typeface="楷体_GB2312" pitchFamily="49" charset="-122"/>
              </a:rPr>
              <a:t>：</a:t>
            </a:r>
            <a:r>
              <a:rPr lang="zh-CN" altLang="en-US" sz="2400" b="1" dirty="0">
                <a:solidFill>
                  <a:schemeClr val="bg1"/>
                </a:solidFill>
                <a:latin typeface="楷体_GB2312" pitchFamily="49" charset="-122"/>
                <a:ea typeface="楷体_GB2312" pitchFamily="49" charset="-122"/>
              </a:rPr>
              <a:t>  </a:t>
            </a:r>
          </a:p>
        </p:txBody>
      </p:sp>
      <p:sp>
        <p:nvSpPr>
          <p:cNvPr id="414750" name="Text Box 30"/>
          <p:cNvSpPr txBox="1"/>
          <p:nvPr/>
        </p:nvSpPr>
        <p:spPr>
          <a:xfrm>
            <a:off x="144463" y="476250"/>
            <a:ext cx="8964612" cy="1038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latinLnBrk="1" hangingPunct="1">
              <a:lnSpc>
                <a:spcPct val="140000"/>
              </a:lnSpc>
              <a:buClrTx/>
              <a:buSzTx/>
              <a:buFontTx/>
              <a:buNone/>
            </a:pPr>
            <a:r>
              <a:rPr lang="en-US" altLang="zh-CN" sz="2400" b="1" dirty="0">
                <a:solidFill>
                  <a:srgbClr val="0000CC"/>
                </a:solidFill>
                <a:ea typeface="黑体" panose="02010609060101010101" pitchFamily="2" charset="-122"/>
              </a:rPr>
              <a:t>2. Form of the existed Charge</a:t>
            </a:r>
            <a:r>
              <a:rPr lang="zh-CN" altLang="en-US" sz="2400" b="1" dirty="0">
                <a:solidFill>
                  <a:srgbClr val="0000CC"/>
                </a:solidFill>
                <a:ea typeface="黑体" panose="02010609060101010101" pitchFamily="2" charset="-122"/>
              </a:rPr>
              <a:t>（</a:t>
            </a:r>
            <a:r>
              <a:rPr lang="en-US" altLang="zh-CN" sz="2400" b="1" dirty="0">
                <a:solidFill>
                  <a:srgbClr val="0000CC"/>
                </a:solidFill>
                <a:ea typeface="黑体" panose="02010609060101010101" pitchFamily="2" charset="-122"/>
              </a:rPr>
              <a:t>Four</a:t>
            </a:r>
            <a:r>
              <a:rPr lang="zh-CN" altLang="en-US" sz="2400" b="1" dirty="0">
                <a:solidFill>
                  <a:srgbClr val="0000CC"/>
                </a:solidFill>
                <a:ea typeface="黑体" panose="02010609060101010101" pitchFamily="2" charset="-122"/>
              </a:rPr>
              <a:t>）：</a:t>
            </a:r>
          </a:p>
          <a:p>
            <a:pPr marL="0" lvl="0" indent="0" algn="just" eaLnBrk="1" latinLnBrk="1" hangingPunct="1">
              <a:lnSpc>
                <a:spcPct val="130000"/>
              </a:lnSpc>
              <a:spcBef>
                <a:spcPct val="0"/>
              </a:spcBef>
              <a:buClrTx/>
              <a:buSzTx/>
              <a:buFontTx/>
              <a:buNone/>
            </a:pPr>
            <a:r>
              <a:rPr lang="en-US" altLang="zh-CN" sz="2200" b="1" dirty="0">
                <a:solidFill>
                  <a:srgbClr val="FF0000"/>
                </a:solidFill>
                <a:latin typeface="Times New Roman" panose="02020603050405020304" pitchFamily="18" charset="0"/>
                <a:ea typeface="黑体" panose="02010609060101010101" pitchFamily="2" charset="-122"/>
              </a:rPr>
              <a:t>Volume Charge</a:t>
            </a:r>
            <a:r>
              <a:rPr lang="zh-CN" altLang="en-US" sz="2200" b="1" dirty="0">
                <a:solidFill>
                  <a:srgbClr val="FF0000"/>
                </a:solidFill>
                <a:latin typeface="Times New Roman" panose="02020603050405020304" pitchFamily="18" charset="0"/>
                <a:ea typeface="黑体" panose="02010609060101010101" pitchFamily="2" charset="-122"/>
                <a:sym typeface="Symbol" panose="05050102010706020507" pitchFamily="18" charset="2"/>
              </a:rPr>
              <a:t>、</a:t>
            </a:r>
            <a:r>
              <a:rPr lang="en-US" altLang="zh-CN" sz="2200" b="1" dirty="0">
                <a:solidFill>
                  <a:srgbClr val="FF0000"/>
                </a:solidFill>
                <a:latin typeface="Times New Roman" panose="02020603050405020304" pitchFamily="18" charset="0"/>
                <a:ea typeface="黑体" panose="02010609060101010101" pitchFamily="2" charset="-122"/>
                <a:sym typeface="Symbol" panose="05050102010706020507" pitchFamily="18" charset="2"/>
              </a:rPr>
              <a:t>Surface Charge</a:t>
            </a:r>
            <a:r>
              <a:rPr lang="zh-CN" altLang="en-US" sz="2200" b="1" dirty="0">
                <a:solidFill>
                  <a:srgbClr val="FF0000"/>
                </a:solidFill>
                <a:latin typeface="Times New Roman" panose="02020603050405020304" pitchFamily="18" charset="0"/>
                <a:ea typeface="黑体" panose="02010609060101010101" pitchFamily="2" charset="-122"/>
              </a:rPr>
              <a:t>、</a:t>
            </a:r>
            <a:r>
              <a:rPr lang="en-US" altLang="zh-CN" sz="2200" b="1" dirty="0">
                <a:solidFill>
                  <a:srgbClr val="FF0000"/>
                </a:solidFill>
                <a:latin typeface="Times New Roman" panose="02020603050405020304" pitchFamily="18" charset="0"/>
                <a:ea typeface="黑体" panose="02010609060101010101" pitchFamily="2" charset="-122"/>
              </a:rPr>
              <a:t>Line Charge</a:t>
            </a:r>
            <a:r>
              <a:rPr lang="zh-CN" altLang="en-US" sz="2200" b="1" dirty="0">
                <a:solidFill>
                  <a:srgbClr val="FF0000"/>
                </a:solidFill>
                <a:latin typeface="Times New Roman" panose="02020603050405020304" pitchFamily="18" charset="0"/>
                <a:ea typeface="黑体" panose="02010609060101010101" pitchFamily="2" charset="-122"/>
              </a:rPr>
              <a:t>、</a:t>
            </a:r>
            <a:r>
              <a:rPr lang="en-US" altLang="zh-CN" sz="2200" b="1" dirty="0">
                <a:solidFill>
                  <a:srgbClr val="FF0000"/>
                </a:solidFill>
                <a:latin typeface="Times New Roman" panose="02020603050405020304" pitchFamily="18" charset="0"/>
                <a:ea typeface="黑体" panose="02010609060101010101" pitchFamily="2" charset="-122"/>
              </a:rPr>
              <a:t>Point Charge</a:t>
            </a:r>
            <a:endParaRPr lang="en-US" altLang="zh-CN" sz="1800" b="1" dirty="0">
              <a:solidFill>
                <a:srgbClr val="FF0000"/>
              </a:solidFill>
              <a:latin typeface="Times New Roman" panose="02020603050405020304" pitchFamily="18" charset="0"/>
              <a:ea typeface="黑体" panose="02010609060101010101" pitchFamily="2" charset="-122"/>
            </a:endParaRPr>
          </a:p>
        </p:txBody>
      </p:sp>
      <p:grpSp>
        <p:nvGrpSpPr>
          <p:cNvPr id="2" name="Group 49"/>
          <p:cNvGrpSpPr/>
          <p:nvPr/>
        </p:nvGrpSpPr>
        <p:grpSpPr>
          <a:xfrm>
            <a:off x="5868988" y="3429000"/>
            <a:ext cx="3024187" cy="2520950"/>
            <a:chOff x="3606" y="2160"/>
            <a:chExt cx="1905" cy="1588"/>
          </a:xfrm>
        </p:grpSpPr>
        <p:sp>
          <p:nvSpPr>
            <p:cNvPr id="9226" name="Rectangle 32"/>
            <p:cNvSpPr/>
            <p:nvPr/>
          </p:nvSpPr>
          <p:spPr>
            <a:xfrm>
              <a:off x="3606" y="2160"/>
              <a:ext cx="1905" cy="1588"/>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9227" name="Line 33"/>
            <p:cNvSpPr/>
            <p:nvPr/>
          </p:nvSpPr>
          <p:spPr>
            <a:xfrm flipV="1">
              <a:off x="4105" y="2296"/>
              <a:ext cx="0" cy="907"/>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9228" name="Line 34"/>
            <p:cNvSpPr/>
            <p:nvPr/>
          </p:nvSpPr>
          <p:spPr>
            <a:xfrm flipH="1">
              <a:off x="3742" y="3203"/>
              <a:ext cx="363" cy="363"/>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9229" name="Freeform 36"/>
            <p:cNvSpPr/>
            <p:nvPr/>
          </p:nvSpPr>
          <p:spPr>
            <a:xfrm rot="3110013" flipH="1">
              <a:off x="3995" y="2310"/>
              <a:ext cx="1089" cy="869"/>
            </a:xfrm>
            <a:custGeom>
              <a:avLst/>
              <a:gdLst>
                <a:gd name="txL" fmla="*/ 0 w 992"/>
                <a:gd name="txT" fmla="*/ 0 h 869"/>
                <a:gd name="txR" fmla="*/ 992 w 992"/>
                <a:gd name="txB" fmla="*/ 869 h 869"/>
              </a:gdLst>
              <a:ahLst/>
              <a:cxnLst>
                <a:cxn ang="0">
                  <a:pos x="552" y="580"/>
                </a:cxn>
                <a:cxn ang="0">
                  <a:pos x="29" y="370"/>
                </a:cxn>
                <a:cxn ang="0">
                  <a:pos x="370" y="98"/>
                </a:cxn>
                <a:cxn ang="0">
                  <a:pos x="1539" y="7"/>
                </a:cxn>
                <a:cxn ang="0">
                  <a:pos x="2883" y="143"/>
                </a:cxn>
                <a:cxn ang="0">
                  <a:pos x="3545" y="324"/>
                </a:cxn>
                <a:cxn ang="0">
                  <a:pos x="3382" y="687"/>
                </a:cxn>
                <a:cxn ang="0">
                  <a:pos x="1873" y="869"/>
                </a:cxn>
                <a:cxn ang="0">
                  <a:pos x="865" y="687"/>
                </a:cxn>
                <a:cxn ang="0">
                  <a:pos x="341" y="524"/>
                </a:cxn>
              </a:cxnLst>
              <a:rect l="txL" t="txT" r="txR" b="txB"/>
              <a:pathLst>
                <a:path w="992" h="869">
                  <a:moveTo>
                    <a:pt x="149" y="580"/>
                  </a:moveTo>
                  <a:cubicBezTo>
                    <a:pt x="126" y="546"/>
                    <a:pt x="16" y="450"/>
                    <a:pt x="8" y="370"/>
                  </a:cubicBezTo>
                  <a:cubicBezTo>
                    <a:pt x="0" y="290"/>
                    <a:pt x="31" y="158"/>
                    <a:pt x="99" y="98"/>
                  </a:cubicBezTo>
                  <a:cubicBezTo>
                    <a:pt x="167" y="38"/>
                    <a:pt x="304" y="0"/>
                    <a:pt x="417" y="7"/>
                  </a:cubicBezTo>
                  <a:cubicBezTo>
                    <a:pt x="530" y="14"/>
                    <a:pt x="689" y="90"/>
                    <a:pt x="780" y="143"/>
                  </a:cubicBezTo>
                  <a:cubicBezTo>
                    <a:pt x="871" y="196"/>
                    <a:pt x="938" y="233"/>
                    <a:pt x="961" y="324"/>
                  </a:cubicBezTo>
                  <a:cubicBezTo>
                    <a:pt x="984" y="415"/>
                    <a:pt x="992" y="596"/>
                    <a:pt x="916" y="687"/>
                  </a:cubicBezTo>
                  <a:cubicBezTo>
                    <a:pt x="840" y="778"/>
                    <a:pt x="620" y="869"/>
                    <a:pt x="507" y="869"/>
                  </a:cubicBezTo>
                  <a:cubicBezTo>
                    <a:pt x="394" y="869"/>
                    <a:pt x="304" y="744"/>
                    <a:pt x="235" y="687"/>
                  </a:cubicBezTo>
                  <a:cubicBezTo>
                    <a:pt x="166" y="630"/>
                    <a:pt x="123" y="558"/>
                    <a:pt x="93" y="524"/>
                  </a:cubicBezTo>
                </a:path>
              </a:pathLst>
            </a:custGeom>
            <a:gradFill rotWithShape="1">
              <a:gsLst>
                <a:gs pos="0">
                  <a:srgbClr val="646464">
                    <a:alpha val="100000"/>
                  </a:srgbClr>
                </a:gs>
                <a:gs pos="100000">
                  <a:srgbClr val="979797">
                    <a:alpha val="100000"/>
                  </a:srgbClr>
                </a:gs>
              </a:gsLst>
              <a:lin ang="18900000" scaled="1"/>
              <a:tileRect/>
            </a:gradFill>
            <a:ln w="9525" cap="flat" cmpd="sng">
              <a:prstDash val="solid"/>
              <a:headEnd type="none" w="med" len="med"/>
              <a:tailEnd type="none" w="med" len="med"/>
            </a:ln>
            <a:scene3d>
              <a:camera prst="legacyPerspectiveTopRight">
                <a:rot lat="21000000" lon="0" rev="0"/>
              </a:camera>
              <a:lightRig rig="legacyFlat4" dir="t"/>
            </a:scene3d>
            <a:sp3d extrusionH="2513000" prstMaterial="legacyMatte">
              <a:bevelT w="13500" h="13500" prst="angle"/>
              <a:bevelB w="13500" h="13500" prst="angle"/>
              <a:extrusionClr>
                <a:srgbClr val="979797"/>
              </a:extrusionClr>
            </a:sp3d>
          </p:spPr>
          <p:txBody>
            <a:bodyPr/>
            <a:lstStyle/>
            <a:p>
              <a:endParaRPr lang="zh-CN" altLang="en-US"/>
            </a:p>
          </p:txBody>
        </p:sp>
        <p:sp>
          <p:nvSpPr>
            <p:cNvPr id="9230" name="Rectangle 37"/>
            <p:cNvSpPr/>
            <p:nvPr/>
          </p:nvSpPr>
          <p:spPr>
            <a:xfrm rot="-152475">
              <a:off x="4356" y="2568"/>
              <a:ext cx="182" cy="182"/>
            </a:xfrm>
            <a:prstGeom prst="rect">
              <a:avLst/>
            </a:prstGeom>
            <a:noFill/>
            <a:ln w="9525" cap="flat" cmpd="sng">
              <a:solidFill>
                <a:srgbClr val="383838"/>
              </a:solidFill>
              <a:prstDash val="solid"/>
              <a:miter/>
              <a:headEnd type="none" w="med" len="med"/>
              <a:tailEnd type="none" w="med" len="med"/>
            </a:ln>
            <a:scene3d>
              <a:camera prst="legacyObliqueTopRight">
                <a:rot lat="21300000" lon="300000" rev="0"/>
              </a:camera>
              <a:lightRig rig="legacyFlat3" dir="b"/>
            </a:scene3d>
            <a:sp3d extrusionH="354000" prstMaterial="legacyWireframe">
              <a:bevelT w="13500" h="13500" prst="angle"/>
              <a:bevelB w="13500" h="13500" prst="angle"/>
              <a:extrusionClr>
                <a:srgbClr val="383838"/>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9231" name="Line 38"/>
            <p:cNvSpPr/>
            <p:nvPr/>
          </p:nvSpPr>
          <p:spPr>
            <a:xfrm rot="5400000" flipV="1">
              <a:off x="4672" y="2636"/>
              <a:ext cx="0" cy="1134"/>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9232" name="Line 39"/>
            <p:cNvSpPr/>
            <p:nvPr/>
          </p:nvSpPr>
          <p:spPr>
            <a:xfrm flipV="1">
              <a:off x="4105" y="2614"/>
              <a:ext cx="408" cy="58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graphicFrame>
          <p:nvGraphicFramePr>
            <p:cNvPr id="9233" name="Object 40"/>
            <p:cNvGraphicFramePr>
              <a:graphicFrameLocks noChangeAspect="1"/>
            </p:cNvGraphicFramePr>
            <p:nvPr/>
          </p:nvGraphicFramePr>
          <p:xfrm>
            <a:off x="4377" y="2296"/>
            <a:ext cx="273" cy="242"/>
          </p:xfrm>
          <a:graphic>
            <a:graphicData uri="http://schemas.openxmlformats.org/presentationml/2006/ole">
              <mc:AlternateContent xmlns:mc="http://schemas.openxmlformats.org/markup-compatibility/2006">
                <mc:Choice xmlns:v="urn:schemas-microsoft-com:vml" Requires="v">
                  <p:oleObj r:id="rId6" imgW="92710" imgH="74930" progId="Equation.DSMT4">
                    <p:embed/>
                  </p:oleObj>
                </mc:Choice>
                <mc:Fallback>
                  <p:oleObj r:id="rId6" imgW="92710" imgH="74930" progId="Equation.DSMT4">
                    <p:embed/>
                    <p:pic>
                      <p:nvPicPr>
                        <p:cNvPr id="9233" name="Object 40"/>
                        <p:cNvPicPr/>
                        <p:nvPr/>
                      </p:nvPicPr>
                      <p:blipFill>
                        <a:blip r:embed="rId7">
                          <a:clrChange>
                            <a:clrFrom>
                              <a:srgbClr val="000000"/>
                            </a:clrFrom>
                            <a:clrTo>
                              <a:srgbClr val="007A77"/>
                            </a:clrTo>
                          </a:clrChange>
                        </a:blip>
                        <a:stretch>
                          <a:fillRect/>
                        </a:stretch>
                      </p:blipFill>
                      <p:spPr>
                        <a:xfrm>
                          <a:off x="4377" y="2296"/>
                          <a:ext cx="273" cy="242"/>
                        </a:xfrm>
                        <a:prstGeom prst="rect">
                          <a:avLst/>
                        </a:prstGeom>
                        <a:noFill/>
                        <a:ln w="38100">
                          <a:noFill/>
                          <a:miter/>
                        </a:ln>
                      </p:spPr>
                    </p:pic>
                  </p:oleObj>
                </mc:Fallback>
              </mc:AlternateContent>
            </a:graphicData>
          </a:graphic>
        </p:graphicFrame>
        <p:graphicFrame>
          <p:nvGraphicFramePr>
            <p:cNvPr id="9234" name="Object 41"/>
            <p:cNvGraphicFramePr>
              <a:graphicFrameLocks noChangeAspect="1"/>
            </p:cNvGraphicFramePr>
            <p:nvPr/>
          </p:nvGraphicFramePr>
          <p:xfrm>
            <a:off x="4876" y="2811"/>
            <a:ext cx="194" cy="211"/>
          </p:xfrm>
          <a:graphic>
            <a:graphicData uri="http://schemas.openxmlformats.org/presentationml/2006/ole">
              <mc:AlternateContent xmlns:mc="http://schemas.openxmlformats.org/markup-compatibility/2006">
                <mc:Choice xmlns:v="urn:schemas-microsoft-com:vml" Requires="v">
                  <p:oleObj r:id="rId8" imgW="29210" imgH="57785" progId="Equation.DSMT4">
                    <p:embed/>
                  </p:oleObj>
                </mc:Choice>
                <mc:Fallback>
                  <p:oleObj r:id="rId8" imgW="29210" imgH="57785" progId="Equation.DSMT4">
                    <p:embed/>
                    <p:pic>
                      <p:nvPicPr>
                        <p:cNvPr id="9234" name="Object 41"/>
                        <p:cNvPicPr/>
                        <p:nvPr/>
                      </p:nvPicPr>
                      <p:blipFill>
                        <a:blip r:embed="rId9">
                          <a:clrChange>
                            <a:clrFrom>
                              <a:srgbClr val="000000"/>
                            </a:clrFrom>
                            <a:clrTo>
                              <a:srgbClr val="007A77"/>
                            </a:clrTo>
                          </a:clrChange>
                        </a:blip>
                        <a:stretch>
                          <a:fillRect/>
                        </a:stretch>
                      </p:blipFill>
                      <p:spPr>
                        <a:xfrm>
                          <a:off x="4876" y="2811"/>
                          <a:ext cx="194" cy="211"/>
                        </a:xfrm>
                        <a:prstGeom prst="rect">
                          <a:avLst/>
                        </a:prstGeom>
                        <a:noFill/>
                        <a:ln w="38100">
                          <a:noFill/>
                          <a:miter/>
                        </a:ln>
                      </p:spPr>
                    </p:pic>
                  </p:oleObj>
                </mc:Fallback>
              </mc:AlternateContent>
            </a:graphicData>
          </a:graphic>
        </p:graphicFrame>
        <p:graphicFrame>
          <p:nvGraphicFramePr>
            <p:cNvPr id="9235" name="Object 42"/>
            <p:cNvGraphicFramePr>
              <a:graphicFrameLocks noChangeAspect="1"/>
            </p:cNvGraphicFramePr>
            <p:nvPr/>
          </p:nvGraphicFramePr>
          <p:xfrm>
            <a:off x="5239" y="3158"/>
            <a:ext cx="177" cy="196"/>
          </p:xfrm>
          <a:graphic>
            <a:graphicData uri="http://schemas.openxmlformats.org/presentationml/2006/ole">
              <mc:AlternateContent xmlns:mc="http://schemas.openxmlformats.org/markup-compatibility/2006">
                <mc:Choice xmlns:v="urn:schemas-microsoft-com:vml" Requires="v">
                  <p:oleObj r:id="rId10" imgW="22860" imgH="40640" progId="Equation.DSMT4">
                    <p:embed/>
                  </p:oleObj>
                </mc:Choice>
                <mc:Fallback>
                  <p:oleObj r:id="rId10" imgW="22860" imgH="40640" progId="Equation.DSMT4">
                    <p:embed/>
                    <p:pic>
                      <p:nvPicPr>
                        <p:cNvPr id="9235" name="Object 42"/>
                        <p:cNvPicPr/>
                        <p:nvPr/>
                      </p:nvPicPr>
                      <p:blipFill>
                        <a:blip r:embed="rId11">
                          <a:clrChange>
                            <a:clrFrom>
                              <a:srgbClr val="000000"/>
                            </a:clrFrom>
                            <a:clrTo>
                              <a:srgbClr val="007A77"/>
                            </a:clrTo>
                          </a:clrChange>
                        </a:blip>
                        <a:stretch>
                          <a:fillRect/>
                        </a:stretch>
                      </p:blipFill>
                      <p:spPr>
                        <a:xfrm>
                          <a:off x="5239" y="3158"/>
                          <a:ext cx="177" cy="196"/>
                        </a:xfrm>
                        <a:prstGeom prst="rect">
                          <a:avLst/>
                        </a:prstGeom>
                        <a:noFill/>
                        <a:ln w="38100">
                          <a:noFill/>
                          <a:miter/>
                        </a:ln>
                      </p:spPr>
                    </p:pic>
                  </p:oleObj>
                </mc:Fallback>
              </mc:AlternateContent>
            </a:graphicData>
          </a:graphic>
        </p:graphicFrame>
        <p:graphicFrame>
          <p:nvGraphicFramePr>
            <p:cNvPr id="9236" name="Object 43"/>
            <p:cNvGraphicFramePr>
              <a:graphicFrameLocks noChangeAspect="1"/>
            </p:cNvGraphicFramePr>
            <p:nvPr/>
          </p:nvGraphicFramePr>
          <p:xfrm>
            <a:off x="3742" y="3521"/>
            <a:ext cx="161" cy="165"/>
          </p:xfrm>
          <a:graphic>
            <a:graphicData uri="http://schemas.openxmlformats.org/presentationml/2006/ole">
              <mc:AlternateContent xmlns:mc="http://schemas.openxmlformats.org/markup-compatibility/2006">
                <mc:Choice xmlns:v="urn:schemas-microsoft-com:vml" Requires="v">
                  <p:oleObj r:id="rId12" imgW="5715" imgH="5715" progId="Equation.DSMT4">
                    <p:embed/>
                  </p:oleObj>
                </mc:Choice>
                <mc:Fallback>
                  <p:oleObj r:id="rId12" imgW="5715" imgH="5715" progId="Equation.DSMT4">
                    <p:embed/>
                    <p:pic>
                      <p:nvPicPr>
                        <p:cNvPr id="9236" name="Object 43"/>
                        <p:cNvPicPr/>
                        <p:nvPr/>
                      </p:nvPicPr>
                      <p:blipFill>
                        <a:blip r:embed="rId13">
                          <a:clrChange>
                            <a:clrFrom>
                              <a:srgbClr val="000000"/>
                            </a:clrFrom>
                            <a:clrTo>
                              <a:srgbClr val="007A77"/>
                            </a:clrTo>
                          </a:clrChange>
                        </a:blip>
                        <a:stretch>
                          <a:fillRect/>
                        </a:stretch>
                      </p:blipFill>
                      <p:spPr>
                        <a:xfrm>
                          <a:off x="3742" y="3521"/>
                          <a:ext cx="161" cy="165"/>
                        </a:xfrm>
                        <a:prstGeom prst="rect">
                          <a:avLst/>
                        </a:prstGeom>
                        <a:noFill/>
                        <a:ln w="38100">
                          <a:noFill/>
                          <a:miter/>
                        </a:ln>
                      </p:spPr>
                    </p:pic>
                  </p:oleObj>
                </mc:Fallback>
              </mc:AlternateContent>
            </a:graphicData>
          </a:graphic>
        </p:graphicFrame>
        <p:graphicFrame>
          <p:nvGraphicFramePr>
            <p:cNvPr id="9237" name="Object 44"/>
            <p:cNvGraphicFramePr>
              <a:graphicFrameLocks noChangeAspect="1"/>
            </p:cNvGraphicFramePr>
            <p:nvPr/>
          </p:nvGraphicFramePr>
          <p:xfrm>
            <a:off x="3923" y="2205"/>
            <a:ext cx="227" cy="211"/>
          </p:xfrm>
          <a:graphic>
            <a:graphicData uri="http://schemas.openxmlformats.org/presentationml/2006/ole">
              <mc:AlternateContent xmlns:mc="http://schemas.openxmlformats.org/markup-compatibility/2006">
                <mc:Choice xmlns:v="urn:schemas-microsoft-com:vml" Requires="v">
                  <p:oleObj r:id="rId14" imgW="5715" imgH="5715" progId="Equation.DSMT4">
                    <p:embed/>
                  </p:oleObj>
                </mc:Choice>
                <mc:Fallback>
                  <p:oleObj r:id="rId14" imgW="5715" imgH="5715" progId="Equation.DSMT4">
                    <p:embed/>
                    <p:pic>
                      <p:nvPicPr>
                        <p:cNvPr id="9237" name="Object 44"/>
                        <p:cNvPicPr/>
                        <p:nvPr/>
                      </p:nvPicPr>
                      <p:blipFill>
                        <a:blip r:embed="rId15">
                          <a:clrChange>
                            <a:clrFrom>
                              <a:srgbClr val="000000"/>
                            </a:clrFrom>
                            <a:clrTo>
                              <a:srgbClr val="007A77"/>
                            </a:clrTo>
                          </a:clrChange>
                        </a:blip>
                        <a:stretch>
                          <a:fillRect/>
                        </a:stretch>
                      </p:blipFill>
                      <p:spPr>
                        <a:xfrm>
                          <a:off x="3923" y="2205"/>
                          <a:ext cx="227" cy="211"/>
                        </a:xfrm>
                        <a:prstGeom prst="rect">
                          <a:avLst/>
                        </a:prstGeom>
                        <a:noFill/>
                        <a:ln w="38100">
                          <a:noFill/>
                          <a:miter/>
                        </a:ln>
                      </p:spPr>
                    </p:pic>
                  </p:oleObj>
                </mc:Fallback>
              </mc:AlternateContent>
            </a:graphicData>
          </a:graphic>
        </p:graphicFrame>
        <p:graphicFrame>
          <p:nvGraphicFramePr>
            <p:cNvPr id="9238" name="Object 45"/>
            <p:cNvGraphicFramePr>
              <a:graphicFrameLocks noChangeAspect="1"/>
            </p:cNvGraphicFramePr>
            <p:nvPr/>
          </p:nvGraphicFramePr>
          <p:xfrm>
            <a:off x="4059" y="3196"/>
            <a:ext cx="161" cy="165"/>
          </p:xfrm>
          <a:graphic>
            <a:graphicData uri="http://schemas.openxmlformats.org/presentationml/2006/ole">
              <mc:AlternateContent xmlns:mc="http://schemas.openxmlformats.org/markup-compatibility/2006">
                <mc:Choice xmlns:v="urn:schemas-microsoft-com:vml" Requires="v">
                  <p:oleObj r:id="rId16" imgW="5715" imgH="5715" progId="Equation.DSMT4">
                    <p:embed/>
                  </p:oleObj>
                </mc:Choice>
                <mc:Fallback>
                  <p:oleObj r:id="rId16" imgW="5715" imgH="5715" progId="Equation.DSMT4">
                    <p:embed/>
                    <p:pic>
                      <p:nvPicPr>
                        <p:cNvPr id="9238" name="Object 45"/>
                        <p:cNvPicPr/>
                        <p:nvPr/>
                      </p:nvPicPr>
                      <p:blipFill>
                        <a:blip r:embed="rId13">
                          <a:clrChange>
                            <a:clrFrom>
                              <a:srgbClr val="000000"/>
                            </a:clrFrom>
                            <a:clrTo>
                              <a:srgbClr val="007A77"/>
                            </a:clrTo>
                          </a:clrChange>
                        </a:blip>
                        <a:stretch>
                          <a:fillRect/>
                        </a:stretch>
                      </p:blipFill>
                      <p:spPr>
                        <a:xfrm>
                          <a:off x="4059" y="3196"/>
                          <a:ext cx="161" cy="165"/>
                        </a:xfrm>
                        <a:prstGeom prst="rect">
                          <a:avLst/>
                        </a:prstGeom>
                        <a:noFill/>
                        <a:ln w="38100">
                          <a:noFill/>
                          <a:miter/>
                        </a:ln>
                      </p:spPr>
                    </p:pic>
                  </p:oleObj>
                </mc:Fallback>
              </mc:AlternateContent>
            </a:graphicData>
          </a:graphic>
        </p:graphicFrame>
        <p:graphicFrame>
          <p:nvGraphicFramePr>
            <p:cNvPr id="9239" name="Object 47"/>
            <p:cNvGraphicFramePr>
              <a:graphicFrameLocks noChangeAspect="1"/>
            </p:cNvGraphicFramePr>
            <p:nvPr/>
          </p:nvGraphicFramePr>
          <p:xfrm>
            <a:off x="4286" y="2871"/>
            <a:ext cx="161" cy="195"/>
          </p:xfrm>
          <a:graphic>
            <a:graphicData uri="http://schemas.openxmlformats.org/presentationml/2006/ole">
              <mc:AlternateContent xmlns:mc="http://schemas.openxmlformats.org/markup-compatibility/2006">
                <mc:Choice xmlns:v="urn:schemas-microsoft-com:vml" Requires="v">
                  <p:oleObj r:id="rId17" imgW="5715" imgH="5715" progId="Equation.DSMT4">
                    <p:embed/>
                  </p:oleObj>
                </mc:Choice>
                <mc:Fallback>
                  <p:oleObj r:id="rId17" imgW="5715" imgH="5715" progId="Equation.DSMT4">
                    <p:embed/>
                    <p:pic>
                      <p:nvPicPr>
                        <p:cNvPr id="9239" name="Object 47"/>
                        <p:cNvPicPr/>
                        <p:nvPr/>
                      </p:nvPicPr>
                      <p:blipFill>
                        <a:blip r:embed="rId18">
                          <a:clrChange>
                            <a:clrFrom>
                              <a:srgbClr val="000000"/>
                            </a:clrFrom>
                            <a:clrTo>
                              <a:srgbClr val="007A77"/>
                            </a:clrTo>
                          </a:clrChange>
                        </a:blip>
                        <a:stretch>
                          <a:fillRect/>
                        </a:stretch>
                      </p:blipFill>
                      <p:spPr>
                        <a:xfrm>
                          <a:off x="4286" y="2871"/>
                          <a:ext cx="161" cy="195"/>
                        </a:xfrm>
                        <a:prstGeom prst="rect">
                          <a:avLst/>
                        </a:prstGeom>
                        <a:noFill/>
                        <a:ln w="38100">
                          <a:noFill/>
                          <a:miter/>
                        </a:ln>
                      </p:spPr>
                    </p:pic>
                  </p:oleObj>
                </mc:Fallback>
              </mc:AlternateContent>
            </a:graphicData>
          </a:graphic>
        </p:graphicFrame>
        <p:graphicFrame>
          <p:nvGraphicFramePr>
            <p:cNvPr id="9240" name="Object 48"/>
            <p:cNvGraphicFramePr>
              <a:graphicFrameLocks noChangeAspect="1"/>
            </p:cNvGraphicFramePr>
            <p:nvPr/>
          </p:nvGraphicFramePr>
          <p:xfrm>
            <a:off x="4604" y="2493"/>
            <a:ext cx="323" cy="211"/>
          </p:xfrm>
          <a:graphic>
            <a:graphicData uri="http://schemas.openxmlformats.org/presentationml/2006/ole">
              <mc:AlternateContent xmlns:mc="http://schemas.openxmlformats.org/markup-compatibility/2006">
                <mc:Choice xmlns:v="urn:schemas-microsoft-com:vml" Requires="v">
                  <p:oleObj r:id="rId19" imgW="127635" imgH="57785" progId="Equation.DSMT4">
                    <p:embed/>
                  </p:oleObj>
                </mc:Choice>
                <mc:Fallback>
                  <p:oleObj r:id="rId19" imgW="127635" imgH="57785" progId="Equation.DSMT4">
                    <p:embed/>
                    <p:pic>
                      <p:nvPicPr>
                        <p:cNvPr id="9240" name="Object 48"/>
                        <p:cNvPicPr/>
                        <p:nvPr/>
                      </p:nvPicPr>
                      <p:blipFill>
                        <a:blip r:embed="rId20">
                          <a:clrChange>
                            <a:clrFrom>
                              <a:srgbClr val="000000"/>
                            </a:clrFrom>
                            <a:clrTo>
                              <a:srgbClr val="007A77"/>
                            </a:clrTo>
                          </a:clrChange>
                        </a:blip>
                        <a:stretch>
                          <a:fillRect/>
                        </a:stretch>
                      </p:blipFill>
                      <p:spPr>
                        <a:xfrm>
                          <a:off x="4604" y="2493"/>
                          <a:ext cx="323" cy="21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14750"/>
                                        </p:tgtEl>
                                        <p:attrNameLst>
                                          <p:attrName>style.visibility</p:attrName>
                                        </p:attrNameLst>
                                      </p:cBhvr>
                                      <p:to>
                                        <p:strVal val="visible"/>
                                      </p:to>
                                    </p:set>
                                    <p:animEffect transition="in" filter="wipe(up)">
                                      <p:cBhvr>
                                        <p:cTn id="7" dur="3000"/>
                                        <p:tgtEl>
                                          <p:spTgt spid="4147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14727"/>
                                        </p:tgtEl>
                                        <p:attrNameLst>
                                          <p:attrName>style.visibility</p:attrName>
                                        </p:attrNameLst>
                                      </p:cBhvr>
                                      <p:to>
                                        <p:strVal val="visible"/>
                                      </p:to>
                                    </p:set>
                                    <p:animEffect transition="in" filter="wipe(up)">
                                      <p:cBhvr>
                                        <p:cTn id="12" dur="3000"/>
                                        <p:tgtEl>
                                          <p:spTgt spid="414727"/>
                                        </p:tgtEl>
                                      </p:cBhvr>
                                    </p:animEffect>
                                  </p:childTnLst>
                                </p:cTn>
                              </p:par>
                            </p:childTnLst>
                          </p:cTn>
                        </p:par>
                        <p:par>
                          <p:cTn id="13" fill="hold">
                            <p:stCondLst>
                              <p:cond delay="3000"/>
                            </p:stCondLst>
                            <p:childTnLst>
                              <p:par>
                                <p:cTn id="14" presetID="10"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2000"/>
                                        <p:tgtEl>
                                          <p:spTgt spid="2"/>
                                        </p:tgtEl>
                                      </p:cBhvr>
                                    </p:animEffect>
                                  </p:childTnLst>
                                </p:cTn>
                              </p:par>
                            </p:childTnLst>
                          </p:cTn>
                        </p:par>
                        <p:par>
                          <p:cTn id="17" fill="hold">
                            <p:stCondLst>
                              <p:cond delay="5000"/>
                            </p:stCondLst>
                            <p:childTnLst>
                              <p:par>
                                <p:cTn id="18" presetID="22" presetClass="entr" presetSubtype="1" fill="hold" nodeType="afterEffect">
                                  <p:stCondLst>
                                    <p:cond delay="0"/>
                                  </p:stCondLst>
                                  <p:childTnLst>
                                    <p:set>
                                      <p:cBhvr>
                                        <p:cTn id="19" dur="1" fill="hold">
                                          <p:stCondLst>
                                            <p:cond delay="0"/>
                                          </p:stCondLst>
                                        </p:cTn>
                                        <p:tgtEl>
                                          <p:spTgt spid="158724"/>
                                        </p:tgtEl>
                                        <p:attrNameLst>
                                          <p:attrName>style.visibility</p:attrName>
                                        </p:attrNameLst>
                                      </p:cBhvr>
                                      <p:to>
                                        <p:strVal val="visible"/>
                                      </p:to>
                                    </p:set>
                                    <p:animEffect transition="in" filter="wipe(up)">
                                      <p:cBhvr>
                                        <p:cTn id="20" dur="3000"/>
                                        <p:tgtEl>
                                          <p:spTgt spid="158724"/>
                                        </p:tgtEl>
                                      </p:cBhvr>
                                    </p:animEffect>
                                  </p:childTnLst>
                                </p:cTn>
                              </p:par>
                            </p:childTnLst>
                          </p:cTn>
                        </p:par>
                        <p:par>
                          <p:cTn id="21" fill="hold">
                            <p:stCondLst>
                              <p:cond delay="8000"/>
                            </p:stCondLst>
                            <p:childTnLst>
                              <p:par>
                                <p:cTn id="22" presetID="22" presetClass="entr" presetSubtype="1" fill="hold" nodeType="afterEffect">
                                  <p:stCondLst>
                                    <p:cond delay="0"/>
                                  </p:stCondLst>
                                  <p:childTnLst>
                                    <p:set>
                                      <p:cBhvr>
                                        <p:cTn id="23" dur="1" fill="hold">
                                          <p:stCondLst>
                                            <p:cond delay="0"/>
                                          </p:stCondLst>
                                        </p:cTn>
                                        <p:tgtEl>
                                          <p:spTgt spid="414736"/>
                                        </p:tgtEl>
                                        <p:attrNameLst>
                                          <p:attrName>style.visibility</p:attrName>
                                        </p:attrNameLst>
                                      </p:cBhvr>
                                      <p:to>
                                        <p:strVal val="visible"/>
                                      </p:to>
                                    </p:set>
                                    <p:animEffect transition="in" filter="wipe(up)">
                                      <p:cBhvr>
                                        <p:cTn id="24" dur="3000"/>
                                        <p:tgtEl>
                                          <p:spTgt spid="41473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14737"/>
                                        </p:tgtEl>
                                        <p:attrNameLst>
                                          <p:attrName>style.visibility</p:attrName>
                                        </p:attrNameLst>
                                      </p:cBhvr>
                                      <p:to>
                                        <p:strVal val="visible"/>
                                      </p:to>
                                    </p:set>
                                    <p:animEffect transition="in" filter="wipe(up)">
                                      <p:cBhvr>
                                        <p:cTn id="29" dur="3000"/>
                                        <p:tgtEl>
                                          <p:spTgt spid="414737"/>
                                        </p:tgtEl>
                                      </p:cBhvr>
                                    </p:animEffect>
                                  </p:childTnLst>
                                </p:cTn>
                              </p:par>
                            </p:childTnLst>
                          </p:cTn>
                        </p:par>
                        <p:par>
                          <p:cTn id="30" fill="hold">
                            <p:stCondLst>
                              <p:cond delay="3000"/>
                            </p:stCondLst>
                            <p:childTnLst>
                              <p:par>
                                <p:cTn id="31" presetID="22" presetClass="entr" presetSubtype="1" fill="hold" nodeType="afterEffect">
                                  <p:stCondLst>
                                    <p:cond delay="0"/>
                                  </p:stCondLst>
                                  <p:childTnLst>
                                    <p:set>
                                      <p:cBhvr>
                                        <p:cTn id="32" dur="1" fill="hold">
                                          <p:stCondLst>
                                            <p:cond delay="0"/>
                                          </p:stCondLst>
                                        </p:cTn>
                                        <p:tgtEl>
                                          <p:spTgt spid="158725"/>
                                        </p:tgtEl>
                                        <p:attrNameLst>
                                          <p:attrName>style.visibility</p:attrName>
                                        </p:attrNameLst>
                                      </p:cBhvr>
                                      <p:to>
                                        <p:strVal val="visible"/>
                                      </p:to>
                                    </p:set>
                                    <p:animEffect transition="in" filter="wipe(up)">
                                      <p:cBhvr>
                                        <p:cTn id="33" dur="3000"/>
                                        <p:tgtEl>
                                          <p:spTgt spid="158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7" grpId="0"/>
      <p:bldP spid="414736" grpId="0"/>
      <p:bldP spid="414737" grpId="0"/>
      <p:bldP spid="4147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6</a:t>
            </a:fld>
            <a:endParaRPr lang="en-US" altLang="zh-CN" sz="1400" dirty="0"/>
          </a:p>
        </p:txBody>
      </p:sp>
      <p:sp>
        <p:nvSpPr>
          <p:cNvPr id="415762" name="Text Box 18"/>
          <p:cNvSpPr txBox="1"/>
          <p:nvPr/>
        </p:nvSpPr>
        <p:spPr>
          <a:xfrm>
            <a:off x="395288" y="620713"/>
            <a:ext cx="51292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(2). </a:t>
            </a:r>
            <a:r>
              <a:rPr lang="en-US" altLang="zh-CN" sz="2400" b="1" dirty="0">
                <a:solidFill>
                  <a:srgbClr val="0000CC"/>
                </a:solidFill>
                <a:latin typeface="Times New Roman" panose="02020603050405020304" pitchFamily="18" charset="0"/>
              </a:rPr>
              <a:t>Surface Charge Density </a:t>
            </a:r>
          </a:p>
        </p:txBody>
      </p:sp>
      <p:sp>
        <p:nvSpPr>
          <p:cNvPr id="415764" name="Text Box 20"/>
          <p:cNvSpPr txBox="1"/>
          <p:nvPr/>
        </p:nvSpPr>
        <p:spPr>
          <a:xfrm>
            <a:off x="1403350" y="2565400"/>
            <a:ext cx="44577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Unit: </a:t>
            </a:r>
            <a:r>
              <a:rPr lang="en-US" altLang="zh-CN" sz="2400" dirty="0">
                <a:solidFill>
                  <a:srgbClr val="000000"/>
                </a:solidFill>
                <a:latin typeface="Times New Roman" panose="02020603050405020304" pitchFamily="18" charset="0"/>
              </a:rPr>
              <a:t>C/m</a:t>
            </a:r>
            <a:r>
              <a:rPr lang="en-US" altLang="zh-CN" sz="2400" b="1" baseline="30000" dirty="0">
                <a:solidFill>
                  <a:srgbClr val="000000"/>
                </a:solidFill>
                <a:latin typeface="Times New Roman" panose="02020603050405020304" pitchFamily="18" charset="0"/>
              </a:rPr>
              <a:t>2</a:t>
            </a:r>
            <a:endParaRPr lang="en-US" altLang="zh-CN" sz="2400" dirty="0">
              <a:solidFill>
                <a:srgbClr val="000000"/>
              </a:solidFill>
              <a:ea typeface="幼圆" panose="02010509060101010101" pitchFamily="49" charset="-122"/>
            </a:endParaRPr>
          </a:p>
        </p:txBody>
      </p:sp>
      <p:sp>
        <p:nvSpPr>
          <p:cNvPr id="415765" name="Text Box 21"/>
          <p:cNvSpPr txBox="1"/>
          <p:nvPr/>
        </p:nvSpPr>
        <p:spPr>
          <a:xfrm>
            <a:off x="323850" y="3357563"/>
            <a:ext cx="5111750" cy="15160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If the surface charge density on a certain surface is known, the total charge </a:t>
            </a:r>
            <a:r>
              <a:rPr lang="en-US" altLang="zh-CN" sz="2400" b="1" i="1" dirty="0">
                <a:solidFill>
                  <a:srgbClr val="000000"/>
                </a:solidFill>
                <a:latin typeface="Times New Roman" panose="02020603050405020304" pitchFamily="18" charset="0"/>
                <a:ea typeface="楷体_GB2312" pitchFamily="49" charset="-122"/>
              </a:rPr>
              <a:t>q </a:t>
            </a:r>
            <a:r>
              <a:rPr lang="en-US" altLang="zh-CN" sz="2400" b="1" dirty="0">
                <a:solidFill>
                  <a:srgbClr val="000000"/>
                </a:solidFill>
                <a:latin typeface="Times New Roman" panose="02020603050405020304" pitchFamily="18" charset="0"/>
                <a:ea typeface="楷体_GB2312" pitchFamily="49" charset="-122"/>
              </a:rPr>
              <a:t>on this surface is:</a:t>
            </a:r>
            <a:r>
              <a:rPr lang="en-US" altLang="zh-CN" sz="2400" b="1" i="1" dirty="0">
                <a:solidFill>
                  <a:srgbClr val="000000"/>
                </a:solidFill>
                <a:latin typeface="Times New Roman" panose="02020603050405020304" pitchFamily="18" charset="0"/>
                <a:ea typeface="楷体_GB2312" pitchFamily="49" charset="-122"/>
              </a:rPr>
              <a:t> </a:t>
            </a:r>
          </a:p>
        </p:txBody>
      </p:sp>
      <p:graphicFrame>
        <p:nvGraphicFramePr>
          <p:cNvPr id="159750" name="Object 22"/>
          <p:cNvGraphicFramePr>
            <a:graphicFrameLocks noChangeAspect="1"/>
          </p:cNvGraphicFramePr>
          <p:nvPr/>
        </p:nvGraphicFramePr>
        <p:xfrm>
          <a:off x="1709738" y="4997450"/>
          <a:ext cx="2370137" cy="1039813"/>
        </p:xfrm>
        <a:graphic>
          <a:graphicData uri="http://schemas.openxmlformats.org/presentationml/2006/ole">
            <mc:AlternateContent xmlns:mc="http://schemas.openxmlformats.org/markup-compatibility/2006">
              <mc:Choice xmlns:v="urn:schemas-microsoft-com:vml" Requires="v">
                <p:oleObj r:id="rId2" imgW="833120" imgH="277495" progId="Equation.DSMT4">
                  <p:embed/>
                </p:oleObj>
              </mc:Choice>
              <mc:Fallback>
                <p:oleObj r:id="rId2" imgW="833120" imgH="277495" progId="Equation.DSMT4">
                  <p:embed/>
                  <p:pic>
                    <p:nvPicPr>
                      <p:cNvPr id="159750" name="Object 22"/>
                      <p:cNvPicPr/>
                      <p:nvPr/>
                    </p:nvPicPr>
                    <p:blipFill>
                      <a:blip r:embed="rId3">
                        <a:clrChange>
                          <a:clrFrom>
                            <a:srgbClr val="000000"/>
                          </a:clrFrom>
                          <a:clrTo>
                            <a:srgbClr val="000000"/>
                          </a:clrTo>
                        </a:clrChange>
                      </a:blip>
                      <a:stretch>
                        <a:fillRect/>
                      </a:stretch>
                    </p:blipFill>
                    <p:spPr>
                      <a:xfrm>
                        <a:off x="1709738" y="4997450"/>
                        <a:ext cx="2370137" cy="1039813"/>
                      </a:xfrm>
                      <a:prstGeom prst="rect">
                        <a:avLst/>
                      </a:prstGeom>
                      <a:noFill/>
                      <a:ln w="38100">
                        <a:noFill/>
                        <a:miter/>
                      </a:ln>
                    </p:spPr>
                  </p:pic>
                </p:oleObj>
              </mc:Fallback>
            </mc:AlternateContent>
          </a:graphicData>
        </a:graphic>
      </p:graphicFrame>
      <p:graphicFrame>
        <p:nvGraphicFramePr>
          <p:cNvPr id="159751" name="Object 25"/>
          <p:cNvGraphicFramePr>
            <a:graphicFrameLocks noChangeAspect="1"/>
          </p:cNvGraphicFramePr>
          <p:nvPr/>
        </p:nvGraphicFramePr>
        <p:xfrm>
          <a:off x="1262063" y="1190625"/>
          <a:ext cx="4964112" cy="1212850"/>
        </p:xfrm>
        <a:graphic>
          <a:graphicData uri="http://schemas.openxmlformats.org/presentationml/2006/ole">
            <mc:AlternateContent xmlns:mc="http://schemas.openxmlformats.org/markup-compatibility/2006">
              <mc:Choice xmlns:v="urn:schemas-microsoft-com:vml" Requires="v">
                <p:oleObj r:id="rId4" imgW="1562735" imgH="347345" progId="Equation.DSMT4">
                  <p:embed/>
                </p:oleObj>
              </mc:Choice>
              <mc:Fallback>
                <p:oleObj r:id="rId4" imgW="1562735" imgH="347345" progId="Equation.DSMT4">
                  <p:embed/>
                  <p:pic>
                    <p:nvPicPr>
                      <p:cNvPr id="159751" name="Object 25"/>
                      <p:cNvPicPr/>
                      <p:nvPr/>
                    </p:nvPicPr>
                    <p:blipFill>
                      <a:blip r:embed="rId5">
                        <a:clrChange>
                          <a:clrFrom>
                            <a:srgbClr val="000000"/>
                          </a:clrFrom>
                          <a:clrTo>
                            <a:srgbClr val="000000"/>
                          </a:clrTo>
                        </a:clrChange>
                      </a:blip>
                      <a:stretch>
                        <a:fillRect/>
                      </a:stretch>
                    </p:blipFill>
                    <p:spPr>
                      <a:xfrm>
                        <a:off x="1262063" y="1190625"/>
                        <a:ext cx="4964112" cy="1212850"/>
                      </a:xfrm>
                      <a:prstGeom prst="rect">
                        <a:avLst/>
                      </a:prstGeom>
                      <a:noFill/>
                      <a:ln w="38100">
                        <a:noFill/>
                        <a:miter/>
                      </a:ln>
                    </p:spPr>
                  </p:pic>
                </p:oleObj>
              </mc:Fallback>
            </mc:AlternateContent>
          </a:graphicData>
        </a:graphic>
      </p:graphicFrame>
      <p:grpSp>
        <p:nvGrpSpPr>
          <p:cNvPr id="2" name="Group 59"/>
          <p:cNvGrpSpPr/>
          <p:nvPr/>
        </p:nvGrpSpPr>
        <p:grpSpPr>
          <a:xfrm>
            <a:off x="5724525" y="3500438"/>
            <a:ext cx="3024188" cy="2520950"/>
            <a:chOff x="3606" y="2205"/>
            <a:chExt cx="1905" cy="1588"/>
          </a:xfrm>
        </p:grpSpPr>
        <p:sp>
          <p:nvSpPr>
            <p:cNvPr id="10249" name="Rectangle 28"/>
            <p:cNvSpPr/>
            <p:nvPr/>
          </p:nvSpPr>
          <p:spPr>
            <a:xfrm>
              <a:off x="3606" y="2205"/>
              <a:ext cx="1905" cy="1588"/>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10250" name="Line 29"/>
            <p:cNvSpPr/>
            <p:nvPr/>
          </p:nvSpPr>
          <p:spPr>
            <a:xfrm flipV="1">
              <a:off x="4105" y="2296"/>
              <a:ext cx="0" cy="907"/>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10251" name="Line 30"/>
            <p:cNvSpPr/>
            <p:nvPr/>
          </p:nvSpPr>
          <p:spPr>
            <a:xfrm flipH="1">
              <a:off x="3742" y="3203"/>
              <a:ext cx="363" cy="363"/>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10252" name="Line 33"/>
            <p:cNvSpPr/>
            <p:nvPr/>
          </p:nvSpPr>
          <p:spPr>
            <a:xfrm rot="5400000" flipV="1">
              <a:off x="4672" y="2636"/>
              <a:ext cx="0" cy="1134"/>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graphicFrame>
          <p:nvGraphicFramePr>
            <p:cNvPr id="10253" name="Object 37"/>
            <p:cNvGraphicFramePr>
              <a:graphicFrameLocks noChangeAspect="1"/>
            </p:cNvGraphicFramePr>
            <p:nvPr/>
          </p:nvGraphicFramePr>
          <p:xfrm>
            <a:off x="5239" y="3158"/>
            <a:ext cx="177" cy="196"/>
          </p:xfrm>
          <a:graphic>
            <a:graphicData uri="http://schemas.openxmlformats.org/presentationml/2006/ole">
              <mc:AlternateContent xmlns:mc="http://schemas.openxmlformats.org/markup-compatibility/2006">
                <mc:Choice xmlns:v="urn:schemas-microsoft-com:vml" Requires="v">
                  <p:oleObj r:id="rId6" imgW="22860" imgH="40640" progId="Equation.DSMT4">
                    <p:embed/>
                  </p:oleObj>
                </mc:Choice>
                <mc:Fallback>
                  <p:oleObj r:id="rId6" imgW="22860" imgH="40640" progId="Equation.DSMT4">
                    <p:embed/>
                    <p:pic>
                      <p:nvPicPr>
                        <p:cNvPr id="10253" name="Object 37"/>
                        <p:cNvPicPr/>
                        <p:nvPr/>
                      </p:nvPicPr>
                      <p:blipFill>
                        <a:blip r:embed="rId7">
                          <a:clrChange>
                            <a:clrFrom>
                              <a:srgbClr val="000000"/>
                            </a:clrFrom>
                            <a:clrTo>
                              <a:srgbClr val="007A77"/>
                            </a:clrTo>
                          </a:clrChange>
                        </a:blip>
                        <a:stretch>
                          <a:fillRect/>
                        </a:stretch>
                      </p:blipFill>
                      <p:spPr>
                        <a:xfrm>
                          <a:off x="5239" y="3158"/>
                          <a:ext cx="177" cy="196"/>
                        </a:xfrm>
                        <a:prstGeom prst="rect">
                          <a:avLst/>
                        </a:prstGeom>
                        <a:noFill/>
                        <a:ln w="38100">
                          <a:noFill/>
                          <a:miter/>
                        </a:ln>
                      </p:spPr>
                    </p:pic>
                  </p:oleObj>
                </mc:Fallback>
              </mc:AlternateContent>
            </a:graphicData>
          </a:graphic>
        </p:graphicFrame>
        <p:graphicFrame>
          <p:nvGraphicFramePr>
            <p:cNvPr id="10254" name="Object 38"/>
            <p:cNvGraphicFramePr>
              <a:graphicFrameLocks noChangeAspect="1"/>
            </p:cNvGraphicFramePr>
            <p:nvPr/>
          </p:nvGraphicFramePr>
          <p:xfrm>
            <a:off x="3742" y="3521"/>
            <a:ext cx="161" cy="165"/>
          </p:xfrm>
          <a:graphic>
            <a:graphicData uri="http://schemas.openxmlformats.org/presentationml/2006/ole">
              <mc:AlternateContent xmlns:mc="http://schemas.openxmlformats.org/markup-compatibility/2006">
                <mc:Choice xmlns:v="urn:schemas-microsoft-com:vml" Requires="v">
                  <p:oleObj r:id="rId8" imgW="5715" imgH="5715" progId="Equation.DSMT4">
                    <p:embed/>
                  </p:oleObj>
                </mc:Choice>
                <mc:Fallback>
                  <p:oleObj r:id="rId8" imgW="5715" imgH="5715" progId="Equation.DSMT4">
                    <p:embed/>
                    <p:pic>
                      <p:nvPicPr>
                        <p:cNvPr id="10254" name="Object 38"/>
                        <p:cNvPicPr/>
                        <p:nvPr/>
                      </p:nvPicPr>
                      <p:blipFill>
                        <a:blip r:embed="rId9">
                          <a:clrChange>
                            <a:clrFrom>
                              <a:srgbClr val="000000"/>
                            </a:clrFrom>
                            <a:clrTo>
                              <a:srgbClr val="007A77"/>
                            </a:clrTo>
                          </a:clrChange>
                        </a:blip>
                        <a:stretch>
                          <a:fillRect/>
                        </a:stretch>
                      </p:blipFill>
                      <p:spPr>
                        <a:xfrm>
                          <a:off x="3742" y="3521"/>
                          <a:ext cx="161" cy="165"/>
                        </a:xfrm>
                        <a:prstGeom prst="rect">
                          <a:avLst/>
                        </a:prstGeom>
                        <a:noFill/>
                        <a:ln w="38100">
                          <a:noFill/>
                          <a:miter/>
                        </a:ln>
                      </p:spPr>
                    </p:pic>
                  </p:oleObj>
                </mc:Fallback>
              </mc:AlternateContent>
            </a:graphicData>
          </a:graphic>
        </p:graphicFrame>
        <p:graphicFrame>
          <p:nvGraphicFramePr>
            <p:cNvPr id="10255" name="Object 39"/>
            <p:cNvGraphicFramePr>
              <a:graphicFrameLocks noChangeAspect="1"/>
            </p:cNvGraphicFramePr>
            <p:nvPr/>
          </p:nvGraphicFramePr>
          <p:xfrm>
            <a:off x="3923" y="2205"/>
            <a:ext cx="227" cy="211"/>
          </p:xfrm>
          <a:graphic>
            <a:graphicData uri="http://schemas.openxmlformats.org/presentationml/2006/ole">
              <mc:AlternateContent xmlns:mc="http://schemas.openxmlformats.org/markup-compatibility/2006">
                <mc:Choice xmlns:v="urn:schemas-microsoft-com:vml" Requires="v">
                  <p:oleObj r:id="rId10" imgW="5715" imgH="5715" progId="Equation.DSMT4">
                    <p:embed/>
                  </p:oleObj>
                </mc:Choice>
                <mc:Fallback>
                  <p:oleObj r:id="rId10" imgW="5715" imgH="5715" progId="Equation.DSMT4">
                    <p:embed/>
                    <p:pic>
                      <p:nvPicPr>
                        <p:cNvPr id="10255" name="Object 39"/>
                        <p:cNvPicPr/>
                        <p:nvPr/>
                      </p:nvPicPr>
                      <p:blipFill>
                        <a:blip r:embed="rId11">
                          <a:clrChange>
                            <a:clrFrom>
                              <a:srgbClr val="000000"/>
                            </a:clrFrom>
                            <a:clrTo>
                              <a:srgbClr val="007A77"/>
                            </a:clrTo>
                          </a:clrChange>
                        </a:blip>
                        <a:stretch>
                          <a:fillRect/>
                        </a:stretch>
                      </p:blipFill>
                      <p:spPr>
                        <a:xfrm>
                          <a:off x="3923" y="2205"/>
                          <a:ext cx="227" cy="211"/>
                        </a:xfrm>
                        <a:prstGeom prst="rect">
                          <a:avLst/>
                        </a:prstGeom>
                        <a:noFill/>
                        <a:ln w="38100">
                          <a:noFill/>
                          <a:miter/>
                        </a:ln>
                      </p:spPr>
                    </p:pic>
                  </p:oleObj>
                </mc:Fallback>
              </mc:AlternateContent>
            </a:graphicData>
          </a:graphic>
        </p:graphicFrame>
        <p:graphicFrame>
          <p:nvGraphicFramePr>
            <p:cNvPr id="10256" name="Object 40"/>
            <p:cNvGraphicFramePr>
              <a:graphicFrameLocks noChangeAspect="1"/>
            </p:cNvGraphicFramePr>
            <p:nvPr/>
          </p:nvGraphicFramePr>
          <p:xfrm>
            <a:off x="4059" y="3196"/>
            <a:ext cx="161" cy="165"/>
          </p:xfrm>
          <a:graphic>
            <a:graphicData uri="http://schemas.openxmlformats.org/presentationml/2006/ole">
              <mc:AlternateContent xmlns:mc="http://schemas.openxmlformats.org/markup-compatibility/2006">
                <mc:Choice xmlns:v="urn:schemas-microsoft-com:vml" Requires="v">
                  <p:oleObj r:id="rId12" imgW="5715" imgH="5715" progId="Equation.DSMT4">
                    <p:embed/>
                  </p:oleObj>
                </mc:Choice>
                <mc:Fallback>
                  <p:oleObj r:id="rId12" imgW="5715" imgH="5715" progId="Equation.DSMT4">
                    <p:embed/>
                    <p:pic>
                      <p:nvPicPr>
                        <p:cNvPr id="10256" name="Object 40"/>
                        <p:cNvPicPr/>
                        <p:nvPr/>
                      </p:nvPicPr>
                      <p:blipFill>
                        <a:blip r:embed="rId9">
                          <a:clrChange>
                            <a:clrFrom>
                              <a:srgbClr val="000000"/>
                            </a:clrFrom>
                            <a:clrTo>
                              <a:srgbClr val="007A77"/>
                            </a:clrTo>
                          </a:clrChange>
                        </a:blip>
                        <a:stretch>
                          <a:fillRect/>
                        </a:stretch>
                      </p:blipFill>
                      <p:spPr>
                        <a:xfrm>
                          <a:off x="4059" y="3196"/>
                          <a:ext cx="161" cy="165"/>
                        </a:xfrm>
                        <a:prstGeom prst="rect">
                          <a:avLst/>
                        </a:prstGeom>
                        <a:noFill/>
                        <a:ln w="38100">
                          <a:noFill/>
                          <a:miter/>
                        </a:ln>
                      </p:spPr>
                    </p:pic>
                  </p:oleObj>
                </mc:Fallback>
              </mc:AlternateContent>
            </a:graphicData>
          </a:graphic>
        </p:graphicFrame>
        <p:graphicFrame>
          <p:nvGraphicFramePr>
            <p:cNvPr id="10257" name="Object 41"/>
            <p:cNvGraphicFramePr>
              <a:graphicFrameLocks noChangeAspect="1"/>
            </p:cNvGraphicFramePr>
            <p:nvPr/>
          </p:nvGraphicFramePr>
          <p:xfrm>
            <a:off x="4377" y="2795"/>
            <a:ext cx="161" cy="195"/>
          </p:xfrm>
          <a:graphic>
            <a:graphicData uri="http://schemas.openxmlformats.org/presentationml/2006/ole">
              <mc:AlternateContent xmlns:mc="http://schemas.openxmlformats.org/markup-compatibility/2006">
                <mc:Choice xmlns:v="urn:schemas-microsoft-com:vml" Requires="v">
                  <p:oleObj r:id="rId13" imgW="5715" imgH="5715" progId="Equation.DSMT4">
                    <p:embed/>
                  </p:oleObj>
                </mc:Choice>
                <mc:Fallback>
                  <p:oleObj r:id="rId13" imgW="5715" imgH="5715" progId="Equation.DSMT4">
                    <p:embed/>
                    <p:pic>
                      <p:nvPicPr>
                        <p:cNvPr id="10257" name="Object 41"/>
                        <p:cNvPicPr/>
                        <p:nvPr/>
                      </p:nvPicPr>
                      <p:blipFill>
                        <a:blip r:embed="rId14">
                          <a:clrChange>
                            <a:clrFrom>
                              <a:srgbClr val="000000"/>
                            </a:clrFrom>
                            <a:clrTo>
                              <a:srgbClr val="007A77"/>
                            </a:clrTo>
                          </a:clrChange>
                        </a:blip>
                        <a:stretch>
                          <a:fillRect/>
                        </a:stretch>
                      </p:blipFill>
                      <p:spPr>
                        <a:xfrm>
                          <a:off x="4377" y="2795"/>
                          <a:ext cx="161" cy="195"/>
                        </a:xfrm>
                        <a:prstGeom prst="rect">
                          <a:avLst/>
                        </a:prstGeom>
                        <a:noFill/>
                        <a:ln w="38100">
                          <a:noFill/>
                          <a:miter/>
                        </a:ln>
                      </p:spPr>
                    </p:pic>
                  </p:oleObj>
                </mc:Fallback>
              </mc:AlternateContent>
            </a:graphicData>
          </a:graphic>
        </p:graphicFrame>
        <p:sp>
          <p:nvSpPr>
            <p:cNvPr id="10258" name="Freeform 44"/>
            <p:cNvSpPr/>
            <p:nvPr/>
          </p:nvSpPr>
          <p:spPr>
            <a:xfrm>
              <a:off x="3878" y="2614"/>
              <a:ext cx="953" cy="227"/>
            </a:xfrm>
            <a:custGeom>
              <a:avLst/>
              <a:gdLst>
                <a:gd name="txL" fmla="*/ 0 w 680"/>
                <a:gd name="txT" fmla="*/ 0 h 242"/>
                <a:gd name="txR" fmla="*/ 680 w 680"/>
                <a:gd name="txB" fmla="*/ 242 h 242"/>
              </a:gdLst>
              <a:ahLst/>
              <a:cxnLst>
                <a:cxn ang="0">
                  <a:pos x="0" y="8"/>
                </a:cxn>
                <a:cxn ang="0">
                  <a:pos x="30650" y="8"/>
                </a:cxn>
                <a:cxn ang="0">
                  <a:pos x="56154" y="44"/>
                </a:cxn>
                <a:cxn ang="0">
                  <a:pos x="76683" y="99"/>
                </a:cxn>
              </a:cxnLst>
              <a:rect l="txL" t="txT" r="txR" b="txB"/>
              <a:pathLst>
                <a:path w="680" h="242">
                  <a:moveTo>
                    <a:pt x="0" y="15"/>
                  </a:moveTo>
                  <a:cubicBezTo>
                    <a:pt x="94" y="7"/>
                    <a:pt x="189" y="0"/>
                    <a:pt x="272" y="15"/>
                  </a:cubicBezTo>
                  <a:cubicBezTo>
                    <a:pt x="355" y="30"/>
                    <a:pt x="430" y="68"/>
                    <a:pt x="498" y="106"/>
                  </a:cubicBezTo>
                  <a:cubicBezTo>
                    <a:pt x="566" y="144"/>
                    <a:pt x="650" y="219"/>
                    <a:pt x="680" y="242"/>
                  </a:cubicBezTo>
                </a:path>
              </a:pathLst>
            </a:custGeom>
            <a:noFill/>
            <a:ln w="25400" cap="flat" cmpd="sng">
              <a:solidFill>
                <a:srgbClr val="B4B4B4">
                  <a:alpha val="100000"/>
                </a:srgbClr>
              </a:solidFill>
              <a:prstDash val="solid"/>
              <a:round/>
              <a:headEnd type="none" w="med" len="med"/>
              <a:tailEnd type="none" w="med" len="med"/>
            </a:ln>
            <a:scene3d>
              <a:camera prst="legacyObliqueTopRight">
                <a:rot lat="21000000" lon="0" rev="0"/>
              </a:camera>
              <a:lightRig rig="legacyFlat3" dir="b"/>
            </a:scene3d>
            <a:sp3d extrusionH="2513000" prstMaterial="legacyMatte">
              <a:bevelT w="13500" h="13500" prst="angle"/>
              <a:bevelB w="13500" h="13500" prst="angle"/>
              <a:extrusionClr>
                <a:srgbClr val="B4B4B4"/>
              </a:extrusionClr>
            </a:sp3d>
          </p:spPr>
          <p:txBody>
            <a:bodyPr/>
            <a:lstStyle/>
            <a:p>
              <a:endParaRPr lang="zh-CN" altLang="en-US"/>
            </a:p>
          </p:txBody>
        </p:sp>
        <p:graphicFrame>
          <p:nvGraphicFramePr>
            <p:cNvPr id="10259" name="Object 48"/>
            <p:cNvGraphicFramePr>
              <a:graphicFrameLocks noChangeAspect="1"/>
            </p:cNvGraphicFramePr>
            <p:nvPr/>
          </p:nvGraphicFramePr>
          <p:xfrm>
            <a:off x="4694" y="2341"/>
            <a:ext cx="273" cy="242"/>
          </p:xfrm>
          <a:graphic>
            <a:graphicData uri="http://schemas.openxmlformats.org/presentationml/2006/ole">
              <mc:AlternateContent xmlns:mc="http://schemas.openxmlformats.org/markup-compatibility/2006">
                <mc:Choice xmlns:v="urn:schemas-microsoft-com:vml" Requires="v">
                  <p:oleObj r:id="rId15" imgW="92710" imgH="74930" progId="Equation.DSMT4">
                    <p:embed/>
                  </p:oleObj>
                </mc:Choice>
                <mc:Fallback>
                  <p:oleObj r:id="rId15" imgW="92710" imgH="74930" progId="Equation.DSMT4">
                    <p:embed/>
                    <p:pic>
                      <p:nvPicPr>
                        <p:cNvPr id="10259" name="Object 48"/>
                        <p:cNvPicPr/>
                        <p:nvPr/>
                      </p:nvPicPr>
                      <p:blipFill>
                        <a:blip r:embed="rId16">
                          <a:clrChange>
                            <a:clrFrom>
                              <a:srgbClr val="000000"/>
                            </a:clrFrom>
                            <a:clrTo>
                              <a:srgbClr val="007A77"/>
                            </a:clrTo>
                          </a:clrChange>
                        </a:blip>
                        <a:stretch>
                          <a:fillRect/>
                        </a:stretch>
                      </p:blipFill>
                      <p:spPr>
                        <a:xfrm>
                          <a:off x="4694" y="2341"/>
                          <a:ext cx="273" cy="242"/>
                        </a:xfrm>
                        <a:prstGeom prst="rect">
                          <a:avLst/>
                        </a:prstGeom>
                        <a:noFill/>
                        <a:ln w="38100">
                          <a:noFill/>
                          <a:miter/>
                        </a:ln>
                      </p:spPr>
                    </p:pic>
                  </p:oleObj>
                </mc:Fallback>
              </mc:AlternateContent>
            </a:graphicData>
          </a:graphic>
        </p:graphicFrame>
        <p:sp>
          <p:nvSpPr>
            <p:cNvPr id="10260" name="Line 51"/>
            <p:cNvSpPr/>
            <p:nvPr/>
          </p:nvSpPr>
          <p:spPr>
            <a:xfrm flipV="1">
              <a:off x="4105" y="2523"/>
              <a:ext cx="499" cy="6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261" name="Freeform 52"/>
            <p:cNvSpPr/>
            <p:nvPr/>
          </p:nvSpPr>
          <p:spPr>
            <a:xfrm rot="-429134">
              <a:off x="4452" y="2553"/>
              <a:ext cx="181" cy="45"/>
            </a:xfrm>
            <a:custGeom>
              <a:avLst/>
              <a:gdLst>
                <a:gd name="txL" fmla="*/ 0 w 680"/>
                <a:gd name="txT" fmla="*/ 0 h 242"/>
                <a:gd name="txR" fmla="*/ 680 w 680"/>
                <a:gd name="txB" fmla="*/ 242 h 242"/>
              </a:gdLst>
              <a:ahLst/>
              <a:cxnLst>
                <a:cxn ang="0">
                  <a:pos x="0" y="0"/>
                </a:cxn>
                <a:cxn ang="0">
                  <a:pos x="0" y="0"/>
                </a:cxn>
                <a:cxn ang="0">
                  <a:pos x="0" y="0"/>
                </a:cxn>
                <a:cxn ang="0">
                  <a:pos x="0" y="0"/>
                </a:cxn>
              </a:cxnLst>
              <a:rect l="txL" t="txT" r="txR" b="txB"/>
              <a:pathLst>
                <a:path w="680" h="242">
                  <a:moveTo>
                    <a:pt x="0" y="15"/>
                  </a:moveTo>
                  <a:cubicBezTo>
                    <a:pt x="94" y="7"/>
                    <a:pt x="189" y="0"/>
                    <a:pt x="272" y="15"/>
                  </a:cubicBezTo>
                  <a:cubicBezTo>
                    <a:pt x="355" y="30"/>
                    <a:pt x="430" y="68"/>
                    <a:pt x="498" y="106"/>
                  </a:cubicBezTo>
                  <a:cubicBezTo>
                    <a:pt x="566" y="144"/>
                    <a:pt x="650" y="219"/>
                    <a:pt x="680" y="242"/>
                  </a:cubicBezTo>
                </a:path>
              </a:pathLst>
            </a:custGeom>
            <a:noFill/>
            <a:ln w="19050" cap="flat" cmpd="sng">
              <a:solidFill>
                <a:srgbClr val="3D3D3D">
                  <a:alpha val="100000"/>
                </a:srgbClr>
              </a:solidFill>
              <a:prstDash val="solid"/>
              <a:round/>
              <a:headEnd type="none" w="med" len="med"/>
              <a:tailEnd type="none" w="med" len="med"/>
            </a:ln>
            <a:scene3d>
              <a:camera prst="legacyObliqueTopRight">
                <a:rot lat="0" lon="600000" rev="0"/>
              </a:camera>
              <a:lightRig rig="legacyFlat3" dir="b"/>
            </a:scene3d>
            <a:sp3d extrusionH="277800" prstMaterial="legacyWireframe">
              <a:bevelT w="13500" h="13500" prst="angle"/>
              <a:bevelB w="13500" h="13500" prst="angle"/>
              <a:extrusionClr>
                <a:srgbClr val="3D3D3D"/>
              </a:extrusionClr>
            </a:sp3d>
          </p:spPr>
          <p:txBody>
            <a:bodyPr/>
            <a:lstStyle/>
            <a:p>
              <a:endParaRPr lang="zh-CN" altLang="en-US"/>
            </a:p>
          </p:txBody>
        </p:sp>
        <p:graphicFrame>
          <p:nvGraphicFramePr>
            <p:cNvPr id="10262" name="Object 56"/>
            <p:cNvGraphicFramePr>
              <a:graphicFrameLocks noChangeAspect="1"/>
            </p:cNvGraphicFramePr>
            <p:nvPr/>
          </p:nvGraphicFramePr>
          <p:xfrm>
            <a:off x="4377" y="2312"/>
            <a:ext cx="291" cy="211"/>
          </p:xfrm>
          <a:graphic>
            <a:graphicData uri="http://schemas.openxmlformats.org/presentationml/2006/ole">
              <mc:AlternateContent xmlns:mc="http://schemas.openxmlformats.org/markup-compatibility/2006">
                <mc:Choice xmlns:v="urn:schemas-microsoft-com:vml" Requires="v">
                  <p:oleObj r:id="rId17" imgW="104140" imgH="57785" progId="Equation.DSMT4">
                    <p:embed/>
                  </p:oleObj>
                </mc:Choice>
                <mc:Fallback>
                  <p:oleObj r:id="rId17" imgW="104140" imgH="57785" progId="Equation.DSMT4">
                    <p:embed/>
                    <p:pic>
                      <p:nvPicPr>
                        <p:cNvPr id="10262" name="Object 56"/>
                        <p:cNvPicPr/>
                        <p:nvPr/>
                      </p:nvPicPr>
                      <p:blipFill>
                        <a:blip r:embed="rId18">
                          <a:clrChange>
                            <a:clrFrom>
                              <a:srgbClr val="000000"/>
                            </a:clrFrom>
                            <a:clrTo>
                              <a:srgbClr val="007A77"/>
                            </a:clrTo>
                          </a:clrChange>
                        </a:blip>
                        <a:stretch>
                          <a:fillRect/>
                        </a:stretch>
                      </p:blipFill>
                      <p:spPr>
                        <a:xfrm>
                          <a:off x="4377" y="2312"/>
                          <a:ext cx="291" cy="211"/>
                        </a:xfrm>
                        <a:prstGeom prst="rect">
                          <a:avLst/>
                        </a:prstGeom>
                        <a:noFill/>
                        <a:ln w="38100">
                          <a:noFill/>
                          <a:miter/>
                        </a:ln>
                      </p:spPr>
                    </p:pic>
                  </p:oleObj>
                </mc:Fallback>
              </mc:AlternateContent>
            </a:graphicData>
          </a:graphic>
        </p:graphicFrame>
        <p:graphicFrame>
          <p:nvGraphicFramePr>
            <p:cNvPr id="10263" name="Object 57"/>
            <p:cNvGraphicFramePr>
              <a:graphicFrameLocks noChangeAspect="1"/>
            </p:cNvGraphicFramePr>
            <p:nvPr/>
          </p:nvGraphicFramePr>
          <p:xfrm>
            <a:off x="4793" y="2614"/>
            <a:ext cx="177" cy="211"/>
          </p:xfrm>
          <a:graphic>
            <a:graphicData uri="http://schemas.openxmlformats.org/presentationml/2006/ole">
              <mc:AlternateContent xmlns:mc="http://schemas.openxmlformats.org/markup-compatibility/2006">
                <mc:Choice xmlns:v="urn:schemas-microsoft-com:vml" Requires="v">
                  <p:oleObj r:id="rId19" imgW="22860" imgH="57785" progId="Equation.DSMT4">
                    <p:embed/>
                  </p:oleObj>
                </mc:Choice>
                <mc:Fallback>
                  <p:oleObj r:id="rId19" imgW="22860" imgH="57785" progId="Equation.DSMT4">
                    <p:embed/>
                    <p:pic>
                      <p:nvPicPr>
                        <p:cNvPr id="10263" name="Object 57"/>
                        <p:cNvPicPr/>
                        <p:nvPr/>
                      </p:nvPicPr>
                      <p:blipFill>
                        <a:blip r:embed="rId20">
                          <a:clrChange>
                            <a:clrFrom>
                              <a:srgbClr val="000000"/>
                            </a:clrFrom>
                            <a:clrTo>
                              <a:srgbClr val="007A77"/>
                            </a:clrTo>
                          </a:clrChange>
                        </a:blip>
                        <a:stretch>
                          <a:fillRect/>
                        </a:stretch>
                      </p:blipFill>
                      <p:spPr>
                        <a:xfrm>
                          <a:off x="4793" y="2614"/>
                          <a:ext cx="177" cy="211"/>
                        </a:xfrm>
                        <a:prstGeom prst="rect">
                          <a:avLst/>
                        </a:prstGeom>
                        <a:noFill/>
                        <a:ln w="38100">
                          <a:noFill/>
                          <a:miter/>
                        </a:ln>
                      </p:spPr>
                    </p:pic>
                  </p:oleObj>
                </mc:Fallback>
              </mc:AlternateContent>
            </a:graphicData>
          </a:graphic>
        </p:graphicFrame>
        <p:sp>
          <p:nvSpPr>
            <p:cNvPr id="10264" name="Freeform 58"/>
            <p:cNvSpPr/>
            <p:nvPr/>
          </p:nvSpPr>
          <p:spPr>
            <a:xfrm>
              <a:off x="3870" y="2614"/>
              <a:ext cx="953" cy="227"/>
            </a:xfrm>
            <a:custGeom>
              <a:avLst/>
              <a:gdLst>
                <a:gd name="txL" fmla="*/ 0 w 680"/>
                <a:gd name="txT" fmla="*/ 0 h 242"/>
                <a:gd name="txR" fmla="*/ 680 w 680"/>
                <a:gd name="txB" fmla="*/ 242 h 242"/>
              </a:gdLst>
              <a:ahLst/>
              <a:cxnLst>
                <a:cxn ang="0">
                  <a:pos x="0" y="8"/>
                </a:cxn>
                <a:cxn ang="0">
                  <a:pos x="30650" y="8"/>
                </a:cxn>
                <a:cxn ang="0">
                  <a:pos x="56154" y="44"/>
                </a:cxn>
                <a:cxn ang="0">
                  <a:pos x="76683" y="99"/>
                </a:cxn>
              </a:cxnLst>
              <a:rect l="txL" t="txT" r="txR" b="txB"/>
              <a:pathLst>
                <a:path w="680" h="242">
                  <a:moveTo>
                    <a:pt x="0" y="15"/>
                  </a:moveTo>
                  <a:cubicBezTo>
                    <a:pt x="94" y="7"/>
                    <a:pt x="189" y="0"/>
                    <a:pt x="272" y="15"/>
                  </a:cubicBezTo>
                  <a:cubicBezTo>
                    <a:pt x="355" y="30"/>
                    <a:pt x="430" y="68"/>
                    <a:pt x="498" y="106"/>
                  </a:cubicBezTo>
                  <a:cubicBezTo>
                    <a:pt x="566" y="144"/>
                    <a:pt x="650" y="219"/>
                    <a:pt x="680" y="242"/>
                  </a:cubicBezTo>
                </a:path>
              </a:pathLst>
            </a:custGeom>
            <a:noFill/>
            <a:ln w="25400" cap="flat" cmpd="sng">
              <a:solidFill>
                <a:srgbClr val="3B3B3B">
                  <a:alpha val="100000"/>
                </a:srgbClr>
              </a:solidFill>
              <a:prstDash val="solid"/>
              <a:roun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15762"/>
                                        </p:tgtEl>
                                        <p:attrNameLst>
                                          <p:attrName>style.visibility</p:attrName>
                                        </p:attrNameLst>
                                      </p:cBhvr>
                                      <p:to>
                                        <p:strVal val="visible"/>
                                      </p:to>
                                    </p:set>
                                    <p:animEffect transition="in" filter="wipe(up)">
                                      <p:cBhvr>
                                        <p:cTn id="7" dur="2000"/>
                                        <p:tgtEl>
                                          <p:spTgt spid="41576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59751"/>
                                        </p:tgtEl>
                                        <p:attrNameLst>
                                          <p:attrName>style.visibility</p:attrName>
                                        </p:attrNameLst>
                                      </p:cBhvr>
                                      <p:to>
                                        <p:strVal val="visible"/>
                                      </p:to>
                                    </p:set>
                                    <p:animEffect transition="in" filter="wipe(up)">
                                      <p:cBhvr>
                                        <p:cTn id="15" dur="2000"/>
                                        <p:tgtEl>
                                          <p:spTgt spid="159751"/>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415764"/>
                                        </p:tgtEl>
                                        <p:attrNameLst>
                                          <p:attrName>style.visibility</p:attrName>
                                        </p:attrNameLst>
                                      </p:cBhvr>
                                      <p:to>
                                        <p:strVal val="visible"/>
                                      </p:to>
                                    </p:set>
                                    <p:animEffect transition="in" filter="wipe(up)">
                                      <p:cBhvr>
                                        <p:cTn id="19" dur="2000"/>
                                        <p:tgtEl>
                                          <p:spTgt spid="41576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415765"/>
                                        </p:tgtEl>
                                        <p:attrNameLst>
                                          <p:attrName>style.visibility</p:attrName>
                                        </p:attrNameLst>
                                      </p:cBhvr>
                                      <p:to>
                                        <p:strVal val="visible"/>
                                      </p:to>
                                    </p:set>
                                    <p:animEffect transition="in" filter="wipe(up)">
                                      <p:cBhvr>
                                        <p:cTn id="24" dur="2000"/>
                                        <p:tgtEl>
                                          <p:spTgt spid="415765"/>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159750"/>
                                        </p:tgtEl>
                                        <p:attrNameLst>
                                          <p:attrName>style.visibility</p:attrName>
                                        </p:attrNameLst>
                                      </p:cBhvr>
                                      <p:to>
                                        <p:strVal val="visible"/>
                                      </p:to>
                                    </p:set>
                                    <p:animEffect transition="in" filter="wipe(up)">
                                      <p:cBhvr>
                                        <p:cTn id="28" dur="2000"/>
                                        <p:tgtEl>
                                          <p:spTgt spid="159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62" grpId="0"/>
      <p:bldP spid="415764" grpId="0"/>
      <p:bldP spid="4157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7</a:t>
            </a:fld>
            <a:endParaRPr lang="en-US" altLang="zh-CN" sz="1400" dirty="0"/>
          </a:p>
        </p:txBody>
      </p:sp>
      <p:sp>
        <p:nvSpPr>
          <p:cNvPr id="416795" name="Text Box 27"/>
          <p:cNvSpPr txBox="1"/>
          <p:nvPr/>
        </p:nvSpPr>
        <p:spPr>
          <a:xfrm>
            <a:off x="179388" y="476250"/>
            <a:ext cx="58197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(3). </a:t>
            </a:r>
            <a:r>
              <a:rPr lang="en-US" altLang="zh-CN" sz="2400" b="1" dirty="0">
                <a:solidFill>
                  <a:srgbClr val="0000CC"/>
                </a:solidFill>
                <a:latin typeface="Times New Roman" panose="02020603050405020304" pitchFamily="18" charset="0"/>
              </a:rPr>
              <a:t>Line Charge Density</a:t>
            </a:r>
          </a:p>
        </p:txBody>
      </p:sp>
      <p:graphicFrame>
        <p:nvGraphicFramePr>
          <p:cNvPr id="160772" name="Object 28"/>
          <p:cNvGraphicFramePr>
            <a:graphicFrameLocks noChangeAspect="1"/>
          </p:cNvGraphicFramePr>
          <p:nvPr/>
        </p:nvGraphicFramePr>
        <p:xfrm>
          <a:off x="251460" y="980440"/>
          <a:ext cx="3702050" cy="922020"/>
        </p:xfrm>
        <a:graphic>
          <a:graphicData uri="http://schemas.openxmlformats.org/presentationml/2006/ole">
            <mc:AlternateContent xmlns:mc="http://schemas.openxmlformats.org/markup-compatibility/2006">
              <mc:Choice xmlns:v="urn:schemas-microsoft-com:vml" Requires="v">
                <p:oleObj r:id="rId2" imgW="1585595" imgH="358775" progId="Equation.DSMT4">
                  <p:embed/>
                </p:oleObj>
              </mc:Choice>
              <mc:Fallback>
                <p:oleObj r:id="rId2" imgW="1585595" imgH="358775" progId="Equation.DSMT4">
                  <p:embed/>
                  <p:pic>
                    <p:nvPicPr>
                      <p:cNvPr id="160772" name="Object 28"/>
                      <p:cNvPicPr/>
                      <p:nvPr/>
                    </p:nvPicPr>
                    <p:blipFill>
                      <a:blip r:embed="rId3">
                        <a:clrChange>
                          <a:clrFrom>
                            <a:srgbClr val="000000"/>
                          </a:clrFrom>
                          <a:clrTo>
                            <a:srgbClr val="000000"/>
                          </a:clrTo>
                        </a:clrChange>
                      </a:blip>
                      <a:stretch>
                        <a:fillRect/>
                      </a:stretch>
                    </p:blipFill>
                    <p:spPr>
                      <a:xfrm>
                        <a:off x="251460" y="980440"/>
                        <a:ext cx="3702050" cy="922020"/>
                      </a:xfrm>
                      <a:prstGeom prst="rect">
                        <a:avLst/>
                      </a:prstGeom>
                      <a:noFill/>
                      <a:ln w="38100">
                        <a:noFill/>
                        <a:miter/>
                      </a:ln>
                    </p:spPr>
                  </p:pic>
                </p:oleObj>
              </mc:Fallback>
            </mc:AlternateContent>
          </a:graphicData>
        </a:graphic>
      </p:graphicFrame>
      <p:sp>
        <p:nvSpPr>
          <p:cNvPr id="160773" name="Text Box 30"/>
          <p:cNvSpPr txBox="1"/>
          <p:nvPr/>
        </p:nvSpPr>
        <p:spPr>
          <a:xfrm>
            <a:off x="250825" y="1773238"/>
            <a:ext cx="5545138"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spcBef>
                <a:spcPct val="0"/>
              </a:spcBef>
              <a:buClrTx/>
              <a:buSzTx/>
              <a:buFontTx/>
              <a:buNone/>
            </a:pPr>
            <a:r>
              <a:rPr lang="en-US" altLang="zh-CN" sz="2000" b="1" dirty="0">
                <a:solidFill>
                  <a:schemeClr val="bg1"/>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If the line charge density on a certain line is known,  the total charge </a:t>
            </a:r>
            <a:r>
              <a:rPr lang="en-US" altLang="zh-CN" sz="2000" b="1" i="1" dirty="0">
                <a:solidFill>
                  <a:srgbClr val="000000"/>
                </a:solidFill>
                <a:latin typeface="Times New Roman" panose="02020603050405020304" pitchFamily="18" charset="0"/>
                <a:ea typeface="楷体_GB2312" pitchFamily="49" charset="-122"/>
              </a:rPr>
              <a:t>q </a:t>
            </a:r>
            <a:r>
              <a:rPr lang="en-US" altLang="zh-CN" sz="2000" b="1" dirty="0">
                <a:solidFill>
                  <a:srgbClr val="000000"/>
                </a:solidFill>
                <a:latin typeface="Times New Roman" panose="02020603050405020304" pitchFamily="18" charset="0"/>
                <a:ea typeface="楷体_GB2312" pitchFamily="49" charset="-122"/>
              </a:rPr>
              <a:t>on this line is:</a:t>
            </a:r>
          </a:p>
        </p:txBody>
      </p:sp>
      <p:graphicFrame>
        <p:nvGraphicFramePr>
          <p:cNvPr id="160774" name="Object 31"/>
          <p:cNvGraphicFramePr>
            <a:graphicFrameLocks noChangeAspect="1"/>
          </p:cNvGraphicFramePr>
          <p:nvPr/>
        </p:nvGraphicFramePr>
        <p:xfrm>
          <a:off x="1843405" y="2644775"/>
          <a:ext cx="2289175" cy="822325"/>
        </p:xfrm>
        <a:graphic>
          <a:graphicData uri="http://schemas.openxmlformats.org/presentationml/2006/ole">
            <mc:AlternateContent xmlns:mc="http://schemas.openxmlformats.org/markup-compatibility/2006">
              <mc:Choice xmlns:v="urn:schemas-microsoft-com:vml" Requires="v">
                <p:oleObj r:id="rId4" imgW="786765" imgH="254635" progId="Equation.DSMT4">
                  <p:embed/>
                </p:oleObj>
              </mc:Choice>
              <mc:Fallback>
                <p:oleObj r:id="rId4" imgW="786765" imgH="254635" progId="Equation.DSMT4">
                  <p:embed/>
                  <p:pic>
                    <p:nvPicPr>
                      <p:cNvPr id="160774" name="Object 31"/>
                      <p:cNvPicPr/>
                      <p:nvPr/>
                    </p:nvPicPr>
                    <p:blipFill>
                      <a:blip r:embed="rId5">
                        <a:clrChange>
                          <a:clrFrom>
                            <a:srgbClr val="000000"/>
                          </a:clrFrom>
                          <a:clrTo>
                            <a:srgbClr val="000000"/>
                          </a:clrTo>
                        </a:clrChange>
                      </a:blip>
                      <a:stretch>
                        <a:fillRect/>
                      </a:stretch>
                    </p:blipFill>
                    <p:spPr>
                      <a:xfrm>
                        <a:off x="1843405" y="2644775"/>
                        <a:ext cx="2289175" cy="822325"/>
                      </a:xfrm>
                      <a:prstGeom prst="rect">
                        <a:avLst/>
                      </a:prstGeom>
                      <a:noFill/>
                      <a:ln w="38100">
                        <a:noFill/>
                        <a:miter/>
                      </a:ln>
                    </p:spPr>
                  </p:pic>
                </p:oleObj>
              </mc:Fallback>
            </mc:AlternateContent>
          </a:graphicData>
        </a:graphic>
      </p:graphicFrame>
      <p:sp>
        <p:nvSpPr>
          <p:cNvPr id="160775" name="Text Box 34"/>
          <p:cNvSpPr txBox="1"/>
          <p:nvPr/>
        </p:nvSpPr>
        <p:spPr>
          <a:xfrm>
            <a:off x="4211638" y="1196975"/>
            <a:ext cx="16557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Unit: </a:t>
            </a:r>
            <a:r>
              <a:rPr lang="en-US" altLang="zh-CN" sz="2400" dirty="0">
                <a:solidFill>
                  <a:srgbClr val="000000"/>
                </a:solidFill>
                <a:latin typeface="Times New Roman" panose="02020603050405020304" pitchFamily="18" charset="0"/>
              </a:rPr>
              <a:t>C </a:t>
            </a:r>
            <a:r>
              <a:rPr lang="en-US" altLang="zh-CN" sz="2400" b="1" dirty="0">
                <a:solidFill>
                  <a:srgbClr val="000000"/>
                </a:solidFill>
                <a:latin typeface="Times New Roman" panose="02020603050405020304" pitchFamily="18" charset="0"/>
              </a:rPr>
              <a:t>/ </a:t>
            </a:r>
            <a:r>
              <a:rPr lang="en-US" altLang="zh-CN" sz="2400" dirty="0">
                <a:solidFill>
                  <a:srgbClr val="000000"/>
                </a:solidFill>
                <a:latin typeface="Times New Roman" panose="02020603050405020304" pitchFamily="18" charset="0"/>
              </a:rPr>
              <a:t>m</a:t>
            </a:r>
            <a:endParaRPr lang="en-US" altLang="zh-CN" sz="2400" b="1" dirty="0">
              <a:solidFill>
                <a:srgbClr val="000000"/>
              </a:solidFill>
              <a:latin typeface="Times New Roman" panose="02020603050405020304" pitchFamily="18" charset="0"/>
              <a:ea typeface="楷体_GB2312" pitchFamily="49" charset="-122"/>
            </a:endParaRPr>
          </a:p>
        </p:txBody>
      </p:sp>
      <p:pic>
        <p:nvPicPr>
          <p:cNvPr id="11272" name="Picture 29"/>
          <p:cNvPicPr>
            <a:picLocks noChangeAspect="1"/>
          </p:cNvPicPr>
          <p:nvPr/>
        </p:nvPicPr>
        <p:blipFill>
          <a:blip r:embed="rId6"/>
          <a:stretch>
            <a:fillRect/>
          </a:stretch>
        </p:blipFill>
        <p:spPr>
          <a:xfrm>
            <a:off x="6011863" y="765175"/>
            <a:ext cx="2663825" cy="2222500"/>
          </a:xfrm>
          <a:prstGeom prst="rect">
            <a:avLst/>
          </a:prstGeom>
          <a:noFill/>
          <a:ln w="9525">
            <a:noFill/>
          </a:ln>
        </p:spPr>
      </p:pic>
      <p:pic>
        <p:nvPicPr>
          <p:cNvPr id="11273" name="Picture 30"/>
          <p:cNvPicPr>
            <a:picLocks noChangeAspect="1"/>
          </p:cNvPicPr>
          <p:nvPr/>
        </p:nvPicPr>
        <p:blipFill>
          <a:blip r:embed="rId7"/>
          <a:stretch>
            <a:fillRect/>
          </a:stretch>
        </p:blipFill>
        <p:spPr>
          <a:xfrm>
            <a:off x="6084888" y="3716338"/>
            <a:ext cx="2590800" cy="2162175"/>
          </a:xfrm>
          <a:prstGeom prst="rect">
            <a:avLst/>
          </a:prstGeom>
          <a:noFill/>
          <a:ln w="9525">
            <a:noFill/>
          </a:ln>
        </p:spPr>
      </p:pic>
      <p:sp>
        <p:nvSpPr>
          <p:cNvPr id="417800" name="Text Box 8"/>
          <p:cNvSpPr txBox="1"/>
          <p:nvPr/>
        </p:nvSpPr>
        <p:spPr>
          <a:xfrm>
            <a:off x="250825" y="3357563"/>
            <a:ext cx="27352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(4).   </a:t>
            </a:r>
            <a:r>
              <a:rPr lang="en-US" altLang="zh-CN" sz="2400" b="1" dirty="0">
                <a:solidFill>
                  <a:srgbClr val="0000CC"/>
                </a:solidFill>
                <a:latin typeface="Times New Roman" panose="02020603050405020304" pitchFamily="18" charset="0"/>
              </a:rPr>
              <a:t>Point Charge</a:t>
            </a:r>
          </a:p>
        </p:txBody>
      </p:sp>
      <p:sp>
        <p:nvSpPr>
          <p:cNvPr id="160800" name="Text Box 6"/>
          <p:cNvSpPr txBox="1"/>
          <p:nvPr/>
        </p:nvSpPr>
        <p:spPr>
          <a:xfrm>
            <a:off x="611188" y="3860800"/>
            <a:ext cx="2087562"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The density of </a:t>
            </a:r>
          </a:p>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point charge</a:t>
            </a:r>
            <a:endParaRPr lang="en-US" altLang="zh-CN" sz="2000" b="1" dirty="0">
              <a:solidFill>
                <a:srgbClr val="000000"/>
              </a:solidFill>
              <a:latin typeface="楷体_GB2312" pitchFamily="49" charset="-122"/>
              <a:ea typeface="楷体_GB2312" pitchFamily="49" charset="-122"/>
            </a:endParaRPr>
          </a:p>
        </p:txBody>
      </p:sp>
      <p:graphicFrame>
        <p:nvGraphicFramePr>
          <p:cNvPr id="160801" name="Object 7"/>
          <p:cNvGraphicFramePr>
            <a:graphicFrameLocks noChangeAspect="1"/>
          </p:cNvGraphicFramePr>
          <p:nvPr/>
        </p:nvGraphicFramePr>
        <p:xfrm>
          <a:off x="2519363" y="3732213"/>
          <a:ext cx="3384550" cy="746125"/>
        </p:xfrm>
        <a:graphic>
          <a:graphicData uri="http://schemas.openxmlformats.org/presentationml/2006/ole">
            <mc:AlternateContent xmlns:mc="http://schemas.openxmlformats.org/markup-compatibility/2006">
              <mc:Choice xmlns:v="urn:schemas-microsoft-com:vml" Requires="v">
                <p:oleObj r:id="rId8" imgW="960755" imgH="185420" progId="Equation.DSMT4">
                  <p:embed/>
                </p:oleObj>
              </mc:Choice>
              <mc:Fallback>
                <p:oleObj r:id="rId8" imgW="960755" imgH="185420" progId="Equation.DSMT4">
                  <p:embed/>
                  <p:pic>
                    <p:nvPicPr>
                      <p:cNvPr id="160801" name="Object 7"/>
                      <p:cNvPicPr/>
                      <p:nvPr/>
                    </p:nvPicPr>
                    <p:blipFill>
                      <a:blip r:embed="rId9">
                        <a:clrChange>
                          <a:clrFrom>
                            <a:srgbClr val="000000"/>
                          </a:clrFrom>
                          <a:clrTo>
                            <a:srgbClr val="000000"/>
                          </a:clrTo>
                        </a:clrChange>
                      </a:blip>
                      <a:stretch>
                        <a:fillRect/>
                      </a:stretch>
                    </p:blipFill>
                    <p:spPr>
                      <a:xfrm>
                        <a:off x="2519363" y="3732213"/>
                        <a:ext cx="3384550" cy="746125"/>
                      </a:xfrm>
                      <a:prstGeom prst="rect">
                        <a:avLst/>
                      </a:prstGeom>
                      <a:noFill/>
                      <a:ln w="38100">
                        <a:noFill/>
                        <a:miter/>
                      </a:ln>
                    </p:spPr>
                  </p:pic>
                </p:oleObj>
              </mc:Fallback>
            </mc:AlternateContent>
          </a:graphicData>
        </a:graphic>
      </p:graphicFrame>
      <p:graphicFrame>
        <p:nvGraphicFramePr>
          <p:cNvPr id="160802" name="Object 7"/>
          <p:cNvGraphicFramePr>
            <a:graphicFrameLocks noChangeAspect="1"/>
          </p:cNvGraphicFramePr>
          <p:nvPr/>
        </p:nvGraphicFramePr>
        <p:xfrm>
          <a:off x="1417638" y="5583238"/>
          <a:ext cx="2924175" cy="963612"/>
        </p:xfrm>
        <a:graphic>
          <a:graphicData uri="http://schemas.openxmlformats.org/presentationml/2006/ole">
            <mc:AlternateContent xmlns:mc="http://schemas.openxmlformats.org/markup-compatibility/2006">
              <mc:Choice xmlns:v="urn:schemas-microsoft-com:vml" Requires="v">
                <p:oleObj r:id="rId10" imgW="960755" imgH="254635" progId="Equation.DSMT4">
                  <p:embed/>
                </p:oleObj>
              </mc:Choice>
              <mc:Fallback>
                <p:oleObj r:id="rId10" imgW="960755" imgH="254635" progId="Equation.DSMT4">
                  <p:embed/>
                  <p:pic>
                    <p:nvPicPr>
                      <p:cNvPr id="160802" name="Object 7"/>
                      <p:cNvPicPr/>
                      <p:nvPr/>
                    </p:nvPicPr>
                    <p:blipFill>
                      <a:blip r:embed="rId11">
                        <a:clrChange>
                          <a:clrFrom>
                            <a:srgbClr val="000000"/>
                          </a:clrFrom>
                          <a:clrTo>
                            <a:srgbClr val="000000"/>
                          </a:clrTo>
                        </a:clrChange>
                      </a:blip>
                      <a:stretch>
                        <a:fillRect/>
                      </a:stretch>
                    </p:blipFill>
                    <p:spPr>
                      <a:xfrm>
                        <a:off x="1417638" y="5583238"/>
                        <a:ext cx="2924175" cy="963612"/>
                      </a:xfrm>
                      <a:prstGeom prst="rect">
                        <a:avLst/>
                      </a:prstGeom>
                      <a:noFill/>
                      <a:ln w="38100">
                        <a:noFill/>
                        <a:miter/>
                      </a:ln>
                    </p:spPr>
                  </p:pic>
                </p:oleObj>
              </mc:Fallback>
            </mc:AlternateContent>
          </a:graphicData>
        </a:graphic>
      </p:graphicFrame>
      <p:sp>
        <p:nvSpPr>
          <p:cNvPr id="160803" name="Text Box 34"/>
          <p:cNvSpPr txBox="1"/>
          <p:nvPr/>
        </p:nvSpPr>
        <p:spPr>
          <a:xfrm>
            <a:off x="250825" y="4581525"/>
            <a:ext cx="5761038"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2000" b="1" dirty="0">
                <a:solidFill>
                  <a:srgbClr val="FF0000"/>
                </a:solidFill>
                <a:latin typeface="Times New Roman" panose="02020603050405020304" pitchFamily="18" charset="0"/>
              </a:rPr>
              <a:t> Unit point charge</a:t>
            </a:r>
            <a:r>
              <a:rPr lang="en-US" altLang="zh-CN" sz="2000" b="1" dirty="0">
                <a:solidFill>
                  <a:srgbClr val="000000"/>
                </a:solidFill>
                <a:latin typeface="Times New Roman" panose="02020603050405020304" pitchFamily="18" charset="0"/>
              </a:rPr>
              <a:t>: volume</a:t>
            </a:r>
            <a:r>
              <a:rPr lang="en-US" altLang="zh-CN" sz="2000" b="1" dirty="0">
                <a:solidFill>
                  <a:srgbClr val="000000"/>
                </a:solidFill>
                <a:latin typeface="Times New Roman" panose="02020603050405020304" pitchFamily="18" charset="0"/>
                <a:cs typeface="Arial" panose="020B0604020202020204" pitchFamily="34" charset="0"/>
              </a:rPr>
              <a:t>→0</a:t>
            </a:r>
            <a:r>
              <a:rPr lang="en-US" altLang="zh-CN" sz="2000" b="1" dirty="0">
                <a:solidFill>
                  <a:srgbClr val="000000"/>
                </a:solidFill>
                <a:latin typeface="Times New Roman" panose="02020603050405020304" pitchFamily="18" charset="0"/>
              </a:rPr>
              <a:t>; density →∞,</a:t>
            </a:r>
          </a:p>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rPr>
              <a:t>                                 volume·density=1</a:t>
            </a:r>
          </a:p>
          <a:p>
            <a:pPr marL="0" lvl="0" indent="0" eaLnBrk="1" hangingPunct="1">
              <a:spcBef>
                <a:spcPct val="0"/>
              </a:spcBef>
              <a:buClrTx/>
              <a:buSzTx/>
              <a:buFontTx/>
              <a:buChar char="•"/>
            </a:pPr>
            <a:r>
              <a:rPr lang="en-US" altLang="zh-CN" sz="2000" b="1" dirty="0">
                <a:solidFill>
                  <a:srgbClr val="FF0000"/>
                </a:solidFill>
                <a:latin typeface="Times New Roman" panose="02020603050405020304" pitchFamily="18" charset="0"/>
                <a:ea typeface="楷体_GB2312" pitchFamily="49" charset="-122"/>
              </a:rPr>
              <a:t> Delta function</a:t>
            </a:r>
            <a:r>
              <a:rPr lang="en-US" altLang="zh-CN" sz="2000" b="1" dirty="0">
                <a:solidFill>
                  <a:srgbClr val="000000"/>
                </a:solidFill>
                <a:latin typeface="Times New Roman" panose="02020603050405020304" pitchFamily="18" charset="0"/>
                <a:ea typeface="楷体_GB2312" pitchFamily="49" charset="-122"/>
              </a:rPr>
              <a:t>: the density of unit point charge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16795"/>
                                        </p:tgtEl>
                                        <p:attrNameLst>
                                          <p:attrName>style.visibility</p:attrName>
                                        </p:attrNameLst>
                                      </p:cBhvr>
                                      <p:to>
                                        <p:strVal val="visible"/>
                                      </p:to>
                                    </p:set>
                                    <p:animEffect transition="in" filter="wipe(up)">
                                      <p:cBhvr>
                                        <p:cTn id="7" dur="3000"/>
                                        <p:tgtEl>
                                          <p:spTgt spid="4167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0772"/>
                                        </p:tgtEl>
                                        <p:attrNameLst>
                                          <p:attrName>style.visibility</p:attrName>
                                        </p:attrNameLst>
                                      </p:cBhvr>
                                      <p:to>
                                        <p:strVal val="visible"/>
                                      </p:to>
                                    </p:set>
                                    <p:animEffect transition="in" filter="wipe(up)">
                                      <p:cBhvr>
                                        <p:cTn id="12" dur="3000"/>
                                        <p:tgtEl>
                                          <p:spTgt spid="160772"/>
                                        </p:tgtEl>
                                      </p:cBhvr>
                                    </p:animEffect>
                                  </p:childTnLst>
                                </p:cTn>
                              </p:par>
                            </p:childTnLst>
                          </p:cTn>
                        </p:par>
                        <p:par>
                          <p:cTn id="13" fill="hold">
                            <p:stCondLst>
                              <p:cond delay="3000"/>
                            </p:stCondLst>
                            <p:childTnLst>
                              <p:par>
                                <p:cTn id="14" presetID="22" presetClass="entr" presetSubtype="1" fill="hold" nodeType="afterEffect">
                                  <p:stCondLst>
                                    <p:cond delay="0"/>
                                  </p:stCondLst>
                                  <p:childTnLst>
                                    <p:set>
                                      <p:cBhvr>
                                        <p:cTn id="15" dur="1" fill="hold">
                                          <p:stCondLst>
                                            <p:cond delay="0"/>
                                          </p:stCondLst>
                                        </p:cTn>
                                        <p:tgtEl>
                                          <p:spTgt spid="160775"/>
                                        </p:tgtEl>
                                        <p:attrNameLst>
                                          <p:attrName>style.visibility</p:attrName>
                                        </p:attrNameLst>
                                      </p:cBhvr>
                                      <p:to>
                                        <p:strVal val="visible"/>
                                      </p:to>
                                    </p:set>
                                    <p:animEffect transition="in" filter="wipe(up)">
                                      <p:cBhvr>
                                        <p:cTn id="16" dur="3000"/>
                                        <p:tgtEl>
                                          <p:spTgt spid="16077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60773"/>
                                        </p:tgtEl>
                                        <p:attrNameLst>
                                          <p:attrName>style.visibility</p:attrName>
                                        </p:attrNameLst>
                                      </p:cBhvr>
                                      <p:to>
                                        <p:strVal val="visible"/>
                                      </p:to>
                                    </p:set>
                                    <p:animEffect transition="in" filter="wipe(up)">
                                      <p:cBhvr>
                                        <p:cTn id="21" dur="3000"/>
                                        <p:tgtEl>
                                          <p:spTgt spid="160773"/>
                                        </p:tgtEl>
                                      </p:cBhvr>
                                    </p:animEffect>
                                  </p:childTnLst>
                                </p:cTn>
                              </p:par>
                            </p:childTnLst>
                          </p:cTn>
                        </p:par>
                        <p:par>
                          <p:cTn id="22" fill="hold">
                            <p:stCondLst>
                              <p:cond delay="3000"/>
                            </p:stCondLst>
                            <p:childTnLst>
                              <p:par>
                                <p:cTn id="23" presetID="22" presetClass="entr" presetSubtype="1" fill="hold" nodeType="afterEffect">
                                  <p:stCondLst>
                                    <p:cond delay="0"/>
                                  </p:stCondLst>
                                  <p:childTnLst>
                                    <p:set>
                                      <p:cBhvr>
                                        <p:cTn id="24" dur="1" fill="hold">
                                          <p:stCondLst>
                                            <p:cond delay="0"/>
                                          </p:stCondLst>
                                        </p:cTn>
                                        <p:tgtEl>
                                          <p:spTgt spid="160774"/>
                                        </p:tgtEl>
                                        <p:attrNameLst>
                                          <p:attrName>style.visibility</p:attrName>
                                        </p:attrNameLst>
                                      </p:cBhvr>
                                      <p:to>
                                        <p:strVal val="visible"/>
                                      </p:to>
                                    </p:set>
                                    <p:animEffect transition="in" filter="wipe(up)">
                                      <p:cBhvr>
                                        <p:cTn id="25" dur="3000"/>
                                        <p:tgtEl>
                                          <p:spTgt spid="160774"/>
                                        </p:tgtEl>
                                      </p:cBhvr>
                                    </p:animEffect>
                                  </p:childTnLst>
                                </p:cTn>
                              </p:par>
                              <p:par>
                                <p:cTn id="26" presetID="22" presetClass="entr" presetSubtype="1" fill="hold" nodeType="withEffect">
                                  <p:stCondLst>
                                    <p:cond delay="0"/>
                                  </p:stCondLst>
                                  <p:childTnLst>
                                    <p:set>
                                      <p:cBhvr>
                                        <p:cTn id="27" dur="1" fill="hold">
                                          <p:stCondLst>
                                            <p:cond delay="0"/>
                                          </p:stCondLst>
                                        </p:cTn>
                                        <p:tgtEl>
                                          <p:spTgt spid="417800"/>
                                        </p:tgtEl>
                                        <p:attrNameLst>
                                          <p:attrName>style.visibility</p:attrName>
                                        </p:attrNameLst>
                                      </p:cBhvr>
                                      <p:to>
                                        <p:strVal val="visible"/>
                                      </p:to>
                                    </p:set>
                                    <p:animEffect transition="in" filter="wipe(up)">
                                      <p:cBhvr>
                                        <p:cTn id="28" dur="2000"/>
                                        <p:tgtEl>
                                          <p:spTgt spid="41780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60800"/>
                                        </p:tgtEl>
                                        <p:attrNameLst>
                                          <p:attrName>style.visibility</p:attrName>
                                        </p:attrNameLst>
                                      </p:cBhvr>
                                      <p:to>
                                        <p:strVal val="visible"/>
                                      </p:to>
                                    </p:set>
                                    <p:animEffect transition="in" filter="wipe(up)">
                                      <p:cBhvr>
                                        <p:cTn id="33" dur="2000"/>
                                        <p:tgtEl>
                                          <p:spTgt spid="160800"/>
                                        </p:tgtEl>
                                      </p:cBhvr>
                                    </p:animEffect>
                                  </p:childTnLst>
                                </p:cTn>
                              </p:par>
                            </p:childTnLst>
                          </p:cTn>
                        </p:par>
                        <p:par>
                          <p:cTn id="34" fill="hold">
                            <p:stCondLst>
                              <p:cond delay="2000"/>
                            </p:stCondLst>
                            <p:childTnLst>
                              <p:par>
                                <p:cTn id="35" presetID="22" presetClass="entr" presetSubtype="1" fill="hold" nodeType="afterEffect">
                                  <p:stCondLst>
                                    <p:cond delay="0"/>
                                  </p:stCondLst>
                                  <p:childTnLst>
                                    <p:set>
                                      <p:cBhvr>
                                        <p:cTn id="36" dur="1" fill="hold">
                                          <p:stCondLst>
                                            <p:cond delay="0"/>
                                          </p:stCondLst>
                                        </p:cTn>
                                        <p:tgtEl>
                                          <p:spTgt spid="160801"/>
                                        </p:tgtEl>
                                        <p:attrNameLst>
                                          <p:attrName>style.visibility</p:attrName>
                                        </p:attrNameLst>
                                      </p:cBhvr>
                                      <p:to>
                                        <p:strVal val="visible"/>
                                      </p:to>
                                    </p:set>
                                    <p:animEffect transition="in" filter="wipe(up)">
                                      <p:cBhvr>
                                        <p:cTn id="37" dur="2000"/>
                                        <p:tgtEl>
                                          <p:spTgt spid="160801"/>
                                        </p:tgtEl>
                                      </p:cBhvr>
                                    </p:animEffect>
                                  </p:childTnLst>
                                </p:cTn>
                              </p:par>
                            </p:childTnLst>
                          </p:cTn>
                        </p:par>
                        <p:par>
                          <p:cTn id="38" fill="hold">
                            <p:stCondLst>
                              <p:cond delay="4000"/>
                            </p:stCondLst>
                            <p:childTnLst>
                              <p:par>
                                <p:cTn id="39" presetID="22" presetClass="entr" presetSubtype="1" fill="hold" nodeType="afterEffect">
                                  <p:stCondLst>
                                    <p:cond delay="0"/>
                                  </p:stCondLst>
                                  <p:childTnLst>
                                    <p:set>
                                      <p:cBhvr>
                                        <p:cTn id="40" dur="1" fill="hold">
                                          <p:stCondLst>
                                            <p:cond delay="0"/>
                                          </p:stCondLst>
                                        </p:cTn>
                                        <p:tgtEl>
                                          <p:spTgt spid="160802"/>
                                        </p:tgtEl>
                                        <p:attrNameLst>
                                          <p:attrName>style.visibility</p:attrName>
                                        </p:attrNameLst>
                                      </p:cBhvr>
                                      <p:to>
                                        <p:strVal val="visible"/>
                                      </p:to>
                                    </p:set>
                                    <p:animEffect transition="in" filter="wipe(up)">
                                      <p:cBhvr>
                                        <p:cTn id="41" dur="2000"/>
                                        <p:tgtEl>
                                          <p:spTgt spid="160802"/>
                                        </p:tgtEl>
                                      </p:cBhvr>
                                    </p:animEffect>
                                  </p:childTnLst>
                                </p:cTn>
                              </p:par>
                            </p:childTnLst>
                          </p:cTn>
                        </p:par>
                        <p:par>
                          <p:cTn id="42" fill="hold">
                            <p:stCondLst>
                              <p:cond delay="6000"/>
                            </p:stCondLst>
                            <p:childTnLst>
                              <p:par>
                                <p:cTn id="43" presetID="22" presetClass="entr" presetSubtype="1" fill="hold" nodeType="afterEffect">
                                  <p:stCondLst>
                                    <p:cond delay="0"/>
                                  </p:stCondLst>
                                  <p:childTnLst>
                                    <p:set>
                                      <p:cBhvr>
                                        <p:cTn id="44" dur="1" fill="hold">
                                          <p:stCondLst>
                                            <p:cond delay="0"/>
                                          </p:stCondLst>
                                        </p:cTn>
                                        <p:tgtEl>
                                          <p:spTgt spid="160803"/>
                                        </p:tgtEl>
                                        <p:attrNameLst>
                                          <p:attrName>style.visibility</p:attrName>
                                        </p:attrNameLst>
                                      </p:cBhvr>
                                      <p:to>
                                        <p:strVal val="visible"/>
                                      </p:to>
                                    </p:set>
                                    <p:animEffect transition="in" filter="wipe(up)">
                                      <p:cBhvr>
                                        <p:cTn id="45" dur="3000"/>
                                        <p:tgtEl>
                                          <p:spTgt spid="160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95" grpId="0"/>
      <p:bldP spid="160773" grpId="0"/>
      <p:bldP spid="160775" grpId="0"/>
      <p:bldP spid="417800" grpId="0"/>
      <p:bldP spid="160800" grpId="0"/>
      <p:bldP spid="1608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93" name="Group 5"/>
          <p:cNvGrpSpPr/>
          <p:nvPr/>
        </p:nvGrpSpPr>
        <p:grpSpPr>
          <a:xfrm>
            <a:off x="4798573" y="3640773"/>
            <a:ext cx="2792144" cy="2120900"/>
            <a:chOff x="2608" y="200"/>
            <a:chExt cx="1344" cy="1336"/>
          </a:xfrm>
        </p:grpSpPr>
        <p:sp>
          <p:nvSpPr>
            <p:cNvPr id="14398" name="Rectangle 6"/>
            <p:cNvSpPr/>
            <p:nvPr/>
          </p:nvSpPr>
          <p:spPr>
            <a:xfrm>
              <a:off x="2640" y="576"/>
              <a:ext cx="1248" cy="960"/>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14399" name="Group 7"/>
            <p:cNvGrpSpPr/>
            <p:nvPr/>
          </p:nvGrpSpPr>
          <p:grpSpPr>
            <a:xfrm>
              <a:off x="2608" y="200"/>
              <a:ext cx="1344" cy="1136"/>
              <a:chOff x="2608" y="200"/>
              <a:chExt cx="1344" cy="1136"/>
            </a:xfrm>
          </p:grpSpPr>
          <p:grpSp>
            <p:nvGrpSpPr>
              <p:cNvPr id="14400" name="Group 8"/>
              <p:cNvGrpSpPr/>
              <p:nvPr/>
            </p:nvGrpSpPr>
            <p:grpSpPr>
              <a:xfrm>
                <a:off x="2784" y="768"/>
                <a:ext cx="984" cy="568"/>
                <a:chOff x="3540" y="11860"/>
                <a:chExt cx="2460" cy="1420"/>
              </a:xfrm>
            </p:grpSpPr>
            <p:sp>
              <p:nvSpPr>
                <p:cNvPr id="14402" name="Freeform 9"/>
                <p:cNvSpPr/>
                <p:nvPr/>
              </p:nvSpPr>
              <p:spPr>
                <a:xfrm>
                  <a:off x="3620" y="11900"/>
                  <a:ext cx="1660" cy="1380"/>
                </a:xfrm>
                <a:custGeom>
                  <a:avLst/>
                  <a:gdLst/>
                  <a:ahLst/>
                  <a:cxnLst>
                    <a:cxn ang="0">
                      <a:pos x="0" y="1613"/>
                    </a:cxn>
                    <a:cxn ang="0">
                      <a:pos x="160" y="1317"/>
                    </a:cxn>
                    <a:cxn ang="0">
                      <a:pos x="476" y="944"/>
                    </a:cxn>
                    <a:cxn ang="0">
                      <a:pos x="715" y="720"/>
                    </a:cxn>
                    <a:cxn ang="0">
                      <a:pos x="1087" y="460"/>
                    </a:cxn>
                    <a:cxn ang="0">
                      <a:pos x="1430" y="237"/>
                    </a:cxn>
                    <a:cxn ang="0">
                      <a:pos x="1775" y="124"/>
                    </a:cxn>
                    <a:cxn ang="0">
                      <a:pos x="1986" y="49"/>
                    </a:cxn>
                    <a:cxn ang="0">
                      <a:pos x="2118" y="7"/>
                    </a:cxn>
                    <a:cxn ang="0">
                      <a:pos x="1986" y="124"/>
                    </a:cxn>
                    <a:cxn ang="0">
                      <a:pos x="1907" y="385"/>
                    </a:cxn>
                    <a:cxn ang="0">
                      <a:pos x="1881" y="794"/>
                    </a:cxn>
                    <a:cxn ang="0">
                      <a:pos x="1854" y="1242"/>
                    </a:cxn>
                    <a:cxn ang="0">
                      <a:pos x="1986" y="1613"/>
                    </a:cxn>
                    <a:cxn ang="0">
                      <a:pos x="2041" y="1763"/>
                    </a:cxn>
                    <a:cxn ang="0">
                      <a:pos x="2147" y="1915"/>
                    </a:cxn>
                    <a:cxn ang="0">
                      <a:pos x="1986" y="1915"/>
                    </a:cxn>
                    <a:cxn ang="0">
                      <a:pos x="1695" y="1840"/>
                    </a:cxn>
                    <a:cxn ang="0">
                      <a:pos x="1511" y="1840"/>
                    </a:cxn>
                    <a:cxn ang="0">
                      <a:pos x="1271" y="1915"/>
                    </a:cxn>
                    <a:cxn ang="0">
                      <a:pos x="1087" y="1951"/>
                    </a:cxn>
                    <a:cxn ang="0">
                      <a:pos x="874" y="1988"/>
                    </a:cxn>
                    <a:cxn ang="0">
                      <a:pos x="636" y="2100"/>
                    </a:cxn>
                    <a:cxn ang="0">
                      <a:pos x="476" y="2172"/>
                    </a:cxn>
                    <a:cxn ang="0">
                      <a:pos x="317" y="2324"/>
                    </a:cxn>
                    <a:cxn ang="0">
                      <a:pos x="211" y="2436"/>
                    </a:cxn>
                    <a:cxn ang="0">
                      <a:pos x="264" y="2172"/>
                    </a:cxn>
                    <a:cxn ang="0">
                      <a:pos x="264" y="1951"/>
                    </a:cxn>
                    <a:cxn ang="0">
                      <a:pos x="160" y="1613"/>
                    </a:cxn>
                    <a:cxn ang="0">
                      <a:pos x="0" y="1613"/>
                    </a:cxn>
                  </a:cxnLst>
                  <a:rect l="0" t="0" r="0" b="0"/>
                  <a:pathLst>
                    <a:path w="1627" h="1320">
                      <a:moveTo>
                        <a:pt x="0" y="867"/>
                      </a:moveTo>
                      <a:cubicBezTo>
                        <a:pt x="0" y="840"/>
                        <a:pt x="60" y="767"/>
                        <a:pt x="120" y="707"/>
                      </a:cubicBezTo>
                      <a:cubicBezTo>
                        <a:pt x="180" y="647"/>
                        <a:pt x="290" y="560"/>
                        <a:pt x="360" y="507"/>
                      </a:cubicBezTo>
                      <a:cubicBezTo>
                        <a:pt x="430" y="454"/>
                        <a:pt x="463" y="430"/>
                        <a:pt x="540" y="387"/>
                      </a:cubicBezTo>
                      <a:cubicBezTo>
                        <a:pt x="617" y="344"/>
                        <a:pt x="730" y="290"/>
                        <a:pt x="820" y="247"/>
                      </a:cubicBezTo>
                      <a:cubicBezTo>
                        <a:pt x="910" y="204"/>
                        <a:pt x="993" y="157"/>
                        <a:pt x="1080" y="127"/>
                      </a:cubicBezTo>
                      <a:cubicBezTo>
                        <a:pt x="1167" y="97"/>
                        <a:pt x="1270" y="84"/>
                        <a:pt x="1340" y="67"/>
                      </a:cubicBezTo>
                      <a:cubicBezTo>
                        <a:pt x="1410" y="50"/>
                        <a:pt x="1457" y="37"/>
                        <a:pt x="1500" y="27"/>
                      </a:cubicBezTo>
                      <a:cubicBezTo>
                        <a:pt x="1543" y="17"/>
                        <a:pt x="1600" y="0"/>
                        <a:pt x="1600" y="7"/>
                      </a:cubicBezTo>
                      <a:cubicBezTo>
                        <a:pt x="1600" y="14"/>
                        <a:pt x="1527" y="34"/>
                        <a:pt x="1500" y="67"/>
                      </a:cubicBezTo>
                      <a:cubicBezTo>
                        <a:pt x="1473" y="100"/>
                        <a:pt x="1453" y="147"/>
                        <a:pt x="1440" y="207"/>
                      </a:cubicBezTo>
                      <a:cubicBezTo>
                        <a:pt x="1427" y="267"/>
                        <a:pt x="1427" y="350"/>
                        <a:pt x="1420" y="427"/>
                      </a:cubicBezTo>
                      <a:cubicBezTo>
                        <a:pt x="1413" y="504"/>
                        <a:pt x="1387" y="594"/>
                        <a:pt x="1400" y="667"/>
                      </a:cubicBezTo>
                      <a:cubicBezTo>
                        <a:pt x="1413" y="740"/>
                        <a:pt x="1477" y="820"/>
                        <a:pt x="1500" y="867"/>
                      </a:cubicBezTo>
                      <a:cubicBezTo>
                        <a:pt x="1523" y="914"/>
                        <a:pt x="1520" y="920"/>
                        <a:pt x="1540" y="947"/>
                      </a:cubicBezTo>
                      <a:cubicBezTo>
                        <a:pt x="1560" y="974"/>
                        <a:pt x="1627" y="1014"/>
                        <a:pt x="1620" y="1027"/>
                      </a:cubicBezTo>
                      <a:cubicBezTo>
                        <a:pt x="1613" y="1040"/>
                        <a:pt x="1557" y="1034"/>
                        <a:pt x="1500" y="1027"/>
                      </a:cubicBezTo>
                      <a:cubicBezTo>
                        <a:pt x="1443" y="1020"/>
                        <a:pt x="1340" y="994"/>
                        <a:pt x="1280" y="987"/>
                      </a:cubicBezTo>
                      <a:cubicBezTo>
                        <a:pt x="1220" y="980"/>
                        <a:pt x="1193" y="980"/>
                        <a:pt x="1140" y="987"/>
                      </a:cubicBezTo>
                      <a:cubicBezTo>
                        <a:pt x="1087" y="994"/>
                        <a:pt x="1013" y="1017"/>
                        <a:pt x="960" y="1027"/>
                      </a:cubicBezTo>
                      <a:cubicBezTo>
                        <a:pt x="907" y="1037"/>
                        <a:pt x="870" y="1040"/>
                        <a:pt x="820" y="1047"/>
                      </a:cubicBezTo>
                      <a:cubicBezTo>
                        <a:pt x="770" y="1054"/>
                        <a:pt x="717" y="1054"/>
                        <a:pt x="660" y="1067"/>
                      </a:cubicBezTo>
                      <a:cubicBezTo>
                        <a:pt x="603" y="1080"/>
                        <a:pt x="530" y="1110"/>
                        <a:pt x="480" y="1127"/>
                      </a:cubicBezTo>
                      <a:cubicBezTo>
                        <a:pt x="430" y="1144"/>
                        <a:pt x="400" y="1147"/>
                        <a:pt x="360" y="1167"/>
                      </a:cubicBezTo>
                      <a:cubicBezTo>
                        <a:pt x="320" y="1187"/>
                        <a:pt x="273" y="1224"/>
                        <a:pt x="240" y="1247"/>
                      </a:cubicBezTo>
                      <a:cubicBezTo>
                        <a:pt x="207" y="1270"/>
                        <a:pt x="167" y="1320"/>
                        <a:pt x="160" y="1307"/>
                      </a:cubicBezTo>
                      <a:cubicBezTo>
                        <a:pt x="153" y="1294"/>
                        <a:pt x="193" y="1210"/>
                        <a:pt x="200" y="1167"/>
                      </a:cubicBezTo>
                      <a:cubicBezTo>
                        <a:pt x="207" y="1124"/>
                        <a:pt x="213" y="1097"/>
                        <a:pt x="200" y="1047"/>
                      </a:cubicBezTo>
                      <a:cubicBezTo>
                        <a:pt x="187" y="997"/>
                        <a:pt x="153" y="904"/>
                        <a:pt x="120" y="867"/>
                      </a:cubicBezTo>
                      <a:cubicBezTo>
                        <a:pt x="87" y="830"/>
                        <a:pt x="0" y="894"/>
                        <a:pt x="0" y="867"/>
                      </a:cubicBezTo>
                      <a:close/>
                    </a:path>
                  </a:pathLst>
                </a:custGeom>
                <a:solidFill>
                  <a:srgbClr val="DDDDDD">
                    <a:alpha val="100000"/>
                  </a:srgbClr>
                </a:solidFill>
                <a:ln w="9525">
                  <a:noFill/>
                </a:ln>
              </p:spPr>
              <p:txBody>
                <a:bodyPr/>
                <a:lstStyle/>
                <a:p>
                  <a:endParaRPr lang="zh-CN" altLang="en-US"/>
                </a:p>
              </p:txBody>
            </p:sp>
            <p:sp>
              <p:nvSpPr>
                <p:cNvPr id="14403" name="Oval 10"/>
                <p:cNvSpPr/>
                <p:nvPr/>
              </p:nvSpPr>
              <p:spPr>
                <a:xfrm rot="-772579">
                  <a:off x="3560" y="12800"/>
                  <a:ext cx="260" cy="480"/>
                </a:xfrm>
                <a:prstGeom prst="ellipse">
                  <a:avLst/>
                </a:prstGeom>
                <a:solidFill>
                  <a:srgbClr val="DDDDDD"/>
                </a:solidFill>
                <a:ln w="190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14404" name="Oval 11" descr="浅色下对角线"/>
                <p:cNvSpPr/>
                <p:nvPr/>
              </p:nvSpPr>
              <p:spPr>
                <a:xfrm rot="-198843">
                  <a:off x="5060" y="11920"/>
                  <a:ext cx="500" cy="1040"/>
                </a:xfrm>
                <a:prstGeom prst="ellipse">
                  <a:avLst/>
                </a:prstGeom>
                <a:blipFill rotWithShape="0">
                  <a:blip r:embed="rId2"/>
                </a:blipFill>
                <a:ln w="190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14405" name="Freeform 12"/>
                <p:cNvSpPr/>
                <p:nvPr/>
              </p:nvSpPr>
              <p:spPr>
                <a:xfrm>
                  <a:off x="3600" y="11860"/>
                  <a:ext cx="2160" cy="960"/>
                </a:xfrm>
                <a:custGeom>
                  <a:avLst/>
                  <a:gdLst/>
                  <a:ahLst/>
                  <a:cxnLst>
                    <a:cxn ang="0">
                      <a:pos x="0" y="339"/>
                    </a:cxn>
                    <a:cxn ang="0">
                      <a:pos x="58" y="229"/>
                    </a:cxn>
                    <a:cxn ang="0">
                      <a:pos x="138" y="138"/>
                    </a:cxn>
                    <a:cxn ang="0">
                      <a:pos x="215" y="78"/>
                    </a:cxn>
                    <a:cxn ang="0">
                      <a:pos x="294" y="39"/>
                    </a:cxn>
                    <a:cxn ang="0">
                      <a:pos x="443" y="0"/>
                    </a:cxn>
                  </a:cxnLst>
                  <a:rect l="0" t="0" r="0" b="0"/>
                  <a:pathLst>
                    <a:path w="2440" h="1040">
                      <a:moveTo>
                        <a:pt x="0" y="1040"/>
                      </a:moveTo>
                      <a:cubicBezTo>
                        <a:pt x="96" y="921"/>
                        <a:pt x="193" y="803"/>
                        <a:pt x="320" y="700"/>
                      </a:cubicBezTo>
                      <a:cubicBezTo>
                        <a:pt x="447" y="597"/>
                        <a:pt x="617" y="497"/>
                        <a:pt x="760" y="420"/>
                      </a:cubicBezTo>
                      <a:cubicBezTo>
                        <a:pt x="903" y="343"/>
                        <a:pt x="1037" y="290"/>
                        <a:pt x="1180" y="240"/>
                      </a:cubicBezTo>
                      <a:cubicBezTo>
                        <a:pt x="1323" y="190"/>
                        <a:pt x="1410" y="160"/>
                        <a:pt x="1620" y="120"/>
                      </a:cubicBezTo>
                      <a:cubicBezTo>
                        <a:pt x="1830" y="80"/>
                        <a:pt x="2135" y="40"/>
                        <a:pt x="2440" y="0"/>
                      </a:cubicBezTo>
                    </a:path>
                  </a:pathLst>
                </a:custGeom>
                <a:noFill/>
                <a:ln w="19050" cap="flat" cmpd="sng">
                  <a:solidFill>
                    <a:srgbClr val="000000">
                      <a:alpha val="100000"/>
                    </a:srgbClr>
                  </a:solidFill>
                  <a:prstDash val="solid"/>
                  <a:round/>
                  <a:headEnd type="none" w="med" len="med"/>
                  <a:tailEnd type="triangle" w="sm" len="med"/>
                </a:ln>
              </p:spPr>
              <p:txBody>
                <a:bodyPr/>
                <a:lstStyle/>
                <a:p>
                  <a:endParaRPr lang="zh-CN" altLang="en-US"/>
                </a:p>
              </p:txBody>
            </p:sp>
            <p:sp>
              <p:nvSpPr>
                <p:cNvPr id="14406" name="Freeform 13"/>
                <p:cNvSpPr/>
                <p:nvPr/>
              </p:nvSpPr>
              <p:spPr>
                <a:xfrm>
                  <a:off x="3540" y="12200"/>
                  <a:ext cx="2040" cy="820"/>
                </a:xfrm>
                <a:custGeom>
                  <a:avLst/>
                  <a:gdLst/>
                  <a:ahLst/>
                  <a:cxnLst>
                    <a:cxn ang="0">
                      <a:pos x="0" y="599"/>
                    </a:cxn>
                    <a:cxn ang="0">
                      <a:pos x="48" y="400"/>
                    </a:cxn>
                    <a:cxn ang="0">
                      <a:pos x="132" y="201"/>
                    </a:cxn>
                    <a:cxn ang="0">
                      <a:pos x="218" y="72"/>
                    </a:cxn>
                    <a:cxn ang="0">
                      <a:pos x="307" y="20"/>
                    </a:cxn>
                    <a:cxn ang="0">
                      <a:pos x="384" y="0"/>
                    </a:cxn>
                  </a:cxnLst>
                  <a:rect l="0" t="0" r="0" b="0"/>
                  <a:pathLst>
                    <a:path w="2320" h="840">
                      <a:moveTo>
                        <a:pt x="0" y="840"/>
                      </a:moveTo>
                      <a:cubicBezTo>
                        <a:pt x="83" y="746"/>
                        <a:pt x="167" y="653"/>
                        <a:pt x="300" y="560"/>
                      </a:cubicBezTo>
                      <a:cubicBezTo>
                        <a:pt x="433" y="467"/>
                        <a:pt x="630" y="357"/>
                        <a:pt x="800" y="280"/>
                      </a:cubicBezTo>
                      <a:cubicBezTo>
                        <a:pt x="970" y="203"/>
                        <a:pt x="1143" y="143"/>
                        <a:pt x="1320" y="100"/>
                      </a:cubicBezTo>
                      <a:cubicBezTo>
                        <a:pt x="1497" y="57"/>
                        <a:pt x="1693" y="37"/>
                        <a:pt x="1860" y="20"/>
                      </a:cubicBezTo>
                      <a:cubicBezTo>
                        <a:pt x="2027" y="3"/>
                        <a:pt x="2173" y="1"/>
                        <a:pt x="2320" y="0"/>
                      </a:cubicBezTo>
                    </a:path>
                  </a:pathLst>
                </a:custGeom>
                <a:noFill/>
                <a:ln w="19050" cap="flat" cmpd="sng">
                  <a:solidFill>
                    <a:srgbClr val="000000">
                      <a:alpha val="100000"/>
                    </a:srgbClr>
                  </a:solidFill>
                  <a:prstDash val="solid"/>
                  <a:round/>
                  <a:headEnd type="none" w="med" len="med"/>
                  <a:tailEnd type="triangle" w="sm" len="med"/>
                </a:ln>
              </p:spPr>
              <p:txBody>
                <a:bodyPr/>
                <a:lstStyle/>
                <a:p>
                  <a:endParaRPr lang="zh-CN" altLang="en-US"/>
                </a:p>
              </p:txBody>
            </p:sp>
            <p:sp>
              <p:nvSpPr>
                <p:cNvPr id="14407" name="Freeform 14"/>
                <p:cNvSpPr/>
                <p:nvPr/>
              </p:nvSpPr>
              <p:spPr>
                <a:xfrm>
                  <a:off x="3780" y="12340"/>
                  <a:ext cx="2220" cy="580"/>
                </a:xfrm>
                <a:custGeom>
                  <a:avLst/>
                  <a:gdLst/>
                  <a:ahLst/>
                  <a:cxnLst>
                    <a:cxn ang="0">
                      <a:pos x="0" y="1156"/>
                    </a:cxn>
                    <a:cxn ang="0">
                      <a:pos x="534" y="735"/>
                    </a:cxn>
                    <a:cxn ang="0">
                      <a:pos x="1072" y="402"/>
                    </a:cxn>
                    <a:cxn ang="0">
                      <a:pos x="1772" y="147"/>
                    </a:cxn>
                    <a:cxn ang="0">
                      <a:pos x="2540" y="24"/>
                    </a:cxn>
                    <a:cxn ang="0">
                      <a:pos x="3173" y="24"/>
                    </a:cxn>
                    <a:cxn ang="0">
                      <a:pos x="3576" y="64"/>
                    </a:cxn>
                  </a:cxnLst>
                  <a:rect l="0" t="0" r="0" b="0"/>
                  <a:pathLst>
                    <a:path w="2140" h="550">
                      <a:moveTo>
                        <a:pt x="0" y="550"/>
                      </a:moveTo>
                      <a:cubicBezTo>
                        <a:pt x="107" y="480"/>
                        <a:pt x="214" y="410"/>
                        <a:pt x="320" y="350"/>
                      </a:cubicBezTo>
                      <a:cubicBezTo>
                        <a:pt x="426" y="290"/>
                        <a:pt x="517" y="237"/>
                        <a:pt x="640" y="190"/>
                      </a:cubicBezTo>
                      <a:cubicBezTo>
                        <a:pt x="763" y="143"/>
                        <a:pt x="913" y="100"/>
                        <a:pt x="1060" y="70"/>
                      </a:cubicBezTo>
                      <a:cubicBezTo>
                        <a:pt x="1207" y="40"/>
                        <a:pt x="1380" y="20"/>
                        <a:pt x="1520" y="10"/>
                      </a:cubicBezTo>
                      <a:cubicBezTo>
                        <a:pt x="1660" y="0"/>
                        <a:pt x="1797" y="7"/>
                        <a:pt x="1900" y="10"/>
                      </a:cubicBezTo>
                      <a:cubicBezTo>
                        <a:pt x="2003" y="13"/>
                        <a:pt x="2071" y="21"/>
                        <a:pt x="2140" y="30"/>
                      </a:cubicBezTo>
                    </a:path>
                  </a:pathLst>
                </a:custGeom>
                <a:noFill/>
                <a:ln w="19050" cap="flat" cmpd="sng">
                  <a:solidFill>
                    <a:srgbClr val="000000">
                      <a:alpha val="100000"/>
                    </a:srgbClr>
                  </a:solidFill>
                  <a:prstDash val="dash"/>
                  <a:round/>
                  <a:headEnd type="none" w="med" len="med"/>
                  <a:tailEnd type="triangle" w="sm" len="med"/>
                </a:ln>
              </p:spPr>
              <p:txBody>
                <a:bodyPr/>
                <a:lstStyle/>
                <a:p>
                  <a:endParaRPr lang="zh-CN" altLang="en-US"/>
                </a:p>
              </p:txBody>
            </p:sp>
            <p:sp>
              <p:nvSpPr>
                <p:cNvPr id="14408" name="Freeform 15"/>
                <p:cNvSpPr/>
                <p:nvPr/>
              </p:nvSpPr>
              <p:spPr>
                <a:xfrm>
                  <a:off x="3620" y="12520"/>
                  <a:ext cx="1900" cy="660"/>
                </a:xfrm>
                <a:custGeom>
                  <a:avLst/>
                  <a:gdLst/>
                  <a:ahLst/>
                  <a:cxnLst>
                    <a:cxn ang="0">
                      <a:pos x="0" y="660"/>
                    </a:cxn>
                    <a:cxn ang="0">
                      <a:pos x="220" y="500"/>
                    </a:cxn>
                    <a:cxn ang="0">
                      <a:pos x="560" y="300"/>
                    </a:cxn>
                    <a:cxn ang="0">
                      <a:pos x="980" y="140"/>
                    </a:cxn>
                    <a:cxn ang="0">
                      <a:pos x="1400" y="40"/>
                    </a:cxn>
                    <a:cxn ang="0">
                      <a:pos x="1900" y="0"/>
                    </a:cxn>
                  </a:cxnLst>
                  <a:rect l="0" t="0" r="0" b="0"/>
                  <a:pathLst>
                    <a:path w="1900" h="660">
                      <a:moveTo>
                        <a:pt x="0" y="660"/>
                      </a:moveTo>
                      <a:cubicBezTo>
                        <a:pt x="63" y="610"/>
                        <a:pt x="127" y="560"/>
                        <a:pt x="220" y="500"/>
                      </a:cubicBezTo>
                      <a:cubicBezTo>
                        <a:pt x="313" y="440"/>
                        <a:pt x="433" y="360"/>
                        <a:pt x="560" y="300"/>
                      </a:cubicBezTo>
                      <a:cubicBezTo>
                        <a:pt x="687" y="240"/>
                        <a:pt x="840" y="183"/>
                        <a:pt x="980" y="140"/>
                      </a:cubicBezTo>
                      <a:cubicBezTo>
                        <a:pt x="1120" y="97"/>
                        <a:pt x="1247" y="63"/>
                        <a:pt x="1400" y="40"/>
                      </a:cubicBezTo>
                      <a:cubicBezTo>
                        <a:pt x="1553" y="17"/>
                        <a:pt x="1726" y="8"/>
                        <a:pt x="1900" y="0"/>
                      </a:cubicBezTo>
                    </a:path>
                  </a:pathLst>
                </a:custGeom>
                <a:noFill/>
                <a:ln w="19050" cap="flat" cmpd="sng">
                  <a:solidFill>
                    <a:srgbClr val="000000">
                      <a:alpha val="100000"/>
                    </a:srgbClr>
                  </a:solidFill>
                  <a:prstDash val="solid"/>
                  <a:round/>
                  <a:headEnd type="none" w="med" len="med"/>
                  <a:tailEnd type="triangle" w="sm" len="med"/>
                </a:ln>
              </p:spPr>
              <p:txBody>
                <a:bodyPr/>
                <a:lstStyle/>
                <a:p>
                  <a:endParaRPr lang="zh-CN" altLang="en-US"/>
                </a:p>
              </p:txBody>
            </p:sp>
            <p:sp>
              <p:nvSpPr>
                <p:cNvPr id="14409" name="Freeform 16"/>
                <p:cNvSpPr/>
                <p:nvPr/>
              </p:nvSpPr>
              <p:spPr>
                <a:xfrm>
                  <a:off x="3760" y="12937"/>
                  <a:ext cx="1960" cy="323"/>
                </a:xfrm>
                <a:custGeom>
                  <a:avLst/>
                  <a:gdLst/>
                  <a:ahLst/>
                  <a:cxnLst>
                    <a:cxn ang="0">
                      <a:pos x="0" y="323"/>
                    </a:cxn>
                    <a:cxn ang="0">
                      <a:pos x="921" y="123"/>
                    </a:cxn>
                    <a:cxn ang="0">
                      <a:pos x="1891" y="43"/>
                    </a:cxn>
                    <a:cxn ang="0">
                      <a:pos x="2761" y="3"/>
                    </a:cxn>
                    <a:cxn ang="0">
                      <a:pos x="3535" y="23"/>
                    </a:cxn>
                    <a:cxn ang="0">
                      <a:pos x="4458" y="43"/>
                    </a:cxn>
                  </a:cxnLst>
                  <a:rect l="0" t="0" r="0" b="0"/>
                  <a:pathLst>
                    <a:path w="1840" h="323">
                      <a:moveTo>
                        <a:pt x="0" y="323"/>
                      </a:moveTo>
                      <a:cubicBezTo>
                        <a:pt x="125" y="246"/>
                        <a:pt x="250" y="170"/>
                        <a:pt x="380" y="123"/>
                      </a:cubicBezTo>
                      <a:cubicBezTo>
                        <a:pt x="510" y="76"/>
                        <a:pt x="653" y="63"/>
                        <a:pt x="780" y="43"/>
                      </a:cubicBezTo>
                      <a:cubicBezTo>
                        <a:pt x="907" y="23"/>
                        <a:pt x="1027" y="6"/>
                        <a:pt x="1140" y="3"/>
                      </a:cubicBezTo>
                      <a:cubicBezTo>
                        <a:pt x="1253" y="0"/>
                        <a:pt x="1343" y="16"/>
                        <a:pt x="1460" y="23"/>
                      </a:cubicBezTo>
                      <a:cubicBezTo>
                        <a:pt x="1577" y="30"/>
                        <a:pt x="1708" y="36"/>
                        <a:pt x="1840" y="43"/>
                      </a:cubicBezTo>
                    </a:path>
                  </a:pathLst>
                </a:custGeom>
                <a:noFill/>
                <a:ln w="19050" cap="flat" cmpd="sng">
                  <a:solidFill>
                    <a:srgbClr val="000000">
                      <a:alpha val="100000"/>
                    </a:srgbClr>
                  </a:solidFill>
                  <a:prstDash val="solid"/>
                  <a:round/>
                  <a:headEnd type="none" w="med" len="med"/>
                  <a:tailEnd type="triangle" w="sm" len="med"/>
                </a:ln>
              </p:spPr>
              <p:txBody>
                <a:bodyPr/>
                <a:lstStyle/>
                <a:p>
                  <a:endParaRPr lang="zh-CN" altLang="en-US"/>
                </a:p>
              </p:txBody>
            </p:sp>
            <p:sp>
              <p:nvSpPr>
                <p:cNvPr id="14410" name="Freeform 17"/>
                <p:cNvSpPr/>
                <p:nvPr/>
              </p:nvSpPr>
              <p:spPr>
                <a:xfrm>
                  <a:off x="3840" y="12670"/>
                  <a:ext cx="2080" cy="430"/>
                </a:xfrm>
                <a:custGeom>
                  <a:avLst/>
                  <a:gdLst/>
                  <a:ahLst/>
                  <a:cxnLst>
                    <a:cxn ang="0">
                      <a:pos x="0" y="430"/>
                    </a:cxn>
                    <a:cxn ang="0">
                      <a:pos x="340" y="250"/>
                    </a:cxn>
                    <a:cxn ang="0">
                      <a:pos x="880" y="70"/>
                    </a:cxn>
                    <a:cxn ang="0">
                      <a:pos x="1340" y="10"/>
                    </a:cxn>
                    <a:cxn ang="0">
                      <a:pos x="1720" y="10"/>
                    </a:cxn>
                    <a:cxn ang="0">
                      <a:pos x="2080" y="30"/>
                    </a:cxn>
                  </a:cxnLst>
                  <a:rect l="0" t="0" r="0" b="0"/>
                  <a:pathLst>
                    <a:path w="2080" h="430">
                      <a:moveTo>
                        <a:pt x="0" y="430"/>
                      </a:moveTo>
                      <a:cubicBezTo>
                        <a:pt x="96" y="370"/>
                        <a:pt x="193" y="310"/>
                        <a:pt x="340" y="250"/>
                      </a:cubicBezTo>
                      <a:cubicBezTo>
                        <a:pt x="487" y="190"/>
                        <a:pt x="713" y="110"/>
                        <a:pt x="880" y="70"/>
                      </a:cubicBezTo>
                      <a:cubicBezTo>
                        <a:pt x="1047" y="30"/>
                        <a:pt x="1200" y="20"/>
                        <a:pt x="1340" y="10"/>
                      </a:cubicBezTo>
                      <a:cubicBezTo>
                        <a:pt x="1480" y="0"/>
                        <a:pt x="1597" y="7"/>
                        <a:pt x="1720" y="10"/>
                      </a:cubicBezTo>
                      <a:cubicBezTo>
                        <a:pt x="1843" y="13"/>
                        <a:pt x="1961" y="21"/>
                        <a:pt x="2080" y="30"/>
                      </a:cubicBezTo>
                    </a:path>
                  </a:pathLst>
                </a:custGeom>
                <a:noFill/>
                <a:ln w="19050" cap="flat" cmpd="sng">
                  <a:solidFill>
                    <a:srgbClr val="000000">
                      <a:alpha val="100000"/>
                    </a:srgbClr>
                  </a:solidFill>
                  <a:prstDash val="dash"/>
                  <a:round/>
                  <a:headEnd type="none" w="med" len="med"/>
                  <a:tailEnd type="triangle" w="sm" len="med"/>
                </a:ln>
              </p:spPr>
              <p:txBody>
                <a:bodyPr/>
                <a:lstStyle/>
                <a:p>
                  <a:endParaRPr lang="zh-CN" altLang="en-US"/>
                </a:p>
              </p:txBody>
            </p:sp>
            <p:sp>
              <p:nvSpPr>
                <p:cNvPr id="14411" name="Freeform 18"/>
                <p:cNvSpPr/>
                <p:nvPr/>
              </p:nvSpPr>
              <p:spPr>
                <a:xfrm>
                  <a:off x="5560" y="12337"/>
                  <a:ext cx="260" cy="23"/>
                </a:xfrm>
                <a:custGeom>
                  <a:avLst/>
                  <a:gdLst/>
                  <a:ahLst/>
                  <a:cxnLst>
                    <a:cxn ang="0">
                      <a:pos x="0" y="3"/>
                    </a:cxn>
                    <a:cxn ang="0">
                      <a:pos x="80" y="3"/>
                    </a:cxn>
                    <a:cxn ang="0">
                      <a:pos x="160" y="3"/>
                    </a:cxn>
                    <a:cxn ang="0">
                      <a:pos x="260" y="23"/>
                    </a:cxn>
                  </a:cxnLst>
                  <a:rect l="0" t="0" r="0" b="0"/>
                  <a:pathLst>
                    <a:path w="260" h="23">
                      <a:moveTo>
                        <a:pt x="0" y="3"/>
                      </a:moveTo>
                      <a:cubicBezTo>
                        <a:pt x="26" y="3"/>
                        <a:pt x="53" y="3"/>
                        <a:pt x="80" y="3"/>
                      </a:cubicBezTo>
                      <a:cubicBezTo>
                        <a:pt x="107" y="3"/>
                        <a:pt x="130" y="0"/>
                        <a:pt x="160" y="3"/>
                      </a:cubicBezTo>
                      <a:cubicBezTo>
                        <a:pt x="190" y="6"/>
                        <a:pt x="243" y="20"/>
                        <a:pt x="260" y="23"/>
                      </a:cubicBezTo>
                    </a:path>
                  </a:pathLst>
                </a:custGeom>
                <a:noFill/>
                <a:ln w="19050" cap="flat" cmpd="sng">
                  <a:solidFill>
                    <a:srgbClr val="000000">
                      <a:alpha val="100000"/>
                    </a:srgbClr>
                  </a:solidFill>
                  <a:prstDash val="solid"/>
                  <a:round/>
                  <a:headEnd type="none" w="med" len="med"/>
                  <a:tailEnd type="none" w="sm" len="med"/>
                </a:ln>
              </p:spPr>
              <p:txBody>
                <a:bodyPr/>
                <a:lstStyle/>
                <a:p>
                  <a:endParaRPr lang="zh-CN" altLang="en-US"/>
                </a:p>
              </p:txBody>
            </p:sp>
            <p:sp>
              <p:nvSpPr>
                <p:cNvPr id="14412" name="Freeform 19"/>
                <p:cNvSpPr/>
                <p:nvPr/>
              </p:nvSpPr>
              <p:spPr>
                <a:xfrm>
                  <a:off x="5580" y="12677"/>
                  <a:ext cx="260" cy="23"/>
                </a:xfrm>
                <a:custGeom>
                  <a:avLst/>
                  <a:gdLst/>
                  <a:ahLst/>
                  <a:cxnLst>
                    <a:cxn ang="0">
                      <a:pos x="0" y="3"/>
                    </a:cxn>
                    <a:cxn ang="0">
                      <a:pos x="80" y="3"/>
                    </a:cxn>
                    <a:cxn ang="0">
                      <a:pos x="160" y="3"/>
                    </a:cxn>
                    <a:cxn ang="0">
                      <a:pos x="260" y="23"/>
                    </a:cxn>
                  </a:cxnLst>
                  <a:rect l="0" t="0" r="0" b="0"/>
                  <a:pathLst>
                    <a:path w="260" h="23">
                      <a:moveTo>
                        <a:pt x="0" y="3"/>
                      </a:moveTo>
                      <a:cubicBezTo>
                        <a:pt x="26" y="3"/>
                        <a:pt x="53" y="3"/>
                        <a:pt x="80" y="3"/>
                      </a:cubicBezTo>
                      <a:cubicBezTo>
                        <a:pt x="107" y="3"/>
                        <a:pt x="130" y="0"/>
                        <a:pt x="160" y="3"/>
                      </a:cubicBezTo>
                      <a:cubicBezTo>
                        <a:pt x="190" y="6"/>
                        <a:pt x="225" y="14"/>
                        <a:pt x="260" y="23"/>
                      </a:cubicBezTo>
                    </a:path>
                  </a:pathLst>
                </a:custGeom>
                <a:noFill/>
                <a:ln w="19050" cap="flat" cmpd="sng">
                  <a:solidFill>
                    <a:srgbClr val="000000">
                      <a:alpha val="100000"/>
                    </a:srgbClr>
                  </a:solidFill>
                  <a:prstDash val="solid"/>
                  <a:round/>
                  <a:headEnd type="none" w="med" len="med"/>
                  <a:tailEnd type="none" w="sm" len="med"/>
                </a:ln>
              </p:spPr>
              <p:txBody>
                <a:bodyPr/>
                <a:lstStyle/>
                <a:p>
                  <a:endParaRPr lang="zh-CN" altLang="en-US"/>
                </a:p>
              </p:txBody>
            </p:sp>
          </p:grpSp>
          <p:sp>
            <p:nvSpPr>
              <p:cNvPr id="14401" name="Text Box 20"/>
              <p:cNvSpPr txBox="1"/>
              <p:nvPr/>
            </p:nvSpPr>
            <p:spPr>
              <a:xfrm>
                <a:off x="2608" y="200"/>
                <a:ext cx="13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Electric field</a:t>
                </a:r>
                <a:r>
                  <a:rPr lang="en-US" altLang="zh-CN" sz="2400" b="1" dirty="0">
                    <a:solidFill>
                      <a:srgbClr val="0000FF"/>
                    </a:solidFill>
                    <a:latin typeface="Times New Roman" panose="02020603050405020304" pitchFamily="18" charset="0"/>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tube</a:t>
                </a:r>
              </a:p>
            </p:txBody>
          </p:sp>
        </p:grpSp>
      </p:grpSp>
      <p:grpSp>
        <p:nvGrpSpPr>
          <p:cNvPr id="165909" name="Group 21"/>
          <p:cNvGrpSpPr/>
          <p:nvPr/>
        </p:nvGrpSpPr>
        <p:grpSpPr>
          <a:xfrm>
            <a:off x="1362710" y="3285490"/>
            <a:ext cx="2514600" cy="2743200"/>
            <a:chOff x="624" y="2064"/>
            <a:chExt cx="1584" cy="1728"/>
          </a:xfrm>
        </p:grpSpPr>
        <p:sp>
          <p:nvSpPr>
            <p:cNvPr id="14376" name="Rectangle 22"/>
            <p:cNvSpPr/>
            <p:nvPr/>
          </p:nvSpPr>
          <p:spPr>
            <a:xfrm>
              <a:off x="624" y="2064"/>
              <a:ext cx="1584" cy="1728"/>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14377" name="Group 23"/>
            <p:cNvGrpSpPr/>
            <p:nvPr/>
          </p:nvGrpSpPr>
          <p:grpSpPr>
            <a:xfrm>
              <a:off x="720" y="2225"/>
              <a:ext cx="1456" cy="1486"/>
              <a:chOff x="720" y="2225"/>
              <a:chExt cx="1456" cy="1486"/>
            </a:xfrm>
          </p:grpSpPr>
          <p:sp>
            <p:nvSpPr>
              <p:cNvPr id="14378" name="Rectangle 24"/>
              <p:cNvSpPr/>
              <p:nvPr/>
            </p:nvSpPr>
            <p:spPr>
              <a:xfrm>
                <a:off x="720" y="2253"/>
                <a:ext cx="1400" cy="96"/>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14379" name="Rectangle 25"/>
              <p:cNvSpPr/>
              <p:nvPr/>
            </p:nvSpPr>
            <p:spPr>
              <a:xfrm>
                <a:off x="720" y="2997"/>
                <a:ext cx="1400" cy="96"/>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14380" name="Group 26"/>
              <p:cNvGrpSpPr/>
              <p:nvPr/>
            </p:nvGrpSpPr>
            <p:grpSpPr>
              <a:xfrm>
                <a:off x="829" y="2225"/>
                <a:ext cx="1347" cy="288"/>
                <a:chOff x="2040" y="3720"/>
                <a:chExt cx="2000" cy="480"/>
              </a:xfrm>
            </p:grpSpPr>
            <p:sp>
              <p:nvSpPr>
                <p:cNvPr id="14393" name="Text Box 27"/>
                <p:cNvSpPr txBox="1"/>
                <p:nvPr/>
              </p:nvSpPr>
              <p:spPr>
                <a:xfrm>
                  <a:off x="3500" y="3720"/>
                  <a:ext cx="540" cy="48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14394" name="Text Box 28"/>
                <p:cNvSpPr txBox="1"/>
                <p:nvPr/>
              </p:nvSpPr>
              <p:spPr>
                <a:xfrm>
                  <a:off x="3140" y="3720"/>
                  <a:ext cx="540" cy="48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14395" name="Text Box 29"/>
                <p:cNvSpPr txBox="1"/>
                <p:nvPr/>
              </p:nvSpPr>
              <p:spPr>
                <a:xfrm>
                  <a:off x="2410" y="3720"/>
                  <a:ext cx="540" cy="48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14396" name="Text Box 30"/>
                <p:cNvSpPr txBox="1"/>
                <p:nvPr/>
              </p:nvSpPr>
              <p:spPr>
                <a:xfrm>
                  <a:off x="2040" y="3720"/>
                  <a:ext cx="540" cy="48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14397" name="Text Box 31"/>
                <p:cNvSpPr txBox="1"/>
                <p:nvPr/>
              </p:nvSpPr>
              <p:spPr>
                <a:xfrm>
                  <a:off x="2780" y="3720"/>
                  <a:ext cx="540" cy="48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grpSp>
          <p:grpSp>
            <p:nvGrpSpPr>
              <p:cNvPr id="14381" name="Group 32"/>
              <p:cNvGrpSpPr/>
              <p:nvPr/>
            </p:nvGrpSpPr>
            <p:grpSpPr>
              <a:xfrm>
                <a:off x="813" y="2947"/>
                <a:ext cx="1319" cy="279"/>
                <a:chOff x="2020" y="4965"/>
                <a:chExt cx="1960" cy="465"/>
              </a:xfrm>
            </p:grpSpPr>
            <p:sp>
              <p:nvSpPr>
                <p:cNvPr id="14388" name="Text Box 33"/>
                <p:cNvSpPr txBox="1"/>
                <p:nvPr/>
              </p:nvSpPr>
              <p:spPr>
                <a:xfrm>
                  <a:off x="2020" y="4970"/>
                  <a:ext cx="500" cy="46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14389" name="Text Box 34"/>
                <p:cNvSpPr txBox="1"/>
                <p:nvPr/>
              </p:nvSpPr>
              <p:spPr>
                <a:xfrm>
                  <a:off x="2390" y="4965"/>
                  <a:ext cx="500" cy="46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14390" name="Text Box 35"/>
                <p:cNvSpPr txBox="1"/>
                <p:nvPr/>
              </p:nvSpPr>
              <p:spPr>
                <a:xfrm>
                  <a:off x="3480" y="4965"/>
                  <a:ext cx="500" cy="46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14391" name="Text Box 36"/>
                <p:cNvSpPr txBox="1"/>
                <p:nvPr/>
              </p:nvSpPr>
              <p:spPr>
                <a:xfrm>
                  <a:off x="2760" y="4965"/>
                  <a:ext cx="500" cy="46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14392" name="Text Box 37"/>
                <p:cNvSpPr txBox="1"/>
                <p:nvPr/>
              </p:nvSpPr>
              <p:spPr>
                <a:xfrm>
                  <a:off x="3130" y="4970"/>
                  <a:ext cx="500" cy="46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grpSp>
          <p:sp>
            <p:nvSpPr>
              <p:cNvPr id="14382" name="Line 38"/>
              <p:cNvSpPr/>
              <p:nvPr/>
            </p:nvSpPr>
            <p:spPr>
              <a:xfrm>
                <a:off x="925" y="2349"/>
                <a:ext cx="0" cy="648"/>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83" name="Line 39"/>
              <p:cNvSpPr/>
              <p:nvPr/>
            </p:nvSpPr>
            <p:spPr>
              <a:xfrm>
                <a:off x="1174" y="2349"/>
                <a:ext cx="0" cy="648"/>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84" name="Line 40"/>
              <p:cNvSpPr/>
              <p:nvPr/>
            </p:nvSpPr>
            <p:spPr>
              <a:xfrm>
                <a:off x="1413" y="2334"/>
                <a:ext cx="0" cy="672"/>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85" name="Line 41"/>
              <p:cNvSpPr/>
              <p:nvPr/>
            </p:nvSpPr>
            <p:spPr>
              <a:xfrm flipH="1">
                <a:off x="1656" y="2355"/>
                <a:ext cx="0" cy="648"/>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86" name="Line 42"/>
              <p:cNvSpPr/>
              <p:nvPr/>
            </p:nvSpPr>
            <p:spPr>
              <a:xfrm>
                <a:off x="1898" y="2337"/>
                <a:ext cx="0" cy="660"/>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87" name="Text Box 43"/>
              <p:cNvSpPr txBox="1"/>
              <p:nvPr/>
            </p:nvSpPr>
            <p:spPr>
              <a:xfrm>
                <a:off x="880" y="3264"/>
                <a:ext cx="1056" cy="44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Two</a:t>
                </a: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ea typeface="楷体_GB2312" pitchFamily="49" charset="-122"/>
                  </a:rPr>
                  <a:t>parallel </a:t>
                </a:r>
              </a:p>
              <a:p>
                <a:pPr marL="0" lvl="0" indent="0" algn="just">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charge plates</a:t>
                </a:r>
                <a:r>
                  <a:rPr lang="en-US" altLang="zh-CN" sz="1000" b="1" dirty="0">
                    <a:latin typeface="Times New Roman" panose="02020603050405020304" pitchFamily="18" charset="0"/>
                  </a:rPr>
                  <a:t> </a:t>
                </a:r>
              </a:p>
            </p:txBody>
          </p:sp>
        </p:grpSp>
      </p:grpSp>
      <p:grpSp>
        <p:nvGrpSpPr>
          <p:cNvPr id="165932" name="Group 44"/>
          <p:cNvGrpSpPr/>
          <p:nvPr/>
        </p:nvGrpSpPr>
        <p:grpSpPr>
          <a:xfrm>
            <a:off x="4655185" y="2416810"/>
            <a:ext cx="1905000" cy="2743200"/>
            <a:chOff x="3910" y="2064"/>
            <a:chExt cx="1200" cy="1728"/>
          </a:xfrm>
        </p:grpSpPr>
        <p:sp>
          <p:nvSpPr>
            <p:cNvPr id="14360" name="Rectangle 45"/>
            <p:cNvSpPr/>
            <p:nvPr/>
          </p:nvSpPr>
          <p:spPr>
            <a:xfrm>
              <a:off x="3910" y="2064"/>
              <a:ext cx="1200" cy="1728"/>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14361" name="Group 46"/>
            <p:cNvGrpSpPr/>
            <p:nvPr/>
          </p:nvGrpSpPr>
          <p:grpSpPr>
            <a:xfrm>
              <a:off x="4038" y="2211"/>
              <a:ext cx="1050" cy="1485"/>
              <a:chOff x="4038" y="2211"/>
              <a:chExt cx="1050" cy="1485"/>
            </a:xfrm>
          </p:grpSpPr>
          <p:sp>
            <p:nvSpPr>
              <p:cNvPr id="14362" name="Text Box 47"/>
              <p:cNvSpPr txBox="1"/>
              <p:nvPr/>
            </p:nvSpPr>
            <p:spPr>
              <a:xfrm>
                <a:off x="4408" y="2586"/>
                <a:ext cx="313" cy="27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14363" name="Line 48"/>
              <p:cNvSpPr/>
              <p:nvPr/>
            </p:nvSpPr>
            <p:spPr>
              <a:xfrm>
                <a:off x="4507" y="2211"/>
                <a:ext cx="0" cy="426"/>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64" name="Line 49"/>
              <p:cNvSpPr/>
              <p:nvPr/>
            </p:nvSpPr>
            <p:spPr>
              <a:xfrm rot="1943376">
                <a:off x="4631" y="2243"/>
                <a:ext cx="18" cy="429"/>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65" name="Line 50"/>
              <p:cNvSpPr/>
              <p:nvPr/>
            </p:nvSpPr>
            <p:spPr>
              <a:xfrm rot="-1901017" flipH="1">
                <a:off x="4374" y="2264"/>
                <a:ext cx="10" cy="409"/>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66" name="Line 51"/>
              <p:cNvSpPr/>
              <p:nvPr/>
            </p:nvSpPr>
            <p:spPr>
              <a:xfrm rot="3712782">
                <a:off x="4712" y="2343"/>
                <a:ext cx="23" cy="421"/>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67" name="Line 52"/>
              <p:cNvSpPr/>
              <p:nvPr/>
            </p:nvSpPr>
            <p:spPr>
              <a:xfrm rot="5400000" flipV="1">
                <a:off x="4257" y="2454"/>
                <a:ext cx="0" cy="438"/>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68" name="Line 53"/>
              <p:cNvSpPr/>
              <p:nvPr/>
            </p:nvSpPr>
            <p:spPr>
              <a:xfrm rot="-3757973" flipV="1">
                <a:off x="4273" y="2335"/>
                <a:ext cx="23" cy="429"/>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69" name="Line 54"/>
              <p:cNvSpPr/>
              <p:nvPr/>
            </p:nvSpPr>
            <p:spPr>
              <a:xfrm rot="5400000" flipV="1">
                <a:off x="4766" y="2454"/>
                <a:ext cx="0" cy="438"/>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70" name="Line 55"/>
              <p:cNvSpPr/>
              <p:nvPr/>
            </p:nvSpPr>
            <p:spPr>
              <a:xfrm rot="2838173" flipV="1">
                <a:off x="4236" y="2588"/>
                <a:ext cx="103" cy="433"/>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71" name="Line 56"/>
              <p:cNvSpPr/>
              <p:nvPr/>
            </p:nvSpPr>
            <p:spPr>
              <a:xfrm rot="-5400000">
                <a:off x="4190" y="2764"/>
                <a:ext cx="360" cy="237"/>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72" name="Line 57"/>
              <p:cNvSpPr/>
              <p:nvPr/>
            </p:nvSpPr>
            <p:spPr>
              <a:xfrm rot="-5400000">
                <a:off x="4300" y="2918"/>
                <a:ext cx="414" cy="0"/>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73" name="Line 58"/>
              <p:cNvSpPr/>
              <p:nvPr/>
            </p:nvSpPr>
            <p:spPr>
              <a:xfrm rot="184072">
                <a:off x="4527" y="2706"/>
                <a:ext cx="381" cy="192"/>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74" name="Line 59"/>
              <p:cNvSpPr/>
              <p:nvPr/>
            </p:nvSpPr>
            <p:spPr>
              <a:xfrm>
                <a:off x="4525" y="2695"/>
                <a:ext cx="225" cy="348"/>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75" name="Text Box 60"/>
              <p:cNvSpPr txBox="1"/>
              <p:nvPr/>
            </p:nvSpPr>
            <p:spPr>
              <a:xfrm>
                <a:off x="4080" y="3265"/>
                <a:ext cx="1008" cy="431"/>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b="1" dirty="0">
                    <a:solidFill>
                      <a:srgbClr val="0000CC"/>
                    </a:solidFill>
                    <a:latin typeface="Times New Roman" panose="02020603050405020304" pitchFamily="18" charset="0"/>
                  </a:rPr>
                  <a:t>A</a:t>
                </a:r>
                <a:r>
                  <a:rPr lang="en-US" altLang="zh-CN" sz="2000" b="1" dirty="0">
                    <a:solidFill>
                      <a:srgbClr val="0000FF"/>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negative</a:t>
                </a:r>
              </a:p>
              <a:p>
                <a:pPr marL="0" lvl="0" indent="0" algn="just">
                  <a:spcBef>
                    <a:spcPct val="0"/>
                  </a:spcBef>
                  <a:buClrTx/>
                  <a:buSzTx/>
                  <a:buFontTx/>
                  <a:buNone/>
                </a:pPr>
                <a:r>
                  <a:rPr lang="en-US" altLang="zh-CN" sz="2000" b="1" dirty="0">
                    <a:solidFill>
                      <a:srgbClr val="0000CC"/>
                    </a:solidFill>
                    <a:latin typeface="Times New Roman" panose="02020603050405020304" pitchFamily="18" charset="0"/>
                  </a:rPr>
                  <a:t>point charge</a:t>
                </a:r>
                <a:r>
                  <a:rPr lang="en-US" altLang="zh-CN" sz="1200" dirty="0">
                    <a:solidFill>
                      <a:srgbClr val="0000FF"/>
                    </a:solidFill>
                    <a:latin typeface="Times New Roman" panose="02020603050405020304" pitchFamily="18" charset="0"/>
                  </a:rPr>
                  <a:t> </a:t>
                </a:r>
                <a:r>
                  <a:rPr lang="en-US" altLang="zh-CN" sz="1400" dirty="0">
                    <a:solidFill>
                      <a:srgbClr val="0000FF"/>
                    </a:solidFill>
                    <a:latin typeface="Times New Roman" panose="02020603050405020304" pitchFamily="18" charset="0"/>
                  </a:rPr>
                  <a:t> </a:t>
                </a:r>
              </a:p>
            </p:txBody>
          </p:sp>
        </p:grpSp>
      </p:grpSp>
      <p:grpSp>
        <p:nvGrpSpPr>
          <p:cNvPr id="165949" name="Group 61"/>
          <p:cNvGrpSpPr/>
          <p:nvPr/>
        </p:nvGrpSpPr>
        <p:grpSpPr>
          <a:xfrm>
            <a:off x="1859915" y="2454275"/>
            <a:ext cx="1943100" cy="2743200"/>
            <a:chOff x="2448" y="2064"/>
            <a:chExt cx="1224" cy="1728"/>
          </a:xfrm>
        </p:grpSpPr>
        <p:sp>
          <p:nvSpPr>
            <p:cNvPr id="14344" name="Rectangle 62"/>
            <p:cNvSpPr/>
            <p:nvPr/>
          </p:nvSpPr>
          <p:spPr>
            <a:xfrm>
              <a:off x="2448" y="2064"/>
              <a:ext cx="1200" cy="1728"/>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14345" name="Group 63"/>
            <p:cNvGrpSpPr/>
            <p:nvPr/>
          </p:nvGrpSpPr>
          <p:grpSpPr>
            <a:xfrm>
              <a:off x="2533" y="2215"/>
              <a:ext cx="1139" cy="1479"/>
              <a:chOff x="2533" y="2215"/>
              <a:chExt cx="1139" cy="1479"/>
            </a:xfrm>
          </p:grpSpPr>
          <p:sp>
            <p:nvSpPr>
              <p:cNvPr id="14346" name="Text Box 64"/>
              <p:cNvSpPr txBox="1"/>
              <p:nvPr/>
            </p:nvSpPr>
            <p:spPr>
              <a:xfrm>
                <a:off x="2925" y="2585"/>
                <a:ext cx="340" cy="28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14347" name="Line 65"/>
              <p:cNvSpPr/>
              <p:nvPr/>
            </p:nvSpPr>
            <p:spPr>
              <a:xfrm>
                <a:off x="3012" y="2215"/>
                <a:ext cx="0" cy="420"/>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48" name="Line 66"/>
              <p:cNvSpPr/>
              <p:nvPr/>
            </p:nvSpPr>
            <p:spPr>
              <a:xfrm rot="1943376">
                <a:off x="3151" y="2244"/>
                <a:ext cx="6" cy="432"/>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49" name="Line 67"/>
              <p:cNvSpPr/>
              <p:nvPr/>
            </p:nvSpPr>
            <p:spPr>
              <a:xfrm rot="-1901017" flipH="1">
                <a:off x="2876" y="2250"/>
                <a:ext cx="4" cy="420"/>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0" name="Line 68"/>
              <p:cNvSpPr/>
              <p:nvPr/>
            </p:nvSpPr>
            <p:spPr>
              <a:xfrm rot="3712782">
                <a:off x="3244" y="2334"/>
                <a:ext cx="9" cy="444"/>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1" name="Line 69"/>
              <p:cNvSpPr/>
              <p:nvPr/>
            </p:nvSpPr>
            <p:spPr>
              <a:xfrm rot="5400000" flipV="1">
                <a:off x="2753" y="2453"/>
                <a:ext cx="0" cy="441"/>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2" name="Line 70"/>
              <p:cNvSpPr/>
              <p:nvPr/>
            </p:nvSpPr>
            <p:spPr>
              <a:xfrm rot="-3757973">
                <a:off x="2779" y="2339"/>
                <a:ext cx="1" cy="442"/>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3" name="Line 71"/>
              <p:cNvSpPr/>
              <p:nvPr/>
            </p:nvSpPr>
            <p:spPr>
              <a:xfrm rot="5400000" flipV="1">
                <a:off x="3283" y="2453"/>
                <a:ext cx="0" cy="441"/>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54" name="Line 72"/>
              <p:cNvSpPr/>
              <p:nvPr/>
            </p:nvSpPr>
            <p:spPr>
              <a:xfrm rot="2773671" flipV="1">
                <a:off x="2729" y="2585"/>
                <a:ext cx="104" cy="436"/>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5" name="Line 73"/>
              <p:cNvSpPr/>
              <p:nvPr/>
            </p:nvSpPr>
            <p:spPr>
              <a:xfrm rot="-5400000">
                <a:off x="2700" y="2770"/>
                <a:ext cx="360" cy="240"/>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6" name="Line 74"/>
              <p:cNvSpPr/>
              <p:nvPr/>
            </p:nvSpPr>
            <p:spPr>
              <a:xfrm rot="-5400000">
                <a:off x="2808" y="2906"/>
                <a:ext cx="408" cy="0"/>
              </a:xfrm>
              <a:prstGeom prst="line">
                <a:avLst/>
              </a:prstGeom>
              <a:ln w="9525" cap="flat" cmpd="sng">
                <a:solidFill>
                  <a:srgbClr val="000000"/>
                </a:solidFill>
                <a:prstDash val="solid"/>
                <a:headEnd type="triangle" w="sm" len="med"/>
                <a:tailEnd type="none" w="sm" len="med"/>
              </a:ln>
            </p:spPr>
            <p:txBody>
              <a:bodyPr/>
              <a:lstStyle/>
              <a:p>
                <a:endParaRPr lang="zh-CN" altLang="en-US"/>
              </a:p>
            </p:txBody>
          </p:sp>
          <p:sp>
            <p:nvSpPr>
              <p:cNvPr id="14357" name="Line 75"/>
              <p:cNvSpPr/>
              <p:nvPr/>
            </p:nvSpPr>
            <p:spPr>
              <a:xfrm>
                <a:off x="3050" y="2698"/>
                <a:ext cx="391" cy="180"/>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58" name="Line 76"/>
              <p:cNvSpPr/>
              <p:nvPr/>
            </p:nvSpPr>
            <p:spPr>
              <a:xfrm>
                <a:off x="3037" y="2710"/>
                <a:ext cx="227" cy="348"/>
              </a:xfrm>
              <a:prstGeom prst="line">
                <a:avLst/>
              </a:prstGeom>
              <a:ln w="9525" cap="flat" cmpd="sng">
                <a:solidFill>
                  <a:srgbClr val="000000"/>
                </a:solidFill>
                <a:prstDash val="solid"/>
                <a:headEnd type="none" w="sm" len="med"/>
                <a:tailEnd type="triangle" w="sm" len="med"/>
              </a:ln>
            </p:spPr>
            <p:txBody>
              <a:bodyPr/>
              <a:lstStyle/>
              <a:p>
                <a:endParaRPr lang="zh-CN" altLang="en-US"/>
              </a:p>
            </p:txBody>
          </p:sp>
          <p:sp>
            <p:nvSpPr>
              <p:cNvPr id="14359" name="Text Box 77"/>
              <p:cNvSpPr txBox="1"/>
              <p:nvPr/>
            </p:nvSpPr>
            <p:spPr>
              <a:xfrm>
                <a:off x="2616" y="3264"/>
                <a:ext cx="1056" cy="43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b="1" dirty="0">
                    <a:solidFill>
                      <a:srgbClr val="0000CC"/>
                    </a:solidFill>
                    <a:latin typeface="Times New Roman" panose="02020603050405020304" pitchFamily="18" charset="0"/>
                  </a:rPr>
                  <a:t>A</a:t>
                </a:r>
                <a:r>
                  <a:rPr lang="en-US" altLang="zh-CN" sz="2000" b="1" dirty="0">
                    <a:solidFill>
                      <a:srgbClr val="0000FF"/>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positive </a:t>
                </a:r>
              </a:p>
              <a:p>
                <a:pPr marL="0" lvl="0" indent="0" algn="just">
                  <a:spcBef>
                    <a:spcPct val="0"/>
                  </a:spcBef>
                  <a:buClrTx/>
                  <a:buSzTx/>
                  <a:buFontTx/>
                  <a:buNone/>
                </a:pPr>
                <a:r>
                  <a:rPr lang="en-US" altLang="zh-CN" sz="2000" b="1" dirty="0">
                    <a:solidFill>
                      <a:srgbClr val="0000CC"/>
                    </a:solidFill>
                    <a:latin typeface="Times New Roman" panose="02020603050405020304" pitchFamily="18" charset="0"/>
                  </a:rPr>
                  <a:t>point charge</a:t>
                </a:r>
                <a:endParaRPr lang="en-US" altLang="zh-CN" sz="1400" dirty="0">
                  <a:solidFill>
                    <a:srgbClr val="0000CC"/>
                  </a:solidFill>
                  <a:latin typeface="Times New Roman" panose="02020603050405020304" pitchFamily="18" charset="0"/>
                </a:endParaRPr>
              </a:p>
            </p:txBody>
          </p:sp>
        </p:grpSp>
      </p:grpSp>
      <p:sp>
        <p:nvSpPr>
          <p:cNvPr id="165966" name="Text Box 78"/>
          <p:cNvSpPr txBox="1"/>
          <p:nvPr/>
        </p:nvSpPr>
        <p:spPr>
          <a:xfrm>
            <a:off x="376238" y="1844040"/>
            <a:ext cx="51498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00"/>
                </a:solidFill>
                <a:latin typeface="Times New Roman" panose="02020603050405020304" pitchFamily="18" charset="0"/>
                <a:ea typeface="楷体_GB2312" pitchFamily="49" charset="-122"/>
              </a:rPr>
              <a:t>Distributions of electric field lines</a:t>
            </a:r>
          </a:p>
        </p:txBody>
      </p:sp>
      <p:sp>
        <p:nvSpPr>
          <p:cNvPr id="16388" name="Rectangle 4"/>
          <p:cNvSpPr>
            <a:spLocks noChangeArrowheads="1"/>
          </p:cNvSpPr>
          <p:nvPr/>
        </p:nvSpPr>
        <p:spPr bwMode="auto">
          <a:xfrm>
            <a:off x="106998" y="477203"/>
            <a:ext cx="8281988" cy="1366838"/>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3.2 </a:t>
            </a:r>
            <a:r>
              <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Fundamental Postulates of Electrostatics in Free Space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59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659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nodeType="clickEffect">
                                  <p:stCondLst>
                                    <p:cond delay="0"/>
                                  </p:stCondLst>
                                  <p:childTnLst>
                                    <p:animEffect transition="out" filter="blinds(horizontal)">
                                      <p:cBhvr>
                                        <p:cTn id="12" dur="500"/>
                                        <p:tgtEl>
                                          <p:spTgt spid="165932"/>
                                        </p:tgtEl>
                                      </p:cBhvr>
                                    </p:animEffect>
                                    <p:set>
                                      <p:cBhvr>
                                        <p:cTn id="13" dur="1" fill="hold">
                                          <p:stCondLst>
                                            <p:cond delay="499"/>
                                          </p:stCondLst>
                                        </p:cTn>
                                        <p:tgtEl>
                                          <p:spTgt spid="165932"/>
                                        </p:tgtEl>
                                        <p:attrNameLst>
                                          <p:attrName>style.visibility</p:attrName>
                                        </p:attrNameLst>
                                      </p:cBhvr>
                                      <p:to>
                                        <p:strVal val="hidden"/>
                                      </p:to>
                                    </p:set>
                                  </p:childTnLst>
                                </p:cTn>
                              </p:par>
                              <p:par>
                                <p:cTn id="14" presetID="3" presetClass="exit" presetSubtype="10" fill="hold" nodeType="withEffect">
                                  <p:stCondLst>
                                    <p:cond delay="0"/>
                                  </p:stCondLst>
                                  <p:childTnLst>
                                    <p:animEffect transition="out" filter="blinds(horizontal)">
                                      <p:cBhvr>
                                        <p:cTn id="15" dur="500"/>
                                        <p:tgtEl>
                                          <p:spTgt spid="165949"/>
                                        </p:tgtEl>
                                      </p:cBhvr>
                                    </p:animEffect>
                                    <p:set>
                                      <p:cBhvr>
                                        <p:cTn id="16" dur="1" fill="hold">
                                          <p:stCondLst>
                                            <p:cond delay="499"/>
                                          </p:stCondLst>
                                        </p:cTn>
                                        <p:tgtEl>
                                          <p:spTgt spid="165949"/>
                                        </p:tgtEl>
                                        <p:attrNameLst>
                                          <p:attrName>style.visibility</p:attrName>
                                        </p:attrNameLst>
                                      </p:cBhvr>
                                      <p:to>
                                        <p:strVal val="hidden"/>
                                      </p:to>
                                    </p:set>
                                  </p:childTnLst>
                                </p:cTn>
                              </p:par>
                            </p:childTnLst>
                          </p:cTn>
                        </p:par>
                        <p:par>
                          <p:cTn id="17" fill="hold">
                            <p:stCondLst>
                              <p:cond delay="500"/>
                            </p:stCondLst>
                            <p:childTnLst>
                              <p:par>
                                <p:cTn id="18" presetID="4" presetClass="entr" presetSubtype="16" fill="hold" nodeType="afterEffect">
                                  <p:stCondLst>
                                    <p:cond delay="0"/>
                                  </p:stCondLst>
                                  <p:childTnLst>
                                    <p:set>
                                      <p:cBhvr>
                                        <p:cTn id="19" dur="1" fill="hold">
                                          <p:stCondLst>
                                            <p:cond delay="0"/>
                                          </p:stCondLst>
                                        </p:cTn>
                                        <p:tgtEl>
                                          <p:spTgt spid="165893"/>
                                        </p:tgtEl>
                                        <p:attrNameLst>
                                          <p:attrName>style.visibility</p:attrName>
                                        </p:attrNameLst>
                                      </p:cBhvr>
                                      <p:to>
                                        <p:strVal val="visible"/>
                                      </p:to>
                                    </p:set>
                                    <p:animEffect transition="in" filter="box(in)">
                                      <p:cBhvr>
                                        <p:cTn id="20" dur="2000"/>
                                        <p:tgtEl>
                                          <p:spTgt spid="165893"/>
                                        </p:tgtEl>
                                      </p:cBhvr>
                                    </p:animEffect>
                                  </p:childTnLst>
                                </p:cTn>
                              </p:par>
                              <p:par>
                                <p:cTn id="21" presetID="4" presetClass="entr" presetSubtype="16" fill="hold" nodeType="withEffect">
                                  <p:stCondLst>
                                    <p:cond delay="0"/>
                                  </p:stCondLst>
                                  <p:childTnLst>
                                    <p:set>
                                      <p:cBhvr>
                                        <p:cTn id="22" dur="1" fill="hold">
                                          <p:stCondLst>
                                            <p:cond delay="0"/>
                                          </p:stCondLst>
                                        </p:cTn>
                                        <p:tgtEl>
                                          <p:spTgt spid="165909"/>
                                        </p:tgtEl>
                                        <p:attrNameLst>
                                          <p:attrName>style.visibility</p:attrName>
                                        </p:attrNameLst>
                                      </p:cBhvr>
                                      <p:to>
                                        <p:strVal val="visible"/>
                                      </p:to>
                                    </p:set>
                                    <p:animEffect transition="in" filter="box(in)">
                                      <p:cBhvr>
                                        <p:cTn id="23" dur="2000"/>
                                        <p:tgtEl>
                                          <p:spTgt spid="165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395288" y="188913"/>
            <a:ext cx="8281988" cy="1366838"/>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3.2 </a:t>
            </a:r>
            <a:r>
              <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Fundamental Postulates of Electrostatics in Free Space</a:t>
            </a:r>
          </a:p>
        </p:txBody>
      </p:sp>
      <p:sp>
        <p:nvSpPr>
          <p:cNvPr id="16390" name="Text Box 6"/>
          <p:cNvSpPr txBox="1"/>
          <p:nvPr/>
        </p:nvSpPr>
        <p:spPr>
          <a:xfrm>
            <a:off x="179388" y="2276475"/>
            <a:ext cx="8496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Char char="•"/>
            </a:pPr>
            <a:r>
              <a:rPr lang="en-US" altLang="zh-CN" sz="2400" b="1" dirty="0">
                <a:solidFill>
                  <a:srgbClr val="000000"/>
                </a:solidFill>
                <a:latin typeface="Times New Roman" panose="02020603050405020304" pitchFamily="18" charset="0"/>
              </a:rPr>
              <a:t> </a:t>
            </a:r>
            <a:r>
              <a:rPr lang="en-US" altLang="zh-TW" sz="2400" b="1" dirty="0">
                <a:solidFill>
                  <a:srgbClr val="000000"/>
                </a:solidFill>
                <a:latin typeface="Times New Roman" panose="02020603050405020304" pitchFamily="18" charset="0"/>
              </a:rPr>
              <a:t>Electric field intensity is defined as the force per unit charge</a:t>
            </a:r>
            <a:endParaRPr lang="en-US" altLang="zh-CN" sz="2400" b="1" dirty="0">
              <a:solidFill>
                <a:srgbClr val="000000"/>
              </a:solidFill>
              <a:latin typeface="Times New Roman" panose="02020603050405020304" pitchFamily="18" charset="0"/>
              <a:ea typeface="楷体_GB2312" pitchFamily="49" charset="-122"/>
            </a:endParaRPr>
          </a:p>
        </p:txBody>
      </p:sp>
      <p:sp>
        <p:nvSpPr>
          <p:cNvPr id="16391" name="Text Box 7"/>
          <p:cNvSpPr txBox="1"/>
          <p:nvPr/>
        </p:nvSpPr>
        <p:spPr>
          <a:xfrm>
            <a:off x="107950" y="4076700"/>
            <a:ext cx="8893175" cy="968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0000"/>
              </a:lnSpc>
              <a:buClrTx/>
              <a:buSzTx/>
              <a:buFontTx/>
              <a:buChar char="•"/>
            </a:pPr>
            <a:r>
              <a:rPr lang="en-US" altLang="zh-CN" sz="2400" b="1" dirty="0">
                <a:solidFill>
                  <a:srgbClr val="000000"/>
                </a:solidFill>
                <a:latin typeface="Times New Roman" panose="02020603050405020304" pitchFamily="18" charset="0"/>
              </a:rPr>
              <a:t> The flux of the electric field intensity through a surface is called electric flux, and it is denoted as , given by </a:t>
            </a:r>
            <a:r>
              <a:rPr lang="en-US" altLang="zh-CN" sz="2400" i="1" dirty="0">
                <a:solidFill>
                  <a:srgbClr val="000000"/>
                </a:solidFill>
                <a:latin typeface="Times New Roman" panose="02020603050405020304" pitchFamily="18" charset="0"/>
                <a:sym typeface="Symbol" panose="05050102010706020507" pitchFamily="18" charset="2"/>
              </a:rPr>
              <a:t></a:t>
            </a:r>
            <a:r>
              <a:rPr lang="en-US" altLang="zh-CN" sz="2400" b="1" dirty="0">
                <a:solidFill>
                  <a:srgbClr val="000000"/>
                </a:solidFill>
                <a:latin typeface="Times New Roman" panose="02020603050405020304" pitchFamily="18" charset="0"/>
              </a:rPr>
              <a:t>, i.e.</a:t>
            </a:r>
            <a:r>
              <a:rPr lang="en-US" altLang="zh-CN" sz="2400" dirty="0">
                <a:solidFill>
                  <a:srgbClr val="000000"/>
                </a:solidFill>
              </a:rPr>
              <a:t> </a:t>
            </a:r>
            <a:endParaRPr lang="en-US" altLang="zh-CN" sz="2400" b="1" dirty="0">
              <a:solidFill>
                <a:srgbClr val="000000"/>
              </a:solidFill>
            </a:endParaRPr>
          </a:p>
        </p:txBody>
      </p:sp>
      <p:sp>
        <p:nvSpPr>
          <p:cNvPr id="12293" name="Rectangle 9"/>
          <p:cNvSpPr>
            <a:spLocks noRot="1"/>
          </p:cNvSpPr>
          <p:nvPr/>
        </p:nvSpPr>
        <p:spPr>
          <a:xfrm>
            <a:off x="179388" y="1557338"/>
            <a:ext cx="8208962" cy="5048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90000"/>
              </a:lnSpc>
            </a:pPr>
            <a:r>
              <a:rPr lang="en-US" altLang="zh-TW" sz="2800" b="1" dirty="0">
                <a:solidFill>
                  <a:srgbClr val="0000CC"/>
                </a:solidFill>
              </a:rPr>
              <a:t>Electric field intensity </a:t>
            </a:r>
            <a:r>
              <a:rPr lang="en-US" altLang="zh-CN" sz="2800" b="1" dirty="0">
                <a:solidFill>
                  <a:srgbClr val="0000CC"/>
                </a:solidFill>
              </a:rPr>
              <a:t>and </a:t>
            </a:r>
            <a:r>
              <a:rPr lang="en-US" altLang="zh-TW" sz="2800" b="1" dirty="0">
                <a:solidFill>
                  <a:srgbClr val="0000CC"/>
                </a:solidFill>
              </a:rPr>
              <a:t>Electric</a:t>
            </a:r>
            <a:r>
              <a:rPr lang="en-US" altLang="zh-CN" sz="2800" b="1" dirty="0">
                <a:solidFill>
                  <a:srgbClr val="0000CC"/>
                </a:solidFill>
              </a:rPr>
              <a:t> Flux</a:t>
            </a:r>
          </a:p>
        </p:txBody>
      </p:sp>
      <p:graphicFrame>
        <p:nvGraphicFramePr>
          <p:cNvPr id="16394" name="Object 10"/>
          <p:cNvGraphicFramePr>
            <a:graphicFrameLocks noChangeAspect="1"/>
          </p:cNvGraphicFramePr>
          <p:nvPr/>
        </p:nvGraphicFramePr>
        <p:xfrm>
          <a:off x="2124075" y="2997200"/>
          <a:ext cx="2735263" cy="877888"/>
        </p:xfrm>
        <a:graphic>
          <a:graphicData uri="http://schemas.openxmlformats.org/presentationml/2006/ole">
            <mc:AlternateContent xmlns:mc="http://schemas.openxmlformats.org/markup-compatibility/2006">
              <mc:Choice xmlns:v="urn:schemas-microsoft-com:vml" Requires="v">
                <p:oleObj r:id="rId3" imgW="1346200" imgH="431800" progId="Equation.DSMT4">
                  <p:embed/>
                </p:oleObj>
              </mc:Choice>
              <mc:Fallback>
                <p:oleObj r:id="rId3" imgW="1346200" imgH="431800" progId="Equation.DSMT4">
                  <p:embed/>
                  <p:pic>
                    <p:nvPicPr>
                      <p:cNvPr id="16394" name="Object 10"/>
                      <p:cNvPicPr/>
                      <p:nvPr/>
                    </p:nvPicPr>
                    <p:blipFill>
                      <a:blip r:embed="rId4"/>
                      <a:stretch>
                        <a:fillRect/>
                      </a:stretch>
                    </p:blipFill>
                    <p:spPr>
                      <a:xfrm>
                        <a:off x="2124075" y="2997200"/>
                        <a:ext cx="2735263" cy="877888"/>
                      </a:xfrm>
                      <a:prstGeom prst="rect">
                        <a:avLst/>
                      </a:prstGeom>
                      <a:noFill/>
                      <a:ln w="38100">
                        <a:noFill/>
                        <a:miter/>
                      </a:ln>
                    </p:spPr>
                  </p:pic>
                </p:oleObj>
              </mc:Fallback>
            </mc:AlternateContent>
          </a:graphicData>
        </a:graphic>
      </p:graphicFrame>
      <p:graphicFrame>
        <p:nvGraphicFramePr>
          <p:cNvPr id="16395" name="Object 11"/>
          <p:cNvGraphicFramePr>
            <a:graphicFrameLocks noChangeAspect="1"/>
          </p:cNvGraphicFramePr>
          <p:nvPr/>
        </p:nvGraphicFramePr>
        <p:xfrm>
          <a:off x="3276600" y="5229225"/>
          <a:ext cx="2160588" cy="804863"/>
        </p:xfrm>
        <a:graphic>
          <a:graphicData uri="http://schemas.openxmlformats.org/presentationml/2006/ole">
            <mc:AlternateContent xmlns:mc="http://schemas.openxmlformats.org/markup-compatibility/2006">
              <mc:Choice xmlns:v="urn:schemas-microsoft-com:vml" Requires="v">
                <p:oleObj r:id="rId5" imgW="787400" imgH="292100" progId="Equation.3">
                  <p:embed/>
                </p:oleObj>
              </mc:Choice>
              <mc:Fallback>
                <p:oleObj r:id="rId5" imgW="787400" imgH="292100" progId="Equation.3">
                  <p:embed/>
                  <p:pic>
                    <p:nvPicPr>
                      <p:cNvPr id="16395" name="Object 11"/>
                      <p:cNvPicPr/>
                      <p:nvPr/>
                    </p:nvPicPr>
                    <p:blipFill>
                      <a:blip r:embed="rId6"/>
                      <a:stretch>
                        <a:fillRect/>
                      </a:stretch>
                    </p:blipFill>
                    <p:spPr>
                      <a:xfrm>
                        <a:off x="3276600" y="5229225"/>
                        <a:ext cx="2160588" cy="804863"/>
                      </a:xfrm>
                      <a:prstGeom prst="rect">
                        <a:avLst/>
                      </a:prstGeom>
                      <a:noFill/>
                      <a:ln w="38100">
                        <a:noFill/>
                        <a:miter/>
                      </a:ln>
                    </p:spPr>
                  </p:pic>
                </p:oleObj>
              </mc:Fallback>
            </mc:AlternateContent>
          </a:graphicData>
        </a:graphic>
      </p:graphicFrame>
      <p:graphicFrame>
        <p:nvGraphicFramePr>
          <p:cNvPr id="16397" name="Object 13"/>
          <p:cNvGraphicFramePr>
            <a:graphicFrameLocks noChangeAspect="1"/>
          </p:cNvGraphicFramePr>
          <p:nvPr/>
        </p:nvGraphicFramePr>
        <p:xfrm>
          <a:off x="5777548" y="3068638"/>
          <a:ext cx="2662555" cy="596900"/>
        </p:xfrm>
        <a:graphic>
          <a:graphicData uri="http://schemas.openxmlformats.org/presentationml/2006/ole">
            <mc:AlternateContent xmlns:mc="http://schemas.openxmlformats.org/markup-compatibility/2006">
              <mc:Choice xmlns:v="urn:schemas-microsoft-com:vml" Requires="v">
                <p:oleObj r:id="rId7" imgW="965200" imgH="215900" progId="Equation.DSMT4">
                  <p:embed/>
                </p:oleObj>
              </mc:Choice>
              <mc:Fallback>
                <p:oleObj r:id="rId7" imgW="965200" imgH="215900" progId="Equation.DSMT4">
                  <p:embed/>
                  <p:pic>
                    <p:nvPicPr>
                      <p:cNvPr id="16397" name="Object 13"/>
                      <p:cNvPicPr/>
                      <p:nvPr/>
                    </p:nvPicPr>
                    <p:blipFill>
                      <a:blip r:embed="rId8"/>
                      <a:stretch>
                        <a:fillRect/>
                      </a:stretch>
                    </p:blipFill>
                    <p:spPr>
                      <a:xfrm>
                        <a:off x="5777548" y="3068638"/>
                        <a:ext cx="2662555" cy="5969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wipe(up)">
                                      <p:cBhvr>
                                        <p:cTn id="7" dur="2000"/>
                                        <p:tgtEl>
                                          <p:spTgt spid="163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394"/>
                                        </p:tgtEl>
                                        <p:attrNameLst>
                                          <p:attrName>style.visibility</p:attrName>
                                        </p:attrNameLst>
                                      </p:cBhvr>
                                      <p:to>
                                        <p:strVal val="visible"/>
                                      </p:to>
                                    </p:set>
                                    <p:anim calcmode="lin" valueType="num">
                                      <p:cBhvr additive="base">
                                        <p:cTn id="12" dur="500" fill="hold"/>
                                        <p:tgtEl>
                                          <p:spTgt spid="16394"/>
                                        </p:tgtEl>
                                        <p:attrNameLst>
                                          <p:attrName>ppt_x</p:attrName>
                                        </p:attrNameLst>
                                      </p:cBhvr>
                                      <p:tavLst>
                                        <p:tav tm="0">
                                          <p:val>
                                            <p:strVal val="#ppt_x"/>
                                          </p:val>
                                        </p:tav>
                                        <p:tav tm="100000">
                                          <p:val>
                                            <p:strVal val="#ppt_x"/>
                                          </p:val>
                                        </p:tav>
                                      </p:tavLst>
                                    </p:anim>
                                    <p:anim calcmode="lin" valueType="num">
                                      <p:cBhvr additive="base">
                                        <p:cTn id="13" dur="500" fill="hold"/>
                                        <p:tgtEl>
                                          <p:spTgt spid="1639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397"/>
                                        </p:tgtEl>
                                        <p:attrNameLst>
                                          <p:attrName>style.visibility</p:attrName>
                                        </p:attrNameLst>
                                      </p:cBhvr>
                                      <p:to>
                                        <p:strVal val="visible"/>
                                      </p:to>
                                    </p:set>
                                    <p:anim calcmode="lin" valueType="num">
                                      <p:cBhvr additive="base">
                                        <p:cTn id="18" dur="500" fill="hold"/>
                                        <p:tgtEl>
                                          <p:spTgt spid="16397"/>
                                        </p:tgtEl>
                                        <p:attrNameLst>
                                          <p:attrName>ppt_x</p:attrName>
                                        </p:attrNameLst>
                                      </p:cBhvr>
                                      <p:tavLst>
                                        <p:tav tm="0">
                                          <p:val>
                                            <p:strVal val="#ppt_x"/>
                                          </p:val>
                                        </p:tav>
                                        <p:tav tm="100000">
                                          <p:val>
                                            <p:strVal val="#ppt_x"/>
                                          </p:val>
                                        </p:tav>
                                      </p:tavLst>
                                    </p:anim>
                                    <p:anim calcmode="lin" valueType="num">
                                      <p:cBhvr additive="base">
                                        <p:cTn id="19" dur="500" fill="hold"/>
                                        <p:tgtEl>
                                          <p:spTgt spid="1639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6391"/>
                                        </p:tgtEl>
                                        <p:attrNameLst>
                                          <p:attrName>style.visibility</p:attrName>
                                        </p:attrNameLst>
                                      </p:cBhvr>
                                      <p:to>
                                        <p:strVal val="visible"/>
                                      </p:to>
                                    </p:set>
                                    <p:animEffect transition="in" filter="wipe(up)">
                                      <p:cBhvr>
                                        <p:cTn id="24" dur="2000"/>
                                        <p:tgtEl>
                                          <p:spTgt spid="1639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395"/>
                                        </p:tgtEl>
                                        <p:attrNameLst>
                                          <p:attrName>style.visibility</p:attrName>
                                        </p:attrNameLst>
                                      </p:cBhvr>
                                      <p:to>
                                        <p:strVal val="visible"/>
                                      </p:to>
                                    </p:set>
                                    <p:anim calcmode="lin" valueType="num">
                                      <p:cBhvr additive="base">
                                        <p:cTn id="29" dur="500" fill="hold"/>
                                        <p:tgtEl>
                                          <p:spTgt spid="16395"/>
                                        </p:tgtEl>
                                        <p:attrNameLst>
                                          <p:attrName>ppt_x</p:attrName>
                                        </p:attrNameLst>
                                      </p:cBhvr>
                                      <p:tavLst>
                                        <p:tav tm="0">
                                          <p:val>
                                            <p:strVal val="#ppt_x"/>
                                          </p:val>
                                        </p:tav>
                                        <p:tav tm="100000">
                                          <p:val>
                                            <p:strVal val="#ppt_x"/>
                                          </p:val>
                                        </p:tav>
                                      </p:tavLst>
                                    </p:anim>
                                    <p:anim calcmode="lin" valueType="num">
                                      <p:cBhvr additive="base">
                                        <p:cTn id="30" dur="500" fill="hold"/>
                                        <p:tgtEl>
                                          <p:spTgt spid="163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639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Rot="1"/>
          </p:cNvSpPr>
          <p:nvPr/>
        </p:nvSpPr>
        <p:spPr>
          <a:xfrm>
            <a:off x="250825" y="476250"/>
            <a:ext cx="8497888" cy="93503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90000"/>
              </a:lnSpc>
            </a:pPr>
            <a:r>
              <a:rPr lang="en-US" altLang="zh-CN" sz="2800" b="1" dirty="0">
                <a:solidFill>
                  <a:srgbClr val="0000CC"/>
                </a:solidFill>
              </a:rPr>
              <a:t>Two Fundamental Postulates of Electrostatics in Free Space</a:t>
            </a:r>
          </a:p>
        </p:txBody>
      </p:sp>
      <p:sp>
        <p:nvSpPr>
          <p:cNvPr id="67589" name="Rectangle 5"/>
          <p:cNvSpPr/>
          <p:nvPr/>
        </p:nvSpPr>
        <p:spPr>
          <a:xfrm>
            <a:off x="1042988" y="2492375"/>
            <a:ext cx="72009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solidFill>
                  <a:srgbClr val="000000"/>
                </a:solidFill>
              </a:rPr>
              <a:t>where </a:t>
            </a:r>
            <a:r>
              <a:rPr lang="en-US" altLang="zh-CN" sz="1800" b="1" dirty="0">
                <a:solidFill>
                  <a:srgbClr val="000000"/>
                </a:solidFill>
                <a:cs typeface="Arial" panose="020B0604020202020204" pitchFamily="34" charset="0"/>
              </a:rPr>
              <a:t>      </a:t>
            </a:r>
            <a:r>
              <a:rPr lang="en-US" altLang="zh-CN" sz="1800" b="1" dirty="0">
                <a:solidFill>
                  <a:srgbClr val="000000"/>
                </a:solidFill>
              </a:rPr>
              <a:t>is the volume charge density of free charges (C/m3), and         is the permittivity of free space, universal constant.</a:t>
            </a:r>
          </a:p>
        </p:txBody>
      </p:sp>
      <p:graphicFrame>
        <p:nvGraphicFramePr>
          <p:cNvPr id="67592" name="Object 31"/>
          <p:cNvGraphicFramePr>
            <a:graphicFrameLocks noGrp="1" noChangeAspect="1"/>
          </p:cNvGraphicFramePr>
          <p:nvPr>
            <p:ph sz="half" idx="1" hasCustomPrompt="1"/>
          </p:nvPr>
        </p:nvGraphicFramePr>
        <p:xfrm>
          <a:off x="1908175" y="2565400"/>
          <a:ext cx="269875" cy="292100"/>
        </p:xfrm>
        <a:graphic>
          <a:graphicData uri="http://schemas.openxmlformats.org/presentationml/2006/ole">
            <mc:AlternateContent xmlns:mc="http://schemas.openxmlformats.org/markup-compatibility/2006">
              <mc:Choice xmlns:v="urn:schemas-microsoft-com:vml" Requires="v">
                <p:oleObj r:id="rId2" imgW="29210" imgH="40640" progId="Equation.DSMT4">
                  <p:embed/>
                </p:oleObj>
              </mc:Choice>
              <mc:Fallback>
                <p:oleObj r:id="rId2" imgW="29210" imgH="40640" progId="Equation.DSMT4">
                  <p:embed/>
                  <p:pic>
                    <p:nvPicPr>
                      <p:cNvPr id="67592" name="Object 31"/>
                      <p:cNvPicPr/>
                      <p:nvPr/>
                    </p:nvPicPr>
                    <p:blipFill>
                      <a:blip r:embed="rId3">
                        <a:clrChange>
                          <a:clrFrom>
                            <a:srgbClr val="000000"/>
                          </a:clrFrom>
                          <a:clrTo>
                            <a:srgbClr val="000000"/>
                          </a:clrTo>
                        </a:clrChange>
                      </a:blip>
                      <a:srcRect/>
                      <a:stretch>
                        <a:fillRect/>
                      </a:stretch>
                    </p:blipFill>
                    <p:spPr>
                      <a:xfrm>
                        <a:off x="1908175" y="2565400"/>
                        <a:ext cx="269875" cy="292100"/>
                      </a:xfrm>
                      <a:prstGeom prst="rect">
                        <a:avLst/>
                      </a:prstGeom>
                      <a:noFill/>
                      <a:ln w="38100">
                        <a:miter/>
                      </a:ln>
                    </p:spPr>
                  </p:pic>
                </p:oleObj>
              </mc:Fallback>
            </mc:AlternateContent>
          </a:graphicData>
        </a:graphic>
      </p:graphicFrame>
      <p:graphicFrame>
        <p:nvGraphicFramePr>
          <p:cNvPr id="67594" name="Object 31"/>
          <p:cNvGraphicFramePr>
            <a:graphicFrameLocks noGrp="1" noChangeAspect="1"/>
          </p:cNvGraphicFramePr>
          <p:nvPr>
            <p:ph sz="half" idx="2" hasCustomPrompt="1"/>
          </p:nvPr>
        </p:nvGraphicFramePr>
        <p:xfrm>
          <a:off x="1692275" y="2781300"/>
          <a:ext cx="312738" cy="431800"/>
        </p:xfrm>
        <a:graphic>
          <a:graphicData uri="http://schemas.openxmlformats.org/presentationml/2006/ole">
            <mc:AlternateContent xmlns:mc="http://schemas.openxmlformats.org/markup-compatibility/2006">
              <mc:Choice xmlns:v="urn:schemas-microsoft-com:vml" Requires="v">
                <p:oleObj r:id="rId4" imgW="40640" imgH="104140" progId="Equation.DSMT4">
                  <p:embed/>
                </p:oleObj>
              </mc:Choice>
              <mc:Fallback>
                <p:oleObj r:id="rId4" imgW="40640" imgH="104140" progId="Equation.DSMT4">
                  <p:embed/>
                  <p:pic>
                    <p:nvPicPr>
                      <p:cNvPr id="67594" name="Object 31"/>
                      <p:cNvPicPr/>
                      <p:nvPr/>
                    </p:nvPicPr>
                    <p:blipFill>
                      <a:blip r:embed="rId5">
                        <a:clrChange>
                          <a:clrFrom>
                            <a:srgbClr val="000000"/>
                          </a:clrFrom>
                          <a:clrTo>
                            <a:srgbClr val="000000"/>
                          </a:clrTo>
                        </a:clrChange>
                      </a:blip>
                      <a:srcRect/>
                      <a:stretch>
                        <a:fillRect/>
                      </a:stretch>
                    </p:blipFill>
                    <p:spPr>
                      <a:xfrm>
                        <a:off x="1692275" y="2781300"/>
                        <a:ext cx="312738" cy="431800"/>
                      </a:xfrm>
                      <a:prstGeom prst="rect">
                        <a:avLst/>
                      </a:prstGeom>
                      <a:noFill/>
                      <a:ln w="38100">
                        <a:miter/>
                      </a:ln>
                    </p:spPr>
                  </p:pic>
                </p:oleObj>
              </mc:Fallback>
            </mc:AlternateContent>
          </a:graphicData>
        </a:graphic>
      </p:graphicFrame>
      <p:pic>
        <p:nvPicPr>
          <p:cNvPr id="67597" name="Picture 13"/>
          <p:cNvPicPr>
            <a:picLocks noChangeAspect="1"/>
          </p:cNvPicPr>
          <p:nvPr/>
        </p:nvPicPr>
        <p:blipFill>
          <a:blip r:embed="rId6"/>
          <a:stretch>
            <a:fillRect/>
          </a:stretch>
        </p:blipFill>
        <p:spPr>
          <a:xfrm>
            <a:off x="1042988" y="1341438"/>
            <a:ext cx="2881312" cy="1046162"/>
          </a:xfrm>
          <a:prstGeom prst="rect">
            <a:avLst/>
          </a:prstGeom>
          <a:noFill/>
          <a:ln w="9525">
            <a:noFill/>
          </a:ln>
        </p:spPr>
      </p:pic>
      <p:pic>
        <p:nvPicPr>
          <p:cNvPr id="67598" name="Picture 14"/>
          <p:cNvPicPr>
            <a:picLocks noChangeAspect="1"/>
          </p:cNvPicPr>
          <p:nvPr/>
        </p:nvPicPr>
        <p:blipFill>
          <a:blip r:embed="rId7"/>
          <a:stretch>
            <a:fillRect/>
          </a:stretch>
        </p:blipFill>
        <p:spPr>
          <a:xfrm>
            <a:off x="4716463" y="1341438"/>
            <a:ext cx="3732212" cy="1038225"/>
          </a:xfrm>
          <a:prstGeom prst="rect">
            <a:avLst/>
          </a:prstGeom>
          <a:noFill/>
          <a:ln w="9525">
            <a:noFill/>
          </a:ln>
        </p:spPr>
      </p:pic>
      <p:sp>
        <p:nvSpPr>
          <p:cNvPr id="67600" name="Rectangle 16"/>
          <p:cNvSpPr/>
          <p:nvPr/>
        </p:nvSpPr>
        <p:spPr>
          <a:xfrm>
            <a:off x="107950" y="3141663"/>
            <a:ext cx="8928100" cy="21669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81000" lvl="0" indent="-381000" eaLnBrk="1" hangingPunct="1">
              <a:lnSpc>
                <a:spcPct val="140000"/>
              </a:lnSpc>
              <a:spcBef>
                <a:spcPct val="50000"/>
              </a:spcBef>
              <a:buClrTx/>
              <a:buSzTx/>
              <a:buFont typeface="Wingdings" panose="05000000000000000000" pitchFamily="2" charset="2"/>
              <a:buChar char="q"/>
            </a:pPr>
            <a:r>
              <a:rPr lang="en-US" altLang="zh-CN" sz="2000" b="1" dirty="0">
                <a:solidFill>
                  <a:srgbClr val="0000CC"/>
                </a:solidFill>
                <a:latin typeface="Times New Roman" panose="02020603050405020304" pitchFamily="18" charset="0"/>
              </a:rPr>
              <a:t>Two postulates are concise, simple, and independent of any coordinate system; and they can be used to derive all other relations, laws and theorems in electrostatics!</a:t>
            </a:r>
            <a:endParaRPr lang="en-US" altLang="zh-CN" sz="2000" b="1" dirty="0">
              <a:solidFill>
                <a:srgbClr val="0000CC"/>
              </a:solidFill>
              <a:latin typeface="Times New Roman" panose="02020603050405020304" pitchFamily="18" charset="0"/>
              <a:ea typeface="楷体_GB2312" pitchFamily="49" charset="-122"/>
            </a:endParaRPr>
          </a:p>
          <a:p>
            <a:pPr marL="381000" lvl="0" indent="-381000" eaLnBrk="1" hangingPunct="1">
              <a:lnSpc>
                <a:spcPct val="130000"/>
              </a:lnSpc>
              <a:spcBef>
                <a:spcPct val="0"/>
              </a:spcBef>
              <a:buClrTx/>
              <a:buSzTx/>
              <a:buFont typeface="Wingdings" panose="05000000000000000000" pitchFamily="2" charset="2"/>
              <a:buChar char="q"/>
            </a:pPr>
            <a:r>
              <a:rPr lang="en-US" altLang="zh-CN" sz="2000" b="1" dirty="0">
                <a:solidFill>
                  <a:srgbClr val="0000CC"/>
                </a:solidFill>
                <a:latin typeface="Times New Roman" panose="02020603050405020304" pitchFamily="18" charset="0"/>
              </a:rPr>
              <a:t>Their integral form can be obtained by using Stokes theorem and Divergence theorem as</a:t>
            </a:r>
          </a:p>
        </p:txBody>
      </p:sp>
      <p:pic>
        <p:nvPicPr>
          <p:cNvPr id="67601" name="Picture 17"/>
          <p:cNvPicPr>
            <a:picLocks noChangeAspect="1"/>
          </p:cNvPicPr>
          <p:nvPr/>
        </p:nvPicPr>
        <p:blipFill>
          <a:blip r:embed="rId8"/>
          <a:stretch>
            <a:fillRect/>
          </a:stretch>
        </p:blipFill>
        <p:spPr>
          <a:xfrm>
            <a:off x="971550" y="5229225"/>
            <a:ext cx="3455988" cy="1069975"/>
          </a:xfrm>
          <a:prstGeom prst="rect">
            <a:avLst/>
          </a:prstGeom>
          <a:noFill/>
          <a:ln w="9525">
            <a:noFill/>
          </a:ln>
        </p:spPr>
      </p:pic>
      <p:pic>
        <p:nvPicPr>
          <p:cNvPr id="67602" name="Picture 18"/>
          <p:cNvPicPr>
            <a:picLocks noChangeAspect="1"/>
          </p:cNvPicPr>
          <p:nvPr/>
        </p:nvPicPr>
        <p:blipFill>
          <a:blip r:embed="rId9"/>
          <a:stretch>
            <a:fillRect/>
          </a:stretch>
        </p:blipFill>
        <p:spPr>
          <a:xfrm>
            <a:off x="4932363" y="5229225"/>
            <a:ext cx="3198812" cy="11033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7597"/>
                                        </p:tgtEl>
                                        <p:attrNameLst>
                                          <p:attrName>style.visibility</p:attrName>
                                        </p:attrNameLst>
                                      </p:cBhvr>
                                      <p:to>
                                        <p:strVal val="visible"/>
                                      </p:to>
                                    </p:set>
                                    <p:animEffect transition="in" filter="dissolve">
                                      <p:cBhvr>
                                        <p:cTn id="7" dur="500"/>
                                        <p:tgtEl>
                                          <p:spTgt spid="67597"/>
                                        </p:tgtEl>
                                      </p:cBhvr>
                                    </p:animEffect>
                                  </p:childTnLst>
                                </p:cTn>
                              </p:par>
                              <p:par>
                                <p:cTn id="8" presetID="9" presetClass="entr" presetSubtype="0" fill="hold" nodeType="withEffect">
                                  <p:stCondLst>
                                    <p:cond delay="0"/>
                                  </p:stCondLst>
                                  <p:childTnLst>
                                    <p:set>
                                      <p:cBhvr>
                                        <p:cTn id="9" dur="1" fill="hold">
                                          <p:stCondLst>
                                            <p:cond delay="0"/>
                                          </p:stCondLst>
                                        </p:cTn>
                                        <p:tgtEl>
                                          <p:spTgt spid="67598"/>
                                        </p:tgtEl>
                                        <p:attrNameLst>
                                          <p:attrName>style.visibility</p:attrName>
                                        </p:attrNameLst>
                                      </p:cBhvr>
                                      <p:to>
                                        <p:strVal val="visible"/>
                                      </p:to>
                                    </p:set>
                                    <p:animEffect transition="in" filter="dissolve">
                                      <p:cBhvr>
                                        <p:cTn id="10" dur="500"/>
                                        <p:tgtEl>
                                          <p:spTgt spid="6759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7592"/>
                                        </p:tgtEl>
                                        <p:attrNameLst>
                                          <p:attrName>style.visibility</p:attrName>
                                        </p:attrNameLst>
                                      </p:cBhvr>
                                      <p:to>
                                        <p:strVal val="visible"/>
                                      </p:to>
                                    </p:set>
                                    <p:animEffect transition="in" filter="dissolve">
                                      <p:cBhvr>
                                        <p:cTn id="15" dur="500"/>
                                        <p:tgtEl>
                                          <p:spTgt spid="67592"/>
                                        </p:tgtEl>
                                      </p:cBhvr>
                                    </p:animEffect>
                                  </p:childTnLst>
                                </p:cTn>
                              </p:par>
                              <p:par>
                                <p:cTn id="16" presetID="9" presetClass="entr" presetSubtype="0" fill="hold" nodeType="withEffect">
                                  <p:stCondLst>
                                    <p:cond delay="0"/>
                                  </p:stCondLst>
                                  <p:childTnLst>
                                    <p:set>
                                      <p:cBhvr>
                                        <p:cTn id="17" dur="1" fill="hold">
                                          <p:stCondLst>
                                            <p:cond delay="0"/>
                                          </p:stCondLst>
                                        </p:cTn>
                                        <p:tgtEl>
                                          <p:spTgt spid="67594"/>
                                        </p:tgtEl>
                                        <p:attrNameLst>
                                          <p:attrName>style.visibility</p:attrName>
                                        </p:attrNameLst>
                                      </p:cBhvr>
                                      <p:to>
                                        <p:strVal val="visible"/>
                                      </p:to>
                                    </p:set>
                                    <p:animEffect transition="in" filter="dissolve">
                                      <p:cBhvr>
                                        <p:cTn id="18" dur="500"/>
                                        <p:tgtEl>
                                          <p:spTgt spid="67594"/>
                                        </p:tgtEl>
                                      </p:cBhvr>
                                    </p:animEffect>
                                  </p:childTnLst>
                                </p:cTn>
                              </p:par>
                              <p:par>
                                <p:cTn id="19" presetID="9" presetClass="entr" presetSubtype="0" fill="hold" nodeType="withEffect">
                                  <p:stCondLst>
                                    <p:cond delay="0"/>
                                  </p:stCondLst>
                                  <p:childTnLst>
                                    <p:set>
                                      <p:cBhvr>
                                        <p:cTn id="20" dur="1" fill="hold">
                                          <p:stCondLst>
                                            <p:cond delay="0"/>
                                          </p:stCondLst>
                                        </p:cTn>
                                        <p:tgtEl>
                                          <p:spTgt spid="67589"/>
                                        </p:tgtEl>
                                        <p:attrNameLst>
                                          <p:attrName>style.visibility</p:attrName>
                                        </p:attrNameLst>
                                      </p:cBhvr>
                                      <p:to>
                                        <p:strVal val="visible"/>
                                      </p:to>
                                    </p:set>
                                    <p:animEffect transition="in" filter="dissolve">
                                      <p:cBhvr>
                                        <p:cTn id="21" dur="500"/>
                                        <p:tgtEl>
                                          <p:spTgt spid="6758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7600">
                                            <p:txEl>
                                              <p:pRg st="0" end="0"/>
                                            </p:txEl>
                                          </p:spTgt>
                                        </p:tgtEl>
                                        <p:attrNameLst>
                                          <p:attrName>style.visibility</p:attrName>
                                        </p:attrNameLst>
                                      </p:cBhvr>
                                      <p:to>
                                        <p:strVal val="visible"/>
                                      </p:to>
                                    </p:set>
                                    <p:animEffect transition="in" filter="wipe(up)">
                                      <p:cBhvr>
                                        <p:cTn id="26" dur="2000"/>
                                        <p:tgtEl>
                                          <p:spTgt spid="6760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67600">
                                            <p:txEl>
                                              <p:pRg st="1" end="1"/>
                                            </p:txEl>
                                          </p:spTgt>
                                        </p:tgtEl>
                                        <p:attrNameLst>
                                          <p:attrName>style.visibility</p:attrName>
                                        </p:attrNameLst>
                                      </p:cBhvr>
                                      <p:to>
                                        <p:strVal val="visible"/>
                                      </p:to>
                                    </p:set>
                                    <p:animEffect transition="in" filter="wipe(up)">
                                      <p:cBhvr>
                                        <p:cTn id="31" dur="2000"/>
                                        <p:tgtEl>
                                          <p:spTgt spid="67600">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67601"/>
                                        </p:tgtEl>
                                        <p:attrNameLst>
                                          <p:attrName>style.visibility</p:attrName>
                                        </p:attrNameLst>
                                      </p:cBhvr>
                                      <p:to>
                                        <p:strVal val="visible"/>
                                      </p:to>
                                    </p:set>
                                    <p:animEffect transition="in" filter="dissolve">
                                      <p:cBhvr>
                                        <p:cTn id="36" dur="500"/>
                                        <p:tgtEl>
                                          <p:spTgt spid="67601"/>
                                        </p:tgtEl>
                                      </p:cBhvr>
                                    </p:animEffect>
                                  </p:childTnLst>
                                </p:cTn>
                              </p:par>
                              <p:par>
                                <p:cTn id="37" presetID="9" presetClass="entr" presetSubtype="0" fill="hold" nodeType="withEffect">
                                  <p:stCondLst>
                                    <p:cond delay="0"/>
                                  </p:stCondLst>
                                  <p:childTnLst>
                                    <p:set>
                                      <p:cBhvr>
                                        <p:cTn id="38" dur="1" fill="hold">
                                          <p:stCondLst>
                                            <p:cond delay="0"/>
                                          </p:stCondLst>
                                        </p:cTn>
                                        <p:tgtEl>
                                          <p:spTgt spid="67602"/>
                                        </p:tgtEl>
                                        <p:attrNameLst>
                                          <p:attrName>style.visibility</p:attrName>
                                        </p:attrNameLst>
                                      </p:cBhvr>
                                      <p:to>
                                        <p:strVal val="visible"/>
                                      </p:to>
                                    </p:set>
                                    <p:animEffect transition="in" filter="dissolve">
                                      <p:cBhvr>
                                        <p:cTn id="39" dur="500"/>
                                        <p:tgtEl>
                                          <p:spTgt spid="67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Rot="1"/>
          </p:cNvSpPr>
          <p:nvPr>
            <p:ph type="body" sz="half" idx="1" hasCustomPrompt="1"/>
          </p:nvPr>
        </p:nvSpPr>
        <p:spPr>
          <a:xfrm>
            <a:off x="395288" y="333375"/>
            <a:ext cx="8280400" cy="4537075"/>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TW" sz="2400" b="1" dirty="0">
                <a:solidFill>
                  <a:srgbClr val="0000CC"/>
                </a:solidFill>
                <a:latin typeface="Times New Roman" panose="02020603050405020304" pitchFamily="18" charset="0"/>
                <a:ea typeface="PMingLiU" pitchFamily="18" charset="-120"/>
              </a:rPr>
              <a:t>Gauss’s law:</a:t>
            </a:r>
            <a:r>
              <a:rPr lang="en-US" altLang="zh-TW" sz="2400" b="1" dirty="0">
                <a:solidFill>
                  <a:srgbClr val="000000"/>
                </a:solidFill>
                <a:latin typeface="Times New Roman" panose="02020603050405020304" pitchFamily="18" charset="0"/>
                <a:ea typeface="PMingLiU" pitchFamily="18" charset="-120"/>
              </a:rPr>
              <a:t> the total outward flux of the electric field intensity over any closed surface in free space is equal to the total charge enclosed in the surface divided by</a:t>
            </a:r>
            <a:endParaRPr lang="en-US" altLang="zh-CN" sz="2400" b="1" dirty="0">
              <a:solidFill>
                <a:srgbClr val="000000"/>
              </a:solidFill>
              <a:latin typeface="Times New Roman" panose="02020603050405020304" pitchFamily="18" charset="0"/>
              <a:ea typeface="PMingLiU" pitchFamily="18" charset="-120"/>
            </a:endParaRPr>
          </a:p>
          <a:p>
            <a:pPr eaLnBrk="1" hangingPunct="1">
              <a:buClr>
                <a:schemeClr val="hlink"/>
              </a:buClr>
              <a:buSzPct val="75000"/>
              <a:buFont typeface="Wingdings" panose="05000000000000000000" pitchFamily="2" charset="2"/>
            </a:pPr>
            <a:endParaRPr lang="zh-TW" altLang="en-US" sz="1000" b="1" dirty="0">
              <a:solidFill>
                <a:srgbClr val="000000"/>
              </a:solidFill>
              <a:latin typeface="Times New Roman" panose="02020603050405020304" pitchFamily="18" charset="0"/>
              <a:ea typeface="PMingLiU" pitchFamily="18" charset="-120"/>
            </a:endParaRPr>
          </a:p>
          <a:p>
            <a:pPr eaLnBrk="1" hangingPunct="1">
              <a:buClr>
                <a:schemeClr val="hlink"/>
              </a:buClr>
              <a:buSzPct val="75000"/>
              <a:buFont typeface="Wingdings" panose="05000000000000000000" pitchFamily="2" charset="2"/>
            </a:pPr>
            <a:endParaRPr lang="zh-TW" altLang="en-US" sz="2400" b="1" dirty="0">
              <a:solidFill>
                <a:srgbClr val="000000"/>
              </a:solidFill>
              <a:latin typeface="Times New Roman" panose="02020603050405020304" pitchFamily="18" charset="0"/>
              <a:ea typeface="PMingLiU" pitchFamily="18" charset="-120"/>
            </a:endParaRPr>
          </a:p>
          <a:p>
            <a:pPr eaLnBrk="1" hangingPunct="1">
              <a:buClr>
                <a:schemeClr val="hlink"/>
              </a:buClr>
              <a:buSzPct val="75000"/>
              <a:buFont typeface="Wingdings" panose="05000000000000000000" pitchFamily="2" charset="2"/>
            </a:pPr>
            <a:endParaRPr lang="zh-TW" altLang="en-US" sz="800" b="1" dirty="0">
              <a:solidFill>
                <a:srgbClr val="000000"/>
              </a:solidFill>
              <a:latin typeface="Times New Roman" panose="02020603050405020304" pitchFamily="18" charset="0"/>
              <a:ea typeface="PMingLiU" pitchFamily="18" charset="-120"/>
            </a:endParaRPr>
          </a:p>
          <a:p>
            <a:pPr eaLnBrk="1" hangingPunct="1">
              <a:buClr>
                <a:schemeClr val="hlink"/>
              </a:buClr>
              <a:buSzPct val="75000"/>
              <a:buFont typeface="Wingdings" panose="05000000000000000000" pitchFamily="2" charset="2"/>
            </a:pPr>
            <a:r>
              <a:rPr lang="en-US" altLang="zh-TW" sz="2400" b="1" dirty="0">
                <a:solidFill>
                  <a:srgbClr val="800000"/>
                </a:solidFill>
                <a:latin typeface="Times New Roman" panose="02020603050405020304" pitchFamily="18" charset="0"/>
                <a:ea typeface="PMingLiU" pitchFamily="18" charset="-120"/>
              </a:rPr>
              <a:t>The scalar line integral of the static electric field intensity around any closed path vanishes.</a:t>
            </a:r>
            <a:r>
              <a:rPr lang="en-US" altLang="zh-CN" sz="2400" b="1" dirty="0">
                <a:solidFill>
                  <a:srgbClr val="800000"/>
                </a:solidFill>
                <a:latin typeface="Times New Roman" panose="02020603050405020304" pitchFamily="18" charset="0"/>
                <a:ea typeface="PMingLiU" pitchFamily="18" charset="-120"/>
              </a:rPr>
              <a:t> It is </a:t>
            </a:r>
            <a:r>
              <a:rPr lang="en-US" altLang="zh-TW" sz="2400" b="1" dirty="0">
                <a:solidFill>
                  <a:srgbClr val="800000"/>
                </a:solidFill>
                <a:latin typeface="Times New Roman" panose="02020603050405020304" pitchFamily="18" charset="0"/>
                <a:ea typeface="PMingLiU" pitchFamily="18" charset="-120"/>
              </a:rPr>
              <a:t>independent of the path; it depends only on the end points.</a:t>
            </a:r>
            <a:endParaRPr lang="en-US" altLang="zh-CN" sz="2400" b="1" dirty="0">
              <a:solidFill>
                <a:srgbClr val="800000"/>
              </a:solidFill>
              <a:latin typeface="Times New Roman" panose="02020603050405020304" pitchFamily="18" charset="0"/>
              <a:ea typeface="PMingLiU" pitchFamily="18" charset="-120"/>
            </a:endParaRPr>
          </a:p>
        </p:txBody>
      </p:sp>
      <p:graphicFrame>
        <p:nvGraphicFramePr>
          <p:cNvPr id="16387" name="Object 35"/>
          <p:cNvGraphicFramePr>
            <a:graphicFrameLocks noGrp="1" noChangeAspect="1"/>
          </p:cNvGraphicFramePr>
          <p:nvPr>
            <p:ph sz="quarter" idx="2" hasCustomPrompt="1"/>
          </p:nvPr>
        </p:nvGraphicFramePr>
        <p:xfrm>
          <a:off x="2916238" y="1484313"/>
          <a:ext cx="2808287" cy="901700"/>
        </p:xfrm>
        <a:graphic>
          <a:graphicData uri="http://schemas.openxmlformats.org/presentationml/2006/ole">
            <mc:AlternateContent xmlns:mc="http://schemas.openxmlformats.org/markup-compatibility/2006">
              <mc:Choice xmlns:v="urn:schemas-microsoft-com:vml" Requires="v">
                <p:oleObj r:id="rId2" imgW="1116965" imgH="283845" progId="Equation.DSMT4">
                  <p:embed/>
                </p:oleObj>
              </mc:Choice>
              <mc:Fallback>
                <p:oleObj r:id="rId2" imgW="1116965" imgH="283845" progId="Equation.DSMT4">
                  <p:embed/>
                  <p:pic>
                    <p:nvPicPr>
                      <p:cNvPr id="16387" name="Object 35"/>
                      <p:cNvPicPr/>
                      <p:nvPr/>
                    </p:nvPicPr>
                    <p:blipFill>
                      <a:blip r:embed="rId3">
                        <a:clrChange>
                          <a:clrFrom>
                            <a:srgbClr val="000000"/>
                          </a:clrFrom>
                          <a:clrTo>
                            <a:srgbClr val="000000"/>
                          </a:clrTo>
                        </a:clrChange>
                      </a:blip>
                      <a:srcRect/>
                      <a:stretch>
                        <a:fillRect/>
                      </a:stretch>
                    </p:blipFill>
                    <p:spPr>
                      <a:xfrm>
                        <a:off x="2916238" y="1484313"/>
                        <a:ext cx="2808287" cy="901700"/>
                      </a:xfrm>
                      <a:prstGeom prst="rect">
                        <a:avLst/>
                      </a:prstGeom>
                      <a:noFill/>
                      <a:ln w="38100">
                        <a:miter/>
                      </a:ln>
                    </p:spPr>
                  </p:pic>
                </p:oleObj>
              </mc:Fallback>
            </mc:AlternateContent>
          </a:graphicData>
        </a:graphic>
      </p:graphicFrame>
      <p:graphicFrame>
        <p:nvGraphicFramePr>
          <p:cNvPr id="16388" name="Object 31"/>
          <p:cNvGraphicFramePr>
            <a:graphicFrameLocks noGrp="1" noChangeAspect="1"/>
          </p:cNvGraphicFramePr>
          <p:nvPr>
            <p:ph sz="quarter" idx="3" hasCustomPrompt="1"/>
          </p:nvPr>
        </p:nvGraphicFramePr>
        <p:xfrm>
          <a:off x="7451725" y="1125538"/>
          <a:ext cx="311150" cy="431800"/>
        </p:xfrm>
        <a:graphic>
          <a:graphicData uri="http://schemas.openxmlformats.org/presentationml/2006/ole">
            <mc:AlternateContent xmlns:mc="http://schemas.openxmlformats.org/markup-compatibility/2006">
              <mc:Choice xmlns:v="urn:schemas-microsoft-com:vml" Requires="v">
                <p:oleObj r:id="rId4" imgW="40640" imgH="104140" progId="Equation.DSMT4">
                  <p:embed/>
                </p:oleObj>
              </mc:Choice>
              <mc:Fallback>
                <p:oleObj r:id="rId4" imgW="40640" imgH="104140" progId="Equation.DSMT4">
                  <p:embed/>
                  <p:pic>
                    <p:nvPicPr>
                      <p:cNvPr id="16388" name="Object 31"/>
                      <p:cNvPicPr/>
                      <p:nvPr/>
                    </p:nvPicPr>
                    <p:blipFill>
                      <a:blip r:embed="rId5">
                        <a:clrChange>
                          <a:clrFrom>
                            <a:srgbClr val="000000"/>
                          </a:clrFrom>
                          <a:clrTo>
                            <a:srgbClr val="000000"/>
                          </a:clrTo>
                        </a:clrChange>
                      </a:blip>
                      <a:srcRect/>
                      <a:stretch>
                        <a:fillRect/>
                      </a:stretch>
                    </p:blipFill>
                    <p:spPr>
                      <a:xfrm>
                        <a:off x="7451725" y="1125538"/>
                        <a:ext cx="311150" cy="431800"/>
                      </a:xfrm>
                      <a:prstGeom prst="rect">
                        <a:avLst/>
                      </a:prstGeom>
                      <a:noFill/>
                      <a:ln w="38100">
                        <a:miter/>
                      </a:ln>
                    </p:spPr>
                  </p:pic>
                </p:oleObj>
              </mc:Fallback>
            </mc:AlternateContent>
          </a:graphicData>
        </a:graphic>
      </p:graphicFrame>
      <p:graphicFrame>
        <p:nvGraphicFramePr>
          <p:cNvPr id="177162" name="Object 51"/>
          <p:cNvGraphicFramePr>
            <a:graphicFrameLocks noChangeAspect="1"/>
          </p:cNvGraphicFramePr>
          <p:nvPr/>
        </p:nvGraphicFramePr>
        <p:xfrm>
          <a:off x="6516688" y="3789363"/>
          <a:ext cx="2376487" cy="776287"/>
        </p:xfrm>
        <a:graphic>
          <a:graphicData uri="http://schemas.openxmlformats.org/presentationml/2006/ole">
            <mc:AlternateContent xmlns:mc="http://schemas.openxmlformats.org/markup-compatibility/2006">
              <mc:Choice xmlns:v="urn:schemas-microsoft-com:vml" Requires="v">
                <p:oleObj r:id="rId6" imgW="752475" imgH="179705" progId="Equation.DSMT4">
                  <p:embed/>
                </p:oleObj>
              </mc:Choice>
              <mc:Fallback>
                <p:oleObj r:id="rId6" imgW="752475" imgH="179705" progId="Equation.DSMT4">
                  <p:embed/>
                  <p:pic>
                    <p:nvPicPr>
                      <p:cNvPr id="177162" name="Object 51"/>
                      <p:cNvPicPr/>
                      <p:nvPr/>
                    </p:nvPicPr>
                    <p:blipFill>
                      <a:blip r:embed="rId7">
                        <a:clrChange>
                          <a:clrFrom>
                            <a:srgbClr val="000000"/>
                          </a:clrFrom>
                          <a:clrTo>
                            <a:srgbClr val="000000"/>
                          </a:clrTo>
                        </a:clrChange>
                      </a:blip>
                      <a:stretch>
                        <a:fillRect/>
                      </a:stretch>
                    </p:blipFill>
                    <p:spPr>
                      <a:xfrm>
                        <a:off x="6516688" y="3789363"/>
                        <a:ext cx="2376487" cy="776287"/>
                      </a:xfrm>
                      <a:prstGeom prst="rect">
                        <a:avLst/>
                      </a:prstGeom>
                      <a:noFill/>
                      <a:ln w="38100">
                        <a:noFill/>
                        <a:miter/>
                      </a:ln>
                    </p:spPr>
                  </p:pic>
                </p:oleObj>
              </mc:Fallback>
            </mc:AlternateContent>
          </a:graphicData>
        </a:graphic>
      </p:graphicFrame>
      <p:sp>
        <p:nvSpPr>
          <p:cNvPr id="177163" name="Text Box 20"/>
          <p:cNvSpPr txBox="1"/>
          <p:nvPr/>
        </p:nvSpPr>
        <p:spPr>
          <a:xfrm>
            <a:off x="1692275" y="5300663"/>
            <a:ext cx="6840538"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ea typeface="楷体_GB2312" pitchFamily="49" charset="-122"/>
              </a:rPr>
              <a:t>Q: What is the difference between integral form and </a:t>
            </a:r>
            <a:r>
              <a:rPr lang="en-US" altLang="zh-CN" sz="2400" b="1" dirty="0">
                <a:solidFill>
                  <a:srgbClr val="FF0000"/>
                </a:solidFill>
              </a:rPr>
              <a:t>Differential form? </a:t>
            </a:r>
          </a:p>
        </p:txBody>
      </p:sp>
      <p:pic>
        <p:nvPicPr>
          <p:cNvPr id="4098" name="Picture 2"/>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93662" y="49847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77165" name="Picture 13"/>
          <p:cNvPicPr>
            <a:picLocks noChangeAspect="1"/>
          </p:cNvPicPr>
          <p:nvPr/>
        </p:nvPicPr>
        <p:blipFill>
          <a:blip r:embed="rId9"/>
          <a:stretch>
            <a:fillRect/>
          </a:stretch>
        </p:blipFill>
        <p:spPr>
          <a:xfrm>
            <a:off x="395288" y="3429000"/>
            <a:ext cx="2232025" cy="1576388"/>
          </a:xfrm>
          <a:prstGeom prst="rect">
            <a:avLst/>
          </a:prstGeom>
          <a:noFill/>
          <a:ln w="9525">
            <a:noFill/>
          </a:ln>
        </p:spPr>
      </p:pic>
      <p:pic>
        <p:nvPicPr>
          <p:cNvPr id="177166" name="Picture 14"/>
          <p:cNvPicPr>
            <a:picLocks noChangeAspect="1"/>
          </p:cNvPicPr>
          <p:nvPr/>
        </p:nvPicPr>
        <p:blipFill>
          <a:blip r:embed="rId10"/>
          <a:stretch>
            <a:fillRect/>
          </a:stretch>
        </p:blipFill>
        <p:spPr>
          <a:xfrm>
            <a:off x="2700338" y="3429000"/>
            <a:ext cx="3743325" cy="1530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7165"/>
                                        </p:tgtEl>
                                        <p:attrNameLst>
                                          <p:attrName>style.visibility</p:attrName>
                                        </p:attrNameLst>
                                      </p:cBhvr>
                                      <p:to>
                                        <p:strVal val="visible"/>
                                      </p:to>
                                    </p:set>
                                    <p:animEffect transition="in" filter="blinds(horizontal)">
                                      <p:cBhvr>
                                        <p:cTn id="7" dur="500"/>
                                        <p:tgtEl>
                                          <p:spTgt spid="177165"/>
                                        </p:tgtEl>
                                      </p:cBhvr>
                                    </p:animEffect>
                                  </p:childTnLst>
                                </p:cTn>
                              </p:par>
                              <p:par>
                                <p:cTn id="8" presetID="3" presetClass="entr" presetSubtype="10" fill="hold" nodeType="withEffect">
                                  <p:stCondLst>
                                    <p:cond delay="0"/>
                                  </p:stCondLst>
                                  <p:childTnLst>
                                    <p:set>
                                      <p:cBhvr>
                                        <p:cTn id="9" dur="1" fill="hold">
                                          <p:stCondLst>
                                            <p:cond delay="0"/>
                                          </p:stCondLst>
                                        </p:cTn>
                                        <p:tgtEl>
                                          <p:spTgt spid="177166"/>
                                        </p:tgtEl>
                                        <p:attrNameLst>
                                          <p:attrName>style.visibility</p:attrName>
                                        </p:attrNameLst>
                                      </p:cBhvr>
                                      <p:to>
                                        <p:strVal val="visible"/>
                                      </p:to>
                                    </p:set>
                                    <p:animEffect transition="in" filter="blinds(horizontal)">
                                      <p:cBhvr>
                                        <p:cTn id="10" dur="500"/>
                                        <p:tgtEl>
                                          <p:spTgt spid="177166"/>
                                        </p:tgtEl>
                                      </p:cBhvr>
                                    </p:animEffect>
                                  </p:childTnLst>
                                </p:cTn>
                              </p:par>
                              <p:par>
                                <p:cTn id="11" presetID="3" presetClass="entr" presetSubtype="10" fill="hold" nodeType="withEffect">
                                  <p:stCondLst>
                                    <p:cond delay="0"/>
                                  </p:stCondLst>
                                  <p:childTnLst>
                                    <p:set>
                                      <p:cBhvr>
                                        <p:cTn id="12" dur="1" fill="hold">
                                          <p:stCondLst>
                                            <p:cond delay="0"/>
                                          </p:stCondLst>
                                        </p:cTn>
                                        <p:tgtEl>
                                          <p:spTgt spid="177162"/>
                                        </p:tgtEl>
                                        <p:attrNameLst>
                                          <p:attrName>style.visibility</p:attrName>
                                        </p:attrNameLst>
                                      </p:cBhvr>
                                      <p:to>
                                        <p:strVal val="visible"/>
                                      </p:to>
                                    </p:set>
                                    <p:animEffect transition="in" filter="blinds(horizontal)">
                                      <p:cBhvr>
                                        <p:cTn id="13" dur="500"/>
                                        <p:tgtEl>
                                          <p:spTgt spid="17716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098"/>
                                        </p:tgtEl>
                                        <p:attrNameLst>
                                          <p:attrName>style.visibility</p:attrName>
                                        </p:attrNameLst>
                                      </p:cBhvr>
                                      <p:to>
                                        <p:strVal val="visible"/>
                                      </p:to>
                                    </p:set>
                                    <p:animEffect transition="in" filter="dissolve">
                                      <p:cBhvr>
                                        <p:cTn id="18" dur="500"/>
                                        <p:tgtEl>
                                          <p:spTgt spid="4098"/>
                                        </p:tgtEl>
                                      </p:cBhvr>
                                    </p:animEffect>
                                  </p:childTnLst>
                                </p:cTn>
                              </p:par>
                              <p:par>
                                <p:cTn id="19" presetID="9" presetClass="entr" presetSubtype="0" fill="hold" nodeType="withEffect">
                                  <p:stCondLst>
                                    <p:cond delay="0"/>
                                  </p:stCondLst>
                                  <p:childTnLst>
                                    <p:set>
                                      <p:cBhvr>
                                        <p:cTn id="20" dur="1" fill="hold">
                                          <p:stCondLst>
                                            <p:cond delay="0"/>
                                          </p:stCondLst>
                                        </p:cTn>
                                        <p:tgtEl>
                                          <p:spTgt spid="177163"/>
                                        </p:tgtEl>
                                        <p:attrNameLst>
                                          <p:attrName>style.visibility</p:attrName>
                                        </p:attrNameLst>
                                      </p:cBhvr>
                                      <p:to>
                                        <p:strVal val="visible"/>
                                      </p:to>
                                    </p:set>
                                    <p:animEffect transition="in" filter="dissolve">
                                      <p:cBhvr>
                                        <p:cTn id="21" dur="500"/>
                                        <p:tgtEl>
                                          <p:spTgt spid="177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12</a:t>
            </a:fld>
            <a:endParaRPr lang="en-US" altLang="zh-CN" sz="1400" dirty="0"/>
          </a:p>
        </p:txBody>
      </p:sp>
      <p:graphicFrame>
        <p:nvGraphicFramePr>
          <p:cNvPr id="176132" name="Object 35"/>
          <p:cNvGraphicFramePr>
            <a:graphicFrameLocks noChangeAspect="1"/>
          </p:cNvGraphicFramePr>
          <p:nvPr/>
        </p:nvGraphicFramePr>
        <p:xfrm>
          <a:off x="4838224" y="1548765"/>
          <a:ext cx="3342640" cy="1309370"/>
        </p:xfrm>
        <a:graphic>
          <a:graphicData uri="http://schemas.openxmlformats.org/presentationml/2006/ole">
            <mc:AlternateContent xmlns:mc="http://schemas.openxmlformats.org/markup-compatibility/2006">
              <mc:Choice xmlns:v="urn:schemas-microsoft-com:vml" Requires="v">
                <p:oleObj r:id="rId2" imgW="1346200" imgH="431800" progId="Equation.DSMT4">
                  <p:embed/>
                </p:oleObj>
              </mc:Choice>
              <mc:Fallback>
                <p:oleObj r:id="rId2" imgW="1346200" imgH="431800" progId="Equation.DSMT4">
                  <p:embed/>
                  <p:pic>
                    <p:nvPicPr>
                      <p:cNvPr id="176132" name="Object 35"/>
                      <p:cNvPicPr/>
                      <p:nvPr/>
                    </p:nvPicPr>
                    <p:blipFill>
                      <a:blip r:embed="rId3">
                        <a:clrChange>
                          <a:clrFrom>
                            <a:srgbClr val="000000"/>
                          </a:clrFrom>
                          <a:clrTo>
                            <a:srgbClr val="000000"/>
                          </a:clrTo>
                        </a:clrChange>
                      </a:blip>
                      <a:stretch>
                        <a:fillRect/>
                      </a:stretch>
                    </p:blipFill>
                    <p:spPr>
                      <a:xfrm>
                        <a:off x="4838224" y="1548765"/>
                        <a:ext cx="3342640" cy="1309370"/>
                      </a:xfrm>
                      <a:prstGeom prst="rect">
                        <a:avLst/>
                      </a:prstGeom>
                      <a:noFill/>
                      <a:ln w="38100">
                        <a:noFill/>
                        <a:miter/>
                      </a:ln>
                    </p:spPr>
                  </p:pic>
                </p:oleObj>
              </mc:Fallback>
            </mc:AlternateContent>
          </a:graphicData>
        </a:graphic>
      </p:graphicFrame>
      <p:sp>
        <p:nvSpPr>
          <p:cNvPr id="314409" name="Rectangle 41"/>
          <p:cNvSpPr/>
          <p:nvPr/>
        </p:nvSpPr>
        <p:spPr>
          <a:xfrm>
            <a:off x="323850" y="908050"/>
            <a:ext cx="3887788" cy="86518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25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Divergence of electrostatic field </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 Differential form </a:t>
            </a:r>
            <a:r>
              <a:rPr lang="zh-CN" altLang="en-US" sz="2000" b="1" dirty="0">
                <a:solidFill>
                  <a:srgbClr val="000000"/>
                </a:solidFill>
                <a:latin typeface="Times New Roman" panose="02020603050405020304" pitchFamily="18" charset="0"/>
                <a:ea typeface="楷体_GB2312" pitchFamily="49" charset="-122"/>
              </a:rPr>
              <a:t>）</a:t>
            </a:r>
          </a:p>
        </p:txBody>
      </p:sp>
      <p:sp>
        <p:nvSpPr>
          <p:cNvPr id="314412" name="Rectangle 44"/>
          <p:cNvSpPr/>
          <p:nvPr/>
        </p:nvSpPr>
        <p:spPr>
          <a:xfrm>
            <a:off x="4284663" y="836613"/>
            <a:ext cx="4608512" cy="93503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Flux of electrostatic field</a:t>
            </a:r>
          </a:p>
          <a:p>
            <a:pPr marL="0" lvl="0" indent="0" algn="ctr" eaLnBrk="1" hangingPunct="1">
              <a:lnSpc>
                <a:spcPct val="130000"/>
              </a:lnSpc>
              <a:spcBef>
                <a:spcPct val="0"/>
              </a:spcBef>
              <a:buClrTx/>
              <a:buSzTx/>
              <a:buFontTx/>
              <a:buNone/>
            </a:pPr>
            <a:r>
              <a:rPr lang="en-US" altLang="zh-CN" sz="2000" b="1" dirty="0">
                <a:solidFill>
                  <a:srgbClr val="FF0000"/>
                </a:solidFill>
                <a:latin typeface="Times New Roman" panose="02020603050405020304" pitchFamily="18" charset="0"/>
                <a:ea typeface="楷体_GB2312" pitchFamily="49" charset="-122"/>
              </a:rPr>
              <a:t>Gauss' law</a:t>
            </a: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 Integral form </a:t>
            </a:r>
            <a:r>
              <a:rPr lang="zh-CN" altLang="en-US" sz="2000" b="1" dirty="0">
                <a:solidFill>
                  <a:srgbClr val="000000"/>
                </a:solidFill>
                <a:latin typeface="Times New Roman" panose="02020603050405020304" pitchFamily="18" charset="0"/>
                <a:ea typeface="楷体_GB2312" pitchFamily="49" charset="-122"/>
              </a:rPr>
              <a:t>）</a:t>
            </a:r>
          </a:p>
        </p:txBody>
      </p:sp>
      <p:graphicFrame>
        <p:nvGraphicFramePr>
          <p:cNvPr id="176136" name="Object 45"/>
          <p:cNvGraphicFramePr/>
          <p:nvPr/>
        </p:nvGraphicFramePr>
        <p:xfrm>
          <a:off x="1403350" y="4221163"/>
          <a:ext cx="1919288" cy="512762"/>
        </p:xfrm>
        <a:graphic>
          <a:graphicData uri="http://schemas.openxmlformats.org/presentationml/2006/ole">
            <mc:AlternateContent xmlns:mc="http://schemas.openxmlformats.org/markup-compatibility/2006">
              <mc:Choice xmlns:v="urn:schemas-microsoft-com:vml" Requires="v">
                <p:oleObj r:id="rId4" imgW="613410" imgH="109855" progId="Equation.DSMT4">
                  <p:embed/>
                </p:oleObj>
              </mc:Choice>
              <mc:Fallback>
                <p:oleObj r:id="rId4" imgW="613410" imgH="109855" progId="Equation.DSMT4">
                  <p:embed/>
                  <p:pic>
                    <p:nvPicPr>
                      <p:cNvPr id="176136" name="Object 45"/>
                      <p:cNvPicPr/>
                      <p:nvPr/>
                    </p:nvPicPr>
                    <p:blipFill>
                      <a:blip r:embed="rId5">
                        <a:clrChange>
                          <a:clrFrom>
                            <a:srgbClr val="000000"/>
                          </a:clrFrom>
                          <a:clrTo>
                            <a:srgbClr val="000000"/>
                          </a:clrTo>
                        </a:clrChange>
                      </a:blip>
                      <a:stretch>
                        <a:fillRect/>
                      </a:stretch>
                    </p:blipFill>
                    <p:spPr>
                      <a:xfrm>
                        <a:off x="1403350" y="4221163"/>
                        <a:ext cx="1919288" cy="512762"/>
                      </a:xfrm>
                      <a:prstGeom prst="rect">
                        <a:avLst/>
                      </a:prstGeom>
                      <a:noFill/>
                      <a:ln w="38100">
                        <a:noFill/>
                        <a:miter/>
                      </a:ln>
                    </p:spPr>
                  </p:pic>
                </p:oleObj>
              </mc:Fallback>
            </mc:AlternateContent>
          </a:graphicData>
        </a:graphic>
      </p:graphicFrame>
      <p:sp>
        <p:nvSpPr>
          <p:cNvPr id="176137" name="Rectangle 47"/>
          <p:cNvSpPr/>
          <p:nvPr/>
        </p:nvSpPr>
        <p:spPr>
          <a:xfrm>
            <a:off x="250825" y="4797425"/>
            <a:ext cx="8713788" cy="1917700"/>
          </a:xfrm>
          <a:prstGeom prst="rect">
            <a:avLst/>
          </a:prstGeom>
          <a:solidFill>
            <a:srgbClr val="CCFFFF"/>
          </a:solidFill>
          <a:ln w="9525">
            <a:noFill/>
          </a:ln>
        </p:spPr>
        <p:txBody>
          <a:bodyPr>
            <a:spAutoFit/>
          </a:bodyPr>
          <a:lstStyle/>
          <a:p>
            <a:pPr marL="342900" indent="-342900" eaLnBrk="1" hangingPunct="1">
              <a:lnSpc>
                <a:spcPct val="130000"/>
              </a:lnSpc>
              <a:buNone/>
            </a:pPr>
            <a:r>
              <a:rPr lang="en-US" altLang="en-US" sz="2000" b="1" dirty="0">
                <a:solidFill>
                  <a:srgbClr val="FF0000"/>
                </a:solidFill>
                <a:latin typeface="Arial" panose="020B0604020202020204" pitchFamily="34" charset="0"/>
              </a:rPr>
              <a:t>Conclusion </a:t>
            </a:r>
            <a:r>
              <a:rPr lang="zh-CN" altLang="en-US" sz="2000" b="1" dirty="0">
                <a:solidFill>
                  <a:srgbClr val="FF0000"/>
                </a:solidFill>
                <a:latin typeface="Arial" panose="020B0604020202020204" pitchFamily="34" charset="0"/>
                <a:ea typeface="幼圆" panose="02010509060101010101" pitchFamily="49" charset="-122"/>
              </a:rPr>
              <a:t>：</a:t>
            </a:r>
          </a:p>
          <a:p>
            <a:pPr marL="342900" indent="-342900" eaLnBrk="1" hangingPunct="1">
              <a:lnSpc>
                <a:spcPct val="130000"/>
              </a:lnSpc>
              <a:buAutoNum type="arabicPeriod"/>
            </a:pPr>
            <a:r>
              <a:rPr lang="en-US" altLang="en-US" b="1" dirty="0">
                <a:solidFill>
                  <a:srgbClr val="000000"/>
                </a:solidFill>
                <a:latin typeface="Times New Roman" panose="02020603050405020304" pitchFamily="18" charset="0"/>
                <a:ea typeface="楷体_GB2312" pitchFamily="49" charset="-122"/>
              </a:rPr>
              <a:t>Electrostatic field </a:t>
            </a:r>
            <a:r>
              <a:rPr lang="en-US" altLang="zh-CN" b="1" dirty="0">
                <a:solidFill>
                  <a:srgbClr val="000000"/>
                </a:solidFill>
                <a:latin typeface="Times New Roman" panose="02020603050405020304" pitchFamily="18" charset="0"/>
                <a:ea typeface="楷体_GB2312" pitchFamily="49" charset="-122"/>
              </a:rPr>
              <a:t>is</a:t>
            </a:r>
            <a:r>
              <a:rPr lang="en-US" altLang="en-US" b="1" dirty="0">
                <a:solidFill>
                  <a:srgbClr val="000000"/>
                </a:solidFill>
                <a:latin typeface="Times New Roman" panose="02020603050405020304" pitchFamily="18" charset="0"/>
                <a:ea typeface="楷体_GB2312" pitchFamily="49" charset="-122"/>
              </a:rPr>
              <a:t> irrotational </a:t>
            </a:r>
            <a:r>
              <a:rPr lang="en-US" altLang="zh-CN" b="1" dirty="0">
                <a:solidFill>
                  <a:srgbClr val="000000"/>
                </a:solidFill>
                <a:latin typeface="Times New Roman" panose="02020603050405020304" pitchFamily="18" charset="0"/>
                <a:ea typeface="楷体_GB2312" pitchFamily="49" charset="-122"/>
              </a:rPr>
              <a:t> and </a:t>
            </a:r>
            <a:r>
              <a:rPr lang="en-US" altLang="en-US" b="1" dirty="0">
                <a:solidFill>
                  <a:srgbClr val="000000"/>
                </a:solidFill>
                <a:latin typeface="Times New Roman" panose="02020603050405020304" pitchFamily="18" charset="0"/>
                <a:ea typeface="楷体_GB2312" pitchFamily="49" charset="-122"/>
              </a:rPr>
              <a:t>conservative, so </a:t>
            </a:r>
            <a:r>
              <a:rPr lang="en-US" altLang="zh-CN" b="1" dirty="0">
                <a:solidFill>
                  <a:srgbClr val="000000"/>
                </a:solidFill>
                <a:latin typeface="Times New Roman" panose="02020603050405020304" pitchFamily="18" charset="0"/>
                <a:ea typeface="楷体_GB2312" pitchFamily="49" charset="-122"/>
              </a:rPr>
              <a:t>the work of e</a:t>
            </a:r>
            <a:r>
              <a:rPr lang="en-US" altLang="en-US" b="1" dirty="0">
                <a:solidFill>
                  <a:srgbClr val="000000"/>
                </a:solidFill>
                <a:latin typeface="Times New Roman" panose="02020603050405020304" pitchFamily="18" charset="0"/>
                <a:ea typeface="楷体_GB2312" pitchFamily="49" charset="-122"/>
              </a:rPr>
              <a:t>lectric field forces has nothing to do with the path</a:t>
            </a:r>
            <a:r>
              <a:rPr lang="en-US" altLang="zh-CN" b="1" dirty="0">
                <a:solidFill>
                  <a:srgbClr val="000000"/>
                </a:solidFill>
                <a:latin typeface="Times New Roman" panose="02020603050405020304" pitchFamily="18" charset="0"/>
                <a:ea typeface="楷体_GB2312" pitchFamily="49" charset="-122"/>
              </a:rPr>
              <a:t>;</a:t>
            </a:r>
            <a:endParaRPr lang="en-US" altLang="en-US" b="1" dirty="0">
              <a:solidFill>
                <a:srgbClr val="000000"/>
              </a:solidFill>
              <a:latin typeface="Times New Roman" panose="02020603050405020304" pitchFamily="18" charset="0"/>
              <a:ea typeface="楷体_GB2312" pitchFamily="49" charset="-122"/>
            </a:endParaRPr>
          </a:p>
          <a:p>
            <a:pPr marL="342900" indent="-342900" eaLnBrk="1" hangingPunct="1">
              <a:lnSpc>
                <a:spcPct val="130000"/>
              </a:lnSpc>
              <a:buAutoNum type="arabicPeriod"/>
            </a:pPr>
            <a:r>
              <a:rPr lang="en-US" altLang="en-US" b="1" dirty="0">
                <a:solidFill>
                  <a:srgbClr val="000000"/>
                </a:solidFill>
                <a:latin typeface="Times New Roman" panose="02020603050405020304" pitchFamily="18" charset="0"/>
                <a:ea typeface="楷体_GB2312" pitchFamily="49" charset="-122"/>
              </a:rPr>
              <a:t>Electrostatic field </a:t>
            </a:r>
            <a:r>
              <a:rPr lang="en-US" altLang="zh-CN" b="1" dirty="0">
                <a:solidFill>
                  <a:srgbClr val="000000"/>
                </a:solidFill>
                <a:latin typeface="Times New Roman" panose="02020603050405020304" pitchFamily="18" charset="0"/>
                <a:ea typeface="楷体_GB2312" pitchFamily="49" charset="-122"/>
              </a:rPr>
              <a:t>is</a:t>
            </a:r>
            <a:r>
              <a:rPr lang="en-US" altLang="en-US" b="1" dirty="0">
                <a:solidFill>
                  <a:srgbClr val="000000"/>
                </a:solidFill>
                <a:latin typeface="Times New Roman" panose="02020603050405020304" pitchFamily="18" charset="0"/>
                <a:ea typeface="楷体_GB2312" pitchFamily="49" charset="-122"/>
              </a:rPr>
              <a:t> </a:t>
            </a:r>
            <a:r>
              <a:rPr lang="en-US" altLang="zh-CN" b="1" dirty="0">
                <a:solidFill>
                  <a:srgbClr val="000000"/>
                </a:solidFill>
                <a:latin typeface="Times New Roman" panose="02020603050405020304" pitchFamily="18" charset="0"/>
                <a:ea typeface="楷体_GB2312" pitchFamily="49" charset="-122"/>
              </a:rPr>
              <a:t>radical</a:t>
            </a:r>
            <a:r>
              <a:rPr lang="en-US" altLang="en-US" b="1" dirty="0">
                <a:solidFill>
                  <a:srgbClr val="000000"/>
                </a:solidFill>
                <a:latin typeface="Times New Roman" panose="02020603050405020304" pitchFamily="18" charset="0"/>
                <a:ea typeface="楷体_GB2312" pitchFamily="49" charset="-122"/>
              </a:rPr>
              <a:t>, </a:t>
            </a:r>
            <a:r>
              <a:rPr lang="en-US" altLang="zh-CN" b="1" dirty="0">
                <a:solidFill>
                  <a:srgbClr val="000000"/>
                </a:solidFill>
                <a:latin typeface="Times New Roman" panose="02020603050405020304" pitchFamily="18" charset="0"/>
                <a:ea typeface="楷体_GB2312" pitchFamily="49" charset="-122"/>
              </a:rPr>
              <a:t>starts</a:t>
            </a:r>
            <a:r>
              <a:rPr lang="en-US" altLang="en-US" b="1" dirty="0">
                <a:solidFill>
                  <a:srgbClr val="000000"/>
                </a:solidFill>
                <a:latin typeface="Times New Roman" panose="02020603050405020304" pitchFamily="18" charset="0"/>
                <a:ea typeface="楷体_GB2312" pitchFamily="49" charset="-122"/>
              </a:rPr>
              <a:t> from positive charges and end</a:t>
            </a:r>
            <a:r>
              <a:rPr lang="en-US" altLang="zh-CN" b="1" dirty="0">
                <a:solidFill>
                  <a:srgbClr val="000000"/>
                </a:solidFill>
                <a:latin typeface="Times New Roman" panose="02020603050405020304" pitchFamily="18" charset="0"/>
                <a:ea typeface="楷体_GB2312" pitchFamily="49" charset="-122"/>
              </a:rPr>
              <a:t>s</a:t>
            </a:r>
            <a:r>
              <a:rPr lang="en-US" altLang="en-US" b="1" dirty="0">
                <a:solidFill>
                  <a:srgbClr val="000000"/>
                </a:solidFill>
                <a:latin typeface="Times New Roman" panose="02020603050405020304" pitchFamily="18" charset="0"/>
                <a:ea typeface="楷体_GB2312" pitchFamily="49" charset="-122"/>
              </a:rPr>
              <a:t> to negative charges</a:t>
            </a:r>
            <a:r>
              <a:rPr lang="en-US" altLang="zh-CN" b="1" dirty="0">
                <a:solidFill>
                  <a:srgbClr val="000000"/>
                </a:solidFill>
                <a:latin typeface="Times New Roman" panose="02020603050405020304" pitchFamily="18" charset="0"/>
                <a:ea typeface="楷体_GB2312" pitchFamily="49" charset="-122"/>
              </a:rPr>
              <a:t>.</a:t>
            </a:r>
          </a:p>
        </p:txBody>
      </p:sp>
      <p:sp>
        <p:nvSpPr>
          <p:cNvPr id="314416" name="Rectangle 48"/>
          <p:cNvSpPr/>
          <p:nvPr/>
        </p:nvSpPr>
        <p:spPr>
          <a:xfrm>
            <a:off x="250825" y="3284538"/>
            <a:ext cx="4176713" cy="10080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25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Curl of electrostatic field</a:t>
            </a:r>
            <a:r>
              <a:rPr lang="en-US" altLang="zh-CN" sz="2000" b="1" dirty="0">
                <a:solidFill>
                  <a:srgbClr val="000000"/>
                </a:solidFill>
                <a:latin typeface="Times New Roman" panose="02020603050405020304" pitchFamily="18" charset="0"/>
                <a:ea typeface="幼圆" panose="02010509060101010101" pitchFamily="49" charset="-122"/>
              </a:rPr>
              <a:t> </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 Differential form </a:t>
            </a:r>
            <a:r>
              <a:rPr lang="zh-CN" altLang="en-US" sz="2000" b="1" dirty="0">
                <a:solidFill>
                  <a:srgbClr val="000000"/>
                </a:solidFill>
                <a:latin typeface="Times New Roman" panose="02020603050405020304" pitchFamily="18" charset="0"/>
                <a:ea typeface="楷体_GB2312" pitchFamily="49" charset="-122"/>
              </a:rPr>
              <a:t>）</a:t>
            </a:r>
          </a:p>
        </p:txBody>
      </p:sp>
      <p:sp>
        <p:nvSpPr>
          <p:cNvPr id="314418" name="Rectangle 50"/>
          <p:cNvSpPr/>
          <p:nvPr/>
        </p:nvSpPr>
        <p:spPr>
          <a:xfrm>
            <a:off x="4427538" y="3141663"/>
            <a:ext cx="4537075" cy="863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Circulation of electrostatic field</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 Integral form </a:t>
            </a:r>
            <a:r>
              <a:rPr lang="zh-CN" altLang="en-US" sz="2000" b="1" dirty="0">
                <a:solidFill>
                  <a:srgbClr val="000000"/>
                </a:solidFill>
                <a:latin typeface="Times New Roman" panose="02020603050405020304" pitchFamily="18" charset="0"/>
                <a:ea typeface="楷体_GB2312" pitchFamily="49" charset="-122"/>
              </a:rPr>
              <a:t>）</a:t>
            </a:r>
          </a:p>
        </p:txBody>
      </p:sp>
      <p:graphicFrame>
        <p:nvGraphicFramePr>
          <p:cNvPr id="176141" name="Object 51"/>
          <p:cNvGraphicFramePr>
            <a:graphicFrameLocks noChangeAspect="1"/>
          </p:cNvGraphicFramePr>
          <p:nvPr/>
        </p:nvGraphicFramePr>
        <p:xfrm>
          <a:off x="5724525" y="4149725"/>
          <a:ext cx="2016125" cy="658813"/>
        </p:xfrm>
        <a:graphic>
          <a:graphicData uri="http://schemas.openxmlformats.org/presentationml/2006/ole">
            <mc:AlternateContent xmlns:mc="http://schemas.openxmlformats.org/markup-compatibility/2006">
              <mc:Choice xmlns:v="urn:schemas-microsoft-com:vml" Requires="v">
                <p:oleObj r:id="rId6" imgW="752475" imgH="179705" progId="Equation.DSMT4">
                  <p:embed/>
                </p:oleObj>
              </mc:Choice>
              <mc:Fallback>
                <p:oleObj r:id="rId6" imgW="752475" imgH="179705" progId="Equation.DSMT4">
                  <p:embed/>
                  <p:pic>
                    <p:nvPicPr>
                      <p:cNvPr id="176141" name="Object 51"/>
                      <p:cNvPicPr/>
                      <p:nvPr/>
                    </p:nvPicPr>
                    <p:blipFill>
                      <a:blip r:embed="rId7">
                        <a:clrChange>
                          <a:clrFrom>
                            <a:srgbClr val="000000"/>
                          </a:clrFrom>
                          <a:clrTo>
                            <a:srgbClr val="000000"/>
                          </a:clrTo>
                        </a:clrChange>
                      </a:blip>
                      <a:stretch>
                        <a:fillRect/>
                      </a:stretch>
                    </p:blipFill>
                    <p:spPr>
                      <a:xfrm>
                        <a:off x="5724525" y="4149725"/>
                        <a:ext cx="2016125" cy="658813"/>
                      </a:xfrm>
                      <a:prstGeom prst="rect">
                        <a:avLst/>
                      </a:prstGeom>
                      <a:noFill/>
                      <a:ln w="38100">
                        <a:noFill/>
                        <a:miter/>
                      </a:ln>
                    </p:spPr>
                  </p:pic>
                </p:oleObj>
              </mc:Fallback>
            </mc:AlternateContent>
          </a:graphicData>
        </a:graphic>
      </p:graphicFrame>
      <p:graphicFrame>
        <p:nvGraphicFramePr>
          <p:cNvPr id="176142" name="Object 52"/>
          <p:cNvGraphicFramePr>
            <a:graphicFrameLocks noChangeAspect="1"/>
          </p:cNvGraphicFramePr>
          <p:nvPr/>
        </p:nvGraphicFramePr>
        <p:xfrm>
          <a:off x="1013460" y="1548607"/>
          <a:ext cx="2532380" cy="1311275"/>
        </p:xfrm>
        <a:graphic>
          <a:graphicData uri="http://schemas.openxmlformats.org/presentationml/2006/ole">
            <mc:AlternateContent xmlns:mc="http://schemas.openxmlformats.org/markup-compatibility/2006">
              <mc:Choice xmlns:v="urn:schemas-microsoft-com:vml" Requires="v">
                <p:oleObj r:id="rId8" imgW="990600" imgH="431800" progId="Equation.DSMT4">
                  <p:embed/>
                </p:oleObj>
              </mc:Choice>
              <mc:Fallback>
                <p:oleObj r:id="rId8" imgW="990600" imgH="431800" progId="Equation.DSMT4">
                  <p:embed/>
                  <p:pic>
                    <p:nvPicPr>
                      <p:cNvPr id="176142" name="Object 52"/>
                      <p:cNvPicPr/>
                      <p:nvPr/>
                    </p:nvPicPr>
                    <p:blipFill>
                      <a:blip r:embed="rId9">
                        <a:clrChange>
                          <a:clrFrom>
                            <a:srgbClr val="000000"/>
                          </a:clrFrom>
                          <a:clrTo>
                            <a:srgbClr val="000000"/>
                          </a:clrTo>
                        </a:clrChange>
                      </a:blip>
                      <a:stretch>
                        <a:fillRect/>
                      </a:stretch>
                    </p:blipFill>
                    <p:spPr>
                      <a:xfrm>
                        <a:off x="1013460" y="1548607"/>
                        <a:ext cx="2532380" cy="1311275"/>
                      </a:xfrm>
                      <a:prstGeom prst="rect">
                        <a:avLst/>
                      </a:prstGeom>
                      <a:noFill/>
                      <a:ln w="38100">
                        <a:noFill/>
                        <a:miter/>
                      </a:ln>
                    </p:spPr>
                  </p:pic>
                </p:oleObj>
              </mc:Fallback>
            </mc:AlternateContent>
          </a:graphicData>
        </a:graphic>
      </p:graphicFrame>
      <p:sp>
        <p:nvSpPr>
          <p:cNvPr id="17420" name="Rectangle 15"/>
          <p:cNvSpPr>
            <a:spLocks noRot="1"/>
          </p:cNvSpPr>
          <p:nvPr/>
        </p:nvSpPr>
        <p:spPr>
          <a:xfrm>
            <a:off x="107950" y="476885"/>
            <a:ext cx="8856663" cy="587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CC"/>
                </a:solidFill>
              </a:rPr>
              <a:t>Conclusion</a:t>
            </a:r>
          </a:p>
        </p:txBody>
      </p:sp>
      <p:sp>
        <p:nvSpPr>
          <p:cNvPr id="176144" name="Rectangle 16"/>
          <p:cNvSpPr>
            <a:spLocks noRot="1"/>
          </p:cNvSpPr>
          <p:nvPr/>
        </p:nvSpPr>
        <p:spPr>
          <a:xfrm>
            <a:off x="107950" y="2708275"/>
            <a:ext cx="8540750" cy="587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CC"/>
                </a:solidFill>
              </a:rPr>
              <a:t>Curl of electrostatic 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4409"/>
                                        </p:tgtEl>
                                        <p:attrNameLst>
                                          <p:attrName>style.visibility</p:attrName>
                                        </p:attrNameLst>
                                      </p:cBhvr>
                                      <p:to>
                                        <p:strVal val="visible"/>
                                      </p:to>
                                    </p:set>
                                    <p:animEffect transition="in" filter="wipe(up)">
                                      <p:cBhvr>
                                        <p:cTn id="7" dur="2000"/>
                                        <p:tgtEl>
                                          <p:spTgt spid="3144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6142"/>
                                        </p:tgtEl>
                                        <p:attrNameLst>
                                          <p:attrName>style.visibility</p:attrName>
                                        </p:attrNameLst>
                                      </p:cBhvr>
                                      <p:to>
                                        <p:strVal val="visible"/>
                                      </p:to>
                                    </p:set>
                                    <p:animEffect transition="in" filter="blinds(horizontal)">
                                      <p:cBhvr>
                                        <p:cTn id="12" dur="500"/>
                                        <p:tgtEl>
                                          <p:spTgt spid="1761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4412"/>
                                        </p:tgtEl>
                                        <p:attrNameLst>
                                          <p:attrName>style.visibility</p:attrName>
                                        </p:attrNameLst>
                                      </p:cBhvr>
                                      <p:to>
                                        <p:strVal val="visible"/>
                                      </p:to>
                                    </p:set>
                                    <p:animEffect transition="in" filter="blinds(horizontal)">
                                      <p:cBhvr>
                                        <p:cTn id="17" dur="500"/>
                                        <p:tgtEl>
                                          <p:spTgt spid="3144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6132"/>
                                        </p:tgtEl>
                                        <p:attrNameLst>
                                          <p:attrName>style.visibility</p:attrName>
                                        </p:attrNameLst>
                                      </p:cBhvr>
                                      <p:to>
                                        <p:strVal val="visible"/>
                                      </p:to>
                                    </p:set>
                                    <p:animEffect transition="in" filter="blinds(horizontal)">
                                      <p:cBhvr>
                                        <p:cTn id="22" dur="500"/>
                                        <p:tgtEl>
                                          <p:spTgt spid="1761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6144"/>
                                        </p:tgtEl>
                                        <p:attrNameLst>
                                          <p:attrName>style.visibility</p:attrName>
                                        </p:attrNameLst>
                                      </p:cBhvr>
                                      <p:to>
                                        <p:strVal val="visible"/>
                                      </p:to>
                                    </p:set>
                                    <p:animEffect transition="in" filter="blinds(horizontal)">
                                      <p:cBhvr>
                                        <p:cTn id="27" dur="500"/>
                                        <p:tgtEl>
                                          <p:spTgt spid="17614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14416"/>
                                        </p:tgtEl>
                                        <p:attrNameLst>
                                          <p:attrName>style.visibility</p:attrName>
                                        </p:attrNameLst>
                                      </p:cBhvr>
                                      <p:to>
                                        <p:strVal val="visible"/>
                                      </p:to>
                                    </p:set>
                                    <p:animEffect transition="in" filter="blinds(horizontal)">
                                      <p:cBhvr>
                                        <p:cTn id="32" dur="500"/>
                                        <p:tgtEl>
                                          <p:spTgt spid="3144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76136"/>
                                        </p:tgtEl>
                                        <p:attrNameLst>
                                          <p:attrName>style.visibility</p:attrName>
                                        </p:attrNameLst>
                                      </p:cBhvr>
                                      <p:to>
                                        <p:strVal val="visible"/>
                                      </p:to>
                                    </p:set>
                                    <p:animEffect transition="in" filter="blinds(horizontal)">
                                      <p:cBhvr>
                                        <p:cTn id="37" dur="500"/>
                                        <p:tgtEl>
                                          <p:spTgt spid="17613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14418"/>
                                        </p:tgtEl>
                                        <p:attrNameLst>
                                          <p:attrName>style.visibility</p:attrName>
                                        </p:attrNameLst>
                                      </p:cBhvr>
                                      <p:to>
                                        <p:strVal val="visible"/>
                                      </p:to>
                                    </p:set>
                                    <p:animEffect transition="in" filter="blinds(horizontal)">
                                      <p:cBhvr>
                                        <p:cTn id="42" dur="500"/>
                                        <p:tgtEl>
                                          <p:spTgt spid="31441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76141"/>
                                        </p:tgtEl>
                                        <p:attrNameLst>
                                          <p:attrName>style.visibility</p:attrName>
                                        </p:attrNameLst>
                                      </p:cBhvr>
                                      <p:to>
                                        <p:strVal val="visible"/>
                                      </p:to>
                                    </p:set>
                                    <p:animEffect transition="in" filter="blinds(horizontal)">
                                      <p:cBhvr>
                                        <p:cTn id="47" dur="500"/>
                                        <p:tgtEl>
                                          <p:spTgt spid="17614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76137"/>
                                        </p:tgtEl>
                                        <p:attrNameLst>
                                          <p:attrName>style.visibility</p:attrName>
                                        </p:attrNameLst>
                                      </p:cBhvr>
                                      <p:to>
                                        <p:strVal val="visible"/>
                                      </p:to>
                                    </p:set>
                                    <p:animEffect transition="in" filter="blinds(horizontal)">
                                      <p:cBhvr>
                                        <p:cTn id="52" dur="500"/>
                                        <p:tgtEl>
                                          <p:spTgt spid="176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409" grpId="0"/>
      <p:bldP spid="314412" grpId="0"/>
      <p:bldP spid="176137" grpId="0" animBg="1"/>
      <p:bldP spid="314416" grpId="0"/>
      <p:bldP spid="314418" grpId="0"/>
      <p:bldP spid="1761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Grp="1" noRot="1"/>
          </p:cNvSpPr>
          <p:nvPr>
            <p:ph type="body" sz="half" idx="1" hasCustomPrompt="1"/>
          </p:nvPr>
        </p:nvSpPr>
        <p:spPr>
          <a:xfrm>
            <a:off x="250825" y="765175"/>
            <a:ext cx="6913563" cy="1008063"/>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en-US" sz="2000" b="1" dirty="0">
                <a:solidFill>
                  <a:srgbClr val="000000"/>
                </a:solidFill>
                <a:latin typeface="Times New Roman" panose="02020603050405020304" pitchFamily="18" charset="0"/>
              </a:rPr>
              <a:t>A single point charge, </a:t>
            </a:r>
            <a:r>
              <a:rPr lang="en-US" altLang="en-US" sz="2000" b="1" dirty="0">
                <a:solidFill>
                  <a:srgbClr val="FF0000"/>
                </a:solidFill>
                <a:latin typeface="Times New Roman" panose="02020603050405020304" pitchFamily="18" charset="0"/>
              </a:rPr>
              <a:t>Q</a:t>
            </a:r>
            <a:r>
              <a:rPr lang="en-US" altLang="en-US" sz="2000" b="1" dirty="0">
                <a:solidFill>
                  <a:srgbClr val="000000"/>
                </a:solidFill>
                <a:latin typeface="Times New Roman" panose="02020603050405020304" pitchFamily="18" charset="0"/>
              </a:rPr>
              <a:t>, sits in origin of a boundless free</a:t>
            </a:r>
            <a:r>
              <a:rPr lang="en-US" altLang="zh-CN" sz="2000" b="1" dirty="0">
                <a:solidFill>
                  <a:srgbClr val="000000"/>
                </a:solidFill>
                <a:latin typeface="Times New Roman" panose="02020603050405020304" pitchFamily="18" charset="0"/>
              </a:rPr>
              <a:t> </a:t>
            </a:r>
            <a:r>
              <a:rPr lang="en-US" altLang="en-US" sz="2000" b="1" dirty="0">
                <a:solidFill>
                  <a:srgbClr val="000000"/>
                </a:solidFill>
                <a:latin typeface="Times New Roman" panose="02020603050405020304" pitchFamily="18" charset="0"/>
              </a:rPr>
              <a:t>space, its E</a:t>
            </a:r>
            <a:r>
              <a:rPr lang="en-US" altLang="zh-CN" sz="2000" b="1" dirty="0">
                <a:solidFill>
                  <a:srgbClr val="000000"/>
                </a:solidFill>
                <a:latin typeface="Times New Roman" panose="02020603050405020304" pitchFamily="18" charset="0"/>
              </a:rPr>
              <a:t> fi</a:t>
            </a:r>
            <a:r>
              <a:rPr lang="en-US" altLang="en-US" sz="2000" b="1" dirty="0">
                <a:solidFill>
                  <a:srgbClr val="000000"/>
                </a:solidFill>
                <a:latin typeface="Times New Roman" panose="02020603050405020304" pitchFamily="18" charset="0"/>
              </a:rPr>
              <a:t>eld must be everywhere radial and has the</a:t>
            </a:r>
            <a:r>
              <a:rPr lang="en-US" altLang="zh-CN" sz="2000" b="1" dirty="0">
                <a:solidFill>
                  <a:srgbClr val="000000"/>
                </a:solidFill>
                <a:latin typeface="Times New Roman" panose="02020603050405020304" pitchFamily="18" charset="0"/>
              </a:rPr>
              <a:t> </a:t>
            </a:r>
            <a:r>
              <a:rPr lang="en-US" altLang="en-US" sz="2000" b="1" dirty="0">
                <a:solidFill>
                  <a:srgbClr val="000000"/>
                </a:solidFill>
                <a:latin typeface="Times New Roman" panose="02020603050405020304" pitchFamily="18" charset="0"/>
              </a:rPr>
              <a:t>same intensity at all points on the spherical surface</a:t>
            </a:r>
            <a:r>
              <a:rPr lang="en-US" altLang="zh-CN" sz="2000" b="1" dirty="0">
                <a:solidFill>
                  <a:srgbClr val="000000"/>
                </a:solidFill>
                <a:latin typeface="Times New Roman" panose="02020603050405020304" pitchFamily="18" charset="0"/>
              </a:rPr>
              <a:t>.</a:t>
            </a:r>
          </a:p>
        </p:txBody>
      </p:sp>
      <p:sp>
        <p:nvSpPr>
          <p:cNvPr id="164869" name="Rectangle 5"/>
          <p:cNvSpPr>
            <a:spLocks noChangeArrowheads="1"/>
          </p:cNvSpPr>
          <p:nvPr/>
        </p:nvSpPr>
        <p:spPr bwMode="auto">
          <a:xfrm>
            <a:off x="250825" y="107633"/>
            <a:ext cx="8281988" cy="5762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3.3 </a:t>
            </a:r>
            <a:r>
              <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Coulomb’s Law</a:t>
            </a:r>
          </a:p>
        </p:txBody>
      </p:sp>
      <p:pic>
        <p:nvPicPr>
          <p:cNvPr id="18436" name="Picture 27"/>
          <p:cNvPicPr>
            <a:picLocks noChangeAspect="1"/>
          </p:cNvPicPr>
          <p:nvPr/>
        </p:nvPicPr>
        <p:blipFill>
          <a:blip r:embed="rId2"/>
          <a:stretch>
            <a:fillRect/>
          </a:stretch>
        </p:blipFill>
        <p:spPr>
          <a:xfrm>
            <a:off x="7158038" y="0"/>
            <a:ext cx="1985962" cy="2017713"/>
          </a:xfrm>
          <a:prstGeom prst="rect">
            <a:avLst/>
          </a:prstGeom>
          <a:noFill/>
          <a:ln w="9525">
            <a:noFill/>
          </a:ln>
        </p:spPr>
      </p:pic>
      <p:pic>
        <p:nvPicPr>
          <p:cNvPr id="164892" name="Picture 28"/>
          <p:cNvPicPr>
            <a:picLocks noChangeAspect="1"/>
          </p:cNvPicPr>
          <p:nvPr/>
        </p:nvPicPr>
        <p:blipFill>
          <a:blip r:embed="rId3"/>
          <a:stretch>
            <a:fillRect/>
          </a:stretch>
        </p:blipFill>
        <p:spPr>
          <a:xfrm>
            <a:off x="187325" y="1916113"/>
            <a:ext cx="3448050" cy="962025"/>
          </a:xfrm>
          <a:prstGeom prst="rect">
            <a:avLst/>
          </a:prstGeom>
          <a:noFill/>
          <a:ln w="9525">
            <a:noFill/>
          </a:ln>
        </p:spPr>
      </p:pic>
      <p:pic>
        <p:nvPicPr>
          <p:cNvPr id="164893" name="Picture 29"/>
          <p:cNvPicPr>
            <a:picLocks noChangeAspect="1"/>
          </p:cNvPicPr>
          <p:nvPr/>
        </p:nvPicPr>
        <p:blipFill>
          <a:blip r:embed="rId4"/>
          <a:stretch>
            <a:fillRect/>
          </a:stretch>
        </p:blipFill>
        <p:spPr>
          <a:xfrm>
            <a:off x="3778250" y="1916113"/>
            <a:ext cx="3457575" cy="952500"/>
          </a:xfrm>
          <a:prstGeom prst="rect">
            <a:avLst/>
          </a:prstGeom>
          <a:noFill/>
          <a:ln w="9525">
            <a:noFill/>
          </a:ln>
        </p:spPr>
      </p:pic>
      <p:sp>
        <p:nvSpPr>
          <p:cNvPr id="164894" name="Rectangle 30"/>
          <p:cNvSpPr/>
          <p:nvPr/>
        </p:nvSpPr>
        <p:spPr>
          <a:xfrm>
            <a:off x="323850" y="3046413"/>
            <a:ext cx="13335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rPr>
              <a:t>Therefore,</a:t>
            </a:r>
          </a:p>
        </p:txBody>
      </p:sp>
      <p:pic>
        <p:nvPicPr>
          <p:cNvPr id="164895" name="Picture 31"/>
          <p:cNvPicPr>
            <a:picLocks noChangeAspect="1"/>
          </p:cNvPicPr>
          <p:nvPr/>
        </p:nvPicPr>
        <p:blipFill>
          <a:blip r:embed="rId5"/>
          <a:stretch>
            <a:fillRect/>
          </a:stretch>
        </p:blipFill>
        <p:spPr>
          <a:xfrm>
            <a:off x="2124075" y="2997200"/>
            <a:ext cx="3533775" cy="714375"/>
          </a:xfrm>
          <a:prstGeom prst="rect">
            <a:avLst/>
          </a:prstGeom>
          <a:noFill/>
          <a:ln w="9525">
            <a:noFill/>
          </a:ln>
        </p:spPr>
      </p:pic>
      <p:sp>
        <p:nvSpPr>
          <p:cNvPr id="164896" name="Rectangle 32"/>
          <p:cNvSpPr/>
          <p:nvPr/>
        </p:nvSpPr>
        <p:spPr>
          <a:xfrm>
            <a:off x="323850" y="3860800"/>
            <a:ext cx="84963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2000" b="1" dirty="0">
                <a:solidFill>
                  <a:srgbClr val="0000CC"/>
                </a:solidFill>
                <a:latin typeface="Times New Roman" panose="02020603050405020304" pitchFamily="18" charset="0"/>
              </a:rPr>
              <a:t> When a point charge Q2 is placed in the ﬁeld of another point charge Q1 at the origin, a force F12 is experienced by Q2 due to electric field intensity E12 of Q1 at Q2</a:t>
            </a:r>
          </a:p>
          <a:p>
            <a:pPr marL="0" lvl="0" indent="0" eaLnBrk="1" hangingPunct="1">
              <a:spcBef>
                <a:spcPct val="0"/>
              </a:spcBef>
              <a:buClrTx/>
              <a:buSzTx/>
              <a:buFontTx/>
              <a:buChar char="•"/>
            </a:pPr>
            <a:endParaRPr lang="en-US" altLang="zh-CN" sz="2000" b="1" dirty="0">
              <a:solidFill>
                <a:srgbClr val="0000CC"/>
              </a:solidFill>
              <a:latin typeface="Times New Roman" panose="02020603050405020304" pitchFamily="18" charset="0"/>
            </a:endParaRPr>
          </a:p>
          <a:p>
            <a:pPr marL="0" lvl="0" indent="0" eaLnBrk="1" hangingPunct="1">
              <a:spcBef>
                <a:spcPct val="0"/>
              </a:spcBef>
              <a:buClrTx/>
              <a:buSzTx/>
              <a:buFontTx/>
              <a:buChar char="•"/>
            </a:pPr>
            <a:endParaRPr lang="en-US" altLang="zh-CN" sz="2000" b="1" dirty="0">
              <a:solidFill>
                <a:srgbClr val="0000CC"/>
              </a:solidFill>
              <a:latin typeface="Times New Roman" panose="02020603050405020304" pitchFamily="18" charset="0"/>
            </a:endParaRPr>
          </a:p>
          <a:p>
            <a:pPr marL="0" lvl="0" indent="0" eaLnBrk="1" hangingPunct="1">
              <a:spcBef>
                <a:spcPct val="0"/>
              </a:spcBef>
              <a:buClrTx/>
              <a:buSzTx/>
              <a:buFontTx/>
              <a:buChar char="•"/>
            </a:pPr>
            <a:r>
              <a:rPr lang="en-US" altLang="zh-CN" sz="2000" b="1" dirty="0">
                <a:solidFill>
                  <a:srgbClr val="0000CC"/>
                </a:solidFill>
                <a:latin typeface="Times New Roman" panose="02020603050405020304" pitchFamily="18" charset="0"/>
              </a:rPr>
              <a:t> The permittivity of air is essentially the same as that of the free space:</a:t>
            </a:r>
          </a:p>
        </p:txBody>
      </p:sp>
      <p:pic>
        <p:nvPicPr>
          <p:cNvPr id="164897" name="Picture 33"/>
          <p:cNvPicPr>
            <a:picLocks noChangeAspect="1"/>
          </p:cNvPicPr>
          <p:nvPr/>
        </p:nvPicPr>
        <p:blipFill>
          <a:blip r:embed="rId6"/>
          <a:stretch>
            <a:fillRect/>
          </a:stretch>
        </p:blipFill>
        <p:spPr>
          <a:xfrm>
            <a:off x="2771775" y="4581525"/>
            <a:ext cx="4495800" cy="849313"/>
          </a:xfrm>
          <a:prstGeom prst="rect">
            <a:avLst/>
          </a:prstGeom>
          <a:noFill/>
          <a:ln w="9525">
            <a:noFill/>
          </a:ln>
        </p:spPr>
      </p:pic>
      <p:graphicFrame>
        <p:nvGraphicFramePr>
          <p:cNvPr id="164899" name="Object 35"/>
          <p:cNvGraphicFramePr>
            <a:graphicFrameLocks noGrp="1" noChangeAspect="1"/>
          </p:cNvGraphicFramePr>
          <p:nvPr>
            <p:ph sz="half" idx="2" hasCustomPrompt="1"/>
          </p:nvPr>
        </p:nvGraphicFramePr>
        <p:xfrm>
          <a:off x="1619250" y="5805488"/>
          <a:ext cx="5257800" cy="688975"/>
        </p:xfrm>
        <a:graphic>
          <a:graphicData uri="http://schemas.openxmlformats.org/presentationml/2006/ole">
            <mc:AlternateContent xmlns:mc="http://schemas.openxmlformats.org/markup-compatibility/2006">
              <mc:Choice xmlns:v="urn:schemas-microsoft-com:vml" Requires="v">
                <p:oleObj r:id="rId7" imgW="3009900" imgH="393700" progId="Equation.3">
                  <p:embed/>
                </p:oleObj>
              </mc:Choice>
              <mc:Fallback>
                <p:oleObj r:id="rId7" imgW="3009900" imgH="393700" progId="Equation.3">
                  <p:embed/>
                  <p:pic>
                    <p:nvPicPr>
                      <p:cNvPr id="164899" name="Object 35"/>
                      <p:cNvPicPr/>
                      <p:nvPr/>
                    </p:nvPicPr>
                    <p:blipFill>
                      <a:blip r:embed="rId8"/>
                      <a:srcRect/>
                      <a:stretch>
                        <a:fillRect/>
                      </a:stretch>
                    </p:blipFill>
                    <p:spPr>
                      <a:xfrm>
                        <a:off x="1619250" y="5805488"/>
                        <a:ext cx="5257800" cy="68897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dissolve">
                                      <p:cBhvr>
                                        <p:cTn id="7" dur="500"/>
                                        <p:tgtEl>
                                          <p:spTgt spid="164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4892"/>
                                        </p:tgtEl>
                                        <p:attrNameLst>
                                          <p:attrName>style.visibility</p:attrName>
                                        </p:attrNameLst>
                                      </p:cBhvr>
                                      <p:to>
                                        <p:strVal val="visible"/>
                                      </p:to>
                                    </p:set>
                                    <p:animEffect transition="in" filter="blinds(horizontal)">
                                      <p:cBhvr>
                                        <p:cTn id="12" dur="500"/>
                                        <p:tgtEl>
                                          <p:spTgt spid="164892"/>
                                        </p:tgtEl>
                                      </p:cBhvr>
                                    </p:animEffect>
                                  </p:childTnLst>
                                </p:cTn>
                              </p:par>
                              <p:par>
                                <p:cTn id="13" presetID="3" presetClass="entr" presetSubtype="10" fill="hold" nodeType="withEffect">
                                  <p:stCondLst>
                                    <p:cond delay="0"/>
                                  </p:stCondLst>
                                  <p:childTnLst>
                                    <p:set>
                                      <p:cBhvr>
                                        <p:cTn id="14" dur="1" fill="hold">
                                          <p:stCondLst>
                                            <p:cond delay="0"/>
                                          </p:stCondLst>
                                        </p:cTn>
                                        <p:tgtEl>
                                          <p:spTgt spid="164893"/>
                                        </p:tgtEl>
                                        <p:attrNameLst>
                                          <p:attrName>style.visibility</p:attrName>
                                        </p:attrNameLst>
                                      </p:cBhvr>
                                      <p:to>
                                        <p:strVal val="visible"/>
                                      </p:to>
                                    </p:set>
                                    <p:animEffect transition="in" filter="blinds(horizontal)">
                                      <p:cBhvr>
                                        <p:cTn id="15" dur="500"/>
                                        <p:tgtEl>
                                          <p:spTgt spid="16489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64894"/>
                                        </p:tgtEl>
                                        <p:attrNameLst>
                                          <p:attrName>style.visibility</p:attrName>
                                        </p:attrNameLst>
                                      </p:cBhvr>
                                      <p:to>
                                        <p:strVal val="visible"/>
                                      </p:to>
                                    </p:set>
                                    <p:animEffect transition="in" filter="dissolve">
                                      <p:cBhvr>
                                        <p:cTn id="20" dur="500"/>
                                        <p:tgtEl>
                                          <p:spTgt spid="164894"/>
                                        </p:tgtEl>
                                      </p:cBhvr>
                                    </p:animEffect>
                                  </p:childTnLst>
                                </p:cTn>
                              </p:par>
                              <p:par>
                                <p:cTn id="21" presetID="9" presetClass="entr" presetSubtype="0" fill="hold" nodeType="withEffect">
                                  <p:stCondLst>
                                    <p:cond delay="0"/>
                                  </p:stCondLst>
                                  <p:childTnLst>
                                    <p:set>
                                      <p:cBhvr>
                                        <p:cTn id="22" dur="1" fill="hold">
                                          <p:stCondLst>
                                            <p:cond delay="0"/>
                                          </p:stCondLst>
                                        </p:cTn>
                                        <p:tgtEl>
                                          <p:spTgt spid="164895"/>
                                        </p:tgtEl>
                                        <p:attrNameLst>
                                          <p:attrName>style.visibility</p:attrName>
                                        </p:attrNameLst>
                                      </p:cBhvr>
                                      <p:to>
                                        <p:strVal val="visible"/>
                                      </p:to>
                                    </p:set>
                                    <p:animEffect transition="in" filter="dissolve">
                                      <p:cBhvr>
                                        <p:cTn id="23" dur="500"/>
                                        <p:tgtEl>
                                          <p:spTgt spid="16489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64897"/>
                                        </p:tgtEl>
                                        <p:attrNameLst>
                                          <p:attrName>style.visibility</p:attrName>
                                        </p:attrNameLst>
                                      </p:cBhvr>
                                      <p:to>
                                        <p:strVal val="visible"/>
                                      </p:to>
                                    </p:set>
                                    <p:animEffect transition="in" filter="blinds(horizontal)">
                                      <p:cBhvr>
                                        <p:cTn id="28" dur="500"/>
                                        <p:tgtEl>
                                          <p:spTgt spid="164897"/>
                                        </p:tgtEl>
                                      </p:cBhvr>
                                    </p:animEffect>
                                  </p:childTnLst>
                                </p:cTn>
                              </p:par>
                              <p:par>
                                <p:cTn id="29" presetID="3" presetClass="entr" presetSubtype="10" fill="hold" nodeType="withEffect">
                                  <p:stCondLst>
                                    <p:cond delay="0"/>
                                  </p:stCondLst>
                                  <p:childTnLst>
                                    <p:set>
                                      <p:cBhvr>
                                        <p:cTn id="30" dur="1" fill="hold">
                                          <p:stCondLst>
                                            <p:cond delay="0"/>
                                          </p:stCondLst>
                                        </p:cTn>
                                        <p:tgtEl>
                                          <p:spTgt spid="164899"/>
                                        </p:tgtEl>
                                        <p:attrNameLst>
                                          <p:attrName>style.visibility</p:attrName>
                                        </p:attrNameLst>
                                      </p:cBhvr>
                                      <p:to>
                                        <p:strVal val="visible"/>
                                      </p:to>
                                    </p:set>
                                    <p:animEffect transition="in" filter="blinds(horizontal)">
                                      <p:cBhvr>
                                        <p:cTn id="31" dur="500"/>
                                        <p:tgtEl>
                                          <p:spTgt spid="164899"/>
                                        </p:tgtEl>
                                      </p:cBhvr>
                                    </p:animEffect>
                                  </p:childTnLst>
                                </p:cTn>
                              </p:par>
                              <p:par>
                                <p:cTn id="32" presetID="3" presetClass="entr" presetSubtype="10" fill="hold" nodeType="withEffect">
                                  <p:stCondLst>
                                    <p:cond delay="0"/>
                                  </p:stCondLst>
                                  <p:childTnLst>
                                    <p:set>
                                      <p:cBhvr>
                                        <p:cTn id="33" dur="1" fill="hold">
                                          <p:stCondLst>
                                            <p:cond delay="0"/>
                                          </p:stCondLst>
                                        </p:cTn>
                                        <p:tgtEl>
                                          <p:spTgt spid="164896"/>
                                        </p:tgtEl>
                                        <p:attrNameLst>
                                          <p:attrName>style.visibility</p:attrName>
                                        </p:attrNameLst>
                                      </p:cBhvr>
                                      <p:to>
                                        <p:strVal val="visible"/>
                                      </p:to>
                                    </p:set>
                                    <p:animEffect transition="in" filter="blinds(horizontal)">
                                      <p:cBhvr>
                                        <p:cTn id="34" dur="500"/>
                                        <p:tgtEl>
                                          <p:spTgt spid="164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P spid="164894" grpId="0"/>
      <p:bldP spid="16489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Grp="1" noRot="1"/>
          </p:cNvSpPr>
          <p:nvPr>
            <p:ph type="body" sz="half" idx="1" hasCustomPrompt="1"/>
          </p:nvPr>
        </p:nvSpPr>
        <p:spPr>
          <a:xfrm>
            <a:off x="179388" y="404813"/>
            <a:ext cx="5327650" cy="1512887"/>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400" b="1" dirty="0">
                <a:solidFill>
                  <a:srgbClr val="000000"/>
                </a:solidFill>
                <a:latin typeface="Times New Roman" panose="02020603050405020304" pitchFamily="18" charset="0"/>
              </a:rPr>
              <a:t>If a single point charge, Q, sits in an arbitrary location of a boundless free space, its E field would be:</a:t>
            </a:r>
            <a:endParaRPr lang="en-US" altLang="zh-CN" sz="2400" b="1" dirty="0">
              <a:latin typeface="Times New Roman" panose="02020603050405020304" pitchFamily="18" charset="0"/>
            </a:endParaRPr>
          </a:p>
        </p:txBody>
      </p:sp>
      <p:graphicFrame>
        <p:nvGraphicFramePr>
          <p:cNvPr id="171035" name="Object 23"/>
          <p:cNvGraphicFramePr>
            <a:graphicFrameLocks noGrp="1" noChangeAspect="1"/>
          </p:cNvGraphicFramePr>
          <p:nvPr>
            <p:ph sz="quarter" idx="2" hasCustomPrompt="1"/>
          </p:nvPr>
        </p:nvGraphicFramePr>
        <p:xfrm>
          <a:off x="900113" y="1628775"/>
          <a:ext cx="2232025" cy="1057275"/>
        </p:xfrm>
        <a:graphic>
          <a:graphicData uri="http://schemas.openxmlformats.org/presentationml/2006/ole">
            <mc:AlternateContent xmlns:mc="http://schemas.openxmlformats.org/markup-compatibility/2006">
              <mc:Choice xmlns:v="urn:schemas-microsoft-com:vml" Requires="v">
                <p:oleObj r:id="rId2" imgW="769620" imgH="312420" progId="Equation.DSMT4">
                  <p:embed/>
                </p:oleObj>
              </mc:Choice>
              <mc:Fallback>
                <p:oleObj r:id="rId2" imgW="769620" imgH="312420" progId="Equation.DSMT4">
                  <p:embed/>
                  <p:pic>
                    <p:nvPicPr>
                      <p:cNvPr id="171035" name="Object 23"/>
                      <p:cNvPicPr/>
                      <p:nvPr/>
                    </p:nvPicPr>
                    <p:blipFill>
                      <a:blip r:embed="rId3">
                        <a:clrChange>
                          <a:clrFrom>
                            <a:srgbClr val="000000"/>
                          </a:clrFrom>
                          <a:clrTo>
                            <a:srgbClr val="FFFFFF"/>
                          </a:clrTo>
                        </a:clrChange>
                        <a:clrChange>
                          <a:clrFrom>
                            <a:srgbClr val="FF007F"/>
                          </a:clrFrom>
                          <a:clrTo>
                            <a:srgbClr val="000000"/>
                          </a:clrTo>
                        </a:clrChange>
                      </a:blip>
                      <a:srcRect/>
                      <a:stretch>
                        <a:fillRect/>
                      </a:stretch>
                    </p:blipFill>
                    <p:spPr>
                      <a:xfrm>
                        <a:off x="900113" y="1628775"/>
                        <a:ext cx="2232025" cy="1057275"/>
                      </a:xfrm>
                      <a:prstGeom prst="rect">
                        <a:avLst/>
                      </a:prstGeom>
                      <a:solidFill>
                        <a:srgbClr val="001D31">
                          <a:alpha val="100000"/>
                        </a:srgbClr>
                      </a:solidFill>
                      <a:ln w="38100">
                        <a:miter/>
                      </a:ln>
                    </p:spPr>
                  </p:pic>
                </p:oleObj>
              </mc:Fallback>
            </mc:AlternateContent>
          </a:graphicData>
        </a:graphic>
      </p:graphicFrame>
      <p:sp>
        <p:nvSpPr>
          <p:cNvPr id="171038" name="Rectangle 30"/>
          <p:cNvSpPr>
            <a:spLocks noRot="1"/>
          </p:cNvSpPr>
          <p:nvPr/>
        </p:nvSpPr>
        <p:spPr>
          <a:xfrm>
            <a:off x="250825" y="2708275"/>
            <a:ext cx="5545138" cy="11525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TW" sz="2400" b="1" dirty="0">
                <a:solidFill>
                  <a:srgbClr val="0000CC"/>
                </a:solidFill>
                <a:latin typeface="Times New Roman" panose="02020603050405020304" pitchFamily="18" charset="0"/>
                <a:ea typeface="PMingLiU" pitchFamily="18" charset="-120"/>
              </a:rPr>
              <a:t>Electric field created by a group of n discrete point charges </a:t>
            </a:r>
            <a:r>
              <a:rPr lang="en-US" altLang="zh-TW" sz="2400" b="1" i="1" dirty="0">
                <a:solidFill>
                  <a:srgbClr val="0000CC"/>
                </a:solidFill>
                <a:latin typeface="Times New Roman" panose="02020603050405020304" pitchFamily="18" charset="0"/>
                <a:ea typeface="PMingLiU" pitchFamily="18" charset="-120"/>
              </a:rPr>
              <a:t>q</a:t>
            </a:r>
            <a:r>
              <a:rPr lang="en-US" altLang="zh-TW" sz="2400" b="1" baseline="-25000" dirty="0">
                <a:solidFill>
                  <a:srgbClr val="0000CC"/>
                </a:solidFill>
                <a:latin typeface="Times New Roman" panose="02020603050405020304" pitchFamily="18" charset="0"/>
                <a:ea typeface="PMingLiU" pitchFamily="18" charset="-120"/>
              </a:rPr>
              <a:t>1</a:t>
            </a:r>
            <a:r>
              <a:rPr lang="en-US" altLang="zh-TW" sz="2400" b="1" dirty="0">
                <a:solidFill>
                  <a:srgbClr val="0000CC"/>
                </a:solidFill>
                <a:latin typeface="Times New Roman" panose="02020603050405020304" pitchFamily="18" charset="0"/>
                <a:ea typeface="PMingLiU" pitchFamily="18" charset="-120"/>
              </a:rPr>
              <a:t>, </a:t>
            </a:r>
            <a:r>
              <a:rPr lang="en-US" altLang="zh-TW" sz="2400" b="1" i="1" dirty="0">
                <a:solidFill>
                  <a:srgbClr val="0000CC"/>
                </a:solidFill>
                <a:latin typeface="Times New Roman" panose="02020603050405020304" pitchFamily="18" charset="0"/>
                <a:ea typeface="PMingLiU" pitchFamily="18" charset="-120"/>
              </a:rPr>
              <a:t>q</a:t>
            </a:r>
            <a:r>
              <a:rPr lang="en-US" altLang="zh-TW" sz="2400" b="1" baseline="-25000" dirty="0">
                <a:solidFill>
                  <a:srgbClr val="0000CC"/>
                </a:solidFill>
                <a:latin typeface="Times New Roman" panose="02020603050405020304" pitchFamily="18" charset="0"/>
                <a:ea typeface="PMingLiU" pitchFamily="18" charset="-120"/>
              </a:rPr>
              <a:t>2</a:t>
            </a:r>
            <a:r>
              <a:rPr lang="en-US" altLang="zh-TW" sz="2400" b="1" dirty="0">
                <a:solidFill>
                  <a:srgbClr val="0000CC"/>
                </a:solidFill>
                <a:latin typeface="Times New Roman" panose="02020603050405020304" pitchFamily="18" charset="0"/>
                <a:ea typeface="PMingLiU" pitchFamily="18" charset="-120"/>
              </a:rPr>
              <a:t>,… </a:t>
            </a:r>
            <a:r>
              <a:rPr lang="en-US" altLang="zh-TW" sz="2400" b="1" i="1" dirty="0">
                <a:solidFill>
                  <a:srgbClr val="0000CC"/>
                </a:solidFill>
                <a:latin typeface="Times New Roman" panose="02020603050405020304" pitchFamily="18" charset="0"/>
                <a:ea typeface="PMingLiU" pitchFamily="18" charset="-120"/>
              </a:rPr>
              <a:t>q</a:t>
            </a:r>
            <a:r>
              <a:rPr lang="en-US" altLang="zh-TW" sz="2400" b="1" baseline="-25000" dirty="0">
                <a:solidFill>
                  <a:srgbClr val="0000CC"/>
                </a:solidFill>
                <a:latin typeface="Times New Roman" panose="02020603050405020304" pitchFamily="18" charset="0"/>
                <a:ea typeface="PMingLiU" pitchFamily="18" charset="-120"/>
              </a:rPr>
              <a:t>n</a:t>
            </a:r>
            <a:r>
              <a:rPr lang="en-US" altLang="zh-CN" sz="2400" b="1" dirty="0">
                <a:solidFill>
                  <a:srgbClr val="0000CC"/>
                </a:solidFill>
                <a:latin typeface="Times New Roman" panose="02020603050405020304" pitchFamily="18" charset="0"/>
                <a:ea typeface="PMingLiU" pitchFamily="18" charset="-120"/>
              </a:rPr>
              <a:t>, </a:t>
            </a:r>
            <a:r>
              <a:rPr lang="en-US" altLang="zh-TW" sz="2400" b="1" dirty="0">
                <a:solidFill>
                  <a:srgbClr val="0000CC"/>
                </a:solidFill>
                <a:latin typeface="Times New Roman" panose="02020603050405020304" pitchFamily="18" charset="0"/>
                <a:ea typeface="PMingLiU" pitchFamily="18" charset="-120"/>
              </a:rPr>
              <a:t>The principal of superposition applies</a:t>
            </a:r>
            <a:r>
              <a:rPr lang="en-US" altLang="zh-CN" sz="2400" b="1" dirty="0">
                <a:solidFill>
                  <a:srgbClr val="0000CC"/>
                </a:solidFill>
                <a:latin typeface="Times New Roman" panose="02020603050405020304" pitchFamily="18" charset="0"/>
                <a:ea typeface="PMingLiU" pitchFamily="18" charset="-120"/>
              </a:rPr>
              <a:t>:</a:t>
            </a:r>
            <a:endParaRPr lang="en-US" altLang="zh-TW" sz="2400" b="1" dirty="0">
              <a:solidFill>
                <a:srgbClr val="0000CC"/>
              </a:solidFill>
              <a:latin typeface="Times New Roman" panose="02020603050405020304" pitchFamily="18" charset="0"/>
              <a:ea typeface="PMingLiU" pitchFamily="18" charset="-120"/>
            </a:endParaRPr>
          </a:p>
        </p:txBody>
      </p:sp>
      <p:pic>
        <p:nvPicPr>
          <p:cNvPr id="171080" name="Picture 72"/>
          <p:cNvPicPr>
            <a:picLocks noChangeAspect="1"/>
          </p:cNvPicPr>
          <p:nvPr/>
        </p:nvPicPr>
        <p:blipFill>
          <a:blip r:embed="rId4"/>
          <a:stretch>
            <a:fillRect/>
          </a:stretch>
        </p:blipFill>
        <p:spPr>
          <a:xfrm>
            <a:off x="6156325" y="3429000"/>
            <a:ext cx="2808288" cy="2281238"/>
          </a:xfrm>
          <a:prstGeom prst="rect">
            <a:avLst/>
          </a:prstGeom>
          <a:noFill/>
          <a:ln w="9525">
            <a:noFill/>
          </a:ln>
        </p:spPr>
      </p:pic>
      <p:pic>
        <p:nvPicPr>
          <p:cNvPr id="19463" name="Picture 73"/>
          <p:cNvPicPr>
            <a:picLocks noChangeAspect="1"/>
          </p:cNvPicPr>
          <p:nvPr/>
        </p:nvPicPr>
        <p:blipFill>
          <a:blip r:embed="rId5"/>
          <a:stretch>
            <a:fillRect/>
          </a:stretch>
        </p:blipFill>
        <p:spPr>
          <a:xfrm>
            <a:off x="6084888" y="549275"/>
            <a:ext cx="2808287" cy="2347913"/>
          </a:xfrm>
          <a:prstGeom prst="rect">
            <a:avLst/>
          </a:prstGeom>
          <a:noFill/>
          <a:ln w="9525">
            <a:noFill/>
          </a:ln>
        </p:spPr>
      </p:pic>
      <p:graphicFrame>
        <p:nvGraphicFramePr>
          <p:cNvPr id="171082" name="Object 101"/>
          <p:cNvGraphicFramePr>
            <a:graphicFrameLocks noChangeAspect="1"/>
          </p:cNvGraphicFramePr>
          <p:nvPr/>
        </p:nvGraphicFramePr>
        <p:xfrm>
          <a:off x="1403350" y="4076700"/>
          <a:ext cx="4033838" cy="1081088"/>
        </p:xfrm>
        <a:graphic>
          <a:graphicData uri="http://schemas.openxmlformats.org/presentationml/2006/ole">
            <mc:AlternateContent xmlns:mc="http://schemas.openxmlformats.org/markup-compatibility/2006">
              <mc:Choice xmlns:v="urn:schemas-microsoft-com:vml" Requires="v">
                <p:oleObj r:id="rId6" imgW="1256030" imgH="312420" progId="Equation.DSMT4">
                  <p:embed/>
                </p:oleObj>
              </mc:Choice>
              <mc:Fallback>
                <p:oleObj r:id="rId6" imgW="1256030" imgH="312420" progId="Equation.DSMT4">
                  <p:embed/>
                  <p:pic>
                    <p:nvPicPr>
                      <p:cNvPr id="171082" name="Object 101"/>
                      <p:cNvPicPr/>
                      <p:nvPr/>
                    </p:nvPicPr>
                    <p:blipFill>
                      <a:blip r:embed="rId7">
                        <a:clrChange>
                          <a:clrFrom>
                            <a:srgbClr val="000000"/>
                          </a:clrFrom>
                          <a:clrTo>
                            <a:srgbClr val="FFFFFF"/>
                          </a:clrTo>
                        </a:clrChange>
                        <a:clrChange>
                          <a:clrFrom>
                            <a:srgbClr val="FF007F"/>
                          </a:clrFrom>
                          <a:clrTo>
                            <a:srgbClr val="000000"/>
                          </a:clrTo>
                        </a:clrChange>
                      </a:blip>
                      <a:stretch>
                        <a:fillRect/>
                      </a:stretch>
                    </p:blipFill>
                    <p:spPr>
                      <a:xfrm>
                        <a:off x="1403350" y="4076700"/>
                        <a:ext cx="4033838" cy="1081088"/>
                      </a:xfrm>
                      <a:prstGeom prst="rect">
                        <a:avLst/>
                      </a:prstGeom>
                      <a:solidFill>
                        <a:srgbClr val="001D31"/>
                      </a:solidFill>
                      <a:ln w="38100">
                        <a:noFill/>
                        <a:miter/>
                      </a:ln>
                    </p:spPr>
                  </p:pic>
                </p:oleObj>
              </mc:Fallback>
            </mc:AlternateContent>
          </a:graphicData>
        </a:graphic>
      </p:graphicFrame>
      <p:pic>
        <p:nvPicPr>
          <p:cNvPr id="4098" name="Picture 2"/>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93662" y="512762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
        <p:nvSpPr>
          <p:cNvPr id="171084" name="Text Box 20"/>
          <p:cNvSpPr txBox="1"/>
          <p:nvPr/>
        </p:nvSpPr>
        <p:spPr>
          <a:xfrm>
            <a:off x="1476375" y="5445125"/>
            <a:ext cx="3959225"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FF0000"/>
                </a:solidFill>
                <a:ea typeface="楷体_GB2312" pitchFamily="49" charset="-122"/>
              </a:rPr>
              <a:t>Q: </a:t>
            </a:r>
            <a:r>
              <a:rPr lang="en-US" altLang="zh-CN" sz="2000" b="1" dirty="0">
                <a:solidFill>
                  <a:srgbClr val="FF0000"/>
                </a:solidFill>
              </a:rPr>
              <a:t>What if the charges are continuous distributed? </a:t>
            </a:r>
          </a:p>
        </p:txBody>
      </p:sp>
      <p:graphicFrame>
        <p:nvGraphicFramePr>
          <p:cNvPr id="2" name="对象 1">
            <a:hlinkClick r:id="" action="ppaction://ole?verb=0"/>
          </p:cNvPr>
          <p:cNvGraphicFramePr>
            <a:graphicFrameLocks noChangeAspect="1"/>
          </p:cNvGraphicFramePr>
          <p:nvPr/>
        </p:nvGraphicFramePr>
        <p:xfrm>
          <a:off x="3347403" y="1988503"/>
          <a:ext cx="1684655" cy="551815"/>
        </p:xfrm>
        <a:graphic>
          <a:graphicData uri="http://schemas.openxmlformats.org/presentationml/2006/ole">
            <mc:AlternateContent xmlns:mc="http://schemas.openxmlformats.org/markup-compatibility/2006">
              <mc:Choice xmlns:v="urn:schemas-microsoft-com:vml" Requires="v">
                <p:oleObj r:id="rId9" imgW="698500" imgH="228600" progId="Equation.KSEE3">
                  <p:embed/>
                </p:oleObj>
              </mc:Choice>
              <mc:Fallback>
                <p:oleObj r:id="rId9" imgW="698500" imgH="228600" progId="Equation.KSEE3">
                  <p:embed/>
                  <p:pic>
                    <p:nvPicPr>
                      <p:cNvPr id="2" name="对象 1">
                        <a:hlinkClick r:id="" action="ppaction://ole?verb=0"/>
                      </p:cNvPr>
                      <p:cNvPicPr/>
                      <p:nvPr/>
                    </p:nvPicPr>
                    <p:blipFill>
                      <a:blip r:embed="rId10"/>
                      <a:stretch>
                        <a:fillRect/>
                      </a:stretch>
                    </p:blipFill>
                    <p:spPr>
                      <a:xfrm>
                        <a:off x="3347403" y="1988503"/>
                        <a:ext cx="1684655" cy="55181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Effect transition="in" filter="dissolve">
                                      <p:cBhvr>
                                        <p:cTn id="7" dur="500"/>
                                        <p:tgtEl>
                                          <p:spTgt spid="1710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1035"/>
                                        </p:tgtEl>
                                        <p:attrNameLst>
                                          <p:attrName>style.visibility</p:attrName>
                                        </p:attrNameLst>
                                      </p:cBhvr>
                                      <p:to>
                                        <p:strVal val="visible"/>
                                      </p:to>
                                    </p:set>
                                    <p:animEffect transition="in" filter="dissolve">
                                      <p:cBhvr>
                                        <p:cTn id="10" dur="500"/>
                                        <p:tgtEl>
                                          <p:spTgt spid="17103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71038"/>
                                        </p:tgtEl>
                                        <p:attrNameLst>
                                          <p:attrName>style.visibility</p:attrName>
                                        </p:attrNameLst>
                                      </p:cBhvr>
                                      <p:to>
                                        <p:strVal val="visible"/>
                                      </p:to>
                                    </p:set>
                                    <p:animEffect transition="in" filter="blinds(horizontal)">
                                      <p:cBhvr>
                                        <p:cTn id="15" dur="500"/>
                                        <p:tgtEl>
                                          <p:spTgt spid="171038"/>
                                        </p:tgtEl>
                                      </p:cBhvr>
                                    </p:animEffect>
                                  </p:childTnLst>
                                </p:cTn>
                              </p:par>
                              <p:par>
                                <p:cTn id="16" presetID="3" presetClass="entr" presetSubtype="10" fill="hold" nodeType="withEffect">
                                  <p:stCondLst>
                                    <p:cond delay="0"/>
                                  </p:stCondLst>
                                  <p:childTnLst>
                                    <p:set>
                                      <p:cBhvr>
                                        <p:cTn id="17" dur="1" fill="hold">
                                          <p:stCondLst>
                                            <p:cond delay="0"/>
                                          </p:stCondLst>
                                        </p:cTn>
                                        <p:tgtEl>
                                          <p:spTgt spid="171080"/>
                                        </p:tgtEl>
                                        <p:attrNameLst>
                                          <p:attrName>style.visibility</p:attrName>
                                        </p:attrNameLst>
                                      </p:cBhvr>
                                      <p:to>
                                        <p:strVal val="visible"/>
                                      </p:to>
                                    </p:set>
                                    <p:animEffect transition="in" filter="blinds(horizontal)">
                                      <p:cBhvr>
                                        <p:cTn id="18" dur="500"/>
                                        <p:tgtEl>
                                          <p:spTgt spid="171080"/>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171082"/>
                                        </p:tgtEl>
                                        <p:attrNameLst>
                                          <p:attrName>style.visibility</p:attrName>
                                        </p:attrNameLst>
                                      </p:cBhvr>
                                      <p:to>
                                        <p:strVal val="visible"/>
                                      </p:to>
                                    </p:set>
                                    <p:anim calcmode="lin" valueType="num">
                                      <p:cBhvr>
                                        <p:cTn id="23" dur="500" fill="hold"/>
                                        <p:tgtEl>
                                          <p:spTgt spid="171082"/>
                                        </p:tgtEl>
                                        <p:attrNameLst>
                                          <p:attrName>ppt_w</p:attrName>
                                        </p:attrNameLst>
                                      </p:cBhvr>
                                      <p:tavLst>
                                        <p:tav tm="0">
                                          <p:val>
                                            <p:fltVal val="0"/>
                                          </p:val>
                                        </p:tav>
                                        <p:tav tm="100000">
                                          <p:val>
                                            <p:strVal val="#ppt_w"/>
                                          </p:val>
                                        </p:tav>
                                      </p:tavLst>
                                    </p:anim>
                                    <p:anim calcmode="lin" valueType="num">
                                      <p:cBhvr>
                                        <p:cTn id="24" dur="500" fill="hold"/>
                                        <p:tgtEl>
                                          <p:spTgt spid="17108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098"/>
                                        </p:tgtEl>
                                        <p:attrNameLst>
                                          <p:attrName>style.visibility</p:attrName>
                                        </p:attrNameLst>
                                      </p:cBhvr>
                                      <p:to>
                                        <p:strVal val="visible"/>
                                      </p:to>
                                    </p:set>
                                    <p:animEffect transition="in" filter="dissolve">
                                      <p:cBhvr>
                                        <p:cTn id="29" dur="500"/>
                                        <p:tgtEl>
                                          <p:spTgt spid="4098"/>
                                        </p:tgtEl>
                                      </p:cBhvr>
                                    </p:animEffect>
                                  </p:childTnLst>
                                </p:cTn>
                              </p:par>
                              <p:par>
                                <p:cTn id="30" presetID="9" presetClass="entr" presetSubtype="0" fill="hold" nodeType="withEffect">
                                  <p:stCondLst>
                                    <p:cond delay="0"/>
                                  </p:stCondLst>
                                  <p:childTnLst>
                                    <p:set>
                                      <p:cBhvr>
                                        <p:cTn id="31" dur="1" fill="hold">
                                          <p:stCondLst>
                                            <p:cond delay="0"/>
                                          </p:stCondLst>
                                        </p:cTn>
                                        <p:tgtEl>
                                          <p:spTgt spid="171084"/>
                                        </p:tgtEl>
                                        <p:attrNameLst>
                                          <p:attrName>style.visibility</p:attrName>
                                        </p:attrNameLst>
                                      </p:cBhvr>
                                      <p:to>
                                        <p:strVal val="visible"/>
                                      </p:to>
                                    </p:set>
                                    <p:animEffect transition="in" filter="dissolve">
                                      <p:cBhvr>
                                        <p:cTn id="32" dur="500"/>
                                        <p:tgtEl>
                                          <p:spTgt spid="17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P spid="171038" grpId="0"/>
      <p:bldP spid="1710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15</a:t>
            </a:fld>
            <a:endParaRPr lang="en-US" altLang="zh-CN" sz="1400" dirty="0"/>
          </a:p>
        </p:txBody>
      </p:sp>
      <p:grpSp>
        <p:nvGrpSpPr>
          <p:cNvPr id="20485" name="Group 137"/>
          <p:cNvGrpSpPr/>
          <p:nvPr/>
        </p:nvGrpSpPr>
        <p:grpSpPr>
          <a:xfrm>
            <a:off x="5795963" y="982663"/>
            <a:ext cx="3024187" cy="2513012"/>
            <a:chOff x="3742" y="663"/>
            <a:chExt cx="1905" cy="1583"/>
          </a:xfrm>
        </p:grpSpPr>
        <p:sp>
          <p:nvSpPr>
            <p:cNvPr id="20504" name="Rectangle 84"/>
            <p:cNvSpPr/>
            <p:nvPr/>
          </p:nvSpPr>
          <p:spPr>
            <a:xfrm>
              <a:off x="3742" y="663"/>
              <a:ext cx="1905" cy="1583"/>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20505" name="Line 85"/>
            <p:cNvSpPr/>
            <p:nvPr/>
          </p:nvSpPr>
          <p:spPr>
            <a:xfrm flipV="1">
              <a:off x="4241" y="849"/>
              <a:ext cx="0" cy="907"/>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20506" name="Line 86"/>
            <p:cNvSpPr/>
            <p:nvPr/>
          </p:nvSpPr>
          <p:spPr>
            <a:xfrm flipH="1">
              <a:off x="3878" y="1756"/>
              <a:ext cx="363" cy="363"/>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20507" name="Freeform 87"/>
            <p:cNvSpPr/>
            <p:nvPr/>
          </p:nvSpPr>
          <p:spPr>
            <a:xfrm rot="3110013" flipH="1">
              <a:off x="4142" y="841"/>
              <a:ext cx="1064" cy="847"/>
            </a:xfrm>
            <a:custGeom>
              <a:avLst/>
              <a:gdLst>
                <a:gd name="txL" fmla="*/ 0 w 992"/>
                <a:gd name="txT" fmla="*/ 0 h 869"/>
                <a:gd name="txR" fmla="*/ 992 w 992"/>
                <a:gd name="txB" fmla="*/ 869 h 869"/>
              </a:gdLst>
              <a:ahLst/>
              <a:cxnLst>
                <a:cxn ang="0">
                  <a:pos x="396" y="404"/>
                </a:cxn>
                <a:cxn ang="0">
                  <a:pos x="23" y="259"/>
                </a:cxn>
                <a:cxn ang="0">
                  <a:pos x="267" y="70"/>
                </a:cxn>
                <a:cxn ang="0">
                  <a:pos x="1110" y="7"/>
                </a:cxn>
                <a:cxn ang="0">
                  <a:pos x="2079" y="99"/>
                </a:cxn>
                <a:cxn ang="0">
                  <a:pos x="2563" y="226"/>
                </a:cxn>
                <a:cxn ang="0">
                  <a:pos x="2439" y="480"/>
                </a:cxn>
                <a:cxn ang="0">
                  <a:pos x="1349" y="608"/>
                </a:cxn>
                <a:cxn ang="0">
                  <a:pos x="627" y="480"/>
                </a:cxn>
                <a:cxn ang="0">
                  <a:pos x="250" y="366"/>
                </a:cxn>
              </a:cxnLst>
              <a:rect l="txL" t="txT" r="txR" b="txB"/>
              <a:pathLst>
                <a:path w="992" h="869">
                  <a:moveTo>
                    <a:pt x="149" y="580"/>
                  </a:moveTo>
                  <a:cubicBezTo>
                    <a:pt x="126" y="546"/>
                    <a:pt x="16" y="450"/>
                    <a:pt x="8" y="370"/>
                  </a:cubicBezTo>
                  <a:cubicBezTo>
                    <a:pt x="0" y="290"/>
                    <a:pt x="31" y="158"/>
                    <a:pt x="99" y="98"/>
                  </a:cubicBezTo>
                  <a:cubicBezTo>
                    <a:pt x="167" y="38"/>
                    <a:pt x="304" y="0"/>
                    <a:pt x="417" y="7"/>
                  </a:cubicBezTo>
                  <a:cubicBezTo>
                    <a:pt x="530" y="14"/>
                    <a:pt x="689" y="90"/>
                    <a:pt x="780" y="143"/>
                  </a:cubicBezTo>
                  <a:cubicBezTo>
                    <a:pt x="871" y="196"/>
                    <a:pt x="938" y="233"/>
                    <a:pt x="961" y="324"/>
                  </a:cubicBezTo>
                  <a:cubicBezTo>
                    <a:pt x="984" y="415"/>
                    <a:pt x="992" y="596"/>
                    <a:pt x="916" y="687"/>
                  </a:cubicBezTo>
                  <a:cubicBezTo>
                    <a:pt x="840" y="778"/>
                    <a:pt x="620" y="869"/>
                    <a:pt x="507" y="869"/>
                  </a:cubicBezTo>
                  <a:cubicBezTo>
                    <a:pt x="394" y="869"/>
                    <a:pt x="304" y="744"/>
                    <a:pt x="235" y="687"/>
                  </a:cubicBezTo>
                  <a:cubicBezTo>
                    <a:pt x="166" y="630"/>
                    <a:pt x="123" y="558"/>
                    <a:pt x="93" y="524"/>
                  </a:cubicBezTo>
                </a:path>
              </a:pathLst>
            </a:custGeom>
            <a:gradFill rotWithShape="1">
              <a:gsLst>
                <a:gs pos="0">
                  <a:srgbClr val="646464">
                    <a:alpha val="100000"/>
                  </a:srgbClr>
                </a:gs>
                <a:gs pos="100000">
                  <a:srgbClr val="979797">
                    <a:alpha val="100000"/>
                  </a:srgbClr>
                </a:gs>
              </a:gsLst>
              <a:lin ang="18900000" scaled="1"/>
              <a:tileRect/>
            </a:gradFill>
            <a:ln w="9525" cap="flat" cmpd="sng">
              <a:prstDash val="solid"/>
              <a:headEnd type="none" w="med" len="med"/>
              <a:tailEnd type="none" w="med" len="med"/>
            </a:ln>
            <a:scene3d>
              <a:camera prst="legacyPerspectiveTopRight">
                <a:rot lat="21000000" lon="0" rev="0"/>
              </a:camera>
              <a:lightRig rig="legacyFlat4" dir="t"/>
            </a:scene3d>
            <a:sp3d extrusionH="2513000" prstMaterial="legacyMatte">
              <a:bevelT w="13500" h="13500" prst="angle"/>
              <a:bevelB w="13500" h="13500" prst="angle"/>
              <a:extrusionClr>
                <a:srgbClr val="979797"/>
              </a:extrusionClr>
            </a:sp3d>
          </p:spPr>
          <p:txBody>
            <a:bodyPr/>
            <a:lstStyle/>
            <a:p>
              <a:endParaRPr lang="zh-CN" altLang="en-US"/>
            </a:p>
          </p:txBody>
        </p:sp>
        <p:sp>
          <p:nvSpPr>
            <p:cNvPr id="20508" name="Rectangle 88"/>
            <p:cNvSpPr/>
            <p:nvPr/>
          </p:nvSpPr>
          <p:spPr>
            <a:xfrm rot="-152475">
              <a:off x="4430" y="1162"/>
              <a:ext cx="157" cy="141"/>
            </a:xfrm>
            <a:prstGeom prst="rect">
              <a:avLst/>
            </a:prstGeom>
            <a:noFill/>
            <a:ln w="9525" cap="flat" cmpd="sng">
              <a:solidFill>
                <a:srgbClr val="383838"/>
              </a:solidFill>
              <a:prstDash val="solid"/>
              <a:miter/>
              <a:headEnd type="none" w="med" len="med"/>
              <a:tailEnd type="none" w="med" len="med"/>
            </a:ln>
            <a:scene3d>
              <a:camera prst="legacyObliqueTopRight">
                <a:rot lat="21300000" lon="300000" rev="0"/>
              </a:camera>
              <a:lightRig rig="legacyFlat3" dir="b"/>
            </a:scene3d>
            <a:sp3d extrusionH="227000" prstMaterial="legacyWireframe">
              <a:bevelT w="13500" h="13500" prst="angle"/>
              <a:bevelB w="13500" h="13500" prst="angle"/>
              <a:extrusionClr>
                <a:srgbClr val="383838"/>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20509" name="Line 89"/>
            <p:cNvSpPr/>
            <p:nvPr/>
          </p:nvSpPr>
          <p:spPr>
            <a:xfrm rot="5400000" flipV="1">
              <a:off x="4808" y="1189"/>
              <a:ext cx="0" cy="1134"/>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20510" name="Line 90"/>
            <p:cNvSpPr/>
            <p:nvPr/>
          </p:nvSpPr>
          <p:spPr>
            <a:xfrm flipV="1">
              <a:off x="4241" y="1207"/>
              <a:ext cx="317" cy="54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graphicFrame>
          <p:nvGraphicFramePr>
            <p:cNvPr id="20511" name="Object 91"/>
            <p:cNvGraphicFramePr>
              <a:graphicFrameLocks noChangeAspect="1"/>
            </p:cNvGraphicFramePr>
            <p:nvPr/>
          </p:nvGraphicFramePr>
          <p:xfrm>
            <a:off x="4468" y="1252"/>
            <a:ext cx="450" cy="242"/>
          </p:xfrm>
          <a:graphic>
            <a:graphicData uri="http://schemas.openxmlformats.org/presentationml/2006/ole">
              <mc:AlternateContent xmlns:mc="http://schemas.openxmlformats.org/markup-compatibility/2006">
                <mc:Choice xmlns:v="urn:schemas-microsoft-com:vml" Requires="v">
                  <p:oleObj r:id="rId3" imgW="213995" imgH="74930" progId="Equation.DSMT4">
                    <p:embed/>
                  </p:oleObj>
                </mc:Choice>
                <mc:Fallback>
                  <p:oleObj r:id="rId3" imgW="213995" imgH="74930" progId="Equation.DSMT4">
                    <p:embed/>
                    <p:pic>
                      <p:nvPicPr>
                        <p:cNvPr id="20511" name="Object 91"/>
                        <p:cNvPicPr/>
                        <p:nvPr/>
                      </p:nvPicPr>
                      <p:blipFill>
                        <a:blip r:embed="rId4">
                          <a:clrChange>
                            <a:clrFrom>
                              <a:srgbClr val="000000"/>
                            </a:clrFrom>
                            <a:clrTo>
                              <a:srgbClr val="007A77"/>
                            </a:clrTo>
                          </a:clrChange>
                        </a:blip>
                        <a:stretch>
                          <a:fillRect/>
                        </a:stretch>
                      </p:blipFill>
                      <p:spPr>
                        <a:xfrm>
                          <a:off x="4468" y="1252"/>
                          <a:ext cx="450" cy="242"/>
                        </a:xfrm>
                        <a:prstGeom prst="rect">
                          <a:avLst/>
                        </a:prstGeom>
                        <a:noFill/>
                        <a:ln w="38100">
                          <a:noFill/>
                          <a:miter/>
                        </a:ln>
                      </p:spPr>
                    </p:pic>
                  </p:oleObj>
                </mc:Fallback>
              </mc:AlternateContent>
            </a:graphicData>
          </a:graphic>
        </p:graphicFrame>
        <p:graphicFrame>
          <p:nvGraphicFramePr>
            <p:cNvPr id="20512" name="Object 92"/>
            <p:cNvGraphicFramePr>
              <a:graphicFrameLocks noChangeAspect="1"/>
            </p:cNvGraphicFramePr>
            <p:nvPr/>
          </p:nvGraphicFramePr>
          <p:xfrm>
            <a:off x="4876" y="935"/>
            <a:ext cx="194" cy="211"/>
          </p:xfrm>
          <a:graphic>
            <a:graphicData uri="http://schemas.openxmlformats.org/presentationml/2006/ole">
              <mc:AlternateContent xmlns:mc="http://schemas.openxmlformats.org/markup-compatibility/2006">
                <mc:Choice xmlns:v="urn:schemas-microsoft-com:vml" Requires="v">
                  <p:oleObj r:id="rId5" imgW="29210" imgH="57785" progId="Equation.DSMT4">
                    <p:embed/>
                  </p:oleObj>
                </mc:Choice>
                <mc:Fallback>
                  <p:oleObj r:id="rId5" imgW="29210" imgH="57785" progId="Equation.DSMT4">
                    <p:embed/>
                    <p:pic>
                      <p:nvPicPr>
                        <p:cNvPr id="20512" name="Object 92"/>
                        <p:cNvPicPr/>
                        <p:nvPr/>
                      </p:nvPicPr>
                      <p:blipFill>
                        <a:blip r:embed="rId6">
                          <a:clrChange>
                            <a:clrFrom>
                              <a:srgbClr val="000000"/>
                            </a:clrFrom>
                            <a:clrTo>
                              <a:srgbClr val="007A77"/>
                            </a:clrTo>
                          </a:clrChange>
                        </a:blip>
                        <a:stretch>
                          <a:fillRect/>
                        </a:stretch>
                      </p:blipFill>
                      <p:spPr>
                        <a:xfrm>
                          <a:off x="4876" y="935"/>
                          <a:ext cx="194" cy="211"/>
                        </a:xfrm>
                        <a:prstGeom prst="rect">
                          <a:avLst/>
                        </a:prstGeom>
                        <a:noFill/>
                        <a:ln w="38100">
                          <a:noFill/>
                          <a:miter/>
                        </a:ln>
                      </p:spPr>
                    </p:pic>
                  </p:oleObj>
                </mc:Fallback>
              </mc:AlternateContent>
            </a:graphicData>
          </a:graphic>
        </p:graphicFrame>
        <p:graphicFrame>
          <p:nvGraphicFramePr>
            <p:cNvPr id="20513" name="Object 93"/>
            <p:cNvGraphicFramePr>
              <a:graphicFrameLocks noChangeAspect="1"/>
            </p:cNvGraphicFramePr>
            <p:nvPr/>
          </p:nvGraphicFramePr>
          <p:xfrm>
            <a:off x="5375" y="1711"/>
            <a:ext cx="177" cy="196"/>
          </p:xfrm>
          <a:graphic>
            <a:graphicData uri="http://schemas.openxmlformats.org/presentationml/2006/ole">
              <mc:AlternateContent xmlns:mc="http://schemas.openxmlformats.org/markup-compatibility/2006">
                <mc:Choice xmlns:v="urn:schemas-microsoft-com:vml" Requires="v">
                  <p:oleObj r:id="rId7" imgW="22860" imgH="40640" progId="Equation.DSMT4">
                    <p:embed/>
                  </p:oleObj>
                </mc:Choice>
                <mc:Fallback>
                  <p:oleObj r:id="rId7" imgW="22860" imgH="40640" progId="Equation.DSMT4">
                    <p:embed/>
                    <p:pic>
                      <p:nvPicPr>
                        <p:cNvPr id="20513" name="Object 93"/>
                        <p:cNvPicPr/>
                        <p:nvPr/>
                      </p:nvPicPr>
                      <p:blipFill>
                        <a:blip r:embed="rId8">
                          <a:clrChange>
                            <a:clrFrom>
                              <a:srgbClr val="000000"/>
                            </a:clrFrom>
                            <a:clrTo>
                              <a:srgbClr val="007A77"/>
                            </a:clrTo>
                          </a:clrChange>
                        </a:blip>
                        <a:stretch>
                          <a:fillRect/>
                        </a:stretch>
                      </p:blipFill>
                      <p:spPr>
                        <a:xfrm>
                          <a:off x="5375" y="1711"/>
                          <a:ext cx="177" cy="196"/>
                        </a:xfrm>
                        <a:prstGeom prst="rect">
                          <a:avLst/>
                        </a:prstGeom>
                        <a:noFill/>
                        <a:ln w="38100">
                          <a:noFill/>
                          <a:miter/>
                        </a:ln>
                      </p:spPr>
                    </p:pic>
                  </p:oleObj>
                </mc:Fallback>
              </mc:AlternateContent>
            </a:graphicData>
          </a:graphic>
        </p:graphicFrame>
        <p:graphicFrame>
          <p:nvGraphicFramePr>
            <p:cNvPr id="20514" name="Object 94"/>
            <p:cNvGraphicFramePr>
              <a:graphicFrameLocks noChangeAspect="1"/>
            </p:cNvGraphicFramePr>
            <p:nvPr/>
          </p:nvGraphicFramePr>
          <p:xfrm>
            <a:off x="3878" y="2074"/>
            <a:ext cx="161" cy="165"/>
          </p:xfrm>
          <a:graphic>
            <a:graphicData uri="http://schemas.openxmlformats.org/presentationml/2006/ole">
              <mc:AlternateContent xmlns:mc="http://schemas.openxmlformats.org/markup-compatibility/2006">
                <mc:Choice xmlns:v="urn:schemas-microsoft-com:vml" Requires="v">
                  <p:oleObj r:id="rId9" imgW="5715" imgH="5715" progId="Equation.DSMT4">
                    <p:embed/>
                  </p:oleObj>
                </mc:Choice>
                <mc:Fallback>
                  <p:oleObj r:id="rId9" imgW="5715" imgH="5715" progId="Equation.DSMT4">
                    <p:embed/>
                    <p:pic>
                      <p:nvPicPr>
                        <p:cNvPr id="20514" name="Object 94"/>
                        <p:cNvPicPr/>
                        <p:nvPr/>
                      </p:nvPicPr>
                      <p:blipFill>
                        <a:blip r:embed="rId10">
                          <a:clrChange>
                            <a:clrFrom>
                              <a:srgbClr val="000000"/>
                            </a:clrFrom>
                            <a:clrTo>
                              <a:srgbClr val="007A77"/>
                            </a:clrTo>
                          </a:clrChange>
                        </a:blip>
                        <a:stretch>
                          <a:fillRect/>
                        </a:stretch>
                      </p:blipFill>
                      <p:spPr>
                        <a:xfrm>
                          <a:off x="3878" y="2074"/>
                          <a:ext cx="161" cy="165"/>
                        </a:xfrm>
                        <a:prstGeom prst="rect">
                          <a:avLst/>
                        </a:prstGeom>
                        <a:noFill/>
                        <a:ln w="38100">
                          <a:noFill/>
                          <a:miter/>
                        </a:ln>
                      </p:spPr>
                    </p:pic>
                  </p:oleObj>
                </mc:Fallback>
              </mc:AlternateContent>
            </a:graphicData>
          </a:graphic>
        </p:graphicFrame>
        <p:graphicFrame>
          <p:nvGraphicFramePr>
            <p:cNvPr id="20515" name="Object 95"/>
            <p:cNvGraphicFramePr>
              <a:graphicFrameLocks noChangeAspect="1"/>
            </p:cNvGraphicFramePr>
            <p:nvPr/>
          </p:nvGraphicFramePr>
          <p:xfrm>
            <a:off x="4059" y="758"/>
            <a:ext cx="227" cy="211"/>
          </p:xfrm>
          <a:graphic>
            <a:graphicData uri="http://schemas.openxmlformats.org/presentationml/2006/ole">
              <mc:AlternateContent xmlns:mc="http://schemas.openxmlformats.org/markup-compatibility/2006">
                <mc:Choice xmlns:v="urn:schemas-microsoft-com:vml" Requires="v">
                  <p:oleObj r:id="rId11" imgW="5715" imgH="5715" progId="Equation.DSMT4">
                    <p:embed/>
                  </p:oleObj>
                </mc:Choice>
                <mc:Fallback>
                  <p:oleObj r:id="rId11" imgW="5715" imgH="5715" progId="Equation.DSMT4">
                    <p:embed/>
                    <p:pic>
                      <p:nvPicPr>
                        <p:cNvPr id="20515" name="Object 95"/>
                        <p:cNvPicPr/>
                        <p:nvPr/>
                      </p:nvPicPr>
                      <p:blipFill>
                        <a:blip r:embed="rId12">
                          <a:clrChange>
                            <a:clrFrom>
                              <a:srgbClr val="000000"/>
                            </a:clrFrom>
                            <a:clrTo>
                              <a:srgbClr val="007A77"/>
                            </a:clrTo>
                          </a:clrChange>
                        </a:blip>
                        <a:stretch>
                          <a:fillRect/>
                        </a:stretch>
                      </p:blipFill>
                      <p:spPr>
                        <a:xfrm>
                          <a:off x="4059" y="758"/>
                          <a:ext cx="227" cy="211"/>
                        </a:xfrm>
                        <a:prstGeom prst="rect">
                          <a:avLst/>
                        </a:prstGeom>
                        <a:noFill/>
                        <a:ln w="38100">
                          <a:noFill/>
                          <a:miter/>
                        </a:ln>
                      </p:spPr>
                    </p:pic>
                  </p:oleObj>
                </mc:Fallback>
              </mc:AlternateContent>
            </a:graphicData>
          </a:graphic>
        </p:graphicFrame>
        <p:graphicFrame>
          <p:nvGraphicFramePr>
            <p:cNvPr id="20516" name="Object 96"/>
            <p:cNvGraphicFramePr>
              <a:graphicFrameLocks noChangeAspect="1"/>
            </p:cNvGraphicFramePr>
            <p:nvPr/>
          </p:nvGraphicFramePr>
          <p:xfrm>
            <a:off x="4195" y="1749"/>
            <a:ext cx="161" cy="165"/>
          </p:xfrm>
          <a:graphic>
            <a:graphicData uri="http://schemas.openxmlformats.org/presentationml/2006/ole">
              <mc:AlternateContent xmlns:mc="http://schemas.openxmlformats.org/markup-compatibility/2006">
                <mc:Choice xmlns:v="urn:schemas-microsoft-com:vml" Requires="v">
                  <p:oleObj r:id="rId13" imgW="5715" imgH="5715" progId="Equation.DSMT4">
                    <p:embed/>
                  </p:oleObj>
                </mc:Choice>
                <mc:Fallback>
                  <p:oleObj r:id="rId13" imgW="5715" imgH="5715" progId="Equation.DSMT4">
                    <p:embed/>
                    <p:pic>
                      <p:nvPicPr>
                        <p:cNvPr id="20516" name="Object 96"/>
                        <p:cNvPicPr/>
                        <p:nvPr/>
                      </p:nvPicPr>
                      <p:blipFill>
                        <a:blip r:embed="rId10">
                          <a:clrChange>
                            <a:clrFrom>
                              <a:srgbClr val="000000"/>
                            </a:clrFrom>
                            <a:clrTo>
                              <a:srgbClr val="007A77"/>
                            </a:clrTo>
                          </a:clrChange>
                        </a:blip>
                        <a:stretch>
                          <a:fillRect/>
                        </a:stretch>
                      </p:blipFill>
                      <p:spPr>
                        <a:xfrm>
                          <a:off x="4195" y="1749"/>
                          <a:ext cx="161" cy="165"/>
                        </a:xfrm>
                        <a:prstGeom prst="rect">
                          <a:avLst/>
                        </a:prstGeom>
                        <a:noFill/>
                        <a:ln w="38100">
                          <a:noFill/>
                          <a:miter/>
                        </a:ln>
                      </p:spPr>
                    </p:pic>
                  </p:oleObj>
                </mc:Fallback>
              </mc:AlternateContent>
            </a:graphicData>
          </a:graphic>
        </p:graphicFrame>
        <p:graphicFrame>
          <p:nvGraphicFramePr>
            <p:cNvPr id="20517" name="Object 97"/>
            <p:cNvGraphicFramePr>
              <a:graphicFrameLocks noChangeAspect="1"/>
            </p:cNvGraphicFramePr>
            <p:nvPr/>
          </p:nvGraphicFramePr>
          <p:xfrm>
            <a:off x="4286" y="1298"/>
            <a:ext cx="193" cy="195"/>
          </p:xfrm>
          <a:graphic>
            <a:graphicData uri="http://schemas.openxmlformats.org/presentationml/2006/ole">
              <mc:AlternateContent xmlns:mc="http://schemas.openxmlformats.org/markup-compatibility/2006">
                <mc:Choice xmlns:v="urn:schemas-microsoft-com:vml" Requires="v">
                  <p:oleObj r:id="rId14" imgW="29210" imgH="40640" progId="Equation.DSMT4">
                    <p:embed/>
                  </p:oleObj>
                </mc:Choice>
                <mc:Fallback>
                  <p:oleObj r:id="rId14" imgW="29210" imgH="40640" progId="Equation.DSMT4">
                    <p:embed/>
                    <p:pic>
                      <p:nvPicPr>
                        <p:cNvPr id="20517" name="Object 97"/>
                        <p:cNvPicPr/>
                        <p:nvPr/>
                      </p:nvPicPr>
                      <p:blipFill>
                        <a:blip r:embed="rId15">
                          <a:clrChange>
                            <a:clrFrom>
                              <a:srgbClr val="000000"/>
                            </a:clrFrom>
                            <a:clrTo>
                              <a:srgbClr val="007A77"/>
                            </a:clrTo>
                          </a:clrChange>
                        </a:blip>
                        <a:stretch>
                          <a:fillRect/>
                        </a:stretch>
                      </p:blipFill>
                      <p:spPr>
                        <a:xfrm>
                          <a:off x="4286" y="1298"/>
                          <a:ext cx="193" cy="195"/>
                        </a:xfrm>
                        <a:prstGeom prst="rect">
                          <a:avLst/>
                        </a:prstGeom>
                        <a:noFill/>
                        <a:ln w="38100">
                          <a:noFill/>
                          <a:miter/>
                        </a:ln>
                      </p:spPr>
                    </p:pic>
                  </p:oleObj>
                </mc:Fallback>
              </mc:AlternateContent>
            </a:graphicData>
          </a:graphic>
        </p:graphicFrame>
        <p:graphicFrame>
          <p:nvGraphicFramePr>
            <p:cNvPr id="20518" name="Object 98"/>
            <p:cNvGraphicFramePr>
              <a:graphicFrameLocks noChangeAspect="1"/>
            </p:cNvGraphicFramePr>
            <p:nvPr/>
          </p:nvGraphicFramePr>
          <p:xfrm>
            <a:off x="4430" y="890"/>
            <a:ext cx="366" cy="305"/>
          </p:xfrm>
          <a:graphic>
            <a:graphicData uri="http://schemas.openxmlformats.org/presentationml/2006/ole">
              <mc:AlternateContent xmlns:mc="http://schemas.openxmlformats.org/markup-compatibility/2006">
                <mc:Choice xmlns:v="urn:schemas-microsoft-com:vml" Requires="v">
                  <p:oleObj r:id="rId16" imgW="161925" imgH="104140" progId="Equation.DSMT4">
                    <p:embed/>
                  </p:oleObj>
                </mc:Choice>
                <mc:Fallback>
                  <p:oleObj r:id="rId16" imgW="161925" imgH="104140" progId="Equation.DSMT4">
                    <p:embed/>
                    <p:pic>
                      <p:nvPicPr>
                        <p:cNvPr id="20518" name="Object 98"/>
                        <p:cNvPicPr/>
                        <p:nvPr/>
                      </p:nvPicPr>
                      <p:blipFill>
                        <a:blip r:embed="rId17">
                          <a:clrChange>
                            <a:clrFrom>
                              <a:srgbClr val="000000"/>
                            </a:clrFrom>
                            <a:clrTo>
                              <a:srgbClr val="007A77"/>
                            </a:clrTo>
                          </a:clrChange>
                        </a:blip>
                        <a:stretch>
                          <a:fillRect/>
                        </a:stretch>
                      </p:blipFill>
                      <p:spPr>
                        <a:xfrm>
                          <a:off x="4430" y="890"/>
                          <a:ext cx="366" cy="305"/>
                        </a:xfrm>
                        <a:prstGeom prst="rect">
                          <a:avLst/>
                        </a:prstGeom>
                        <a:noFill/>
                        <a:ln w="38100">
                          <a:noFill/>
                          <a:miter/>
                        </a:ln>
                      </p:spPr>
                    </p:pic>
                  </p:oleObj>
                </mc:Fallback>
              </mc:AlternateContent>
            </a:graphicData>
          </a:graphic>
        </p:graphicFrame>
        <p:sp>
          <p:nvSpPr>
            <p:cNvPr id="20519" name="Line 99"/>
            <p:cNvSpPr>
              <a:spLocks noChangeAspect="1"/>
            </p:cNvSpPr>
            <p:nvPr/>
          </p:nvSpPr>
          <p:spPr>
            <a:xfrm flipV="1">
              <a:off x="4241" y="1221"/>
              <a:ext cx="1202" cy="533"/>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20520" name="Line 100"/>
            <p:cNvSpPr/>
            <p:nvPr/>
          </p:nvSpPr>
          <p:spPr>
            <a:xfrm flipV="1">
              <a:off x="4558" y="1207"/>
              <a:ext cx="862"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graphicFrame>
          <p:nvGraphicFramePr>
            <p:cNvPr id="20521" name="Object 101"/>
            <p:cNvGraphicFramePr>
              <a:graphicFrameLocks noChangeAspect="1"/>
            </p:cNvGraphicFramePr>
            <p:nvPr/>
          </p:nvGraphicFramePr>
          <p:xfrm>
            <a:off x="4967" y="1434"/>
            <a:ext cx="161" cy="195"/>
          </p:xfrm>
          <a:graphic>
            <a:graphicData uri="http://schemas.openxmlformats.org/presentationml/2006/ole">
              <mc:AlternateContent xmlns:mc="http://schemas.openxmlformats.org/markup-compatibility/2006">
                <mc:Choice xmlns:v="urn:schemas-microsoft-com:vml" Requires="v">
                  <p:oleObj r:id="rId18" imgW="5715" imgH="5715" progId="Equation.DSMT4">
                    <p:embed/>
                  </p:oleObj>
                </mc:Choice>
                <mc:Fallback>
                  <p:oleObj r:id="rId18" imgW="5715" imgH="5715" progId="Equation.DSMT4">
                    <p:embed/>
                    <p:pic>
                      <p:nvPicPr>
                        <p:cNvPr id="20521" name="Object 101"/>
                        <p:cNvPicPr/>
                        <p:nvPr/>
                      </p:nvPicPr>
                      <p:blipFill>
                        <a:blip r:embed="rId19">
                          <a:clrChange>
                            <a:clrFrom>
                              <a:srgbClr val="000000"/>
                            </a:clrFrom>
                            <a:clrTo>
                              <a:srgbClr val="007A77"/>
                            </a:clrTo>
                          </a:clrChange>
                        </a:blip>
                        <a:stretch>
                          <a:fillRect/>
                        </a:stretch>
                      </p:blipFill>
                      <p:spPr>
                        <a:xfrm>
                          <a:off x="4967" y="1434"/>
                          <a:ext cx="161" cy="195"/>
                        </a:xfrm>
                        <a:prstGeom prst="rect">
                          <a:avLst/>
                        </a:prstGeom>
                        <a:noFill/>
                        <a:ln w="38100">
                          <a:noFill/>
                          <a:miter/>
                        </a:ln>
                      </p:spPr>
                    </p:pic>
                  </p:oleObj>
                </mc:Fallback>
              </mc:AlternateContent>
            </a:graphicData>
          </a:graphic>
        </p:graphicFrame>
        <p:graphicFrame>
          <p:nvGraphicFramePr>
            <p:cNvPr id="20522" name="Object 108"/>
            <p:cNvGraphicFramePr>
              <a:graphicFrameLocks noChangeAspect="1"/>
            </p:cNvGraphicFramePr>
            <p:nvPr/>
          </p:nvGraphicFramePr>
          <p:xfrm>
            <a:off x="5389" y="981"/>
            <a:ext cx="258" cy="195"/>
          </p:xfrm>
          <a:graphic>
            <a:graphicData uri="http://schemas.openxmlformats.org/presentationml/2006/ole">
              <mc:AlternateContent xmlns:mc="http://schemas.openxmlformats.org/markup-compatibility/2006">
                <mc:Choice xmlns:v="urn:schemas-microsoft-com:vml" Requires="v">
                  <p:oleObj r:id="rId20" imgW="74930" imgH="40640" progId="Equation.DSMT4">
                    <p:embed/>
                  </p:oleObj>
                </mc:Choice>
                <mc:Fallback>
                  <p:oleObj r:id="rId20" imgW="74930" imgH="40640" progId="Equation.DSMT4">
                    <p:embed/>
                    <p:pic>
                      <p:nvPicPr>
                        <p:cNvPr id="20522" name="Object 108"/>
                        <p:cNvPicPr/>
                        <p:nvPr/>
                      </p:nvPicPr>
                      <p:blipFill>
                        <a:blip r:embed="rId21">
                          <a:clrChange>
                            <a:clrFrom>
                              <a:srgbClr val="000000"/>
                            </a:clrFrom>
                            <a:clrTo>
                              <a:srgbClr val="007A77"/>
                            </a:clrTo>
                          </a:clrChange>
                        </a:blip>
                        <a:stretch>
                          <a:fillRect/>
                        </a:stretch>
                      </p:blipFill>
                      <p:spPr>
                        <a:xfrm>
                          <a:off x="5389" y="981"/>
                          <a:ext cx="258" cy="195"/>
                        </a:xfrm>
                        <a:prstGeom prst="rect">
                          <a:avLst/>
                        </a:prstGeom>
                        <a:noFill/>
                        <a:ln w="38100">
                          <a:noFill/>
                          <a:miter/>
                        </a:ln>
                      </p:spPr>
                    </p:pic>
                  </p:oleObj>
                </mc:Fallback>
              </mc:AlternateContent>
            </a:graphicData>
          </a:graphic>
        </p:graphicFrame>
        <p:sp>
          <p:nvSpPr>
            <p:cNvPr id="20523" name="Oval 109"/>
            <p:cNvSpPr/>
            <p:nvPr/>
          </p:nvSpPr>
          <p:spPr>
            <a:xfrm>
              <a:off x="5426" y="1176"/>
              <a:ext cx="57" cy="57"/>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20503" name="Rectangle 81"/>
          <p:cNvSpPr/>
          <p:nvPr/>
        </p:nvSpPr>
        <p:spPr>
          <a:xfrm>
            <a:off x="481330" y="2997200"/>
            <a:ext cx="3730625" cy="11633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1800" dirty="0">
                <a:solidFill>
                  <a:srgbClr val="0000CC"/>
                </a:solidFill>
                <a:ea typeface="楷体_GB2312" pitchFamily="49" charset="-122"/>
              </a:rPr>
              <a:t>Electric field intensity generated by surface distribution charges whose surface density is</a:t>
            </a:r>
            <a:endParaRPr lang="en-US" altLang="zh-CN" sz="1800" b="1" dirty="0">
              <a:solidFill>
                <a:srgbClr val="0000CC"/>
              </a:solidFill>
              <a:ea typeface="楷体_GB2312" pitchFamily="49" charset="-122"/>
            </a:endParaRPr>
          </a:p>
        </p:txBody>
      </p:sp>
      <p:sp>
        <p:nvSpPr>
          <p:cNvPr id="20501" name="Oval 138"/>
          <p:cNvSpPr/>
          <p:nvPr/>
        </p:nvSpPr>
        <p:spPr>
          <a:xfrm>
            <a:off x="338455" y="3160395"/>
            <a:ext cx="161925" cy="161925"/>
          </a:xfrm>
          <a:prstGeom prst="ellipse">
            <a:avLst/>
          </a:prstGeom>
          <a:gradFill rotWithShape="1">
            <a:gsLst>
              <a:gs pos="0">
                <a:srgbClr val="FF99CC"/>
              </a:gs>
              <a:gs pos="100000">
                <a:srgbClr val="A96587"/>
              </a:gs>
            </a:gsLst>
            <a:path path="shape">
              <a:fillToRect l="50000" t="50000" r="50000" b="50000"/>
            </a:path>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20499" name="Rectangle 80"/>
          <p:cNvSpPr/>
          <p:nvPr/>
        </p:nvSpPr>
        <p:spPr>
          <a:xfrm>
            <a:off x="5291455" y="3589020"/>
            <a:ext cx="3498850" cy="11639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1800" dirty="0">
                <a:solidFill>
                  <a:srgbClr val="0000CC"/>
                </a:solidFill>
                <a:ea typeface="楷体_GB2312" pitchFamily="49" charset="-122"/>
              </a:rPr>
              <a:t>Electric field intensity generated by line distribution charges whose line density is</a:t>
            </a:r>
            <a:endParaRPr lang="en-US" altLang="zh-CN" sz="1800" b="1" dirty="0">
              <a:solidFill>
                <a:srgbClr val="0000CC"/>
              </a:solidFill>
              <a:ea typeface="楷体_GB2312" pitchFamily="49" charset="-122"/>
            </a:endParaRPr>
          </a:p>
        </p:txBody>
      </p:sp>
      <p:sp>
        <p:nvSpPr>
          <p:cNvPr id="20497" name="Oval 140"/>
          <p:cNvSpPr/>
          <p:nvPr/>
        </p:nvSpPr>
        <p:spPr>
          <a:xfrm>
            <a:off x="5091430" y="3751580"/>
            <a:ext cx="161925" cy="161925"/>
          </a:xfrm>
          <a:prstGeom prst="ellipse">
            <a:avLst/>
          </a:prstGeom>
          <a:gradFill rotWithShape="1">
            <a:gsLst>
              <a:gs pos="0">
                <a:srgbClr val="FF99CC"/>
              </a:gs>
              <a:gs pos="100000">
                <a:srgbClr val="A96587"/>
              </a:gs>
            </a:gsLst>
            <a:path path="shape">
              <a:fillToRect l="50000" t="50000" r="50000" b="50000"/>
            </a:path>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20488" name="Group 142"/>
          <p:cNvGrpSpPr/>
          <p:nvPr/>
        </p:nvGrpSpPr>
        <p:grpSpPr>
          <a:xfrm>
            <a:off x="434975" y="549275"/>
            <a:ext cx="8494713" cy="504825"/>
            <a:chOff x="274" y="436"/>
            <a:chExt cx="5351" cy="318"/>
          </a:xfrm>
        </p:grpSpPr>
        <p:sp>
          <p:nvSpPr>
            <p:cNvPr id="20493" name="Rectangle 45"/>
            <p:cNvSpPr/>
            <p:nvPr/>
          </p:nvSpPr>
          <p:spPr>
            <a:xfrm>
              <a:off x="385" y="436"/>
              <a:ext cx="5240" cy="31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buClrTx/>
                <a:buSzTx/>
                <a:buFontTx/>
                <a:buNone/>
              </a:pPr>
              <a:r>
                <a:rPr lang="en-US" altLang="zh-CN" sz="2000" dirty="0">
                  <a:solidFill>
                    <a:srgbClr val="0000CC"/>
                  </a:solidFill>
                  <a:ea typeface="楷体_GB2312" pitchFamily="49" charset="-122"/>
                </a:rPr>
                <a:t>Electric field intensity generated by volume distribution charges whose volume density is</a:t>
              </a:r>
            </a:p>
          </p:txBody>
        </p:sp>
        <p:sp>
          <p:nvSpPr>
            <p:cNvPr id="20495" name="Oval 141"/>
            <p:cNvSpPr/>
            <p:nvPr/>
          </p:nvSpPr>
          <p:spPr>
            <a:xfrm>
              <a:off x="274" y="543"/>
              <a:ext cx="102" cy="102"/>
            </a:xfrm>
            <a:prstGeom prst="ellipse">
              <a:avLst/>
            </a:prstGeom>
            <a:gradFill rotWithShape="1">
              <a:gsLst>
                <a:gs pos="0">
                  <a:srgbClr val="FF99CC"/>
                </a:gs>
                <a:gs pos="100000">
                  <a:srgbClr val="A96587"/>
                </a:gs>
              </a:gsLst>
              <a:path path="shape">
                <a:fillToRect l="50000" t="50000" r="50000" b="50000"/>
              </a:path>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graphicFrame>
        <p:nvGraphicFramePr>
          <p:cNvPr id="20490" name="Object 147"/>
          <p:cNvGraphicFramePr>
            <a:graphicFrameLocks noChangeAspect="1"/>
          </p:cNvGraphicFramePr>
          <p:nvPr/>
        </p:nvGraphicFramePr>
        <p:xfrm>
          <a:off x="525780" y="1484630"/>
          <a:ext cx="4239895" cy="1221740"/>
        </p:xfrm>
        <a:graphic>
          <a:graphicData uri="http://schemas.openxmlformats.org/presentationml/2006/ole">
            <mc:AlternateContent xmlns:mc="http://schemas.openxmlformats.org/markup-compatibility/2006">
              <mc:Choice xmlns:v="urn:schemas-microsoft-com:vml" Requires="v">
                <p:oleObj r:id="rId22" imgW="1701800" imgH="457200" progId="Equation.DSMT4">
                  <p:embed/>
                </p:oleObj>
              </mc:Choice>
              <mc:Fallback>
                <p:oleObj r:id="rId22" imgW="1701800" imgH="457200" progId="Equation.DSMT4">
                  <p:embed/>
                  <p:pic>
                    <p:nvPicPr>
                      <p:cNvPr id="20490" name="Object 147"/>
                      <p:cNvPicPr/>
                      <p:nvPr/>
                    </p:nvPicPr>
                    <p:blipFill>
                      <a:blip r:embed="rId23">
                        <a:clrChange>
                          <a:clrFrom>
                            <a:srgbClr val="000000"/>
                          </a:clrFrom>
                          <a:clrTo>
                            <a:srgbClr val="FFFFFF"/>
                          </a:clrTo>
                        </a:clrChange>
                        <a:clrChange>
                          <a:clrFrom>
                            <a:srgbClr val="FF007F"/>
                          </a:clrFrom>
                          <a:clrTo>
                            <a:srgbClr val="000000"/>
                          </a:clrTo>
                        </a:clrChange>
                      </a:blip>
                      <a:stretch>
                        <a:fillRect/>
                      </a:stretch>
                    </p:blipFill>
                    <p:spPr>
                      <a:xfrm>
                        <a:off x="525780" y="1484630"/>
                        <a:ext cx="4239895" cy="1221740"/>
                      </a:xfrm>
                      <a:prstGeom prst="rect">
                        <a:avLst/>
                      </a:prstGeom>
                      <a:solidFill>
                        <a:srgbClr val="001D31"/>
                      </a:solidFill>
                      <a:ln w="38100">
                        <a:noFill/>
                        <a:miter/>
                      </a:ln>
                    </p:spPr>
                  </p:pic>
                </p:oleObj>
              </mc:Fallback>
            </mc:AlternateContent>
          </a:graphicData>
        </a:graphic>
      </p:graphicFrame>
      <p:graphicFrame>
        <p:nvGraphicFramePr>
          <p:cNvPr id="183338" name="Object 148"/>
          <p:cNvGraphicFramePr>
            <a:graphicFrameLocks noChangeAspect="1"/>
          </p:cNvGraphicFramePr>
          <p:nvPr/>
        </p:nvGraphicFramePr>
        <p:xfrm>
          <a:off x="378143" y="4357688"/>
          <a:ext cx="3943350" cy="976312"/>
        </p:xfrm>
        <a:graphic>
          <a:graphicData uri="http://schemas.openxmlformats.org/presentationml/2006/ole">
            <mc:AlternateContent xmlns:mc="http://schemas.openxmlformats.org/markup-compatibility/2006">
              <mc:Choice xmlns:v="urn:schemas-microsoft-com:vml" Requires="v">
                <p:oleObj r:id="rId24" imgW="1446530" imgH="312420" progId="Equation.DSMT4">
                  <p:embed/>
                </p:oleObj>
              </mc:Choice>
              <mc:Fallback>
                <p:oleObj r:id="rId24" imgW="1446530" imgH="312420" progId="Equation.DSMT4">
                  <p:embed/>
                  <p:pic>
                    <p:nvPicPr>
                      <p:cNvPr id="183338" name="Object 148"/>
                      <p:cNvPicPr/>
                      <p:nvPr/>
                    </p:nvPicPr>
                    <p:blipFill>
                      <a:blip r:embed="rId25">
                        <a:clrChange>
                          <a:clrFrom>
                            <a:srgbClr val="000000"/>
                          </a:clrFrom>
                          <a:clrTo>
                            <a:srgbClr val="FFFFFF"/>
                          </a:clrTo>
                        </a:clrChange>
                        <a:clrChange>
                          <a:clrFrom>
                            <a:srgbClr val="FF007F"/>
                          </a:clrFrom>
                          <a:clrTo>
                            <a:srgbClr val="000000"/>
                          </a:clrTo>
                        </a:clrChange>
                      </a:blip>
                      <a:stretch>
                        <a:fillRect/>
                      </a:stretch>
                    </p:blipFill>
                    <p:spPr>
                      <a:xfrm>
                        <a:off x="378143" y="4357688"/>
                        <a:ext cx="3943350" cy="976312"/>
                      </a:xfrm>
                      <a:prstGeom prst="rect">
                        <a:avLst/>
                      </a:prstGeom>
                      <a:solidFill>
                        <a:srgbClr val="001D31"/>
                      </a:solidFill>
                      <a:ln w="38100">
                        <a:noFill/>
                        <a:miter/>
                      </a:ln>
                    </p:spPr>
                  </p:pic>
                </p:oleObj>
              </mc:Fallback>
            </mc:AlternateContent>
          </a:graphicData>
        </a:graphic>
      </p:graphicFrame>
      <p:graphicFrame>
        <p:nvGraphicFramePr>
          <p:cNvPr id="183339" name="Object 149"/>
          <p:cNvGraphicFramePr>
            <a:graphicFrameLocks noChangeAspect="1"/>
          </p:cNvGraphicFramePr>
          <p:nvPr/>
        </p:nvGraphicFramePr>
        <p:xfrm>
          <a:off x="5076825" y="4872038"/>
          <a:ext cx="3827463" cy="976312"/>
        </p:xfrm>
        <a:graphic>
          <a:graphicData uri="http://schemas.openxmlformats.org/presentationml/2006/ole">
            <mc:AlternateContent xmlns:mc="http://schemas.openxmlformats.org/markup-compatibility/2006">
              <mc:Choice xmlns:v="urn:schemas-microsoft-com:vml" Requires="v">
                <p:oleObj r:id="rId26" imgW="1394460" imgH="312420" progId="Equation.DSMT4">
                  <p:embed/>
                </p:oleObj>
              </mc:Choice>
              <mc:Fallback>
                <p:oleObj r:id="rId26" imgW="1394460" imgH="312420" progId="Equation.DSMT4">
                  <p:embed/>
                  <p:pic>
                    <p:nvPicPr>
                      <p:cNvPr id="183339" name="Object 149"/>
                      <p:cNvPicPr/>
                      <p:nvPr/>
                    </p:nvPicPr>
                    <p:blipFill>
                      <a:blip r:embed="rId27">
                        <a:clrChange>
                          <a:clrFrom>
                            <a:srgbClr val="000000"/>
                          </a:clrFrom>
                          <a:clrTo>
                            <a:srgbClr val="FFFFFF"/>
                          </a:clrTo>
                        </a:clrChange>
                        <a:clrChange>
                          <a:clrFrom>
                            <a:srgbClr val="FF007F"/>
                          </a:clrFrom>
                          <a:clrTo>
                            <a:srgbClr val="000000"/>
                          </a:clrTo>
                        </a:clrChange>
                      </a:blip>
                      <a:stretch>
                        <a:fillRect/>
                      </a:stretch>
                    </p:blipFill>
                    <p:spPr>
                      <a:xfrm>
                        <a:off x="5076825" y="4872038"/>
                        <a:ext cx="3827463" cy="976312"/>
                      </a:xfrm>
                      <a:prstGeom prst="rect">
                        <a:avLst/>
                      </a:prstGeom>
                      <a:solidFill>
                        <a:srgbClr val="001D31"/>
                      </a:solidFill>
                      <a:ln w="38100">
                        <a:noFill/>
                        <a:miter/>
                      </a:ln>
                    </p:spPr>
                  </p:pic>
                </p:oleObj>
              </mc:Fallback>
            </mc:AlternateContent>
          </a:graphicData>
        </a:graphic>
      </p:graphicFrame>
      <p:graphicFrame>
        <p:nvGraphicFramePr>
          <p:cNvPr id="2" name="对象 1"/>
          <p:cNvGraphicFramePr/>
          <p:nvPr/>
        </p:nvGraphicFramePr>
        <p:xfrm>
          <a:off x="2987675" y="833755"/>
          <a:ext cx="763270" cy="448310"/>
        </p:xfrm>
        <a:graphic>
          <a:graphicData uri="http://schemas.openxmlformats.org/presentationml/2006/ole">
            <mc:AlternateContent xmlns:mc="http://schemas.openxmlformats.org/markup-compatibility/2006">
              <mc:Choice xmlns:v="urn:schemas-microsoft-com:vml" Requires="v">
                <p:oleObj r:id="rId28" imgW="368300" imgH="203200" progId="Equation.DSMT4">
                  <p:embed/>
                </p:oleObj>
              </mc:Choice>
              <mc:Fallback>
                <p:oleObj r:id="rId28" imgW="368300" imgH="203200" progId="Equation.DSMT4">
                  <p:embed/>
                  <p:pic>
                    <p:nvPicPr>
                      <p:cNvPr id="2" name="对象 1"/>
                      <p:cNvPicPr/>
                      <p:nvPr/>
                    </p:nvPicPr>
                    <p:blipFill>
                      <a:blip r:embed="rId29"/>
                      <a:stretch>
                        <a:fillRect/>
                      </a:stretch>
                    </p:blipFill>
                    <p:spPr>
                      <a:xfrm>
                        <a:off x="2987675" y="833755"/>
                        <a:ext cx="763270" cy="448310"/>
                      </a:xfrm>
                      <a:prstGeom prst="rect">
                        <a:avLst/>
                      </a:prstGeom>
                    </p:spPr>
                  </p:pic>
                </p:oleObj>
              </mc:Fallback>
            </mc:AlternateContent>
          </a:graphicData>
        </a:graphic>
      </p:graphicFrame>
      <p:graphicFrame>
        <p:nvGraphicFramePr>
          <p:cNvPr id="4" name="对象 3"/>
          <p:cNvGraphicFramePr/>
          <p:nvPr/>
        </p:nvGraphicFramePr>
        <p:xfrm>
          <a:off x="7483793" y="4269423"/>
          <a:ext cx="841375" cy="504825"/>
        </p:xfrm>
        <a:graphic>
          <a:graphicData uri="http://schemas.openxmlformats.org/presentationml/2006/ole">
            <mc:AlternateContent xmlns:mc="http://schemas.openxmlformats.org/markup-compatibility/2006">
              <mc:Choice xmlns:v="urn:schemas-microsoft-com:vml" Requires="v">
                <p:oleObj r:id="rId30" imgW="405765" imgH="228600" progId="Equation.DSMT4">
                  <p:embed/>
                </p:oleObj>
              </mc:Choice>
              <mc:Fallback>
                <p:oleObj r:id="rId30" imgW="405765" imgH="228600" progId="Equation.DSMT4">
                  <p:embed/>
                  <p:pic>
                    <p:nvPicPr>
                      <p:cNvPr id="4" name="对象 3"/>
                      <p:cNvPicPr/>
                      <p:nvPr/>
                    </p:nvPicPr>
                    <p:blipFill>
                      <a:blip r:embed="rId31"/>
                      <a:stretch>
                        <a:fillRect/>
                      </a:stretch>
                    </p:blipFill>
                    <p:spPr>
                      <a:xfrm>
                        <a:off x="7483793" y="4269423"/>
                        <a:ext cx="841375" cy="504825"/>
                      </a:xfrm>
                      <a:prstGeom prst="rect">
                        <a:avLst/>
                      </a:prstGeom>
                    </p:spPr>
                  </p:pic>
                </p:oleObj>
              </mc:Fallback>
            </mc:AlternateContent>
          </a:graphicData>
        </a:graphic>
      </p:graphicFrame>
      <p:graphicFrame>
        <p:nvGraphicFramePr>
          <p:cNvPr id="6" name="对象 5"/>
          <p:cNvGraphicFramePr/>
          <p:nvPr/>
        </p:nvGraphicFramePr>
        <p:xfrm>
          <a:off x="2415540" y="3672523"/>
          <a:ext cx="868680" cy="504825"/>
        </p:xfrm>
        <a:graphic>
          <a:graphicData uri="http://schemas.openxmlformats.org/presentationml/2006/ole">
            <mc:AlternateContent xmlns:mc="http://schemas.openxmlformats.org/markup-compatibility/2006">
              <mc:Choice xmlns:v="urn:schemas-microsoft-com:vml" Requires="v">
                <p:oleObj r:id="rId32" imgW="419100" imgH="228600" progId="Equation.DSMT4">
                  <p:embed/>
                </p:oleObj>
              </mc:Choice>
              <mc:Fallback>
                <p:oleObj r:id="rId32" imgW="419100" imgH="228600" progId="Equation.DSMT4">
                  <p:embed/>
                  <p:pic>
                    <p:nvPicPr>
                      <p:cNvPr id="6" name="对象 5"/>
                      <p:cNvPicPr/>
                      <p:nvPr/>
                    </p:nvPicPr>
                    <p:blipFill>
                      <a:blip r:embed="rId33"/>
                      <a:stretch>
                        <a:fillRect/>
                      </a:stretch>
                    </p:blipFill>
                    <p:spPr>
                      <a:xfrm>
                        <a:off x="2415540" y="3672523"/>
                        <a:ext cx="868680" cy="50482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83338"/>
                                        </p:tgtEl>
                                        <p:attrNameLst>
                                          <p:attrName>style.visibility</p:attrName>
                                        </p:attrNameLst>
                                      </p:cBhvr>
                                      <p:to>
                                        <p:strVal val="visible"/>
                                      </p:to>
                                    </p:set>
                                    <p:animEffect transition="in" filter="blinds(horizontal)">
                                      <p:cBhvr>
                                        <p:cTn id="7" dur="500"/>
                                        <p:tgtEl>
                                          <p:spTgt spid="183338"/>
                                        </p:tgtEl>
                                      </p:cBhvr>
                                    </p:animEffect>
                                  </p:childTnLst>
                                </p:cTn>
                              </p:par>
                              <p:par>
                                <p:cTn id="8" presetID="3" presetClass="entr" presetSubtype="10" fill="hold" nodeType="withEffect">
                                  <p:stCondLst>
                                    <p:cond delay="0"/>
                                  </p:stCondLst>
                                  <p:childTnLst>
                                    <p:set>
                                      <p:cBhvr>
                                        <p:cTn id="9" dur="1" fill="hold">
                                          <p:stCondLst>
                                            <p:cond delay="0"/>
                                          </p:stCondLst>
                                        </p:cTn>
                                        <p:tgtEl>
                                          <p:spTgt spid="183339"/>
                                        </p:tgtEl>
                                        <p:attrNameLst>
                                          <p:attrName>style.visibility</p:attrName>
                                        </p:attrNameLst>
                                      </p:cBhvr>
                                      <p:to>
                                        <p:strVal val="visible"/>
                                      </p:to>
                                    </p:set>
                                    <p:animEffect transition="in" filter="blinds(horizontal)">
                                      <p:cBhvr>
                                        <p:cTn id="10" dur="500"/>
                                        <p:tgtEl>
                                          <p:spTgt spid="183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16</a:t>
            </a:fld>
            <a:endParaRPr lang="en-US" altLang="zh-CN" sz="1400" dirty="0"/>
          </a:p>
        </p:txBody>
      </p:sp>
      <p:graphicFrame>
        <p:nvGraphicFramePr>
          <p:cNvPr id="198660" name="Object 39"/>
          <p:cNvGraphicFramePr>
            <a:graphicFrameLocks noChangeAspect="1"/>
          </p:cNvGraphicFramePr>
          <p:nvPr/>
        </p:nvGraphicFramePr>
        <p:xfrm>
          <a:off x="987425" y="2000250"/>
          <a:ext cx="3432175" cy="1703388"/>
        </p:xfrm>
        <a:graphic>
          <a:graphicData uri="http://schemas.openxmlformats.org/presentationml/2006/ole">
            <mc:AlternateContent xmlns:mc="http://schemas.openxmlformats.org/markup-compatibility/2006">
              <mc:Choice xmlns:v="urn:schemas-microsoft-com:vml" Requires="v">
                <p:oleObj r:id="rId2" imgW="1533525" imgH="752475" progId="Equation.DSMT4">
                  <p:embed/>
                </p:oleObj>
              </mc:Choice>
              <mc:Fallback>
                <p:oleObj r:id="rId2" imgW="1533525" imgH="752475" progId="Equation.DSMT4">
                  <p:embed/>
                  <p:pic>
                    <p:nvPicPr>
                      <p:cNvPr id="198660" name="Object 39"/>
                      <p:cNvPicPr/>
                      <p:nvPr/>
                    </p:nvPicPr>
                    <p:blipFill>
                      <a:blip r:embed="rId3">
                        <a:clrChange>
                          <a:clrFrom>
                            <a:srgbClr val="000000"/>
                          </a:clrFrom>
                          <a:clrTo>
                            <a:srgbClr val="FFFFFF"/>
                          </a:clrTo>
                        </a:clrChange>
                        <a:clrChange>
                          <a:clrFrom>
                            <a:srgbClr val="FF007F"/>
                          </a:clrFrom>
                          <a:clrTo>
                            <a:srgbClr val="000000"/>
                          </a:clrTo>
                        </a:clrChange>
                      </a:blip>
                      <a:stretch>
                        <a:fillRect/>
                      </a:stretch>
                    </p:blipFill>
                    <p:spPr>
                      <a:xfrm>
                        <a:off x="987425" y="2000250"/>
                        <a:ext cx="3432175" cy="1703388"/>
                      </a:xfrm>
                      <a:prstGeom prst="rect">
                        <a:avLst/>
                      </a:prstGeom>
                      <a:solidFill>
                        <a:srgbClr val="001D31"/>
                      </a:solidFill>
                      <a:ln w="38100">
                        <a:noFill/>
                        <a:miter/>
                      </a:ln>
                    </p:spPr>
                  </p:pic>
                </p:oleObj>
              </mc:Fallback>
            </mc:AlternateContent>
          </a:graphicData>
        </a:graphic>
      </p:graphicFrame>
      <p:graphicFrame>
        <p:nvGraphicFramePr>
          <p:cNvPr id="198661" name="Object 37"/>
          <p:cNvGraphicFramePr>
            <a:graphicFrameLocks noChangeAspect="1"/>
          </p:cNvGraphicFramePr>
          <p:nvPr/>
        </p:nvGraphicFramePr>
        <p:xfrm>
          <a:off x="1122363" y="3857625"/>
          <a:ext cx="1506537" cy="850900"/>
        </p:xfrm>
        <a:graphic>
          <a:graphicData uri="http://schemas.openxmlformats.org/presentationml/2006/ole">
            <mc:AlternateContent xmlns:mc="http://schemas.openxmlformats.org/markup-compatibility/2006">
              <mc:Choice xmlns:v="urn:schemas-microsoft-com:vml" Requires="v">
                <p:oleObj r:id="rId4" imgW="561340" imgH="283845" progId="Equation.DSMT4">
                  <p:embed/>
                </p:oleObj>
              </mc:Choice>
              <mc:Fallback>
                <p:oleObj r:id="rId4" imgW="561340" imgH="283845" progId="Equation.DSMT4">
                  <p:embed/>
                  <p:pic>
                    <p:nvPicPr>
                      <p:cNvPr id="198661" name="Object 37"/>
                      <p:cNvPicPr/>
                      <p:nvPr/>
                    </p:nvPicPr>
                    <p:blipFill>
                      <a:blip r:embed="rId5">
                        <a:clrChange>
                          <a:clrFrom>
                            <a:srgbClr val="000000"/>
                          </a:clrFrom>
                          <a:clrTo>
                            <a:srgbClr val="FFFFFF"/>
                          </a:clrTo>
                        </a:clrChange>
                        <a:clrChange>
                          <a:clrFrom>
                            <a:srgbClr val="FF007F"/>
                          </a:clrFrom>
                          <a:clrTo>
                            <a:srgbClr val="000000"/>
                          </a:clrTo>
                        </a:clrChange>
                      </a:blip>
                      <a:stretch>
                        <a:fillRect/>
                      </a:stretch>
                    </p:blipFill>
                    <p:spPr>
                      <a:xfrm>
                        <a:off x="1122363" y="3857625"/>
                        <a:ext cx="1506537" cy="850900"/>
                      </a:xfrm>
                      <a:prstGeom prst="rect">
                        <a:avLst/>
                      </a:prstGeom>
                      <a:solidFill>
                        <a:srgbClr val="001D31"/>
                      </a:solidFill>
                      <a:ln w="38100">
                        <a:noFill/>
                        <a:miter/>
                      </a:ln>
                    </p:spPr>
                  </p:pic>
                </p:oleObj>
              </mc:Fallback>
            </mc:AlternateContent>
          </a:graphicData>
        </a:graphic>
      </p:graphicFrame>
      <p:graphicFrame>
        <p:nvGraphicFramePr>
          <p:cNvPr id="198662" name="Object 35"/>
          <p:cNvGraphicFramePr>
            <a:graphicFrameLocks noChangeAspect="1"/>
          </p:cNvGraphicFramePr>
          <p:nvPr/>
        </p:nvGraphicFramePr>
        <p:xfrm>
          <a:off x="1619250" y="5516563"/>
          <a:ext cx="3411538" cy="858837"/>
        </p:xfrm>
        <a:graphic>
          <a:graphicData uri="http://schemas.openxmlformats.org/presentationml/2006/ole">
            <mc:AlternateContent xmlns:mc="http://schemas.openxmlformats.org/markup-compatibility/2006">
              <mc:Choice xmlns:v="urn:schemas-microsoft-com:vml" Requires="v">
                <p:oleObj r:id="rId6" imgW="1452880" imgH="283845" progId="Equation.DSMT4">
                  <p:embed/>
                </p:oleObj>
              </mc:Choice>
              <mc:Fallback>
                <p:oleObj r:id="rId6" imgW="1452880" imgH="283845" progId="Equation.DSMT4">
                  <p:embed/>
                  <p:pic>
                    <p:nvPicPr>
                      <p:cNvPr id="198662" name="Object 35"/>
                      <p:cNvPicPr/>
                      <p:nvPr/>
                    </p:nvPicPr>
                    <p:blipFill>
                      <a:blip r:embed="rId7">
                        <a:clrChange>
                          <a:clrFrom>
                            <a:srgbClr val="000000"/>
                          </a:clrFrom>
                          <a:clrTo>
                            <a:srgbClr val="FFFFFF"/>
                          </a:clrTo>
                        </a:clrChange>
                        <a:clrChange>
                          <a:clrFrom>
                            <a:srgbClr val="FF007F"/>
                          </a:clrFrom>
                          <a:clrTo>
                            <a:srgbClr val="000000"/>
                          </a:clrTo>
                        </a:clrChange>
                      </a:blip>
                      <a:stretch>
                        <a:fillRect/>
                      </a:stretch>
                    </p:blipFill>
                    <p:spPr>
                      <a:xfrm>
                        <a:off x="1619250" y="5516563"/>
                        <a:ext cx="3411538" cy="858837"/>
                      </a:xfrm>
                      <a:prstGeom prst="rect">
                        <a:avLst/>
                      </a:prstGeom>
                      <a:solidFill>
                        <a:srgbClr val="001D31"/>
                      </a:solidFill>
                      <a:ln w="38100">
                        <a:noFill/>
                        <a:miter/>
                      </a:ln>
                    </p:spPr>
                  </p:pic>
                </p:oleObj>
              </mc:Fallback>
            </mc:AlternateContent>
          </a:graphicData>
        </a:graphic>
      </p:graphicFrame>
      <p:sp>
        <p:nvSpPr>
          <p:cNvPr id="569462" name="Rectangle 118"/>
          <p:cNvSpPr/>
          <p:nvPr/>
        </p:nvSpPr>
        <p:spPr>
          <a:xfrm>
            <a:off x="2857500" y="4071938"/>
            <a:ext cx="21605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400" b="1" dirty="0">
                <a:solidFill>
                  <a:schemeClr val="bg1"/>
                </a:solidFill>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(infinite)</a:t>
            </a:r>
          </a:p>
        </p:txBody>
      </p:sp>
      <p:sp>
        <p:nvSpPr>
          <p:cNvPr id="569465" name="Rectangle 121"/>
          <p:cNvSpPr/>
          <p:nvPr/>
        </p:nvSpPr>
        <p:spPr>
          <a:xfrm>
            <a:off x="4286250" y="2571750"/>
            <a:ext cx="23034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400" b="1" dirty="0">
                <a:solidFill>
                  <a:schemeClr val="bg1"/>
                </a:solidFill>
                <a:latin typeface="Times New Roman" panose="02020603050405020304" pitchFamily="18" charset="0"/>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(finite)</a:t>
            </a:r>
          </a:p>
        </p:txBody>
      </p:sp>
      <p:grpSp>
        <p:nvGrpSpPr>
          <p:cNvPr id="2" name="Group 126"/>
          <p:cNvGrpSpPr/>
          <p:nvPr/>
        </p:nvGrpSpPr>
        <p:grpSpPr>
          <a:xfrm>
            <a:off x="6143625" y="3643313"/>
            <a:ext cx="2592388" cy="2728912"/>
            <a:chOff x="3870" y="2249"/>
            <a:chExt cx="1633" cy="1719"/>
          </a:xfrm>
        </p:grpSpPr>
        <p:sp>
          <p:nvSpPr>
            <p:cNvPr id="32801" name="Rectangle 52"/>
            <p:cNvSpPr/>
            <p:nvPr/>
          </p:nvSpPr>
          <p:spPr>
            <a:xfrm>
              <a:off x="3870" y="2249"/>
              <a:ext cx="1633" cy="1719"/>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32802" name="Group 122"/>
            <p:cNvGrpSpPr/>
            <p:nvPr/>
          </p:nvGrpSpPr>
          <p:grpSpPr>
            <a:xfrm>
              <a:off x="3923" y="2296"/>
              <a:ext cx="1542" cy="1435"/>
              <a:chOff x="3923" y="2296"/>
              <a:chExt cx="1542" cy="1435"/>
            </a:xfrm>
          </p:grpSpPr>
          <p:sp>
            <p:nvSpPr>
              <p:cNvPr id="32804" name="Line 53"/>
              <p:cNvSpPr/>
              <p:nvPr/>
            </p:nvSpPr>
            <p:spPr>
              <a:xfrm flipV="1">
                <a:off x="4558" y="2341"/>
                <a:ext cx="0" cy="907"/>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2805" name="Line 54"/>
              <p:cNvSpPr/>
              <p:nvPr/>
            </p:nvSpPr>
            <p:spPr>
              <a:xfrm flipH="1">
                <a:off x="4059" y="3248"/>
                <a:ext cx="499" cy="363"/>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2806" name="Line 57"/>
              <p:cNvSpPr/>
              <p:nvPr/>
            </p:nvSpPr>
            <p:spPr>
              <a:xfrm rot="5400000" flipV="1">
                <a:off x="4932" y="2874"/>
                <a:ext cx="0" cy="748"/>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2807" name="Line 58"/>
              <p:cNvSpPr/>
              <p:nvPr/>
            </p:nvSpPr>
            <p:spPr>
              <a:xfrm flipH="1" flipV="1">
                <a:off x="4558" y="2568"/>
                <a:ext cx="272" cy="846"/>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graphicFrame>
            <p:nvGraphicFramePr>
              <p:cNvPr id="32808" name="Object 59"/>
              <p:cNvGraphicFramePr>
                <a:graphicFrameLocks noChangeAspect="1"/>
              </p:cNvGraphicFramePr>
              <p:nvPr/>
            </p:nvGraphicFramePr>
            <p:xfrm>
              <a:off x="4739" y="3384"/>
              <a:ext cx="225" cy="272"/>
            </p:xfrm>
            <a:graphic>
              <a:graphicData uri="http://schemas.openxmlformats.org/presentationml/2006/ole">
                <mc:AlternateContent xmlns:mc="http://schemas.openxmlformats.org/markup-compatibility/2006">
                  <mc:Choice xmlns:v="urn:schemas-microsoft-com:vml" Requires="v">
                    <p:oleObj r:id="rId8" imgW="57785" imgH="104140" progId="Equation.DSMT4">
                      <p:embed/>
                    </p:oleObj>
                  </mc:Choice>
                  <mc:Fallback>
                    <p:oleObj r:id="rId8" imgW="57785" imgH="104140" progId="Equation.DSMT4">
                      <p:embed/>
                      <p:pic>
                        <p:nvPicPr>
                          <p:cNvPr id="32808" name="Object 59"/>
                          <p:cNvPicPr/>
                          <p:nvPr/>
                        </p:nvPicPr>
                        <p:blipFill>
                          <a:blip r:embed="rId9">
                            <a:clrChange>
                              <a:clrFrom>
                                <a:srgbClr val="000000"/>
                              </a:clrFrom>
                              <a:clrTo>
                                <a:srgbClr val="007A77"/>
                              </a:clrTo>
                            </a:clrChange>
                          </a:blip>
                          <a:stretch>
                            <a:fillRect/>
                          </a:stretch>
                        </p:blipFill>
                        <p:spPr>
                          <a:xfrm>
                            <a:off x="4739" y="3384"/>
                            <a:ext cx="225" cy="272"/>
                          </a:xfrm>
                          <a:prstGeom prst="rect">
                            <a:avLst/>
                          </a:prstGeom>
                          <a:noFill/>
                          <a:ln w="38100">
                            <a:noFill/>
                            <a:miter/>
                          </a:ln>
                        </p:spPr>
                      </p:pic>
                    </p:oleObj>
                  </mc:Fallback>
                </mc:AlternateContent>
              </a:graphicData>
            </a:graphic>
          </p:graphicFrame>
          <p:graphicFrame>
            <p:nvGraphicFramePr>
              <p:cNvPr id="32809" name="Object 61"/>
              <p:cNvGraphicFramePr>
                <a:graphicFrameLocks noChangeAspect="1"/>
              </p:cNvGraphicFramePr>
              <p:nvPr/>
            </p:nvGraphicFramePr>
            <p:xfrm>
              <a:off x="5288" y="3203"/>
              <a:ext cx="177" cy="196"/>
            </p:xfrm>
            <a:graphic>
              <a:graphicData uri="http://schemas.openxmlformats.org/presentationml/2006/ole">
                <mc:AlternateContent xmlns:mc="http://schemas.openxmlformats.org/markup-compatibility/2006">
                  <mc:Choice xmlns:v="urn:schemas-microsoft-com:vml" Requires="v">
                    <p:oleObj r:id="rId10" imgW="22860" imgH="40640" progId="Equation.DSMT4">
                      <p:embed/>
                    </p:oleObj>
                  </mc:Choice>
                  <mc:Fallback>
                    <p:oleObj r:id="rId10" imgW="22860" imgH="40640" progId="Equation.DSMT4">
                      <p:embed/>
                      <p:pic>
                        <p:nvPicPr>
                          <p:cNvPr id="32809" name="Object 61"/>
                          <p:cNvPicPr/>
                          <p:nvPr/>
                        </p:nvPicPr>
                        <p:blipFill>
                          <a:blip r:embed="rId11">
                            <a:clrChange>
                              <a:clrFrom>
                                <a:srgbClr val="000000"/>
                              </a:clrFrom>
                              <a:clrTo>
                                <a:srgbClr val="007A77"/>
                              </a:clrTo>
                            </a:clrChange>
                          </a:blip>
                          <a:stretch>
                            <a:fillRect/>
                          </a:stretch>
                        </p:blipFill>
                        <p:spPr>
                          <a:xfrm>
                            <a:off x="5288" y="3203"/>
                            <a:ext cx="177" cy="196"/>
                          </a:xfrm>
                          <a:prstGeom prst="rect">
                            <a:avLst/>
                          </a:prstGeom>
                          <a:noFill/>
                          <a:ln w="38100">
                            <a:noFill/>
                            <a:miter/>
                          </a:ln>
                        </p:spPr>
                      </p:pic>
                    </p:oleObj>
                  </mc:Fallback>
                </mc:AlternateContent>
              </a:graphicData>
            </a:graphic>
          </p:graphicFrame>
          <p:graphicFrame>
            <p:nvGraphicFramePr>
              <p:cNvPr id="32810" name="Object 62"/>
              <p:cNvGraphicFramePr>
                <a:graphicFrameLocks noChangeAspect="1"/>
              </p:cNvGraphicFramePr>
              <p:nvPr/>
            </p:nvGraphicFramePr>
            <p:xfrm>
              <a:off x="3923" y="3566"/>
              <a:ext cx="161" cy="165"/>
            </p:xfrm>
            <a:graphic>
              <a:graphicData uri="http://schemas.openxmlformats.org/presentationml/2006/ole">
                <mc:AlternateContent xmlns:mc="http://schemas.openxmlformats.org/markup-compatibility/2006">
                  <mc:Choice xmlns:v="urn:schemas-microsoft-com:vml" Requires="v">
                    <p:oleObj r:id="rId12" imgW="5715" imgH="5715" progId="Equation.DSMT4">
                      <p:embed/>
                    </p:oleObj>
                  </mc:Choice>
                  <mc:Fallback>
                    <p:oleObj r:id="rId12" imgW="5715" imgH="5715" progId="Equation.DSMT4">
                      <p:embed/>
                      <p:pic>
                        <p:nvPicPr>
                          <p:cNvPr id="32810" name="Object 62"/>
                          <p:cNvPicPr/>
                          <p:nvPr/>
                        </p:nvPicPr>
                        <p:blipFill>
                          <a:blip r:embed="rId13">
                            <a:clrChange>
                              <a:clrFrom>
                                <a:srgbClr val="000000"/>
                              </a:clrFrom>
                              <a:clrTo>
                                <a:srgbClr val="007A77"/>
                              </a:clrTo>
                            </a:clrChange>
                          </a:blip>
                          <a:stretch>
                            <a:fillRect/>
                          </a:stretch>
                        </p:blipFill>
                        <p:spPr>
                          <a:xfrm>
                            <a:off x="3923" y="3566"/>
                            <a:ext cx="161" cy="165"/>
                          </a:xfrm>
                          <a:prstGeom prst="rect">
                            <a:avLst/>
                          </a:prstGeom>
                          <a:noFill/>
                          <a:ln w="38100">
                            <a:noFill/>
                            <a:miter/>
                          </a:ln>
                        </p:spPr>
                      </p:pic>
                    </p:oleObj>
                  </mc:Fallback>
                </mc:AlternateContent>
              </a:graphicData>
            </a:graphic>
          </p:graphicFrame>
          <p:graphicFrame>
            <p:nvGraphicFramePr>
              <p:cNvPr id="32811" name="Object 63"/>
              <p:cNvGraphicFramePr>
                <a:graphicFrameLocks noChangeAspect="1"/>
              </p:cNvGraphicFramePr>
              <p:nvPr/>
            </p:nvGraphicFramePr>
            <p:xfrm>
              <a:off x="4558" y="2296"/>
              <a:ext cx="227" cy="211"/>
            </p:xfrm>
            <a:graphic>
              <a:graphicData uri="http://schemas.openxmlformats.org/presentationml/2006/ole">
                <mc:AlternateContent xmlns:mc="http://schemas.openxmlformats.org/markup-compatibility/2006">
                  <mc:Choice xmlns:v="urn:schemas-microsoft-com:vml" Requires="v">
                    <p:oleObj r:id="rId14" imgW="5715" imgH="5715" progId="Equation.DSMT4">
                      <p:embed/>
                    </p:oleObj>
                  </mc:Choice>
                  <mc:Fallback>
                    <p:oleObj r:id="rId14" imgW="5715" imgH="5715" progId="Equation.DSMT4">
                      <p:embed/>
                      <p:pic>
                        <p:nvPicPr>
                          <p:cNvPr id="32811" name="Object 63"/>
                          <p:cNvPicPr/>
                          <p:nvPr/>
                        </p:nvPicPr>
                        <p:blipFill>
                          <a:blip r:embed="rId15">
                            <a:clrChange>
                              <a:clrFrom>
                                <a:srgbClr val="000000"/>
                              </a:clrFrom>
                              <a:clrTo>
                                <a:srgbClr val="007A77"/>
                              </a:clrTo>
                            </a:clrChange>
                          </a:blip>
                          <a:stretch>
                            <a:fillRect/>
                          </a:stretch>
                        </p:blipFill>
                        <p:spPr>
                          <a:xfrm>
                            <a:off x="4558" y="2296"/>
                            <a:ext cx="227" cy="211"/>
                          </a:xfrm>
                          <a:prstGeom prst="rect">
                            <a:avLst/>
                          </a:prstGeom>
                          <a:noFill/>
                          <a:ln w="38100">
                            <a:noFill/>
                            <a:miter/>
                          </a:ln>
                        </p:spPr>
                      </p:pic>
                    </p:oleObj>
                  </mc:Fallback>
                </mc:AlternateContent>
              </a:graphicData>
            </a:graphic>
          </p:graphicFrame>
          <p:graphicFrame>
            <p:nvGraphicFramePr>
              <p:cNvPr id="32812" name="Object 64"/>
              <p:cNvGraphicFramePr>
                <a:graphicFrameLocks noChangeAspect="1"/>
              </p:cNvGraphicFramePr>
              <p:nvPr/>
            </p:nvGraphicFramePr>
            <p:xfrm>
              <a:off x="4512" y="3248"/>
              <a:ext cx="161" cy="165"/>
            </p:xfrm>
            <a:graphic>
              <a:graphicData uri="http://schemas.openxmlformats.org/presentationml/2006/ole">
                <mc:AlternateContent xmlns:mc="http://schemas.openxmlformats.org/markup-compatibility/2006">
                  <mc:Choice xmlns:v="urn:schemas-microsoft-com:vml" Requires="v">
                    <p:oleObj r:id="rId16" imgW="5715" imgH="5715" progId="Equation.DSMT4">
                      <p:embed/>
                    </p:oleObj>
                  </mc:Choice>
                  <mc:Fallback>
                    <p:oleObj r:id="rId16" imgW="5715" imgH="5715" progId="Equation.DSMT4">
                      <p:embed/>
                      <p:pic>
                        <p:nvPicPr>
                          <p:cNvPr id="32812" name="Object 64"/>
                          <p:cNvPicPr/>
                          <p:nvPr/>
                        </p:nvPicPr>
                        <p:blipFill>
                          <a:blip r:embed="rId13">
                            <a:clrChange>
                              <a:clrFrom>
                                <a:srgbClr val="000000"/>
                              </a:clrFrom>
                              <a:clrTo>
                                <a:srgbClr val="007A77"/>
                              </a:clrTo>
                            </a:clrChange>
                          </a:blip>
                          <a:stretch>
                            <a:fillRect/>
                          </a:stretch>
                        </p:blipFill>
                        <p:spPr>
                          <a:xfrm>
                            <a:off x="4512" y="3248"/>
                            <a:ext cx="161" cy="165"/>
                          </a:xfrm>
                          <a:prstGeom prst="rect">
                            <a:avLst/>
                          </a:prstGeom>
                          <a:noFill/>
                          <a:ln w="38100">
                            <a:noFill/>
                            <a:miter/>
                          </a:ln>
                        </p:spPr>
                      </p:pic>
                    </p:oleObj>
                  </mc:Fallback>
                </mc:AlternateContent>
              </a:graphicData>
            </a:graphic>
          </p:graphicFrame>
          <p:graphicFrame>
            <p:nvGraphicFramePr>
              <p:cNvPr id="32813" name="Object 65"/>
              <p:cNvGraphicFramePr>
                <a:graphicFrameLocks noChangeAspect="1"/>
              </p:cNvGraphicFramePr>
              <p:nvPr/>
            </p:nvGraphicFramePr>
            <p:xfrm>
              <a:off x="4299" y="2523"/>
              <a:ext cx="258" cy="195"/>
            </p:xfrm>
            <a:graphic>
              <a:graphicData uri="http://schemas.openxmlformats.org/presentationml/2006/ole">
                <mc:AlternateContent xmlns:mc="http://schemas.openxmlformats.org/markup-compatibility/2006">
                  <mc:Choice xmlns:v="urn:schemas-microsoft-com:vml" Requires="v">
                    <p:oleObj r:id="rId17" imgW="74930" imgH="40640" progId="Equation.DSMT4">
                      <p:embed/>
                    </p:oleObj>
                  </mc:Choice>
                  <mc:Fallback>
                    <p:oleObj r:id="rId17" imgW="74930" imgH="40640" progId="Equation.DSMT4">
                      <p:embed/>
                      <p:pic>
                        <p:nvPicPr>
                          <p:cNvPr id="32813" name="Object 65"/>
                          <p:cNvPicPr/>
                          <p:nvPr/>
                        </p:nvPicPr>
                        <p:blipFill>
                          <a:blip r:embed="rId18">
                            <a:clrChange>
                              <a:clrFrom>
                                <a:srgbClr val="000000"/>
                              </a:clrFrom>
                              <a:clrTo>
                                <a:srgbClr val="007A77"/>
                              </a:clrTo>
                            </a:clrChange>
                          </a:blip>
                          <a:stretch>
                            <a:fillRect/>
                          </a:stretch>
                        </p:blipFill>
                        <p:spPr>
                          <a:xfrm>
                            <a:off x="4299" y="2523"/>
                            <a:ext cx="258" cy="195"/>
                          </a:xfrm>
                          <a:prstGeom prst="rect">
                            <a:avLst/>
                          </a:prstGeom>
                          <a:noFill/>
                          <a:ln w="38100">
                            <a:noFill/>
                            <a:miter/>
                          </a:ln>
                        </p:spPr>
                      </p:pic>
                    </p:oleObj>
                  </mc:Fallback>
                </mc:AlternateContent>
              </a:graphicData>
            </a:graphic>
          </p:graphicFrame>
          <p:sp>
            <p:nvSpPr>
              <p:cNvPr id="32814" name="Line 68"/>
              <p:cNvSpPr/>
              <p:nvPr/>
            </p:nvSpPr>
            <p:spPr>
              <a:xfrm flipH="1" flipV="1">
                <a:off x="4286" y="3067"/>
                <a:ext cx="272" cy="181"/>
              </a:xfrm>
              <a:prstGeom prst="line">
                <a:avLst/>
              </a:prstGeom>
              <a:ln w="9525" cap="flat" cmpd="sng">
                <a:solidFill>
                  <a:srgbClr val="000000"/>
                </a:solidFill>
                <a:prstDash val="solid"/>
                <a:headEnd type="none" w="med" len="med"/>
                <a:tailEnd type="triangle" w="sm" len="lg"/>
              </a:ln>
            </p:spPr>
            <p:txBody>
              <a:bodyPr/>
              <a:lstStyle/>
              <a:p>
                <a:endParaRPr lang="zh-CN" altLang="en-US"/>
              </a:p>
            </p:txBody>
          </p:sp>
          <p:graphicFrame>
            <p:nvGraphicFramePr>
              <p:cNvPr id="32815" name="Object 69"/>
              <p:cNvGraphicFramePr>
                <a:graphicFrameLocks noChangeAspect="1"/>
              </p:cNvGraphicFramePr>
              <p:nvPr/>
            </p:nvGraphicFramePr>
            <p:xfrm>
              <a:off x="4286" y="3127"/>
              <a:ext cx="161" cy="165"/>
            </p:xfrm>
            <a:graphic>
              <a:graphicData uri="http://schemas.openxmlformats.org/presentationml/2006/ole">
                <mc:AlternateContent xmlns:mc="http://schemas.openxmlformats.org/markup-compatibility/2006">
                  <mc:Choice xmlns:v="urn:schemas-microsoft-com:vml" Requires="v">
                    <p:oleObj r:id="rId19" imgW="5715" imgH="5715" progId="Equation.DSMT4">
                      <p:embed/>
                    </p:oleObj>
                  </mc:Choice>
                  <mc:Fallback>
                    <p:oleObj r:id="rId19" imgW="5715" imgH="5715" progId="Equation.DSMT4">
                      <p:embed/>
                      <p:pic>
                        <p:nvPicPr>
                          <p:cNvPr id="32815" name="Object 69"/>
                          <p:cNvPicPr/>
                          <p:nvPr/>
                        </p:nvPicPr>
                        <p:blipFill>
                          <a:blip r:embed="rId13">
                            <a:clrChange>
                              <a:clrFrom>
                                <a:srgbClr val="000000"/>
                              </a:clrFrom>
                              <a:clrTo>
                                <a:srgbClr val="007A77"/>
                              </a:clrTo>
                            </a:clrChange>
                          </a:blip>
                          <a:stretch>
                            <a:fillRect/>
                          </a:stretch>
                        </p:blipFill>
                        <p:spPr>
                          <a:xfrm>
                            <a:off x="4286" y="3127"/>
                            <a:ext cx="161" cy="165"/>
                          </a:xfrm>
                          <a:prstGeom prst="rect">
                            <a:avLst/>
                          </a:prstGeom>
                          <a:noFill/>
                          <a:ln w="38100">
                            <a:noFill/>
                            <a:miter/>
                          </a:ln>
                        </p:spPr>
                      </p:pic>
                    </p:oleObj>
                  </mc:Fallback>
                </mc:AlternateContent>
              </a:graphicData>
            </a:graphic>
          </p:graphicFrame>
          <p:sp>
            <p:nvSpPr>
              <p:cNvPr id="32816" name="Oval 119"/>
              <p:cNvSpPr/>
              <p:nvPr/>
            </p:nvSpPr>
            <p:spPr>
              <a:xfrm>
                <a:off x="4123" y="3022"/>
                <a:ext cx="870" cy="453"/>
              </a:xfrm>
              <a:prstGeom prst="ellipse">
                <a:avLst/>
              </a:prstGeom>
              <a:noFill/>
              <a:ln w="34925" cap="flat" cmpd="sng">
                <a:solidFill>
                  <a:srgbClr val="000000"/>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2817" name="Oval 120"/>
              <p:cNvSpPr/>
              <p:nvPr/>
            </p:nvSpPr>
            <p:spPr>
              <a:xfrm>
                <a:off x="4518" y="2568"/>
                <a:ext cx="68" cy="68"/>
              </a:xfrm>
              <a:prstGeom prst="ellipse">
                <a:avLst/>
              </a:prstGeom>
              <a:solidFill>
                <a:schemeClr val="tx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32803" name="Rectangle 123"/>
            <p:cNvSpPr/>
            <p:nvPr/>
          </p:nvSpPr>
          <p:spPr>
            <a:xfrm>
              <a:off x="3915" y="3599"/>
              <a:ext cx="1452" cy="36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15000"/>
                </a:spcBef>
                <a:buClrTx/>
                <a:buSzTx/>
                <a:buFontTx/>
                <a:buNone/>
              </a:pPr>
              <a:r>
                <a:rPr lang="en-US" altLang="en-US" sz="1600" b="1" dirty="0">
                  <a:solidFill>
                    <a:srgbClr val="FF0000"/>
                  </a:solidFill>
                </a:rPr>
                <a:t>uniformly charged straight ring</a:t>
              </a:r>
              <a:endParaRPr lang="en-US" altLang="zh-CN" sz="1600" b="1" dirty="0">
                <a:solidFill>
                  <a:srgbClr val="FF0000"/>
                </a:solidFill>
              </a:endParaRPr>
            </a:p>
          </p:txBody>
        </p:sp>
      </p:grpSp>
      <p:grpSp>
        <p:nvGrpSpPr>
          <p:cNvPr id="4" name="Group 127"/>
          <p:cNvGrpSpPr/>
          <p:nvPr/>
        </p:nvGrpSpPr>
        <p:grpSpPr>
          <a:xfrm>
            <a:off x="6134100" y="620713"/>
            <a:ext cx="2592388" cy="2889250"/>
            <a:chOff x="3864" y="391"/>
            <a:chExt cx="1633" cy="1820"/>
          </a:xfrm>
        </p:grpSpPr>
        <p:sp>
          <p:nvSpPr>
            <p:cNvPr id="32785" name="Rectangle 14"/>
            <p:cNvSpPr/>
            <p:nvPr/>
          </p:nvSpPr>
          <p:spPr>
            <a:xfrm>
              <a:off x="3864" y="391"/>
              <a:ext cx="1633" cy="1814"/>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2786" name="Line 20"/>
            <p:cNvSpPr/>
            <p:nvPr/>
          </p:nvSpPr>
          <p:spPr>
            <a:xfrm flipH="1" flipV="1">
              <a:off x="4331" y="709"/>
              <a:ext cx="635" cy="730"/>
            </a:xfrm>
            <a:prstGeom prst="line">
              <a:avLst/>
            </a:prstGeom>
            <a:ln w="9525" cap="flat" cmpd="sng">
              <a:solidFill>
                <a:srgbClr val="000000"/>
              </a:solidFill>
              <a:prstDash val="dash"/>
              <a:headEnd type="none" w="med" len="med"/>
              <a:tailEnd type="none" w="med" len="med"/>
            </a:ln>
          </p:spPr>
          <p:txBody>
            <a:bodyPr/>
            <a:lstStyle/>
            <a:p>
              <a:endParaRPr lang="zh-CN" altLang="en-US"/>
            </a:p>
          </p:txBody>
        </p:sp>
        <p:graphicFrame>
          <p:nvGraphicFramePr>
            <p:cNvPr id="32787" name="Object 21"/>
            <p:cNvGraphicFramePr>
              <a:graphicFrameLocks noChangeAspect="1"/>
            </p:cNvGraphicFramePr>
            <p:nvPr/>
          </p:nvGraphicFramePr>
          <p:xfrm>
            <a:off x="4105" y="1071"/>
            <a:ext cx="225" cy="272"/>
          </p:xfrm>
          <a:graphic>
            <a:graphicData uri="http://schemas.openxmlformats.org/presentationml/2006/ole">
              <mc:AlternateContent xmlns:mc="http://schemas.openxmlformats.org/markup-compatibility/2006">
                <mc:Choice xmlns:v="urn:schemas-microsoft-com:vml" Requires="v">
                  <p:oleObj r:id="rId20" imgW="57785" imgH="104140" progId="Equation.DSMT4">
                    <p:embed/>
                  </p:oleObj>
                </mc:Choice>
                <mc:Fallback>
                  <p:oleObj r:id="rId20" imgW="57785" imgH="104140" progId="Equation.DSMT4">
                    <p:embed/>
                    <p:pic>
                      <p:nvPicPr>
                        <p:cNvPr id="32787" name="Object 21"/>
                        <p:cNvPicPr/>
                        <p:nvPr/>
                      </p:nvPicPr>
                      <p:blipFill>
                        <a:blip r:embed="rId21">
                          <a:clrChange>
                            <a:clrFrom>
                              <a:srgbClr val="000000"/>
                            </a:clrFrom>
                            <a:clrTo>
                              <a:srgbClr val="007A77"/>
                            </a:clrTo>
                          </a:clrChange>
                        </a:blip>
                        <a:stretch>
                          <a:fillRect/>
                        </a:stretch>
                      </p:blipFill>
                      <p:spPr>
                        <a:xfrm>
                          <a:off x="4105" y="1071"/>
                          <a:ext cx="225" cy="272"/>
                        </a:xfrm>
                        <a:prstGeom prst="rect">
                          <a:avLst/>
                        </a:prstGeom>
                        <a:noFill/>
                        <a:ln w="38100">
                          <a:noFill/>
                          <a:miter/>
                        </a:ln>
                      </p:spPr>
                    </p:pic>
                  </p:oleObj>
                </mc:Fallback>
              </mc:AlternateContent>
            </a:graphicData>
          </a:graphic>
        </p:graphicFrame>
        <p:graphicFrame>
          <p:nvGraphicFramePr>
            <p:cNvPr id="32788" name="Object 22"/>
            <p:cNvGraphicFramePr>
              <a:graphicFrameLocks noChangeAspect="1"/>
            </p:cNvGraphicFramePr>
            <p:nvPr/>
          </p:nvGraphicFramePr>
          <p:xfrm>
            <a:off x="4361" y="1434"/>
            <a:ext cx="226" cy="272"/>
          </p:xfrm>
          <a:graphic>
            <a:graphicData uri="http://schemas.openxmlformats.org/presentationml/2006/ole">
              <mc:AlternateContent xmlns:mc="http://schemas.openxmlformats.org/markup-compatibility/2006">
                <mc:Choice xmlns:v="urn:schemas-microsoft-com:vml" Requires="v">
                  <p:oleObj r:id="rId22" imgW="57785" imgH="104140" progId="Equation.DSMT4">
                    <p:embed/>
                  </p:oleObj>
                </mc:Choice>
                <mc:Fallback>
                  <p:oleObj r:id="rId22" imgW="57785" imgH="104140" progId="Equation.DSMT4">
                    <p:embed/>
                    <p:pic>
                      <p:nvPicPr>
                        <p:cNvPr id="32788" name="Object 22"/>
                        <p:cNvPicPr/>
                        <p:nvPr/>
                      </p:nvPicPr>
                      <p:blipFill>
                        <a:blip r:embed="rId23">
                          <a:clrChange>
                            <a:clrFrom>
                              <a:srgbClr val="000000"/>
                            </a:clrFrom>
                            <a:clrTo>
                              <a:srgbClr val="007A77"/>
                            </a:clrTo>
                          </a:clrChange>
                        </a:blip>
                        <a:stretch>
                          <a:fillRect/>
                        </a:stretch>
                      </p:blipFill>
                      <p:spPr>
                        <a:xfrm>
                          <a:off x="4361" y="1434"/>
                          <a:ext cx="226" cy="272"/>
                        </a:xfrm>
                        <a:prstGeom prst="rect">
                          <a:avLst/>
                        </a:prstGeom>
                        <a:noFill/>
                        <a:ln w="38100">
                          <a:noFill/>
                          <a:miter/>
                        </a:ln>
                      </p:spPr>
                    </p:pic>
                  </p:oleObj>
                </mc:Fallback>
              </mc:AlternateContent>
            </a:graphicData>
          </a:graphic>
        </p:graphicFrame>
        <p:graphicFrame>
          <p:nvGraphicFramePr>
            <p:cNvPr id="32789" name="Object 23"/>
            <p:cNvGraphicFramePr>
              <a:graphicFrameLocks noChangeAspect="1"/>
            </p:cNvGraphicFramePr>
            <p:nvPr/>
          </p:nvGraphicFramePr>
          <p:xfrm>
            <a:off x="4628" y="1275"/>
            <a:ext cx="145" cy="151"/>
          </p:xfrm>
          <a:graphic>
            <a:graphicData uri="http://schemas.openxmlformats.org/presentationml/2006/ole">
              <mc:AlternateContent xmlns:mc="http://schemas.openxmlformats.org/markup-compatibility/2006">
                <mc:Choice xmlns:v="urn:schemas-microsoft-com:vml" Requires="v">
                  <p:oleObj r:id="rId24" imgW="5715" imgH="5715" progId="Equation.DSMT4">
                    <p:embed/>
                  </p:oleObj>
                </mc:Choice>
                <mc:Fallback>
                  <p:oleObj r:id="rId24" imgW="5715" imgH="5715" progId="Equation.DSMT4">
                    <p:embed/>
                    <p:pic>
                      <p:nvPicPr>
                        <p:cNvPr id="32789" name="Object 23"/>
                        <p:cNvPicPr/>
                        <p:nvPr/>
                      </p:nvPicPr>
                      <p:blipFill>
                        <a:blip r:embed="rId25">
                          <a:clrChange>
                            <a:clrFrom>
                              <a:srgbClr val="000000"/>
                            </a:clrFrom>
                            <a:clrTo>
                              <a:srgbClr val="007A77"/>
                            </a:clrTo>
                          </a:clrChange>
                        </a:blip>
                        <a:stretch>
                          <a:fillRect/>
                        </a:stretch>
                      </p:blipFill>
                      <p:spPr>
                        <a:xfrm>
                          <a:off x="4628" y="1275"/>
                          <a:ext cx="145" cy="151"/>
                        </a:xfrm>
                        <a:prstGeom prst="rect">
                          <a:avLst/>
                        </a:prstGeom>
                        <a:noFill/>
                        <a:ln w="38100">
                          <a:noFill/>
                          <a:miter/>
                        </a:ln>
                      </p:spPr>
                    </p:pic>
                  </p:oleObj>
                </mc:Fallback>
              </mc:AlternateContent>
            </a:graphicData>
          </a:graphic>
        </p:graphicFrame>
        <p:graphicFrame>
          <p:nvGraphicFramePr>
            <p:cNvPr id="32790" name="Object 25"/>
            <p:cNvGraphicFramePr>
              <a:graphicFrameLocks noChangeAspect="1"/>
            </p:cNvGraphicFramePr>
            <p:nvPr/>
          </p:nvGraphicFramePr>
          <p:xfrm>
            <a:off x="4150" y="391"/>
            <a:ext cx="227" cy="211"/>
          </p:xfrm>
          <a:graphic>
            <a:graphicData uri="http://schemas.openxmlformats.org/presentationml/2006/ole">
              <mc:AlternateContent xmlns:mc="http://schemas.openxmlformats.org/markup-compatibility/2006">
                <mc:Choice xmlns:v="urn:schemas-microsoft-com:vml" Requires="v">
                  <p:oleObj r:id="rId14" imgW="5715" imgH="5715" progId="Equation.DSMT4">
                    <p:embed/>
                  </p:oleObj>
                </mc:Choice>
                <mc:Fallback>
                  <p:oleObj r:id="rId14" imgW="5715" imgH="5715" progId="Equation.DSMT4">
                    <p:embed/>
                    <p:pic>
                      <p:nvPicPr>
                        <p:cNvPr id="32790" name="Object 25"/>
                        <p:cNvPicPr/>
                        <p:nvPr/>
                      </p:nvPicPr>
                      <p:blipFill>
                        <a:blip r:embed="rId15">
                          <a:clrChange>
                            <a:clrFrom>
                              <a:srgbClr val="000000"/>
                            </a:clrFrom>
                            <a:clrTo>
                              <a:srgbClr val="007A77"/>
                            </a:clrTo>
                          </a:clrChange>
                        </a:blip>
                        <a:stretch>
                          <a:fillRect/>
                        </a:stretch>
                      </p:blipFill>
                      <p:spPr>
                        <a:xfrm>
                          <a:off x="4150" y="391"/>
                          <a:ext cx="227" cy="211"/>
                        </a:xfrm>
                        <a:prstGeom prst="rect">
                          <a:avLst/>
                        </a:prstGeom>
                        <a:noFill/>
                        <a:ln w="38100">
                          <a:noFill/>
                          <a:miter/>
                        </a:ln>
                      </p:spPr>
                    </p:pic>
                  </p:oleObj>
                </mc:Fallback>
              </mc:AlternateContent>
            </a:graphicData>
          </a:graphic>
        </p:graphicFrame>
        <p:graphicFrame>
          <p:nvGraphicFramePr>
            <p:cNvPr id="32791" name="Object 26"/>
            <p:cNvGraphicFramePr>
              <a:graphicFrameLocks noChangeAspect="1"/>
            </p:cNvGraphicFramePr>
            <p:nvPr/>
          </p:nvGraphicFramePr>
          <p:xfrm>
            <a:off x="4964" y="1283"/>
            <a:ext cx="257" cy="195"/>
          </p:xfrm>
          <a:graphic>
            <a:graphicData uri="http://schemas.openxmlformats.org/presentationml/2006/ole">
              <mc:AlternateContent xmlns:mc="http://schemas.openxmlformats.org/markup-compatibility/2006">
                <mc:Choice xmlns:v="urn:schemas-microsoft-com:vml" Requires="v">
                  <p:oleObj r:id="rId26" imgW="74930" imgH="40640" progId="Equation.DSMT4">
                    <p:embed/>
                  </p:oleObj>
                </mc:Choice>
                <mc:Fallback>
                  <p:oleObj r:id="rId26" imgW="74930" imgH="40640" progId="Equation.DSMT4">
                    <p:embed/>
                    <p:pic>
                      <p:nvPicPr>
                        <p:cNvPr id="32791" name="Object 26"/>
                        <p:cNvPicPr/>
                        <p:nvPr/>
                      </p:nvPicPr>
                      <p:blipFill>
                        <a:blip r:embed="rId27">
                          <a:clrChange>
                            <a:clrFrom>
                              <a:srgbClr val="000000"/>
                            </a:clrFrom>
                            <a:clrTo>
                              <a:srgbClr val="007A77"/>
                            </a:clrTo>
                          </a:clrChange>
                        </a:blip>
                        <a:stretch>
                          <a:fillRect/>
                        </a:stretch>
                      </p:blipFill>
                      <p:spPr>
                        <a:xfrm>
                          <a:off x="4964" y="1283"/>
                          <a:ext cx="257" cy="195"/>
                        </a:xfrm>
                        <a:prstGeom prst="rect">
                          <a:avLst/>
                        </a:prstGeom>
                        <a:noFill/>
                        <a:ln w="38100">
                          <a:noFill/>
                          <a:miter/>
                        </a:ln>
                      </p:spPr>
                    </p:pic>
                  </p:oleObj>
                </mc:Fallback>
              </mc:AlternateContent>
            </a:graphicData>
          </a:graphic>
        </p:graphicFrame>
        <p:sp>
          <p:nvSpPr>
            <p:cNvPr id="32792" name="Rectangle 105"/>
            <p:cNvSpPr/>
            <p:nvPr/>
          </p:nvSpPr>
          <p:spPr>
            <a:xfrm>
              <a:off x="4294" y="709"/>
              <a:ext cx="75" cy="1088"/>
            </a:xfrm>
            <a:prstGeom prst="rect">
              <a:avLst/>
            </a:prstGeom>
            <a:gradFill rotWithShape="1">
              <a:gsLst>
                <a:gs pos="0">
                  <a:srgbClr val="226544"/>
                </a:gs>
                <a:gs pos="100000">
                  <a:srgbClr val="339966"/>
                </a:gs>
              </a:gsLst>
              <a:lin ang="0" scaled="1"/>
              <a:tileRect/>
            </a:grad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2793" name="Line 108"/>
            <p:cNvSpPr/>
            <p:nvPr/>
          </p:nvSpPr>
          <p:spPr>
            <a:xfrm flipV="1">
              <a:off x="4331" y="482"/>
              <a:ext cx="0" cy="1406"/>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2794" name="Line 110"/>
            <p:cNvSpPr/>
            <p:nvPr/>
          </p:nvSpPr>
          <p:spPr>
            <a:xfrm flipV="1">
              <a:off x="4332" y="1448"/>
              <a:ext cx="634"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32795" name="Line 111"/>
            <p:cNvSpPr/>
            <p:nvPr/>
          </p:nvSpPr>
          <p:spPr>
            <a:xfrm flipH="1">
              <a:off x="4331" y="1434"/>
              <a:ext cx="635" cy="363"/>
            </a:xfrm>
            <a:prstGeom prst="line">
              <a:avLst/>
            </a:prstGeom>
            <a:ln w="9525" cap="flat" cmpd="sng">
              <a:solidFill>
                <a:srgbClr val="000000"/>
              </a:solidFill>
              <a:prstDash val="dash"/>
              <a:headEnd type="none" w="med" len="med"/>
              <a:tailEnd type="none" w="med" len="med"/>
            </a:ln>
          </p:spPr>
          <p:txBody>
            <a:bodyPr/>
            <a:lstStyle/>
            <a:p>
              <a:endParaRPr lang="zh-CN" altLang="en-US"/>
            </a:p>
          </p:txBody>
        </p:sp>
        <p:sp>
          <p:nvSpPr>
            <p:cNvPr id="32796" name="Oval 112"/>
            <p:cNvSpPr/>
            <p:nvPr/>
          </p:nvSpPr>
          <p:spPr>
            <a:xfrm>
              <a:off x="4942" y="1419"/>
              <a:ext cx="46" cy="45"/>
            </a:xfrm>
            <a:prstGeom prst="ellipse">
              <a:avLst/>
            </a:prstGeom>
            <a:solidFill>
              <a:schemeClr val="tx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aphicFrame>
          <p:nvGraphicFramePr>
            <p:cNvPr id="32797" name="Object 113"/>
            <p:cNvGraphicFramePr>
              <a:graphicFrameLocks noChangeAspect="1"/>
            </p:cNvGraphicFramePr>
            <p:nvPr/>
          </p:nvGraphicFramePr>
          <p:xfrm>
            <a:off x="4361" y="572"/>
            <a:ext cx="244" cy="272"/>
          </p:xfrm>
          <a:graphic>
            <a:graphicData uri="http://schemas.openxmlformats.org/presentationml/2006/ole">
              <mc:AlternateContent xmlns:mc="http://schemas.openxmlformats.org/markup-compatibility/2006">
                <mc:Choice xmlns:v="urn:schemas-microsoft-com:vml" Requires="v">
                  <p:oleObj r:id="rId28" imgW="69215" imgH="104140" progId="Equation.DSMT4">
                    <p:embed/>
                  </p:oleObj>
                </mc:Choice>
                <mc:Fallback>
                  <p:oleObj r:id="rId28" imgW="69215" imgH="104140" progId="Equation.DSMT4">
                    <p:embed/>
                    <p:pic>
                      <p:nvPicPr>
                        <p:cNvPr id="32797" name="Object 113"/>
                        <p:cNvPicPr/>
                        <p:nvPr/>
                      </p:nvPicPr>
                      <p:blipFill>
                        <a:blip r:embed="rId29">
                          <a:clrChange>
                            <a:clrFrom>
                              <a:srgbClr val="000000"/>
                            </a:clrFrom>
                            <a:clrTo>
                              <a:srgbClr val="007A77"/>
                            </a:clrTo>
                          </a:clrChange>
                        </a:blip>
                        <a:stretch>
                          <a:fillRect/>
                        </a:stretch>
                      </p:blipFill>
                      <p:spPr>
                        <a:xfrm>
                          <a:off x="4361" y="572"/>
                          <a:ext cx="244" cy="272"/>
                        </a:xfrm>
                        <a:prstGeom prst="rect">
                          <a:avLst/>
                        </a:prstGeom>
                        <a:noFill/>
                        <a:ln w="38100">
                          <a:noFill/>
                          <a:miter/>
                        </a:ln>
                      </p:spPr>
                    </p:pic>
                  </p:oleObj>
                </mc:Fallback>
              </mc:AlternateContent>
            </a:graphicData>
          </a:graphic>
        </p:graphicFrame>
        <p:sp>
          <p:nvSpPr>
            <p:cNvPr id="32798" name="Arc 114"/>
            <p:cNvSpPr/>
            <p:nvPr/>
          </p:nvSpPr>
          <p:spPr>
            <a:xfrm>
              <a:off x="4331" y="663"/>
              <a:ext cx="90" cy="180"/>
            </a:xfrm>
            <a:custGeom>
              <a:avLst/>
              <a:gdLst>
                <a:gd name="txL" fmla="*/ 0 w 21273"/>
                <a:gd name="txT" fmla="*/ 0 h 21600"/>
                <a:gd name="txR" fmla="*/ 21273 w 21273"/>
                <a:gd name="txB" fmla="*/ 21600 h 21600"/>
              </a:gdLst>
              <a:ahLst/>
              <a:cxnLst>
                <a:cxn ang="0">
                  <a:pos x="0" y="0"/>
                </a:cxn>
                <a:cxn ang="0">
                  <a:pos x="0" y="0"/>
                </a:cxn>
                <a:cxn ang="0">
                  <a:pos x="0" y="0"/>
                </a:cxn>
              </a:cxnLst>
              <a:rect l="txL" t="txT" r="txR" b="txB"/>
              <a:pathLst>
                <a:path w="21273" h="21600" fill="none">
                  <a:moveTo>
                    <a:pt x="-1" y="0"/>
                  </a:moveTo>
                  <a:cubicBezTo>
                    <a:pt x="10484" y="0"/>
                    <a:pt x="19455" y="7529"/>
                    <a:pt x="21273" y="17855"/>
                  </a:cubicBezTo>
                </a:path>
                <a:path w="21273" h="21600" stroke="0">
                  <a:moveTo>
                    <a:pt x="-1" y="0"/>
                  </a:moveTo>
                  <a:cubicBezTo>
                    <a:pt x="10484" y="0"/>
                    <a:pt x="19455" y="7529"/>
                    <a:pt x="21273" y="17855"/>
                  </a:cubicBezTo>
                  <a:lnTo>
                    <a:pt x="0" y="21600"/>
                  </a:lnTo>
                  <a:lnTo>
                    <a:pt x="-1" y="0"/>
                  </a:lnTo>
                  <a:close/>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2799" name="Arc 115"/>
            <p:cNvSpPr/>
            <p:nvPr/>
          </p:nvSpPr>
          <p:spPr>
            <a:xfrm>
              <a:off x="4331" y="1616"/>
              <a:ext cx="112" cy="180"/>
            </a:xfrm>
            <a:custGeom>
              <a:avLst/>
              <a:gdLst>
                <a:gd name="txL" fmla="*/ 0 w 19646"/>
                <a:gd name="txT" fmla="*/ 0 h 21600"/>
                <a:gd name="txR" fmla="*/ 19646 w 19646"/>
                <a:gd name="txB" fmla="*/ 21600 h 21600"/>
              </a:gdLst>
              <a:ahLst/>
              <a:cxnLst>
                <a:cxn ang="0">
                  <a:pos x="0" y="0"/>
                </a:cxn>
                <a:cxn ang="0">
                  <a:pos x="0" y="0"/>
                </a:cxn>
                <a:cxn ang="0">
                  <a:pos x="0" y="0"/>
                </a:cxn>
              </a:cxnLst>
              <a:rect l="txL" t="txT" r="txR" b="txB"/>
              <a:pathLst>
                <a:path w="19646" h="21600" fill="none">
                  <a:moveTo>
                    <a:pt x="-1" y="0"/>
                  </a:moveTo>
                  <a:cubicBezTo>
                    <a:pt x="8454" y="0"/>
                    <a:pt x="16132" y="4932"/>
                    <a:pt x="19646" y="12622"/>
                  </a:cubicBezTo>
                </a:path>
                <a:path w="19646" h="21600" stroke="0">
                  <a:moveTo>
                    <a:pt x="-1" y="0"/>
                  </a:moveTo>
                  <a:cubicBezTo>
                    <a:pt x="8454" y="0"/>
                    <a:pt x="16132" y="4932"/>
                    <a:pt x="19646" y="12622"/>
                  </a:cubicBezTo>
                  <a:lnTo>
                    <a:pt x="0" y="21600"/>
                  </a:lnTo>
                  <a:lnTo>
                    <a:pt x="-1" y="0"/>
                  </a:lnTo>
                  <a:close/>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2800" name="Rectangle 124"/>
            <p:cNvSpPr/>
            <p:nvPr/>
          </p:nvSpPr>
          <p:spPr>
            <a:xfrm>
              <a:off x="3870" y="1845"/>
              <a:ext cx="1542" cy="36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15000"/>
                </a:spcBef>
                <a:buClrTx/>
                <a:buSzTx/>
                <a:buFontTx/>
                <a:buNone/>
              </a:pPr>
              <a:r>
                <a:rPr lang="en-US" altLang="en-US" sz="1600" b="1" dirty="0">
                  <a:solidFill>
                    <a:srgbClr val="FF0000"/>
                  </a:solidFill>
                </a:rPr>
                <a:t>uniformly charged straight line segment</a:t>
              </a:r>
              <a:endParaRPr lang="en-US" altLang="zh-CN" sz="1600" b="1" dirty="0">
                <a:solidFill>
                  <a:srgbClr val="FF0000"/>
                </a:solidFill>
              </a:endParaRPr>
            </a:p>
          </p:txBody>
        </p:sp>
      </p:grpSp>
      <p:grpSp>
        <p:nvGrpSpPr>
          <p:cNvPr id="32778" name="Group 134"/>
          <p:cNvGrpSpPr/>
          <p:nvPr/>
        </p:nvGrpSpPr>
        <p:grpSpPr>
          <a:xfrm>
            <a:off x="468313" y="1214438"/>
            <a:ext cx="5214937" cy="701675"/>
            <a:chOff x="295" y="765"/>
            <a:chExt cx="3285" cy="442"/>
          </a:xfrm>
        </p:grpSpPr>
        <p:sp>
          <p:nvSpPr>
            <p:cNvPr id="32783" name="Rectangle 116"/>
            <p:cNvSpPr/>
            <p:nvPr/>
          </p:nvSpPr>
          <p:spPr>
            <a:xfrm>
              <a:off x="450" y="765"/>
              <a:ext cx="3130"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000000"/>
                  </a:solidFill>
                  <a:latin typeface="Times New Roman" panose="02020603050405020304" pitchFamily="18" charset="0"/>
                  <a:ea typeface="楷体_GB2312" pitchFamily="49" charset="-122"/>
                </a:rPr>
                <a:t>Electric field intensity of uniformly charged straight line segment</a:t>
              </a:r>
              <a:r>
                <a:rPr lang="zh-CN" altLang="en-US" sz="2000" b="1" dirty="0">
                  <a:solidFill>
                    <a:srgbClr val="000000"/>
                  </a:solidFill>
                  <a:latin typeface="Times New Roman" panose="02020603050405020304" pitchFamily="18" charset="0"/>
                  <a:ea typeface="幼圆" panose="02010509060101010101" pitchFamily="49" charset="-122"/>
                </a:rPr>
                <a:t>：</a:t>
              </a:r>
            </a:p>
          </p:txBody>
        </p:sp>
        <p:sp>
          <p:nvSpPr>
            <p:cNvPr id="32784" name="Oval 132"/>
            <p:cNvSpPr/>
            <p:nvPr/>
          </p:nvSpPr>
          <p:spPr>
            <a:xfrm>
              <a:off x="295" y="799"/>
              <a:ext cx="102" cy="102"/>
            </a:xfrm>
            <a:prstGeom prst="ellipse">
              <a:avLst/>
            </a:prstGeom>
            <a:gradFill rotWithShape="1">
              <a:gsLst>
                <a:gs pos="0">
                  <a:srgbClr val="FF99CC"/>
                </a:gs>
                <a:gs pos="100000">
                  <a:srgbClr val="A96587"/>
                </a:gs>
              </a:gsLst>
              <a:path path="shape">
                <a:fillToRect l="50000" t="50000" r="50000" b="50000"/>
              </a:path>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grpSp>
        <p:nvGrpSpPr>
          <p:cNvPr id="198703" name="Group 135"/>
          <p:cNvGrpSpPr/>
          <p:nvPr/>
        </p:nvGrpSpPr>
        <p:grpSpPr>
          <a:xfrm>
            <a:off x="500063" y="4929188"/>
            <a:ext cx="5745162" cy="701675"/>
            <a:chOff x="304" y="2795"/>
            <a:chExt cx="3619" cy="442"/>
          </a:xfrm>
        </p:grpSpPr>
        <p:sp>
          <p:nvSpPr>
            <p:cNvPr id="32781" name="Rectangle 117"/>
            <p:cNvSpPr/>
            <p:nvPr/>
          </p:nvSpPr>
          <p:spPr>
            <a:xfrm>
              <a:off x="437" y="2795"/>
              <a:ext cx="3486"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000000"/>
                  </a:solidFill>
                  <a:latin typeface="Times New Roman" panose="02020603050405020304" pitchFamily="18" charset="0"/>
                  <a:ea typeface="楷体_GB2312" pitchFamily="49" charset="-122"/>
                </a:rPr>
                <a:t>Electric field intensity of uniformly charged ring</a:t>
              </a:r>
              <a:r>
                <a:rPr lang="zh-CN" altLang="en-US" sz="2000" b="1" dirty="0">
                  <a:solidFill>
                    <a:srgbClr val="000000"/>
                  </a:solidFill>
                  <a:latin typeface="Times New Roman" panose="02020603050405020304" pitchFamily="18" charset="0"/>
                  <a:ea typeface="幼圆" panose="02010509060101010101" pitchFamily="49" charset="-122"/>
                </a:rPr>
                <a:t>：</a:t>
              </a:r>
            </a:p>
          </p:txBody>
        </p:sp>
        <p:sp>
          <p:nvSpPr>
            <p:cNvPr id="32782" name="Oval 133"/>
            <p:cNvSpPr/>
            <p:nvPr/>
          </p:nvSpPr>
          <p:spPr>
            <a:xfrm>
              <a:off x="304" y="2886"/>
              <a:ext cx="102" cy="102"/>
            </a:xfrm>
            <a:prstGeom prst="ellipse">
              <a:avLst/>
            </a:prstGeom>
            <a:gradFill rotWithShape="1">
              <a:gsLst>
                <a:gs pos="0">
                  <a:srgbClr val="FF99CC"/>
                </a:gs>
                <a:gs pos="100000">
                  <a:srgbClr val="A96587"/>
                </a:gs>
              </a:gsLst>
              <a:path path="shape">
                <a:fillToRect l="50000" t="50000" r="50000" b="50000"/>
              </a:path>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32780" name="Rectangle 50"/>
          <p:cNvSpPr>
            <a:spLocks noRot="1"/>
          </p:cNvSpPr>
          <p:nvPr/>
        </p:nvSpPr>
        <p:spPr>
          <a:xfrm>
            <a:off x="179388" y="404813"/>
            <a:ext cx="5545137" cy="7207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000" b="1" dirty="0">
                <a:solidFill>
                  <a:srgbClr val="0000CC"/>
                </a:solidFill>
              </a:rPr>
              <a:t>Electric field intensities of several typical charge distributions</a:t>
            </a:r>
            <a:endParaRPr lang="en-US" altLang="zh-TW" sz="2000" b="1" dirty="0">
              <a:solidFill>
                <a:srgbClr val="0000CC"/>
              </a:solidFill>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198660"/>
                                        </p:tgtEl>
                                        <p:attrNameLst>
                                          <p:attrName>style.visibility</p:attrName>
                                        </p:attrNameLst>
                                      </p:cBhvr>
                                      <p:to>
                                        <p:strVal val="visible"/>
                                      </p:to>
                                    </p:set>
                                    <p:animEffect transition="in" filter="wipe(up)">
                                      <p:cBhvr>
                                        <p:cTn id="11" dur="2000"/>
                                        <p:tgtEl>
                                          <p:spTgt spid="198660"/>
                                        </p:tgtEl>
                                      </p:cBhvr>
                                    </p:animEffect>
                                  </p:childTnLst>
                                </p:cTn>
                              </p:par>
                            </p:childTnLst>
                          </p:cTn>
                        </p:par>
                        <p:par>
                          <p:cTn id="12" fill="hold">
                            <p:stCondLst>
                              <p:cond delay="4000"/>
                            </p:stCondLst>
                            <p:childTnLst>
                              <p:par>
                                <p:cTn id="13" presetID="22" presetClass="entr" presetSubtype="1" fill="hold" nodeType="afterEffect">
                                  <p:stCondLst>
                                    <p:cond delay="0"/>
                                  </p:stCondLst>
                                  <p:childTnLst>
                                    <p:set>
                                      <p:cBhvr>
                                        <p:cTn id="14" dur="1" fill="hold">
                                          <p:stCondLst>
                                            <p:cond delay="0"/>
                                          </p:stCondLst>
                                        </p:cTn>
                                        <p:tgtEl>
                                          <p:spTgt spid="569465"/>
                                        </p:tgtEl>
                                        <p:attrNameLst>
                                          <p:attrName>style.visibility</p:attrName>
                                        </p:attrNameLst>
                                      </p:cBhvr>
                                      <p:to>
                                        <p:strVal val="visible"/>
                                      </p:to>
                                    </p:set>
                                    <p:animEffect transition="in" filter="wipe(up)">
                                      <p:cBhvr>
                                        <p:cTn id="15" dur="2000"/>
                                        <p:tgtEl>
                                          <p:spTgt spid="56946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98661"/>
                                        </p:tgtEl>
                                        <p:attrNameLst>
                                          <p:attrName>style.visibility</p:attrName>
                                        </p:attrNameLst>
                                      </p:cBhvr>
                                      <p:to>
                                        <p:strVal val="visible"/>
                                      </p:to>
                                    </p:set>
                                    <p:animEffect transition="in" filter="blinds(horizontal)">
                                      <p:cBhvr>
                                        <p:cTn id="20" dur="500"/>
                                        <p:tgtEl>
                                          <p:spTgt spid="198661"/>
                                        </p:tgtEl>
                                      </p:cBhvr>
                                    </p:animEffect>
                                  </p:childTnLst>
                                </p:cTn>
                              </p:par>
                              <p:par>
                                <p:cTn id="21" presetID="3" presetClass="entr" presetSubtype="10" fill="hold" nodeType="withEffect">
                                  <p:stCondLst>
                                    <p:cond delay="0"/>
                                  </p:stCondLst>
                                  <p:childTnLst>
                                    <p:set>
                                      <p:cBhvr>
                                        <p:cTn id="22" dur="1" fill="hold">
                                          <p:stCondLst>
                                            <p:cond delay="0"/>
                                          </p:stCondLst>
                                        </p:cTn>
                                        <p:tgtEl>
                                          <p:spTgt spid="569462"/>
                                        </p:tgtEl>
                                        <p:attrNameLst>
                                          <p:attrName>style.visibility</p:attrName>
                                        </p:attrNameLst>
                                      </p:cBhvr>
                                      <p:to>
                                        <p:strVal val="visible"/>
                                      </p:to>
                                    </p:set>
                                    <p:animEffect transition="in" filter="blinds(horizontal)">
                                      <p:cBhvr>
                                        <p:cTn id="23" dur="500"/>
                                        <p:tgtEl>
                                          <p:spTgt spid="56946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98703"/>
                                        </p:tgtEl>
                                        <p:attrNameLst>
                                          <p:attrName>style.visibility</p:attrName>
                                        </p:attrNameLst>
                                      </p:cBhvr>
                                      <p:to>
                                        <p:strVal val="visible"/>
                                      </p:to>
                                    </p:set>
                                    <p:animEffect transition="in" filter="dissolve">
                                      <p:cBhvr>
                                        <p:cTn id="28" dur="500"/>
                                        <p:tgtEl>
                                          <p:spTgt spid="198703"/>
                                        </p:tgtEl>
                                      </p:cBhvr>
                                    </p:animEffect>
                                  </p:childTnLst>
                                </p:cTn>
                              </p:par>
                              <p:par>
                                <p:cTn id="29" presetID="9"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ssolv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198662"/>
                                        </p:tgtEl>
                                        <p:attrNameLst>
                                          <p:attrName>style.visibility</p:attrName>
                                        </p:attrNameLst>
                                      </p:cBhvr>
                                      <p:to>
                                        <p:strVal val="visible"/>
                                      </p:to>
                                    </p:set>
                                    <p:animEffect transition="in" filter="slide(fromBottom)">
                                      <p:cBhvr>
                                        <p:cTn id="36" dur="500"/>
                                        <p:tgtEl>
                                          <p:spTgt spid="198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462" grpId="0"/>
      <p:bldP spid="5694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p:nvPr/>
        </p:nvSpPr>
        <p:spPr>
          <a:xfrm>
            <a:off x="250825" y="620078"/>
            <a:ext cx="8569325" cy="8299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00"/>
                </a:solidFill>
              </a:rPr>
              <a:t>The electric field intensity in far field produced by an electric dipole.</a:t>
            </a:r>
            <a:r>
              <a:rPr lang="en-US" altLang="zh-CN" sz="2000" dirty="0">
                <a:solidFill>
                  <a:srgbClr val="000000"/>
                </a:solidFill>
              </a:rPr>
              <a:t> </a:t>
            </a:r>
          </a:p>
        </p:txBody>
      </p:sp>
      <p:grpSp>
        <p:nvGrpSpPr>
          <p:cNvPr id="205836" name="Group 12"/>
          <p:cNvGrpSpPr/>
          <p:nvPr/>
        </p:nvGrpSpPr>
        <p:grpSpPr>
          <a:xfrm>
            <a:off x="1089025" y="3588068"/>
            <a:ext cx="2806700" cy="2743200"/>
            <a:chOff x="384" y="768"/>
            <a:chExt cx="1768" cy="1728"/>
          </a:xfrm>
        </p:grpSpPr>
        <p:sp>
          <p:nvSpPr>
            <p:cNvPr id="23561" name="Rectangle 13"/>
            <p:cNvSpPr/>
            <p:nvPr/>
          </p:nvSpPr>
          <p:spPr>
            <a:xfrm>
              <a:off x="384" y="768"/>
              <a:ext cx="1728" cy="1728"/>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23562" name="Group 14"/>
            <p:cNvGrpSpPr/>
            <p:nvPr/>
          </p:nvGrpSpPr>
          <p:grpSpPr>
            <a:xfrm>
              <a:off x="392" y="824"/>
              <a:ext cx="1760" cy="1576"/>
              <a:chOff x="392" y="824"/>
              <a:chExt cx="1760" cy="1576"/>
            </a:xfrm>
          </p:grpSpPr>
          <p:grpSp>
            <p:nvGrpSpPr>
              <p:cNvPr id="23563" name="Group 15"/>
              <p:cNvGrpSpPr/>
              <p:nvPr/>
            </p:nvGrpSpPr>
            <p:grpSpPr>
              <a:xfrm>
                <a:off x="392" y="824"/>
                <a:ext cx="1760" cy="1576"/>
                <a:chOff x="392" y="824"/>
                <a:chExt cx="1760" cy="1576"/>
              </a:xfrm>
            </p:grpSpPr>
            <p:sp>
              <p:nvSpPr>
                <p:cNvPr id="23565" name="Line 16"/>
                <p:cNvSpPr/>
                <p:nvPr/>
              </p:nvSpPr>
              <p:spPr>
                <a:xfrm flipV="1">
                  <a:off x="1129" y="905"/>
                  <a:ext cx="0" cy="543"/>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66" name="Text Box 17"/>
                <p:cNvSpPr txBox="1"/>
                <p:nvPr/>
              </p:nvSpPr>
              <p:spPr>
                <a:xfrm>
                  <a:off x="1036" y="1396"/>
                  <a:ext cx="249" cy="244"/>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p:txBody>
            </p:sp>
            <p:sp>
              <p:nvSpPr>
                <p:cNvPr id="23567" name="Text Box 18"/>
                <p:cNvSpPr txBox="1"/>
                <p:nvPr/>
              </p:nvSpPr>
              <p:spPr>
                <a:xfrm>
                  <a:off x="1028" y="1984"/>
                  <a:ext cx="260"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23568" name="Line 19"/>
                <p:cNvSpPr/>
                <p:nvPr/>
              </p:nvSpPr>
              <p:spPr>
                <a:xfrm flipV="1">
                  <a:off x="1129" y="1791"/>
                  <a:ext cx="871" cy="0"/>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69" name="Line 20"/>
                <p:cNvSpPr/>
                <p:nvPr/>
              </p:nvSpPr>
              <p:spPr>
                <a:xfrm>
                  <a:off x="1129" y="1525"/>
                  <a:ext cx="0" cy="499"/>
                </a:xfrm>
                <a:prstGeom prst="line">
                  <a:avLst/>
                </a:prstGeom>
                <a:ln w="19050" cap="flat" cmpd="sng">
                  <a:solidFill>
                    <a:srgbClr val="000000"/>
                  </a:solidFill>
                  <a:prstDash val="solid"/>
                  <a:headEnd type="triangle" w="sm" len="med"/>
                  <a:tailEnd type="none" w="med" len="med"/>
                </a:ln>
              </p:spPr>
              <p:txBody>
                <a:bodyPr/>
                <a:lstStyle/>
                <a:p>
                  <a:endParaRPr lang="zh-CN" altLang="en-US"/>
                </a:p>
              </p:txBody>
            </p:sp>
            <p:sp>
              <p:nvSpPr>
                <p:cNvPr id="23570" name="Line 21"/>
                <p:cNvSpPr/>
                <p:nvPr/>
              </p:nvSpPr>
              <p:spPr>
                <a:xfrm flipV="1">
                  <a:off x="1160" y="1037"/>
                  <a:ext cx="706" cy="421"/>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71" name="Line 22"/>
                <p:cNvSpPr/>
                <p:nvPr/>
              </p:nvSpPr>
              <p:spPr>
                <a:xfrm flipV="1">
                  <a:off x="1139" y="1348"/>
                  <a:ext cx="727" cy="432"/>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72" name="Line 23"/>
                <p:cNvSpPr/>
                <p:nvPr/>
              </p:nvSpPr>
              <p:spPr>
                <a:xfrm flipV="1">
                  <a:off x="1170" y="1625"/>
                  <a:ext cx="706" cy="421"/>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73" name="Line 24"/>
                <p:cNvSpPr/>
                <p:nvPr/>
              </p:nvSpPr>
              <p:spPr>
                <a:xfrm flipH="1">
                  <a:off x="516" y="1791"/>
                  <a:ext cx="613" cy="233"/>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74" name="Text Box 25"/>
                <p:cNvSpPr txBox="1"/>
                <p:nvPr/>
              </p:nvSpPr>
              <p:spPr>
                <a:xfrm>
                  <a:off x="392" y="1876"/>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i="1" dirty="0">
                      <a:latin typeface="Times New Roman" panose="02020603050405020304" pitchFamily="18" charset="0"/>
                    </a:rPr>
                    <a:t>x</a:t>
                  </a:r>
                </a:p>
              </p:txBody>
            </p:sp>
            <p:sp>
              <p:nvSpPr>
                <p:cNvPr id="23575" name="Text Box 26"/>
                <p:cNvSpPr txBox="1"/>
                <p:nvPr/>
              </p:nvSpPr>
              <p:spPr>
                <a:xfrm>
                  <a:off x="943" y="2034"/>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-q</a:t>
                  </a:r>
                </a:p>
              </p:txBody>
            </p:sp>
            <p:sp>
              <p:nvSpPr>
                <p:cNvPr id="23576" name="Text Box 27"/>
                <p:cNvSpPr txBox="1"/>
                <p:nvPr/>
              </p:nvSpPr>
              <p:spPr>
                <a:xfrm>
                  <a:off x="888" y="1280"/>
                  <a:ext cx="331"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+q</a:t>
                  </a:r>
                </a:p>
              </p:txBody>
            </p:sp>
            <p:sp>
              <p:nvSpPr>
                <p:cNvPr id="23577" name="Text Box 28"/>
                <p:cNvSpPr txBox="1"/>
                <p:nvPr/>
              </p:nvSpPr>
              <p:spPr>
                <a:xfrm>
                  <a:off x="973" y="824"/>
                  <a:ext cx="260"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i="1" dirty="0">
                      <a:latin typeface="Times New Roman" panose="02020603050405020304" pitchFamily="18" charset="0"/>
                    </a:rPr>
                    <a:t>z</a:t>
                  </a:r>
                </a:p>
              </p:txBody>
            </p:sp>
            <p:sp>
              <p:nvSpPr>
                <p:cNvPr id="23578" name="Text Box 29"/>
                <p:cNvSpPr txBox="1"/>
                <p:nvPr/>
              </p:nvSpPr>
              <p:spPr>
                <a:xfrm>
                  <a:off x="1893" y="1795"/>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i="1" dirty="0">
                      <a:latin typeface="Times New Roman" panose="02020603050405020304" pitchFamily="18" charset="0"/>
                    </a:rPr>
                    <a:t>y</a:t>
                  </a:r>
                </a:p>
              </p:txBody>
            </p:sp>
            <p:sp>
              <p:nvSpPr>
                <p:cNvPr id="23579" name="Line 30"/>
                <p:cNvSpPr/>
                <p:nvPr/>
              </p:nvSpPr>
              <p:spPr>
                <a:xfrm flipH="1" flipV="1">
                  <a:off x="942" y="1481"/>
                  <a:ext cx="145"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3580" name="Line 31"/>
                <p:cNvSpPr/>
                <p:nvPr/>
              </p:nvSpPr>
              <p:spPr>
                <a:xfrm flipH="1" flipV="1">
                  <a:off x="942" y="2065"/>
                  <a:ext cx="145"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3581" name="Line 32"/>
                <p:cNvSpPr/>
                <p:nvPr/>
              </p:nvSpPr>
              <p:spPr>
                <a:xfrm flipV="1">
                  <a:off x="1025" y="1470"/>
                  <a:ext cx="0" cy="166"/>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82" name="Line 33"/>
                <p:cNvSpPr/>
                <p:nvPr/>
              </p:nvSpPr>
              <p:spPr>
                <a:xfrm>
                  <a:off x="1025" y="1869"/>
                  <a:ext cx="0" cy="199"/>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3583" name="Text Box 34"/>
                <p:cNvSpPr txBox="1"/>
                <p:nvPr/>
              </p:nvSpPr>
              <p:spPr>
                <a:xfrm>
                  <a:off x="953" y="1646"/>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l</a:t>
                  </a:r>
                </a:p>
              </p:txBody>
            </p:sp>
            <p:sp>
              <p:nvSpPr>
                <p:cNvPr id="23584" name="Text Box 35"/>
                <p:cNvSpPr txBox="1"/>
                <p:nvPr/>
              </p:nvSpPr>
              <p:spPr>
                <a:xfrm>
                  <a:off x="1430" y="1402"/>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r</a:t>
                  </a:r>
                </a:p>
              </p:txBody>
            </p:sp>
            <p:sp>
              <p:nvSpPr>
                <p:cNvPr id="23585" name="Text Box 36"/>
                <p:cNvSpPr txBox="1"/>
                <p:nvPr/>
              </p:nvSpPr>
              <p:spPr>
                <a:xfrm>
                  <a:off x="1440" y="1788"/>
                  <a:ext cx="259"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r</a:t>
                  </a:r>
                  <a:r>
                    <a:rPr lang="en-US" altLang="zh-CN" sz="1600" baseline="-12000" dirty="0">
                      <a:latin typeface="Times New Roman" panose="02020603050405020304" pitchFamily="18" charset="0"/>
                    </a:rPr>
                    <a:t>2</a:t>
                  </a:r>
                </a:p>
              </p:txBody>
            </p:sp>
            <p:sp>
              <p:nvSpPr>
                <p:cNvPr id="23586" name="Text Box 37"/>
                <p:cNvSpPr txBox="1"/>
                <p:nvPr/>
              </p:nvSpPr>
              <p:spPr>
                <a:xfrm>
                  <a:off x="1419" y="1028"/>
                  <a:ext cx="260" cy="26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r</a:t>
                  </a:r>
                  <a:r>
                    <a:rPr lang="en-US" altLang="zh-CN" sz="1600" baseline="-25000" dirty="0">
                      <a:latin typeface="Times New Roman" panose="02020603050405020304" pitchFamily="18" charset="0"/>
                    </a:rPr>
                    <a:t>1</a:t>
                  </a:r>
                </a:p>
              </p:txBody>
            </p:sp>
            <p:sp>
              <p:nvSpPr>
                <p:cNvPr id="23587" name="Line 38"/>
                <p:cNvSpPr/>
                <p:nvPr/>
              </p:nvSpPr>
              <p:spPr>
                <a:xfrm>
                  <a:off x="1129" y="2101"/>
                  <a:ext cx="0" cy="299"/>
                </a:xfrm>
                <a:prstGeom prst="line">
                  <a:avLst/>
                </a:prstGeom>
                <a:ln w="9525" cap="flat" cmpd="sng">
                  <a:solidFill>
                    <a:srgbClr val="000000"/>
                  </a:solidFill>
                  <a:prstDash val="solid"/>
                  <a:headEnd type="none" w="med" len="med"/>
                  <a:tailEnd type="none" w="sm" len="med"/>
                </a:ln>
              </p:spPr>
              <p:txBody>
                <a:bodyPr/>
                <a:lstStyle/>
                <a:p>
                  <a:endParaRPr lang="zh-CN" altLang="en-US"/>
                </a:p>
              </p:txBody>
            </p:sp>
            <p:sp>
              <p:nvSpPr>
                <p:cNvPr id="23588" name="Freeform 39"/>
                <p:cNvSpPr/>
                <p:nvPr/>
              </p:nvSpPr>
              <p:spPr>
                <a:xfrm>
                  <a:off x="1139" y="1710"/>
                  <a:ext cx="62" cy="33"/>
                </a:xfrm>
                <a:custGeom>
                  <a:avLst/>
                  <a:gdLst/>
                  <a:ahLst/>
                  <a:cxnLst>
                    <a:cxn ang="0">
                      <a:pos x="94" y="0"/>
                    </a:cxn>
                    <a:cxn ang="0">
                      <a:pos x="0" y="0"/>
                    </a:cxn>
                  </a:cxnLst>
                  <a:rect l="0" t="0" r="0" b="0"/>
                  <a:pathLst>
                    <a:path w="60" h="80">
                      <a:moveTo>
                        <a:pt x="60" y="80"/>
                      </a:moveTo>
                      <a:cubicBezTo>
                        <a:pt x="41" y="46"/>
                        <a:pt x="23" y="13"/>
                        <a:pt x="0" y="0"/>
                      </a:cubicBez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23589" name="Text Box 40"/>
                <p:cNvSpPr txBox="1"/>
                <p:nvPr/>
              </p:nvSpPr>
              <p:spPr>
                <a:xfrm>
                  <a:off x="1093" y="1565"/>
                  <a:ext cx="218" cy="23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sym typeface="Symbol" panose="05050102010706020507" pitchFamily="18" charset="2"/>
                    </a:rPr>
                    <a:t></a:t>
                  </a:r>
                  <a:endParaRPr lang="en-US" altLang="zh-CN" sz="1600" i="1" dirty="0">
                    <a:latin typeface="Times New Roman" panose="02020603050405020304" pitchFamily="18" charset="0"/>
                  </a:endParaRPr>
                </a:p>
              </p:txBody>
            </p:sp>
          </p:grpSp>
          <p:sp>
            <p:nvSpPr>
              <p:cNvPr id="23564" name="Text Box 41"/>
              <p:cNvSpPr txBox="1"/>
              <p:nvPr/>
            </p:nvSpPr>
            <p:spPr>
              <a:xfrm>
                <a:off x="1040" y="1696"/>
                <a:ext cx="288" cy="25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50000"/>
                  </a:lnSpc>
                  <a:spcBef>
                    <a:spcPct val="50000"/>
                  </a:spcBef>
                  <a:buClrTx/>
                  <a:buSzTx/>
                  <a:buFontTx/>
                  <a:buNone/>
                </a:pPr>
                <a:r>
                  <a:rPr lang="en-US" altLang="zh-CN" sz="1400" i="1" dirty="0">
                    <a:latin typeface="Times New Roman" panose="02020603050405020304" pitchFamily="18" charset="0"/>
                    <a:ea typeface="楷体_GB2312" pitchFamily="49" charset="-122"/>
                  </a:rPr>
                  <a:t>O</a:t>
                </a:r>
              </a:p>
            </p:txBody>
          </p:sp>
        </p:grpSp>
      </p:grpSp>
      <p:grpSp>
        <p:nvGrpSpPr>
          <p:cNvPr id="206859" name="Group 11"/>
          <p:cNvGrpSpPr/>
          <p:nvPr/>
        </p:nvGrpSpPr>
        <p:grpSpPr>
          <a:xfrm>
            <a:off x="605155" y="1530985"/>
            <a:ext cx="8183245" cy="1081405"/>
            <a:chOff x="654" y="3408"/>
            <a:chExt cx="4120" cy="480"/>
          </a:xfrm>
        </p:grpSpPr>
        <p:graphicFrame>
          <p:nvGraphicFramePr>
            <p:cNvPr id="24585" name="Object 12"/>
            <p:cNvGraphicFramePr>
              <a:graphicFrameLocks noChangeAspect="1"/>
            </p:cNvGraphicFramePr>
            <p:nvPr/>
          </p:nvGraphicFramePr>
          <p:xfrm>
            <a:off x="654" y="3408"/>
            <a:ext cx="2522" cy="480"/>
          </p:xfrm>
          <a:graphic>
            <a:graphicData uri="http://schemas.openxmlformats.org/presentationml/2006/ole">
              <mc:AlternateContent xmlns:mc="http://schemas.openxmlformats.org/markup-compatibility/2006">
                <mc:Choice xmlns:v="urn:schemas-microsoft-com:vml" Requires="v">
                  <p:oleObj r:id="rId2" imgW="2400300" imgH="457200" progId="Equation.3">
                    <p:embed/>
                  </p:oleObj>
                </mc:Choice>
                <mc:Fallback>
                  <p:oleObj r:id="rId2" imgW="2400300" imgH="457200" progId="Equation.3">
                    <p:embed/>
                    <p:pic>
                      <p:nvPicPr>
                        <p:cNvPr id="24585" name="Object 12"/>
                        <p:cNvPicPr/>
                        <p:nvPr/>
                      </p:nvPicPr>
                      <p:blipFill>
                        <a:blip r:embed="rId3"/>
                        <a:stretch>
                          <a:fillRect/>
                        </a:stretch>
                      </p:blipFill>
                      <p:spPr>
                        <a:xfrm>
                          <a:off x="654" y="3408"/>
                          <a:ext cx="2522" cy="480"/>
                        </a:xfrm>
                        <a:prstGeom prst="rect">
                          <a:avLst/>
                        </a:prstGeom>
                        <a:noFill/>
                        <a:ln w="38100">
                          <a:noFill/>
                          <a:miter/>
                        </a:ln>
                      </p:spPr>
                    </p:pic>
                  </p:oleObj>
                </mc:Fallback>
              </mc:AlternateContent>
            </a:graphicData>
          </a:graphic>
        </p:graphicFrame>
        <p:graphicFrame>
          <p:nvGraphicFramePr>
            <p:cNvPr id="24586" name="Object 13"/>
            <p:cNvGraphicFramePr>
              <a:graphicFrameLocks noChangeAspect="1"/>
            </p:cNvGraphicFramePr>
            <p:nvPr/>
          </p:nvGraphicFramePr>
          <p:xfrm>
            <a:off x="3195" y="3424"/>
            <a:ext cx="1579" cy="450"/>
          </p:xfrm>
          <a:graphic>
            <a:graphicData uri="http://schemas.openxmlformats.org/presentationml/2006/ole">
              <mc:AlternateContent xmlns:mc="http://schemas.openxmlformats.org/markup-compatibility/2006">
                <mc:Choice xmlns:v="urn:schemas-microsoft-com:vml" Requires="v">
                  <p:oleObj r:id="rId4" imgW="1497965" imgH="431800" progId="Equation.3">
                    <p:embed/>
                  </p:oleObj>
                </mc:Choice>
                <mc:Fallback>
                  <p:oleObj r:id="rId4" imgW="1497965" imgH="431800" progId="Equation.3">
                    <p:embed/>
                    <p:pic>
                      <p:nvPicPr>
                        <p:cNvPr id="24586" name="Object 13"/>
                        <p:cNvPicPr/>
                        <p:nvPr/>
                      </p:nvPicPr>
                      <p:blipFill>
                        <a:blip r:embed="rId5"/>
                        <a:stretch>
                          <a:fillRect/>
                        </a:stretch>
                      </p:blipFill>
                      <p:spPr>
                        <a:xfrm>
                          <a:off x="3195" y="3424"/>
                          <a:ext cx="1579" cy="450"/>
                        </a:xfrm>
                        <a:prstGeom prst="rect">
                          <a:avLst/>
                        </a:prstGeom>
                        <a:noFill/>
                        <a:ln w="38100">
                          <a:noFill/>
                          <a:miter/>
                        </a:ln>
                      </p:spPr>
                    </p:pic>
                  </p:oleObj>
                </mc:Fallback>
              </mc:AlternateContent>
            </a:graphicData>
          </a:graphic>
        </p:graphicFrame>
      </p:grpSp>
      <p:sp>
        <p:nvSpPr>
          <p:cNvPr id="2" name="文本框 1"/>
          <p:cNvSpPr txBox="1"/>
          <p:nvPr/>
        </p:nvSpPr>
        <p:spPr>
          <a:xfrm>
            <a:off x="416560" y="2672715"/>
            <a:ext cx="8834755" cy="706755"/>
          </a:xfrm>
          <a:prstGeom prst="rect">
            <a:avLst/>
          </a:prstGeom>
          <a:noFill/>
        </p:spPr>
        <p:txBody>
          <a:bodyPr wrap="square" rtlCol="0">
            <a:spAutoFit/>
          </a:bodyPr>
          <a:lstStyle/>
          <a:p>
            <a:r>
              <a:rPr lang="en-US" altLang="zh-CN" sz="2000"/>
              <a:t>where               (</a:t>
            </a:r>
            <a:r>
              <a:rPr lang="en-US" altLang="zh-CN" sz="2000" b="1" dirty="0">
                <a:solidFill>
                  <a:srgbClr val="FF0000"/>
                </a:solidFill>
                <a:latin typeface="Times New Roman" panose="02020603050405020304" pitchFamily="18" charset="0"/>
                <a:sym typeface="+mn-ea"/>
              </a:rPr>
              <a:t>electric moment)</a:t>
            </a:r>
            <a:r>
              <a:rPr lang="en-US" altLang="zh-CN" sz="2000"/>
              <a:t>, and thedirection of     is from negtive charge to the positive charge</a:t>
            </a:r>
          </a:p>
        </p:txBody>
      </p:sp>
      <p:graphicFrame>
        <p:nvGraphicFramePr>
          <p:cNvPr id="206851" name="Object 3"/>
          <p:cNvGraphicFramePr>
            <a:graphicFrameLocks noChangeAspect="1"/>
          </p:cNvGraphicFramePr>
          <p:nvPr/>
        </p:nvGraphicFramePr>
        <p:xfrm>
          <a:off x="1263015" y="2661285"/>
          <a:ext cx="1008063" cy="471488"/>
        </p:xfrm>
        <a:graphic>
          <a:graphicData uri="http://schemas.openxmlformats.org/presentationml/2006/ole">
            <mc:AlternateContent xmlns:mc="http://schemas.openxmlformats.org/markup-compatibility/2006">
              <mc:Choice xmlns:v="urn:schemas-microsoft-com:vml" Requires="v">
                <p:oleObj r:id="rId6" imgW="431800" imgH="203200" progId="Equation.3">
                  <p:embed/>
                </p:oleObj>
              </mc:Choice>
              <mc:Fallback>
                <p:oleObj r:id="rId6" imgW="431800" imgH="203200" progId="Equation.3">
                  <p:embed/>
                  <p:pic>
                    <p:nvPicPr>
                      <p:cNvPr id="206851" name="Object 3"/>
                      <p:cNvPicPr/>
                      <p:nvPr/>
                    </p:nvPicPr>
                    <p:blipFill>
                      <a:blip r:embed="rId7"/>
                      <a:stretch>
                        <a:fillRect/>
                      </a:stretch>
                    </p:blipFill>
                    <p:spPr>
                      <a:xfrm>
                        <a:off x="1263015" y="2661285"/>
                        <a:ext cx="1008063" cy="471488"/>
                      </a:xfrm>
                      <a:prstGeom prst="rect">
                        <a:avLst/>
                      </a:prstGeom>
                      <a:noFill/>
                      <a:ln w="38100">
                        <a:noFill/>
                        <a:miter/>
                      </a:ln>
                    </p:spPr>
                  </p:pic>
                </p:oleObj>
              </mc:Fallback>
            </mc:AlternateContent>
          </a:graphicData>
        </a:graphic>
      </p:graphicFrame>
      <p:graphicFrame>
        <p:nvGraphicFramePr>
          <p:cNvPr id="3" name="Object 3"/>
          <p:cNvGraphicFramePr>
            <a:graphicFrameLocks noChangeAspect="1"/>
          </p:cNvGraphicFramePr>
          <p:nvPr/>
        </p:nvGraphicFramePr>
        <p:xfrm>
          <a:off x="6510496" y="2661444"/>
          <a:ext cx="237490" cy="411480"/>
        </p:xfrm>
        <a:graphic>
          <a:graphicData uri="http://schemas.openxmlformats.org/presentationml/2006/ole">
            <mc:AlternateContent xmlns:mc="http://schemas.openxmlformats.org/markup-compatibility/2006">
              <mc:Choice xmlns:v="urn:schemas-microsoft-com:vml" Requires="v">
                <p:oleObj r:id="rId8" imgW="101600" imgH="177165" progId="Equation.3">
                  <p:embed/>
                </p:oleObj>
              </mc:Choice>
              <mc:Fallback>
                <p:oleObj r:id="rId8" imgW="101600" imgH="177165" progId="Equation.3">
                  <p:embed/>
                  <p:pic>
                    <p:nvPicPr>
                      <p:cNvPr id="3" name="Object 3"/>
                      <p:cNvPicPr/>
                      <p:nvPr/>
                    </p:nvPicPr>
                    <p:blipFill>
                      <a:blip r:embed="rId9"/>
                      <a:stretch>
                        <a:fillRect/>
                      </a:stretch>
                    </p:blipFill>
                    <p:spPr>
                      <a:xfrm>
                        <a:off x="6510496" y="2661444"/>
                        <a:ext cx="237490" cy="411480"/>
                      </a:xfrm>
                      <a:prstGeom prst="rect">
                        <a:avLst/>
                      </a:prstGeom>
                      <a:noFill/>
                      <a:ln w="38100">
                        <a:noFill/>
                        <a:miter/>
                      </a:ln>
                    </p:spPr>
                  </p:pic>
                </p:oleObj>
              </mc:Fallback>
            </mc:AlternateContent>
          </a:graphicData>
        </a:graphic>
      </p:graphicFrame>
      <p:grpSp>
        <p:nvGrpSpPr>
          <p:cNvPr id="208898" name="Group 2"/>
          <p:cNvGrpSpPr/>
          <p:nvPr/>
        </p:nvGrpSpPr>
        <p:grpSpPr>
          <a:xfrm>
            <a:off x="4810760" y="3026410"/>
            <a:ext cx="3738880" cy="3331210"/>
            <a:chOff x="1488" y="1146"/>
            <a:chExt cx="3456" cy="2632"/>
          </a:xfrm>
        </p:grpSpPr>
        <p:sp>
          <p:nvSpPr>
            <p:cNvPr id="25614" name="Rectangle 3"/>
            <p:cNvSpPr/>
            <p:nvPr/>
          </p:nvSpPr>
          <p:spPr>
            <a:xfrm>
              <a:off x="3312" y="3360"/>
              <a:ext cx="1632" cy="336"/>
            </a:xfrm>
            <a:prstGeom prst="rect">
              <a:avLst/>
            </a:prstGeom>
            <a:solidFill>
              <a:schemeClr val="bg1"/>
            </a:solidFill>
            <a:ln w="9525">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25615" name="Group 4"/>
            <p:cNvGrpSpPr/>
            <p:nvPr/>
          </p:nvGrpSpPr>
          <p:grpSpPr>
            <a:xfrm>
              <a:off x="1488" y="1146"/>
              <a:ext cx="3456" cy="2632"/>
              <a:chOff x="1488" y="1146"/>
              <a:chExt cx="3456" cy="2632"/>
            </a:xfrm>
          </p:grpSpPr>
          <p:graphicFrame>
            <p:nvGraphicFramePr>
              <p:cNvPr id="25616" name="Object 5"/>
              <p:cNvGraphicFramePr>
                <a:graphicFrameLocks noChangeAspect="1"/>
              </p:cNvGraphicFramePr>
              <p:nvPr/>
            </p:nvGraphicFramePr>
            <p:xfrm>
              <a:off x="1488" y="1146"/>
              <a:ext cx="2640" cy="2632"/>
            </p:xfrm>
            <a:graphic>
              <a:graphicData uri="http://schemas.openxmlformats.org/presentationml/2006/ole">
                <mc:AlternateContent xmlns:mc="http://schemas.openxmlformats.org/markup-compatibility/2006">
                  <mc:Choice xmlns:v="urn:schemas-microsoft-com:vml" Requires="v">
                    <p:oleObj r:id="rId10" imgW="5953125" imgH="5934075" progId="Paint.Picture">
                      <p:embed/>
                    </p:oleObj>
                  </mc:Choice>
                  <mc:Fallback>
                    <p:oleObj r:id="rId10" imgW="5953125" imgH="5934075" progId="Paint.Picture">
                      <p:embed/>
                      <p:pic>
                        <p:nvPicPr>
                          <p:cNvPr id="25616" name="Object 5"/>
                          <p:cNvPicPr/>
                          <p:nvPr/>
                        </p:nvPicPr>
                        <p:blipFill>
                          <a:blip r:embed="rId11"/>
                          <a:stretch>
                            <a:fillRect/>
                          </a:stretch>
                        </p:blipFill>
                        <p:spPr>
                          <a:xfrm>
                            <a:off x="1488" y="1146"/>
                            <a:ext cx="2640" cy="2632"/>
                          </a:xfrm>
                          <a:prstGeom prst="rect">
                            <a:avLst/>
                          </a:prstGeom>
                          <a:noFill/>
                          <a:ln w="38100">
                            <a:noFill/>
                            <a:miter/>
                          </a:ln>
                        </p:spPr>
                      </p:pic>
                    </p:oleObj>
                  </mc:Fallback>
                </mc:AlternateContent>
              </a:graphicData>
            </a:graphic>
          </p:graphicFrame>
          <p:grpSp>
            <p:nvGrpSpPr>
              <p:cNvPr id="25617" name="Group 6"/>
              <p:cNvGrpSpPr/>
              <p:nvPr/>
            </p:nvGrpSpPr>
            <p:grpSpPr>
              <a:xfrm>
                <a:off x="3360" y="3392"/>
                <a:ext cx="1584" cy="352"/>
                <a:chOff x="3360" y="3392"/>
                <a:chExt cx="1584" cy="352"/>
              </a:xfrm>
            </p:grpSpPr>
            <p:grpSp>
              <p:nvGrpSpPr>
                <p:cNvPr id="25618" name="Group 7"/>
                <p:cNvGrpSpPr/>
                <p:nvPr/>
              </p:nvGrpSpPr>
              <p:grpSpPr>
                <a:xfrm>
                  <a:off x="3360" y="3392"/>
                  <a:ext cx="1584" cy="352"/>
                  <a:chOff x="3360" y="3392"/>
                  <a:chExt cx="1584" cy="352"/>
                </a:xfrm>
              </p:grpSpPr>
              <p:sp>
                <p:nvSpPr>
                  <p:cNvPr id="25620" name="Text Box 8"/>
                  <p:cNvSpPr txBox="1"/>
                  <p:nvPr/>
                </p:nvSpPr>
                <p:spPr>
                  <a:xfrm>
                    <a:off x="3696" y="3392"/>
                    <a:ext cx="1248" cy="21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spcBef>
                        <a:spcPct val="50000"/>
                      </a:spcBef>
                      <a:buClrTx/>
                      <a:buSzTx/>
                      <a:buFontTx/>
                      <a:buNone/>
                    </a:pPr>
                    <a:r>
                      <a:rPr lang="en-US" altLang="zh-CN" sz="1200" b="1" dirty="0">
                        <a:solidFill>
                          <a:srgbClr val="FF0000"/>
                        </a:solidFill>
                        <a:latin typeface="Times New Roman" panose="02020603050405020304" pitchFamily="18" charset="0"/>
                      </a:rPr>
                      <a:t>Electric field lines</a:t>
                    </a:r>
                  </a:p>
                </p:txBody>
              </p:sp>
              <p:sp>
                <p:nvSpPr>
                  <p:cNvPr id="25621" name="Rectangle 9"/>
                  <p:cNvSpPr/>
                  <p:nvPr/>
                </p:nvSpPr>
                <p:spPr>
                  <a:xfrm>
                    <a:off x="3360" y="3552"/>
                    <a:ext cx="768" cy="192"/>
                  </a:xfrm>
                  <a:prstGeom prst="rect">
                    <a:avLst/>
                  </a:prstGeom>
                  <a:solidFill>
                    <a:schemeClr val="bg1"/>
                  </a:solidFill>
                  <a:ln w="9525">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sp>
              <p:nvSpPr>
                <p:cNvPr id="25619" name="Line 10"/>
                <p:cNvSpPr/>
                <p:nvPr/>
              </p:nvSpPr>
              <p:spPr>
                <a:xfrm>
                  <a:off x="3360" y="3483"/>
                  <a:ext cx="288" cy="0"/>
                </a:xfrm>
                <a:prstGeom prst="line">
                  <a:avLst/>
                </a:prstGeom>
                <a:ln w="19050" cap="flat" cmpd="sng">
                  <a:solidFill>
                    <a:srgbClr val="FF0000"/>
                  </a:solidFill>
                  <a:prstDash val="solid"/>
                  <a:headEnd type="none" w="med" len="med"/>
                  <a:tailEnd type="none" w="med" len="med"/>
                </a:ln>
              </p:spPr>
              <p:txBody>
                <a:bodyPr/>
                <a:lstStyle/>
                <a:p>
                  <a:endParaRPr lang="zh-CN" altLang="en-US"/>
                </a:p>
              </p:txBody>
            </p:sp>
          </p:grpSp>
        </p:grpSp>
      </p:grpSp>
      <p:grpSp>
        <p:nvGrpSpPr>
          <p:cNvPr id="208910" name="Group 14"/>
          <p:cNvGrpSpPr/>
          <p:nvPr/>
        </p:nvGrpSpPr>
        <p:grpSpPr>
          <a:xfrm>
            <a:off x="4860290" y="3053715"/>
            <a:ext cx="4043115" cy="3335655"/>
            <a:chOff x="1503" y="1173"/>
            <a:chExt cx="3737" cy="2636"/>
          </a:xfrm>
        </p:grpSpPr>
        <p:grpSp>
          <p:nvGrpSpPr>
            <p:cNvPr id="25605" name="Group 15"/>
            <p:cNvGrpSpPr/>
            <p:nvPr/>
          </p:nvGrpSpPr>
          <p:grpSpPr>
            <a:xfrm>
              <a:off x="1503" y="1173"/>
              <a:ext cx="2688" cy="2636"/>
              <a:chOff x="-96" y="1156"/>
              <a:chExt cx="2688" cy="2636"/>
            </a:xfrm>
          </p:grpSpPr>
          <p:graphicFrame>
            <p:nvGraphicFramePr>
              <p:cNvPr id="25612" name="Object 16"/>
              <p:cNvGraphicFramePr>
                <a:graphicFrameLocks noChangeAspect="1"/>
              </p:cNvGraphicFramePr>
              <p:nvPr/>
            </p:nvGraphicFramePr>
            <p:xfrm>
              <a:off x="-96" y="1156"/>
              <a:ext cx="2688" cy="2636"/>
            </p:xfrm>
            <a:graphic>
              <a:graphicData uri="http://schemas.openxmlformats.org/presentationml/2006/ole">
                <mc:AlternateContent xmlns:mc="http://schemas.openxmlformats.org/markup-compatibility/2006">
                  <mc:Choice xmlns:v="urn:schemas-microsoft-com:vml" Requires="v">
                    <p:oleObj r:id="rId12" imgW="2895600" imgH="2838450" progId="Paint.Picture">
                      <p:embed/>
                    </p:oleObj>
                  </mc:Choice>
                  <mc:Fallback>
                    <p:oleObj r:id="rId12" imgW="2895600" imgH="2838450" progId="Paint.Picture">
                      <p:embed/>
                      <p:pic>
                        <p:nvPicPr>
                          <p:cNvPr id="25612" name="Object 16"/>
                          <p:cNvPicPr/>
                          <p:nvPr/>
                        </p:nvPicPr>
                        <p:blipFill>
                          <a:blip r:embed="rId13"/>
                          <a:stretch>
                            <a:fillRect/>
                          </a:stretch>
                        </p:blipFill>
                        <p:spPr>
                          <a:xfrm>
                            <a:off x="-96" y="1156"/>
                            <a:ext cx="2688" cy="2636"/>
                          </a:xfrm>
                          <a:prstGeom prst="rect">
                            <a:avLst/>
                          </a:prstGeom>
                          <a:noFill/>
                          <a:ln w="38100">
                            <a:noFill/>
                            <a:miter/>
                          </a:ln>
                        </p:spPr>
                      </p:pic>
                    </p:oleObj>
                  </mc:Fallback>
                </mc:AlternateContent>
              </a:graphicData>
            </a:graphic>
          </p:graphicFrame>
          <p:sp>
            <p:nvSpPr>
              <p:cNvPr id="25613" name="Rectangle 17"/>
              <p:cNvSpPr/>
              <p:nvPr/>
            </p:nvSpPr>
            <p:spPr>
              <a:xfrm>
                <a:off x="1776" y="3449"/>
                <a:ext cx="720" cy="288"/>
              </a:xfrm>
              <a:prstGeom prst="rect">
                <a:avLst/>
              </a:prstGeom>
              <a:solidFill>
                <a:schemeClr val="bg1"/>
              </a:solidFill>
              <a:ln w="9525">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5606" name="Group 18"/>
            <p:cNvGrpSpPr/>
            <p:nvPr/>
          </p:nvGrpSpPr>
          <p:grpSpPr>
            <a:xfrm>
              <a:off x="3381" y="3416"/>
              <a:ext cx="1859" cy="364"/>
              <a:chOff x="3381" y="3416"/>
              <a:chExt cx="1859" cy="364"/>
            </a:xfrm>
          </p:grpSpPr>
          <p:sp>
            <p:nvSpPr>
              <p:cNvPr id="25607" name="Text Box 19"/>
              <p:cNvSpPr txBox="1"/>
              <p:nvPr/>
            </p:nvSpPr>
            <p:spPr>
              <a:xfrm>
                <a:off x="3668" y="3416"/>
                <a:ext cx="960" cy="364"/>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spcBef>
                    <a:spcPct val="50000"/>
                  </a:spcBef>
                  <a:buClrTx/>
                  <a:buSzTx/>
                  <a:buFontTx/>
                  <a:buNone/>
                </a:pPr>
                <a:r>
                  <a:rPr lang="en-US" altLang="zh-CN" sz="1200" b="1" dirty="0">
                    <a:solidFill>
                      <a:srgbClr val="FF0000"/>
                    </a:solidFill>
                    <a:latin typeface="Times New Roman" panose="02020603050405020304" pitchFamily="18" charset="0"/>
                  </a:rPr>
                  <a:t>Electric field lines</a:t>
                </a:r>
              </a:p>
            </p:txBody>
          </p:sp>
          <p:sp>
            <p:nvSpPr>
              <p:cNvPr id="25608" name="Rectangle 20"/>
              <p:cNvSpPr/>
              <p:nvPr/>
            </p:nvSpPr>
            <p:spPr>
              <a:xfrm>
                <a:off x="3381" y="3576"/>
                <a:ext cx="768" cy="192"/>
              </a:xfrm>
              <a:prstGeom prst="rect">
                <a:avLst/>
              </a:prstGeom>
              <a:solidFill>
                <a:schemeClr val="bg1"/>
              </a:solidFill>
              <a:ln w="9525">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5609" name="Line 21"/>
              <p:cNvSpPr/>
              <p:nvPr/>
            </p:nvSpPr>
            <p:spPr>
              <a:xfrm>
                <a:off x="3381" y="3507"/>
                <a:ext cx="288" cy="0"/>
              </a:xfrm>
              <a:prstGeom prst="line">
                <a:avLst/>
              </a:prstGeom>
              <a:ln w="19050" cap="flat" cmpd="sng">
                <a:solidFill>
                  <a:srgbClr val="FF0000"/>
                </a:solidFill>
                <a:prstDash val="solid"/>
                <a:headEnd type="none" w="med" len="med"/>
                <a:tailEnd type="none" w="med" len="med"/>
              </a:ln>
            </p:spPr>
            <p:txBody>
              <a:bodyPr/>
              <a:lstStyle/>
              <a:p>
                <a:endParaRPr lang="zh-CN" altLang="en-US"/>
              </a:p>
            </p:txBody>
          </p:sp>
          <p:sp>
            <p:nvSpPr>
              <p:cNvPr id="25610" name="Text Box 22"/>
              <p:cNvSpPr txBox="1"/>
              <p:nvPr/>
            </p:nvSpPr>
            <p:spPr>
              <a:xfrm>
                <a:off x="3669" y="3515"/>
                <a:ext cx="1571" cy="25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1200" b="1" dirty="0">
                    <a:solidFill>
                      <a:srgbClr val="0000FF"/>
                    </a:solidFill>
                    <a:latin typeface="Times New Roman" panose="02020603050405020304" pitchFamily="18" charset="0"/>
                  </a:rPr>
                  <a:t>Equipotential surfaces</a:t>
                </a:r>
              </a:p>
            </p:txBody>
          </p:sp>
          <p:sp>
            <p:nvSpPr>
              <p:cNvPr id="25611" name="Line 23"/>
              <p:cNvSpPr/>
              <p:nvPr/>
            </p:nvSpPr>
            <p:spPr>
              <a:xfrm>
                <a:off x="3381" y="3622"/>
                <a:ext cx="288" cy="0"/>
              </a:xfrm>
              <a:prstGeom prst="line">
                <a:avLst/>
              </a:prstGeom>
              <a:ln w="19050" cap="flat" cmpd="sng">
                <a:solidFill>
                  <a:srgbClr val="0000FF"/>
                </a:solidFill>
                <a:prstDash val="dash"/>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05826"/>
                                        </p:tgtEl>
                                        <p:attrNameLst>
                                          <p:attrName>style.visibility</p:attrName>
                                        </p:attrNameLst>
                                      </p:cBhvr>
                                      <p:to>
                                        <p:strVal val="visible"/>
                                      </p:to>
                                    </p:set>
                                    <p:anim calcmode="lin" valueType="num">
                                      <p:cBhvr additive="base">
                                        <p:cTn id="7" dur="500" fill="hold"/>
                                        <p:tgtEl>
                                          <p:spTgt spid="205826"/>
                                        </p:tgtEl>
                                        <p:attrNameLst>
                                          <p:attrName>ppt_x</p:attrName>
                                        </p:attrNameLst>
                                      </p:cBhvr>
                                      <p:tavLst>
                                        <p:tav tm="0">
                                          <p:val>
                                            <p:strVal val="#ppt_x"/>
                                          </p:val>
                                        </p:tav>
                                        <p:tav tm="100000">
                                          <p:val>
                                            <p:strVal val="#ppt_x"/>
                                          </p:val>
                                        </p:tav>
                                      </p:tavLst>
                                    </p:anim>
                                    <p:anim calcmode="lin" valueType="num">
                                      <p:cBhvr additive="base">
                                        <p:cTn id="8" dur="500" fill="hold"/>
                                        <p:tgtEl>
                                          <p:spTgt spid="2058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058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6859"/>
                                        </p:tgtEl>
                                        <p:attrNameLst>
                                          <p:attrName>style.visibility</p:attrName>
                                        </p:attrNameLst>
                                      </p:cBhvr>
                                      <p:to>
                                        <p:strVal val="visible"/>
                                      </p:to>
                                    </p:set>
                                    <p:anim calcmode="lin" valueType="num">
                                      <p:cBhvr additive="base">
                                        <p:cTn id="17" dur="500" fill="hold"/>
                                        <p:tgtEl>
                                          <p:spTgt spid="206859"/>
                                        </p:tgtEl>
                                        <p:attrNameLst>
                                          <p:attrName>ppt_x</p:attrName>
                                        </p:attrNameLst>
                                      </p:cBhvr>
                                      <p:tavLst>
                                        <p:tav tm="0">
                                          <p:val>
                                            <p:strVal val="#ppt_x"/>
                                          </p:val>
                                        </p:tav>
                                        <p:tav tm="100000">
                                          <p:val>
                                            <p:strVal val="#ppt_x"/>
                                          </p:val>
                                        </p:tav>
                                      </p:tavLst>
                                    </p:anim>
                                    <p:anim calcmode="lin" valueType="num">
                                      <p:cBhvr additive="base">
                                        <p:cTn id="18" dur="500" fill="hold"/>
                                        <p:tgtEl>
                                          <p:spTgt spid="20685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6851"/>
                                        </p:tgtEl>
                                        <p:attrNameLst>
                                          <p:attrName>style.visibility</p:attrName>
                                        </p:attrNameLst>
                                      </p:cBhvr>
                                      <p:to>
                                        <p:strVal val="visible"/>
                                      </p:to>
                                    </p:set>
                                    <p:anim calcmode="lin" valueType="num">
                                      <p:cBhvr additive="base">
                                        <p:cTn id="23" dur="500" fill="hold"/>
                                        <p:tgtEl>
                                          <p:spTgt spid="206851"/>
                                        </p:tgtEl>
                                        <p:attrNameLst>
                                          <p:attrName>ppt_x</p:attrName>
                                        </p:attrNameLst>
                                      </p:cBhvr>
                                      <p:tavLst>
                                        <p:tav tm="0">
                                          <p:val>
                                            <p:strVal val="#ppt_x"/>
                                          </p:val>
                                        </p:tav>
                                        <p:tav tm="100000">
                                          <p:val>
                                            <p:strVal val="#ppt_x"/>
                                          </p:val>
                                        </p:tav>
                                      </p:tavLst>
                                    </p:anim>
                                    <p:anim calcmode="lin" valueType="num">
                                      <p:cBhvr additive="base">
                                        <p:cTn id="24" dur="500" fill="hold"/>
                                        <p:tgtEl>
                                          <p:spTgt spid="20685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088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2089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2994" name="Group 2"/>
          <p:cNvGrpSpPr/>
          <p:nvPr/>
        </p:nvGrpSpPr>
        <p:grpSpPr>
          <a:xfrm>
            <a:off x="539750" y="1295400"/>
            <a:ext cx="3352800" cy="3352800"/>
            <a:chOff x="379" y="816"/>
            <a:chExt cx="2112" cy="2112"/>
          </a:xfrm>
        </p:grpSpPr>
        <p:sp>
          <p:nvSpPr>
            <p:cNvPr id="29722" name="Rectangle 3"/>
            <p:cNvSpPr/>
            <p:nvPr/>
          </p:nvSpPr>
          <p:spPr>
            <a:xfrm>
              <a:off x="379" y="816"/>
              <a:ext cx="2112" cy="2112"/>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9723" name="Rectangle 4"/>
            <p:cNvSpPr/>
            <p:nvPr/>
          </p:nvSpPr>
          <p:spPr>
            <a:xfrm>
              <a:off x="1104" y="1456"/>
              <a:ext cx="48" cy="1184"/>
            </a:xfrm>
            <a:prstGeom prst="rect">
              <a:avLst/>
            </a:prstGeom>
            <a:solidFill>
              <a:srgbClr val="FF0000"/>
            </a:solid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13043" name="Group 51"/>
          <p:cNvGrpSpPr/>
          <p:nvPr/>
        </p:nvGrpSpPr>
        <p:grpSpPr>
          <a:xfrm>
            <a:off x="323850" y="188913"/>
            <a:ext cx="8351838" cy="1014413"/>
            <a:chOff x="576" y="288"/>
            <a:chExt cx="4800" cy="639"/>
          </a:xfrm>
        </p:grpSpPr>
        <p:sp>
          <p:nvSpPr>
            <p:cNvPr id="29720" name="Text Box 52"/>
            <p:cNvSpPr txBox="1"/>
            <p:nvPr/>
          </p:nvSpPr>
          <p:spPr>
            <a:xfrm>
              <a:off x="576" y="288"/>
              <a:ext cx="4800" cy="63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FF0000"/>
                  </a:solidFill>
                  <a:ea typeface="楷体_GB2312" pitchFamily="49" charset="-122"/>
                </a:rPr>
                <a:t>Example  1    </a:t>
              </a:r>
              <a:r>
                <a:rPr lang="en-US" altLang="zh-CN" sz="2000" b="1" dirty="0">
                  <a:solidFill>
                    <a:srgbClr val="000000"/>
                  </a:solidFill>
                </a:rPr>
                <a:t>Find the electric field intensity caused by a line charge with length </a:t>
              </a:r>
              <a:r>
                <a:rPr lang="en-US" altLang="zh-CN" sz="2000" i="1" dirty="0">
                  <a:solidFill>
                    <a:srgbClr val="000000"/>
                  </a:solidFill>
                </a:rPr>
                <a:t>L</a:t>
              </a:r>
              <a:r>
                <a:rPr lang="en-US" altLang="zh-CN" sz="2000" b="1" i="1" dirty="0">
                  <a:solidFill>
                    <a:srgbClr val="000000"/>
                  </a:solidFill>
                </a:rPr>
                <a:t> </a:t>
              </a:r>
              <a:r>
                <a:rPr lang="en-US" altLang="zh-CN" sz="2000" b="1" dirty="0">
                  <a:solidFill>
                    <a:srgbClr val="000000"/>
                  </a:solidFill>
                </a:rPr>
                <a:t>and charge density</a:t>
              </a:r>
              <a:r>
                <a:rPr lang="en-US" altLang="zh-CN" sz="2000" b="1" dirty="0">
                  <a:solidFill>
                    <a:srgbClr val="0000FF"/>
                  </a:solidFill>
                </a:rPr>
                <a:t>     </a:t>
              </a:r>
              <a:r>
                <a:rPr lang="en-US" altLang="zh-CN" sz="2000" b="1" dirty="0">
                  <a:solidFill>
                    <a:srgbClr val="000000"/>
                  </a:solidFill>
                </a:rPr>
                <a:t>.</a:t>
              </a:r>
              <a:endParaRPr lang="en-US" altLang="zh-CN" sz="2000" b="1" dirty="0">
                <a:solidFill>
                  <a:srgbClr val="000000"/>
                </a:solidFill>
                <a:ea typeface="楷体_GB2312" pitchFamily="49" charset="-122"/>
              </a:endParaRPr>
            </a:p>
          </p:txBody>
        </p:sp>
        <p:graphicFrame>
          <p:nvGraphicFramePr>
            <p:cNvPr id="29721" name="Object 53"/>
            <p:cNvGraphicFramePr>
              <a:graphicFrameLocks noChangeAspect="1"/>
            </p:cNvGraphicFramePr>
            <p:nvPr/>
          </p:nvGraphicFramePr>
          <p:xfrm>
            <a:off x="3381" y="672"/>
            <a:ext cx="171" cy="216"/>
          </p:xfrm>
          <a:graphic>
            <a:graphicData uri="http://schemas.openxmlformats.org/presentationml/2006/ole">
              <mc:AlternateContent xmlns:mc="http://schemas.openxmlformats.org/markup-compatibility/2006">
                <mc:Choice xmlns:v="urn:schemas-microsoft-com:vml" Requires="v">
                  <p:oleObj r:id="rId2" imgW="177800" imgH="228600" progId="Equation.3">
                    <p:embed/>
                  </p:oleObj>
                </mc:Choice>
                <mc:Fallback>
                  <p:oleObj r:id="rId2" imgW="177800" imgH="228600" progId="Equation.3">
                    <p:embed/>
                    <p:pic>
                      <p:nvPicPr>
                        <p:cNvPr id="29721" name="Object 53"/>
                        <p:cNvPicPr/>
                        <p:nvPr/>
                      </p:nvPicPr>
                      <p:blipFill>
                        <a:blip r:embed="rId3"/>
                        <a:stretch>
                          <a:fillRect/>
                        </a:stretch>
                      </p:blipFill>
                      <p:spPr>
                        <a:xfrm>
                          <a:off x="3381" y="672"/>
                          <a:ext cx="171" cy="216"/>
                        </a:xfrm>
                        <a:prstGeom prst="rect">
                          <a:avLst/>
                        </a:prstGeom>
                        <a:noFill/>
                        <a:ln w="38100">
                          <a:noFill/>
                          <a:miter/>
                        </a:ln>
                      </p:spPr>
                    </p:pic>
                  </p:oleObj>
                </mc:Fallback>
              </mc:AlternateContent>
            </a:graphicData>
          </a:graphic>
        </p:graphicFrame>
      </p:grpSp>
      <p:sp>
        <p:nvSpPr>
          <p:cNvPr id="213046" name="Text Box 54"/>
          <p:cNvSpPr txBox="1"/>
          <p:nvPr/>
        </p:nvSpPr>
        <p:spPr>
          <a:xfrm>
            <a:off x="4211638" y="1268413"/>
            <a:ext cx="45720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rPr>
              <a:t>Solution:</a:t>
            </a:r>
            <a:r>
              <a:rPr lang="en-US" altLang="zh-CN" sz="2000" b="1" dirty="0">
                <a:solidFill>
                  <a:srgbClr val="0000FF"/>
                </a:solidFill>
                <a:latin typeface="Times New Roman" panose="02020603050405020304" pitchFamily="18" charset="0"/>
              </a:rPr>
              <a:t>  Let the </a:t>
            </a:r>
            <a:r>
              <a:rPr lang="en-US" altLang="zh-CN" sz="2000" b="1" i="1" dirty="0">
                <a:latin typeface="Times New Roman" panose="02020603050405020304" pitchFamily="18" charset="0"/>
              </a:rPr>
              <a:t>z</a:t>
            </a:r>
            <a:r>
              <a:rPr lang="en-US" altLang="zh-CN" sz="2000" b="1" dirty="0">
                <a:solidFill>
                  <a:srgbClr val="0000FF"/>
                </a:solidFill>
                <a:latin typeface="Times New Roman" panose="02020603050405020304" pitchFamily="18" charset="0"/>
              </a:rPr>
              <a:t>-axis of a cylindrical coordinate system coincide with the line charge and the mid point of the line be at the origin. </a:t>
            </a:r>
            <a:endParaRPr lang="en-US" altLang="zh-CN" sz="2000" b="1" dirty="0">
              <a:solidFill>
                <a:srgbClr val="0000FF"/>
              </a:solidFill>
              <a:latin typeface="楷体_GB2312" pitchFamily="49" charset="-122"/>
              <a:ea typeface="楷体_GB2312" pitchFamily="49" charset="-122"/>
            </a:endParaRPr>
          </a:p>
        </p:txBody>
      </p:sp>
      <p:sp>
        <p:nvSpPr>
          <p:cNvPr id="213047" name="Text Box 55"/>
          <p:cNvSpPr txBox="1"/>
          <p:nvPr/>
        </p:nvSpPr>
        <p:spPr>
          <a:xfrm>
            <a:off x="827088" y="4724400"/>
            <a:ext cx="76200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nSpc>
                <a:spcPct val="150000"/>
              </a:lnSpc>
              <a:spcBef>
                <a:spcPct val="0"/>
              </a:spcBef>
              <a:buClrTx/>
              <a:buSzTx/>
              <a:buFontTx/>
              <a:buNone/>
            </a:pPr>
            <a:r>
              <a:rPr lang="en-US" altLang="zh-CN" sz="2000" b="1" dirty="0">
                <a:solidFill>
                  <a:srgbClr val="0000FF"/>
                </a:solidFill>
                <a:latin typeface="Times New Roman" panose="02020603050405020304" pitchFamily="18" charset="0"/>
              </a:rPr>
              <a:t>      It is </a:t>
            </a:r>
            <a:r>
              <a:rPr lang="en-US" altLang="zh-CN" sz="2000" b="1" dirty="0">
                <a:solidFill>
                  <a:srgbClr val="FF0000"/>
                </a:solidFill>
                <a:latin typeface="Times New Roman" panose="02020603050405020304" pitchFamily="18" charset="0"/>
              </a:rPr>
              <a:t>impossible</a:t>
            </a:r>
            <a:r>
              <a:rPr lang="en-US" altLang="zh-CN" sz="2000" b="1" dirty="0">
                <a:solidFill>
                  <a:srgbClr val="0000FF"/>
                </a:solidFill>
                <a:latin typeface="Times New Roman" panose="02020603050405020304" pitchFamily="18" charset="0"/>
              </a:rPr>
              <a:t> to apply Gauss’ law to calculate the field because the direction of the electric field intensity cannot be found out </a:t>
            </a:r>
            <a:r>
              <a:rPr lang="en-US" altLang="zh-CN" sz="2000" b="1" dirty="0">
                <a:solidFill>
                  <a:srgbClr val="FF0000"/>
                </a:solidFill>
                <a:latin typeface="Times New Roman" panose="02020603050405020304" pitchFamily="18" charset="0"/>
              </a:rPr>
              <a:t>in advance</a:t>
            </a:r>
            <a:r>
              <a:rPr lang="en-US" altLang="zh-CN" sz="2000" b="1" dirty="0">
                <a:solidFill>
                  <a:srgbClr val="0000FF"/>
                </a:solidFill>
                <a:latin typeface="Times New Roman" panose="02020603050405020304" pitchFamily="18" charset="0"/>
              </a:rPr>
              <a:t>. We have to evaluate </a:t>
            </a:r>
            <a:r>
              <a:rPr lang="en-US" altLang="zh-CN" sz="2000" b="1" dirty="0">
                <a:solidFill>
                  <a:srgbClr val="FF0000"/>
                </a:solidFill>
                <a:latin typeface="Times New Roman" panose="02020603050405020304" pitchFamily="18" charset="0"/>
              </a:rPr>
              <a:t>directly</a:t>
            </a:r>
            <a:r>
              <a:rPr lang="en-US" altLang="zh-CN" sz="2000" b="1" dirty="0">
                <a:solidFill>
                  <a:srgbClr val="0000FF"/>
                </a:solidFill>
                <a:latin typeface="Times New Roman" panose="02020603050405020304" pitchFamily="18" charset="0"/>
              </a:rPr>
              <a:t> the electric potential and the electric field intensity.</a:t>
            </a:r>
          </a:p>
        </p:txBody>
      </p:sp>
      <p:sp>
        <p:nvSpPr>
          <p:cNvPr id="213048" name="Text Box 56"/>
          <p:cNvSpPr txBox="1"/>
          <p:nvPr/>
        </p:nvSpPr>
        <p:spPr>
          <a:xfrm>
            <a:off x="4140200" y="3357563"/>
            <a:ext cx="45720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nSpc>
                <a:spcPct val="150000"/>
              </a:lnSpc>
              <a:spcBef>
                <a:spcPct val="0"/>
              </a:spcBef>
              <a:buClrTx/>
              <a:buSzTx/>
              <a:buFontTx/>
              <a:buNone/>
            </a:pPr>
            <a:r>
              <a:rPr lang="en-US" altLang="zh-CN" sz="2000" b="1" dirty="0">
                <a:solidFill>
                  <a:srgbClr val="0000FF"/>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Since it is rotationally symmetrical, the field is independent of the angle </a:t>
            </a:r>
            <a:r>
              <a:rPr lang="en-US" altLang="zh-CN" sz="2000" b="1" i="1" dirty="0">
                <a:solidFill>
                  <a:srgbClr val="FF0000"/>
                </a:solidFill>
                <a:latin typeface="Times New Roman" panose="02020603050405020304" pitchFamily="18" charset="0"/>
                <a:sym typeface="Symbol" panose="05050102010706020507" pitchFamily="18" charset="2"/>
              </a:rPr>
              <a:t></a:t>
            </a:r>
            <a:r>
              <a:rPr lang="en-US" altLang="zh-CN" sz="2000" i="1" dirty="0">
                <a:solidFill>
                  <a:srgbClr val="FF0000"/>
                </a:solidFill>
                <a:latin typeface="Times New Roman" panose="02020603050405020304" pitchFamily="18" charset="0"/>
                <a:sym typeface="Symbol" panose="05050102010706020507" pitchFamily="18" charset="2"/>
              </a:rPr>
              <a:t> </a:t>
            </a:r>
            <a:r>
              <a:rPr lang="en-US" altLang="zh-CN" sz="2000" b="1" dirty="0">
                <a:solidFill>
                  <a:srgbClr val="000000"/>
                </a:solidFill>
                <a:latin typeface="Times New Roman" panose="02020603050405020304" pitchFamily="18" charset="0"/>
              </a:rPr>
              <a:t>.</a:t>
            </a:r>
          </a:p>
        </p:txBody>
      </p:sp>
      <p:grpSp>
        <p:nvGrpSpPr>
          <p:cNvPr id="57" name="Group 127"/>
          <p:cNvGrpSpPr/>
          <p:nvPr/>
        </p:nvGrpSpPr>
        <p:grpSpPr>
          <a:xfrm>
            <a:off x="671513" y="1484313"/>
            <a:ext cx="2592387" cy="3021012"/>
            <a:chOff x="3856" y="257"/>
            <a:chExt cx="1633" cy="1903"/>
          </a:xfrm>
        </p:grpSpPr>
        <p:sp>
          <p:nvSpPr>
            <p:cNvPr id="29704" name="Rectangle 14"/>
            <p:cNvSpPr/>
            <p:nvPr/>
          </p:nvSpPr>
          <p:spPr>
            <a:xfrm>
              <a:off x="3856" y="257"/>
              <a:ext cx="1633" cy="1814"/>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000" dirty="0">
                <a:solidFill>
                  <a:schemeClr val="bg1"/>
                </a:solidFill>
                <a:ea typeface="楷体_GB2312" pitchFamily="49" charset="-122"/>
              </a:endParaRPr>
            </a:p>
          </p:txBody>
        </p:sp>
        <p:sp>
          <p:nvSpPr>
            <p:cNvPr id="29705" name="Line 20"/>
            <p:cNvSpPr/>
            <p:nvPr/>
          </p:nvSpPr>
          <p:spPr>
            <a:xfrm flipH="1" flipV="1">
              <a:off x="4331" y="709"/>
              <a:ext cx="635" cy="730"/>
            </a:xfrm>
            <a:prstGeom prst="line">
              <a:avLst/>
            </a:prstGeom>
            <a:ln w="9525" cap="flat" cmpd="sng">
              <a:solidFill>
                <a:srgbClr val="000000"/>
              </a:solidFill>
              <a:prstDash val="dash"/>
              <a:headEnd type="none" w="med" len="med"/>
              <a:tailEnd type="none" w="med" len="med"/>
            </a:ln>
          </p:spPr>
          <p:txBody>
            <a:bodyPr/>
            <a:lstStyle/>
            <a:p>
              <a:endParaRPr lang="zh-CN" altLang="en-US"/>
            </a:p>
          </p:txBody>
        </p:sp>
        <p:graphicFrame>
          <p:nvGraphicFramePr>
            <p:cNvPr id="29706" name="Object 21"/>
            <p:cNvGraphicFramePr>
              <a:graphicFrameLocks noChangeAspect="1"/>
            </p:cNvGraphicFramePr>
            <p:nvPr/>
          </p:nvGraphicFramePr>
          <p:xfrm>
            <a:off x="4105" y="1071"/>
            <a:ext cx="225" cy="272"/>
          </p:xfrm>
          <a:graphic>
            <a:graphicData uri="http://schemas.openxmlformats.org/presentationml/2006/ole">
              <mc:AlternateContent xmlns:mc="http://schemas.openxmlformats.org/markup-compatibility/2006">
                <mc:Choice xmlns:v="urn:schemas-microsoft-com:vml" Requires="v">
                  <p:oleObj r:id="rId4" imgW="74930" imgH="115570" progId="Equation.DSMT4">
                    <p:embed/>
                  </p:oleObj>
                </mc:Choice>
                <mc:Fallback>
                  <p:oleObj r:id="rId4" imgW="74930" imgH="115570" progId="Equation.DSMT4">
                    <p:embed/>
                    <p:pic>
                      <p:nvPicPr>
                        <p:cNvPr id="29706" name="Object 21"/>
                        <p:cNvPicPr/>
                        <p:nvPr/>
                      </p:nvPicPr>
                      <p:blipFill>
                        <a:blip r:embed="rId5">
                          <a:clrChange>
                            <a:clrFrom>
                              <a:srgbClr val="000000"/>
                            </a:clrFrom>
                            <a:clrTo>
                              <a:srgbClr val="007A77"/>
                            </a:clrTo>
                          </a:clrChange>
                        </a:blip>
                        <a:stretch>
                          <a:fillRect/>
                        </a:stretch>
                      </p:blipFill>
                      <p:spPr>
                        <a:xfrm>
                          <a:off x="4105" y="1071"/>
                          <a:ext cx="225" cy="272"/>
                        </a:xfrm>
                        <a:prstGeom prst="rect">
                          <a:avLst/>
                        </a:prstGeom>
                        <a:noFill/>
                        <a:ln w="38100">
                          <a:noFill/>
                          <a:miter/>
                        </a:ln>
                      </p:spPr>
                    </p:pic>
                  </p:oleObj>
                </mc:Fallback>
              </mc:AlternateContent>
            </a:graphicData>
          </a:graphic>
        </p:graphicFrame>
        <p:graphicFrame>
          <p:nvGraphicFramePr>
            <p:cNvPr id="29707" name="Object 22"/>
            <p:cNvGraphicFramePr>
              <a:graphicFrameLocks noChangeAspect="1"/>
            </p:cNvGraphicFramePr>
            <p:nvPr/>
          </p:nvGraphicFramePr>
          <p:xfrm>
            <a:off x="4377" y="1434"/>
            <a:ext cx="194" cy="272"/>
          </p:xfrm>
          <a:graphic>
            <a:graphicData uri="http://schemas.openxmlformats.org/presentationml/2006/ole">
              <mc:AlternateContent xmlns:mc="http://schemas.openxmlformats.org/markup-compatibility/2006">
                <mc:Choice xmlns:v="urn:schemas-microsoft-com:vml" Requires="v">
                  <p:oleObj r:id="rId6" imgW="52070" imgH="115570" progId="Equation.DSMT4">
                    <p:embed/>
                  </p:oleObj>
                </mc:Choice>
                <mc:Fallback>
                  <p:oleObj r:id="rId6" imgW="52070" imgH="115570" progId="Equation.DSMT4">
                    <p:embed/>
                    <p:pic>
                      <p:nvPicPr>
                        <p:cNvPr id="29707" name="Object 22"/>
                        <p:cNvPicPr/>
                        <p:nvPr/>
                      </p:nvPicPr>
                      <p:blipFill>
                        <a:blip r:embed="rId7">
                          <a:clrChange>
                            <a:clrFrom>
                              <a:srgbClr val="000000"/>
                            </a:clrFrom>
                            <a:clrTo>
                              <a:srgbClr val="007A77"/>
                            </a:clrTo>
                          </a:clrChange>
                        </a:blip>
                        <a:stretch>
                          <a:fillRect/>
                        </a:stretch>
                      </p:blipFill>
                      <p:spPr>
                        <a:xfrm>
                          <a:off x="4377" y="1434"/>
                          <a:ext cx="194" cy="272"/>
                        </a:xfrm>
                        <a:prstGeom prst="rect">
                          <a:avLst/>
                        </a:prstGeom>
                        <a:noFill/>
                        <a:ln w="38100">
                          <a:noFill/>
                          <a:miter/>
                        </a:ln>
                      </p:spPr>
                    </p:pic>
                  </p:oleObj>
                </mc:Fallback>
              </mc:AlternateContent>
            </a:graphicData>
          </a:graphic>
        </p:graphicFrame>
        <p:graphicFrame>
          <p:nvGraphicFramePr>
            <p:cNvPr id="29708" name="Object 23"/>
            <p:cNvGraphicFramePr>
              <a:graphicFrameLocks noChangeAspect="1"/>
            </p:cNvGraphicFramePr>
            <p:nvPr/>
          </p:nvGraphicFramePr>
          <p:xfrm>
            <a:off x="4604" y="1253"/>
            <a:ext cx="193" cy="196"/>
          </p:xfrm>
          <a:graphic>
            <a:graphicData uri="http://schemas.openxmlformats.org/presentationml/2006/ole">
              <mc:AlternateContent xmlns:mc="http://schemas.openxmlformats.org/markup-compatibility/2006">
                <mc:Choice xmlns:v="urn:schemas-microsoft-com:vml" Requires="v">
                  <p:oleObj r:id="rId8" imgW="52070" imgH="57785" progId="Equation.DSMT4">
                    <p:embed/>
                  </p:oleObj>
                </mc:Choice>
                <mc:Fallback>
                  <p:oleObj r:id="rId8" imgW="52070" imgH="57785" progId="Equation.DSMT4">
                    <p:embed/>
                    <p:pic>
                      <p:nvPicPr>
                        <p:cNvPr id="29708" name="Object 23"/>
                        <p:cNvPicPr/>
                        <p:nvPr/>
                      </p:nvPicPr>
                      <p:blipFill>
                        <a:blip r:embed="rId9">
                          <a:clrChange>
                            <a:clrFrom>
                              <a:srgbClr val="000000"/>
                            </a:clrFrom>
                            <a:clrTo>
                              <a:srgbClr val="007A77"/>
                            </a:clrTo>
                          </a:clrChange>
                        </a:blip>
                        <a:stretch>
                          <a:fillRect/>
                        </a:stretch>
                      </p:blipFill>
                      <p:spPr>
                        <a:xfrm>
                          <a:off x="4604" y="1253"/>
                          <a:ext cx="193" cy="196"/>
                        </a:xfrm>
                        <a:prstGeom prst="rect">
                          <a:avLst/>
                        </a:prstGeom>
                        <a:noFill/>
                        <a:ln w="38100">
                          <a:noFill/>
                          <a:miter/>
                        </a:ln>
                      </p:spPr>
                    </p:pic>
                  </p:oleObj>
                </mc:Fallback>
              </mc:AlternateContent>
            </a:graphicData>
          </a:graphic>
        </p:graphicFrame>
        <p:graphicFrame>
          <p:nvGraphicFramePr>
            <p:cNvPr id="29709" name="Object 25"/>
            <p:cNvGraphicFramePr>
              <a:graphicFrameLocks noChangeAspect="1"/>
            </p:cNvGraphicFramePr>
            <p:nvPr/>
          </p:nvGraphicFramePr>
          <p:xfrm>
            <a:off x="4150" y="391"/>
            <a:ext cx="227" cy="211"/>
          </p:xfrm>
          <a:graphic>
            <a:graphicData uri="http://schemas.openxmlformats.org/presentationml/2006/ole">
              <mc:AlternateContent xmlns:mc="http://schemas.openxmlformats.org/markup-compatibility/2006">
                <mc:Choice xmlns:v="urn:schemas-microsoft-com:vml" Requires="v">
                  <p:oleObj r:id="rId10" imgW="22860" imgH="22860" progId="Equation.DSMT4">
                    <p:embed/>
                  </p:oleObj>
                </mc:Choice>
                <mc:Fallback>
                  <p:oleObj r:id="rId10" imgW="22860" imgH="22860" progId="Equation.DSMT4">
                    <p:embed/>
                    <p:pic>
                      <p:nvPicPr>
                        <p:cNvPr id="29709" name="Object 25"/>
                        <p:cNvPicPr/>
                        <p:nvPr/>
                      </p:nvPicPr>
                      <p:blipFill>
                        <a:blip r:embed="rId11">
                          <a:clrChange>
                            <a:clrFrom>
                              <a:srgbClr val="000000"/>
                            </a:clrFrom>
                            <a:clrTo>
                              <a:srgbClr val="007A77"/>
                            </a:clrTo>
                          </a:clrChange>
                        </a:blip>
                        <a:stretch>
                          <a:fillRect/>
                        </a:stretch>
                      </p:blipFill>
                      <p:spPr>
                        <a:xfrm>
                          <a:off x="4150" y="391"/>
                          <a:ext cx="227" cy="211"/>
                        </a:xfrm>
                        <a:prstGeom prst="rect">
                          <a:avLst/>
                        </a:prstGeom>
                        <a:noFill/>
                        <a:ln w="38100">
                          <a:noFill/>
                          <a:miter/>
                        </a:ln>
                      </p:spPr>
                    </p:pic>
                  </p:oleObj>
                </mc:Fallback>
              </mc:AlternateContent>
            </a:graphicData>
          </a:graphic>
        </p:graphicFrame>
        <p:graphicFrame>
          <p:nvGraphicFramePr>
            <p:cNvPr id="29710" name="Object 26"/>
            <p:cNvGraphicFramePr>
              <a:graphicFrameLocks noChangeAspect="1"/>
            </p:cNvGraphicFramePr>
            <p:nvPr/>
          </p:nvGraphicFramePr>
          <p:xfrm>
            <a:off x="4964" y="1283"/>
            <a:ext cx="257" cy="195"/>
          </p:xfrm>
          <a:graphic>
            <a:graphicData uri="http://schemas.openxmlformats.org/presentationml/2006/ole">
              <mc:AlternateContent xmlns:mc="http://schemas.openxmlformats.org/markup-compatibility/2006">
                <mc:Choice xmlns:v="urn:schemas-microsoft-com:vml" Requires="v">
                  <p:oleObj r:id="rId12" imgW="92710" imgH="57785" progId="Equation.DSMT4">
                    <p:embed/>
                  </p:oleObj>
                </mc:Choice>
                <mc:Fallback>
                  <p:oleObj r:id="rId12" imgW="92710" imgH="57785" progId="Equation.DSMT4">
                    <p:embed/>
                    <p:pic>
                      <p:nvPicPr>
                        <p:cNvPr id="29710" name="Object 26"/>
                        <p:cNvPicPr/>
                        <p:nvPr/>
                      </p:nvPicPr>
                      <p:blipFill>
                        <a:blip r:embed="rId13">
                          <a:clrChange>
                            <a:clrFrom>
                              <a:srgbClr val="000000"/>
                            </a:clrFrom>
                            <a:clrTo>
                              <a:srgbClr val="007A77"/>
                            </a:clrTo>
                          </a:clrChange>
                        </a:blip>
                        <a:stretch>
                          <a:fillRect/>
                        </a:stretch>
                      </p:blipFill>
                      <p:spPr>
                        <a:xfrm>
                          <a:off x="4964" y="1283"/>
                          <a:ext cx="257" cy="195"/>
                        </a:xfrm>
                        <a:prstGeom prst="rect">
                          <a:avLst/>
                        </a:prstGeom>
                        <a:noFill/>
                        <a:ln w="38100">
                          <a:noFill/>
                          <a:miter/>
                        </a:ln>
                      </p:spPr>
                    </p:pic>
                  </p:oleObj>
                </mc:Fallback>
              </mc:AlternateContent>
            </a:graphicData>
          </a:graphic>
        </p:graphicFrame>
        <p:sp>
          <p:nvSpPr>
            <p:cNvPr id="29711" name="Rectangle 105"/>
            <p:cNvSpPr/>
            <p:nvPr/>
          </p:nvSpPr>
          <p:spPr>
            <a:xfrm>
              <a:off x="4294" y="709"/>
              <a:ext cx="75" cy="1088"/>
            </a:xfrm>
            <a:prstGeom prst="rect">
              <a:avLst/>
            </a:prstGeom>
            <a:gradFill rotWithShape="1">
              <a:gsLst>
                <a:gs pos="0">
                  <a:srgbClr val="226544"/>
                </a:gs>
                <a:gs pos="100000">
                  <a:srgbClr val="339966"/>
                </a:gs>
              </a:gsLst>
              <a:lin ang="0" scaled="1"/>
              <a:tileRect/>
            </a:grad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000" dirty="0">
                <a:solidFill>
                  <a:schemeClr val="bg1"/>
                </a:solidFill>
                <a:ea typeface="楷体_GB2312" pitchFamily="49" charset="-122"/>
              </a:endParaRPr>
            </a:p>
          </p:txBody>
        </p:sp>
        <p:sp>
          <p:nvSpPr>
            <p:cNvPr id="29712" name="Line 108"/>
            <p:cNvSpPr/>
            <p:nvPr/>
          </p:nvSpPr>
          <p:spPr>
            <a:xfrm flipV="1">
              <a:off x="4331" y="482"/>
              <a:ext cx="0" cy="1406"/>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29713" name="Line 110"/>
            <p:cNvSpPr/>
            <p:nvPr/>
          </p:nvSpPr>
          <p:spPr>
            <a:xfrm flipV="1">
              <a:off x="4332" y="1448"/>
              <a:ext cx="634"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9714" name="Line 111"/>
            <p:cNvSpPr/>
            <p:nvPr/>
          </p:nvSpPr>
          <p:spPr>
            <a:xfrm flipH="1">
              <a:off x="4331" y="1434"/>
              <a:ext cx="635" cy="363"/>
            </a:xfrm>
            <a:prstGeom prst="line">
              <a:avLst/>
            </a:prstGeom>
            <a:ln w="9525" cap="flat" cmpd="sng">
              <a:solidFill>
                <a:srgbClr val="000000"/>
              </a:solidFill>
              <a:prstDash val="dash"/>
              <a:headEnd type="none" w="med" len="med"/>
              <a:tailEnd type="none" w="med" len="med"/>
            </a:ln>
          </p:spPr>
          <p:txBody>
            <a:bodyPr/>
            <a:lstStyle/>
            <a:p>
              <a:endParaRPr lang="zh-CN" altLang="en-US"/>
            </a:p>
          </p:txBody>
        </p:sp>
        <p:sp>
          <p:nvSpPr>
            <p:cNvPr id="29715" name="Oval 112"/>
            <p:cNvSpPr/>
            <p:nvPr/>
          </p:nvSpPr>
          <p:spPr>
            <a:xfrm>
              <a:off x="4942" y="1419"/>
              <a:ext cx="46" cy="45"/>
            </a:xfrm>
            <a:prstGeom prst="ellipse">
              <a:avLst/>
            </a:prstGeom>
            <a:solidFill>
              <a:schemeClr val="tx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000" dirty="0">
                <a:solidFill>
                  <a:schemeClr val="bg1"/>
                </a:solidFill>
                <a:ea typeface="楷体_GB2312" pitchFamily="49" charset="-122"/>
              </a:endParaRPr>
            </a:p>
          </p:txBody>
        </p:sp>
        <p:graphicFrame>
          <p:nvGraphicFramePr>
            <p:cNvPr id="29716" name="Object 113"/>
            <p:cNvGraphicFramePr>
              <a:graphicFrameLocks noChangeAspect="1"/>
            </p:cNvGraphicFramePr>
            <p:nvPr/>
          </p:nvGraphicFramePr>
          <p:xfrm>
            <a:off x="4377" y="572"/>
            <a:ext cx="211" cy="272"/>
          </p:xfrm>
          <a:graphic>
            <a:graphicData uri="http://schemas.openxmlformats.org/presentationml/2006/ole">
              <mc:AlternateContent xmlns:mc="http://schemas.openxmlformats.org/markup-compatibility/2006">
                <mc:Choice xmlns:v="urn:schemas-microsoft-com:vml" Requires="v">
                  <p:oleObj r:id="rId14" imgW="57785" imgH="115570" progId="Equation.DSMT4">
                    <p:embed/>
                  </p:oleObj>
                </mc:Choice>
                <mc:Fallback>
                  <p:oleObj r:id="rId14" imgW="57785" imgH="115570" progId="Equation.DSMT4">
                    <p:embed/>
                    <p:pic>
                      <p:nvPicPr>
                        <p:cNvPr id="29716" name="Object 113"/>
                        <p:cNvPicPr/>
                        <p:nvPr/>
                      </p:nvPicPr>
                      <p:blipFill>
                        <a:blip r:embed="rId15">
                          <a:clrChange>
                            <a:clrFrom>
                              <a:srgbClr val="000000"/>
                            </a:clrFrom>
                            <a:clrTo>
                              <a:srgbClr val="007A77"/>
                            </a:clrTo>
                          </a:clrChange>
                        </a:blip>
                        <a:stretch>
                          <a:fillRect/>
                        </a:stretch>
                      </p:blipFill>
                      <p:spPr>
                        <a:xfrm>
                          <a:off x="4377" y="572"/>
                          <a:ext cx="211" cy="272"/>
                        </a:xfrm>
                        <a:prstGeom prst="rect">
                          <a:avLst/>
                        </a:prstGeom>
                        <a:noFill/>
                        <a:ln w="38100">
                          <a:noFill/>
                          <a:miter/>
                        </a:ln>
                      </p:spPr>
                    </p:pic>
                  </p:oleObj>
                </mc:Fallback>
              </mc:AlternateContent>
            </a:graphicData>
          </a:graphic>
        </p:graphicFrame>
        <p:sp>
          <p:nvSpPr>
            <p:cNvPr id="29717" name="Arc 114"/>
            <p:cNvSpPr/>
            <p:nvPr/>
          </p:nvSpPr>
          <p:spPr>
            <a:xfrm>
              <a:off x="4331" y="663"/>
              <a:ext cx="90" cy="180"/>
            </a:xfrm>
            <a:custGeom>
              <a:avLst/>
              <a:gdLst>
                <a:gd name="txL" fmla="*/ 0 w 21273"/>
                <a:gd name="txT" fmla="*/ 0 h 21600"/>
                <a:gd name="txR" fmla="*/ 21273 w 21273"/>
                <a:gd name="txB" fmla="*/ 21600 h 21600"/>
              </a:gdLst>
              <a:ahLst/>
              <a:cxnLst>
                <a:cxn ang="0">
                  <a:pos x="0" y="0"/>
                </a:cxn>
                <a:cxn ang="0">
                  <a:pos x="0" y="0"/>
                </a:cxn>
                <a:cxn ang="0">
                  <a:pos x="0" y="0"/>
                </a:cxn>
              </a:cxnLst>
              <a:rect l="txL" t="txT" r="txR" b="txB"/>
              <a:pathLst>
                <a:path w="21273" h="21600" fill="none">
                  <a:moveTo>
                    <a:pt x="-1" y="0"/>
                  </a:moveTo>
                  <a:cubicBezTo>
                    <a:pt x="10484" y="0"/>
                    <a:pt x="19455" y="7529"/>
                    <a:pt x="21273" y="17855"/>
                  </a:cubicBezTo>
                </a:path>
                <a:path w="21273" h="21600" stroke="0">
                  <a:moveTo>
                    <a:pt x="-1" y="0"/>
                  </a:moveTo>
                  <a:cubicBezTo>
                    <a:pt x="10484" y="0"/>
                    <a:pt x="19455" y="7529"/>
                    <a:pt x="21273" y="17855"/>
                  </a:cubicBezTo>
                  <a:lnTo>
                    <a:pt x="0" y="21600"/>
                  </a:lnTo>
                  <a:lnTo>
                    <a:pt x="-1" y="0"/>
                  </a:lnTo>
                  <a:close/>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9718" name="Arc 115"/>
            <p:cNvSpPr/>
            <p:nvPr/>
          </p:nvSpPr>
          <p:spPr>
            <a:xfrm>
              <a:off x="4331" y="1616"/>
              <a:ext cx="112" cy="180"/>
            </a:xfrm>
            <a:custGeom>
              <a:avLst/>
              <a:gdLst>
                <a:gd name="txL" fmla="*/ 0 w 19646"/>
                <a:gd name="txT" fmla="*/ 0 h 21600"/>
                <a:gd name="txR" fmla="*/ 19646 w 19646"/>
                <a:gd name="txB" fmla="*/ 21600 h 21600"/>
              </a:gdLst>
              <a:ahLst/>
              <a:cxnLst>
                <a:cxn ang="0">
                  <a:pos x="0" y="0"/>
                </a:cxn>
                <a:cxn ang="0">
                  <a:pos x="0" y="0"/>
                </a:cxn>
                <a:cxn ang="0">
                  <a:pos x="0" y="0"/>
                </a:cxn>
              </a:cxnLst>
              <a:rect l="txL" t="txT" r="txR" b="txB"/>
              <a:pathLst>
                <a:path w="19646" h="21600" fill="none">
                  <a:moveTo>
                    <a:pt x="-1" y="0"/>
                  </a:moveTo>
                  <a:cubicBezTo>
                    <a:pt x="8454" y="0"/>
                    <a:pt x="16132" y="4932"/>
                    <a:pt x="19646" y="12622"/>
                  </a:cubicBezTo>
                </a:path>
                <a:path w="19646" h="21600" stroke="0">
                  <a:moveTo>
                    <a:pt x="-1" y="0"/>
                  </a:moveTo>
                  <a:cubicBezTo>
                    <a:pt x="8454" y="0"/>
                    <a:pt x="16132" y="4932"/>
                    <a:pt x="19646" y="12622"/>
                  </a:cubicBezTo>
                  <a:lnTo>
                    <a:pt x="0" y="21600"/>
                  </a:lnTo>
                  <a:lnTo>
                    <a:pt x="-1" y="0"/>
                  </a:lnTo>
                  <a:close/>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9719" name="Rectangle 124"/>
            <p:cNvSpPr/>
            <p:nvPr/>
          </p:nvSpPr>
          <p:spPr>
            <a:xfrm>
              <a:off x="3902" y="1910"/>
              <a:ext cx="154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3043"/>
                                        </p:tgtEl>
                                        <p:attrNameLst>
                                          <p:attrName>style.visibility</p:attrName>
                                        </p:attrNameLst>
                                      </p:cBhvr>
                                      <p:to>
                                        <p:strVal val="visible"/>
                                      </p:to>
                                    </p:set>
                                    <p:anim calcmode="lin" valueType="num">
                                      <p:cBhvr additive="base">
                                        <p:cTn id="7" dur="500" fill="hold"/>
                                        <p:tgtEl>
                                          <p:spTgt spid="213043"/>
                                        </p:tgtEl>
                                        <p:attrNameLst>
                                          <p:attrName>ppt_x</p:attrName>
                                        </p:attrNameLst>
                                      </p:cBhvr>
                                      <p:tavLst>
                                        <p:tav tm="0">
                                          <p:val>
                                            <p:strVal val="#ppt_x"/>
                                          </p:val>
                                        </p:tav>
                                        <p:tav tm="100000">
                                          <p:val>
                                            <p:strVal val="#ppt_x"/>
                                          </p:val>
                                        </p:tav>
                                      </p:tavLst>
                                    </p:anim>
                                    <p:anim calcmode="lin" valueType="num">
                                      <p:cBhvr additive="base">
                                        <p:cTn id="8" dur="500" fill="hold"/>
                                        <p:tgtEl>
                                          <p:spTgt spid="21304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129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13046"/>
                                        </p:tgtEl>
                                        <p:attrNameLst>
                                          <p:attrName>style.visibility</p:attrName>
                                        </p:attrNameLst>
                                      </p:cBhvr>
                                      <p:to>
                                        <p:strVal val="visible"/>
                                      </p:to>
                                    </p:set>
                                    <p:anim calcmode="lin" valueType="num">
                                      <p:cBhvr additive="base">
                                        <p:cTn id="17" dur="500" fill="hold"/>
                                        <p:tgtEl>
                                          <p:spTgt spid="213046"/>
                                        </p:tgtEl>
                                        <p:attrNameLst>
                                          <p:attrName>ppt_x</p:attrName>
                                        </p:attrNameLst>
                                      </p:cBhvr>
                                      <p:tavLst>
                                        <p:tav tm="0">
                                          <p:val>
                                            <p:strVal val="1+#ppt_w/2"/>
                                          </p:val>
                                        </p:tav>
                                        <p:tav tm="100000">
                                          <p:val>
                                            <p:strVal val="#ppt_x"/>
                                          </p:val>
                                        </p:tav>
                                      </p:tavLst>
                                    </p:anim>
                                    <p:anim calcmode="lin" valueType="num">
                                      <p:cBhvr additive="base">
                                        <p:cTn id="18" dur="500" fill="hold"/>
                                        <p:tgtEl>
                                          <p:spTgt spid="21304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3048"/>
                                        </p:tgtEl>
                                        <p:attrNameLst>
                                          <p:attrName>style.visibility</p:attrName>
                                        </p:attrNameLst>
                                      </p:cBhvr>
                                      <p:to>
                                        <p:strVal val="visible"/>
                                      </p:to>
                                    </p:set>
                                    <p:anim calcmode="lin" valueType="num">
                                      <p:cBhvr additive="base">
                                        <p:cTn id="23" dur="500" fill="hold"/>
                                        <p:tgtEl>
                                          <p:spTgt spid="213048"/>
                                        </p:tgtEl>
                                        <p:attrNameLst>
                                          <p:attrName>ppt_x</p:attrName>
                                        </p:attrNameLst>
                                      </p:cBhvr>
                                      <p:tavLst>
                                        <p:tav tm="0">
                                          <p:val>
                                            <p:strVal val="#ppt_x"/>
                                          </p:val>
                                        </p:tav>
                                        <p:tav tm="100000">
                                          <p:val>
                                            <p:strVal val="#ppt_x"/>
                                          </p:val>
                                        </p:tav>
                                      </p:tavLst>
                                    </p:anim>
                                    <p:anim calcmode="lin" valueType="num">
                                      <p:cBhvr additive="base">
                                        <p:cTn id="24" dur="500" fill="hold"/>
                                        <p:tgtEl>
                                          <p:spTgt spid="21304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3047"/>
                                        </p:tgtEl>
                                        <p:attrNameLst>
                                          <p:attrName>style.visibility</p:attrName>
                                        </p:attrNameLst>
                                      </p:cBhvr>
                                      <p:to>
                                        <p:strVal val="visible"/>
                                      </p:to>
                                    </p:set>
                                    <p:anim calcmode="lin" valueType="num">
                                      <p:cBhvr additive="base">
                                        <p:cTn id="29" dur="500" fill="hold"/>
                                        <p:tgtEl>
                                          <p:spTgt spid="213047"/>
                                        </p:tgtEl>
                                        <p:attrNameLst>
                                          <p:attrName>ppt_x</p:attrName>
                                        </p:attrNameLst>
                                      </p:cBhvr>
                                      <p:tavLst>
                                        <p:tav tm="0">
                                          <p:val>
                                            <p:strVal val="#ppt_x"/>
                                          </p:val>
                                        </p:tav>
                                        <p:tav tm="100000">
                                          <p:val>
                                            <p:strVal val="#ppt_x"/>
                                          </p:val>
                                        </p:tav>
                                      </p:tavLst>
                                    </p:anim>
                                    <p:anim calcmode="lin" valueType="num">
                                      <p:cBhvr additive="base">
                                        <p:cTn id="30" dur="500" fill="hold"/>
                                        <p:tgtEl>
                                          <p:spTgt spid="213047"/>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fade">
                                      <p:cBhvr>
                                        <p:cTn id="34"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46" grpId="0"/>
      <p:bldP spid="213047" grpId="0"/>
      <p:bldP spid="2130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018" name="Object 2"/>
          <p:cNvGraphicFramePr>
            <a:graphicFrameLocks noChangeAspect="1"/>
          </p:cNvGraphicFramePr>
          <p:nvPr/>
        </p:nvGraphicFramePr>
        <p:xfrm>
          <a:off x="3276600" y="1700213"/>
          <a:ext cx="2460625" cy="723900"/>
        </p:xfrm>
        <a:graphic>
          <a:graphicData uri="http://schemas.openxmlformats.org/presentationml/2006/ole">
            <mc:AlternateContent xmlns:mc="http://schemas.openxmlformats.org/markup-compatibility/2006">
              <mc:Choice xmlns:v="urn:schemas-microsoft-com:vml" Requires="v">
                <p:oleObj r:id="rId2" imgW="1459865" imgH="431800" progId="Equation.DSMT4">
                  <p:embed/>
                </p:oleObj>
              </mc:Choice>
              <mc:Fallback>
                <p:oleObj r:id="rId2" imgW="1459865" imgH="431800" progId="Equation.DSMT4">
                  <p:embed/>
                  <p:pic>
                    <p:nvPicPr>
                      <p:cNvPr id="214018" name="Object 2"/>
                      <p:cNvPicPr/>
                      <p:nvPr/>
                    </p:nvPicPr>
                    <p:blipFill>
                      <a:blip r:embed="rId3"/>
                      <a:stretch>
                        <a:fillRect/>
                      </a:stretch>
                    </p:blipFill>
                    <p:spPr>
                      <a:xfrm>
                        <a:off x="3276600" y="1700213"/>
                        <a:ext cx="2460625" cy="723900"/>
                      </a:xfrm>
                      <a:prstGeom prst="rect">
                        <a:avLst/>
                      </a:prstGeom>
                      <a:noFill/>
                      <a:ln w="38100">
                        <a:noFill/>
                        <a:miter/>
                      </a:ln>
                    </p:spPr>
                  </p:pic>
                </p:oleObj>
              </mc:Fallback>
            </mc:AlternateContent>
          </a:graphicData>
        </a:graphic>
      </p:graphicFrame>
      <p:grpSp>
        <p:nvGrpSpPr>
          <p:cNvPr id="214022" name="Group 6"/>
          <p:cNvGrpSpPr/>
          <p:nvPr/>
        </p:nvGrpSpPr>
        <p:grpSpPr>
          <a:xfrm>
            <a:off x="914400" y="2778125"/>
            <a:ext cx="3759200" cy="822325"/>
            <a:chOff x="528" y="1680"/>
            <a:chExt cx="2368" cy="518"/>
          </a:xfrm>
        </p:grpSpPr>
        <p:sp>
          <p:nvSpPr>
            <p:cNvPr id="30729" name="Text Box 7"/>
            <p:cNvSpPr txBox="1"/>
            <p:nvPr/>
          </p:nvSpPr>
          <p:spPr>
            <a:xfrm>
              <a:off x="528" y="1680"/>
              <a:ext cx="110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spcBef>
                  <a:spcPct val="50000"/>
                </a:spcBef>
                <a:buClrTx/>
                <a:buSzTx/>
                <a:buFontTx/>
                <a:buNone/>
              </a:pPr>
              <a:r>
                <a:rPr lang="en-US" altLang="zh-CN" sz="2000" b="1" dirty="0">
                  <a:solidFill>
                    <a:srgbClr val="0000FF"/>
                  </a:solidFill>
                  <a:latin typeface="Times New Roman" panose="02020603050405020304" pitchFamily="18" charset="0"/>
                </a:rPr>
                <a:t>Considering</a:t>
              </a:r>
            </a:p>
          </p:txBody>
        </p:sp>
        <p:graphicFrame>
          <p:nvGraphicFramePr>
            <p:cNvPr id="30730" name="Object 8"/>
            <p:cNvGraphicFramePr>
              <a:graphicFrameLocks noChangeAspect="1"/>
            </p:cNvGraphicFramePr>
            <p:nvPr/>
          </p:nvGraphicFramePr>
          <p:xfrm>
            <a:off x="2016" y="1776"/>
            <a:ext cx="880" cy="422"/>
          </p:xfrm>
          <a:graphic>
            <a:graphicData uri="http://schemas.openxmlformats.org/presentationml/2006/ole">
              <mc:AlternateContent xmlns:mc="http://schemas.openxmlformats.org/markup-compatibility/2006">
                <mc:Choice xmlns:v="urn:schemas-microsoft-com:vml" Requires="v">
                  <p:oleObj r:id="rId4" imgW="825500" imgH="393700" progId="Equation.DSMT4">
                    <p:embed/>
                  </p:oleObj>
                </mc:Choice>
                <mc:Fallback>
                  <p:oleObj r:id="rId4" imgW="825500" imgH="393700" progId="Equation.DSMT4">
                    <p:embed/>
                    <p:pic>
                      <p:nvPicPr>
                        <p:cNvPr id="30730" name="Object 8"/>
                        <p:cNvPicPr/>
                        <p:nvPr/>
                      </p:nvPicPr>
                      <p:blipFill>
                        <a:blip r:embed="rId5"/>
                        <a:stretch>
                          <a:fillRect/>
                        </a:stretch>
                      </p:blipFill>
                      <p:spPr>
                        <a:xfrm>
                          <a:off x="2016" y="1776"/>
                          <a:ext cx="880" cy="422"/>
                        </a:xfrm>
                        <a:prstGeom prst="rect">
                          <a:avLst/>
                        </a:prstGeom>
                        <a:noFill/>
                        <a:ln w="38100">
                          <a:noFill/>
                          <a:miter/>
                        </a:ln>
                      </p:spPr>
                    </p:pic>
                  </p:oleObj>
                </mc:Fallback>
              </mc:AlternateContent>
            </a:graphicData>
          </a:graphic>
        </p:graphicFrame>
      </p:grpSp>
      <p:grpSp>
        <p:nvGrpSpPr>
          <p:cNvPr id="214025" name="Group 9"/>
          <p:cNvGrpSpPr/>
          <p:nvPr/>
        </p:nvGrpSpPr>
        <p:grpSpPr>
          <a:xfrm>
            <a:off x="755650" y="4178300"/>
            <a:ext cx="6980238" cy="1714500"/>
            <a:chOff x="516" y="2819"/>
            <a:chExt cx="4397" cy="1080"/>
          </a:xfrm>
        </p:grpSpPr>
        <p:graphicFrame>
          <p:nvGraphicFramePr>
            <p:cNvPr id="30726" name="Object 10"/>
            <p:cNvGraphicFramePr>
              <a:graphicFrameLocks noChangeAspect="1"/>
            </p:cNvGraphicFramePr>
            <p:nvPr/>
          </p:nvGraphicFramePr>
          <p:xfrm>
            <a:off x="1284" y="2819"/>
            <a:ext cx="3538" cy="688"/>
          </p:xfrm>
          <a:graphic>
            <a:graphicData uri="http://schemas.openxmlformats.org/presentationml/2006/ole">
              <mc:AlternateContent xmlns:mc="http://schemas.openxmlformats.org/markup-compatibility/2006">
                <mc:Choice xmlns:v="urn:schemas-microsoft-com:vml" Requires="v">
                  <p:oleObj r:id="rId6" imgW="3289300" imgH="635000" progId="Equation.DSMT4">
                    <p:embed/>
                  </p:oleObj>
                </mc:Choice>
                <mc:Fallback>
                  <p:oleObj r:id="rId6" imgW="3289300" imgH="635000" progId="Equation.DSMT4">
                    <p:embed/>
                    <p:pic>
                      <p:nvPicPr>
                        <p:cNvPr id="30726" name="Object 10"/>
                        <p:cNvPicPr/>
                        <p:nvPr/>
                      </p:nvPicPr>
                      <p:blipFill>
                        <a:blip r:embed="rId7"/>
                        <a:stretch>
                          <a:fillRect/>
                        </a:stretch>
                      </p:blipFill>
                      <p:spPr>
                        <a:xfrm>
                          <a:off x="1284" y="2819"/>
                          <a:ext cx="3538" cy="688"/>
                        </a:xfrm>
                        <a:prstGeom prst="rect">
                          <a:avLst/>
                        </a:prstGeom>
                        <a:noFill/>
                        <a:ln w="38100">
                          <a:noFill/>
                          <a:miter/>
                        </a:ln>
                      </p:spPr>
                    </p:pic>
                  </p:oleObj>
                </mc:Fallback>
              </mc:AlternateContent>
            </a:graphicData>
          </a:graphic>
        </p:graphicFrame>
        <p:sp>
          <p:nvSpPr>
            <p:cNvPr id="30727" name="Text Box 11"/>
            <p:cNvSpPr txBox="1"/>
            <p:nvPr/>
          </p:nvSpPr>
          <p:spPr>
            <a:xfrm>
              <a:off x="516" y="2891"/>
              <a:ext cx="788" cy="3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We have</a:t>
              </a:r>
            </a:p>
          </p:txBody>
        </p:sp>
        <p:graphicFrame>
          <p:nvGraphicFramePr>
            <p:cNvPr id="30728" name="Object 12"/>
            <p:cNvGraphicFramePr>
              <a:graphicFrameLocks noChangeAspect="1"/>
            </p:cNvGraphicFramePr>
            <p:nvPr/>
          </p:nvGraphicFramePr>
          <p:xfrm>
            <a:off x="1846" y="3433"/>
            <a:ext cx="3067" cy="466"/>
          </p:xfrm>
          <a:graphic>
            <a:graphicData uri="http://schemas.openxmlformats.org/presentationml/2006/ole">
              <mc:AlternateContent xmlns:mc="http://schemas.openxmlformats.org/markup-compatibility/2006">
                <mc:Choice xmlns:v="urn:schemas-microsoft-com:vml" Requires="v">
                  <p:oleObj r:id="rId8" imgW="2857500" imgH="431800" progId="Equation.DSMT4">
                    <p:embed/>
                  </p:oleObj>
                </mc:Choice>
                <mc:Fallback>
                  <p:oleObj r:id="rId8" imgW="2857500" imgH="431800" progId="Equation.DSMT4">
                    <p:embed/>
                    <p:pic>
                      <p:nvPicPr>
                        <p:cNvPr id="30728" name="Object 12"/>
                        <p:cNvPicPr/>
                        <p:nvPr/>
                      </p:nvPicPr>
                      <p:blipFill>
                        <a:blip r:embed="rId9"/>
                        <a:stretch>
                          <a:fillRect/>
                        </a:stretch>
                      </p:blipFill>
                      <p:spPr>
                        <a:xfrm>
                          <a:off x="1846" y="3433"/>
                          <a:ext cx="3067" cy="466"/>
                        </a:xfrm>
                        <a:prstGeom prst="rect">
                          <a:avLst/>
                        </a:prstGeom>
                        <a:noFill/>
                        <a:ln w="38100">
                          <a:noFill/>
                          <a:miter/>
                        </a:ln>
                      </p:spPr>
                    </p:pic>
                  </p:oleObj>
                </mc:Fallback>
              </mc:AlternateContent>
            </a:graphicData>
          </a:graphic>
        </p:graphicFrame>
      </p:grpSp>
      <p:sp>
        <p:nvSpPr>
          <p:cNvPr id="30725" name="文本框 1"/>
          <p:cNvSpPr txBox="1"/>
          <p:nvPr/>
        </p:nvSpPr>
        <p:spPr>
          <a:xfrm>
            <a:off x="755650" y="615950"/>
            <a:ext cx="63373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spcBef>
                <a:spcPct val="0"/>
              </a:spcBef>
              <a:buClrTx/>
              <a:buSzTx/>
              <a:buFontTx/>
              <a:buNone/>
            </a:pPr>
            <a:r>
              <a:rPr lang="en-US" altLang="zh-CN" sz="2000" b="1" dirty="0">
                <a:solidFill>
                  <a:srgbClr val="0000FF"/>
                </a:solidFill>
                <a:latin typeface="Times New Roman" panose="02020603050405020304" pitchFamily="18" charset="0"/>
              </a:rPr>
              <a:t>Establish the Cartesian Coordinates so that field point M is on the surface passing through the origin point and perpendicular to z-axis</a:t>
            </a:r>
            <a:endParaRPr lang="zh-CN" altLang="en-US" sz="2000" b="1" dirty="0">
              <a:solidFill>
                <a:srgbClr val="0000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4018"/>
                                        </p:tgtEl>
                                        <p:attrNameLst>
                                          <p:attrName>style.visibility</p:attrName>
                                        </p:attrNameLst>
                                      </p:cBhvr>
                                      <p:to>
                                        <p:strVal val="visible"/>
                                      </p:to>
                                    </p:set>
                                    <p:anim calcmode="lin" valueType="num">
                                      <p:cBhvr additive="base">
                                        <p:cTn id="7" dur="500" fill="hold"/>
                                        <p:tgtEl>
                                          <p:spTgt spid="214018"/>
                                        </p:tgtEl>
                                        <p:attrNameLst>
                                          <p:attrName>ppt_x</p:attrName>
                                        </p:attrNameLst>
                                      </p:cBhvr>
                                      <p:tavLst>
                                        <p:tav tm="0">
                                          <p:val>
                                            <p:strVal val="#ppt_x"/>
                                          </p:val>
                                        </p:tav>
                                        <p:tav tm="100000">
                                          <p:val>
                                            <p:strVal val="#ppt_x"/>
                                          </p:val>
                                        </p:tav>
                                      </p:tavLst>
                                    </p:anim>
                                    <p:anim calcmode="lin" valueType="num">
                                      <p:cBhvr additive="base">
                                        <p:cTn id="8" dur="500" fill="hold"/>
                                        <p:tgtEl>
                                          <p:spTgt spid="2140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4022"/>
                                        </p:tgtEl>
                                        <p:attrNameLst>
                                          <p:attrName>style.visibility</p:attrName>
                                        </p:attrNameLst>
                                      </p:cBhvr>
                                      <p:to>
                                        <p:strVal val="visible"/>
                                      </p:to>
                                    </p:set>
                                    <p:anim calcmode="lin" valueType="num">
                                      <p:cBhvr additive="base">
                                        <p:cTn id="13" dur="500" fill="hold"/>
                                        <p:tgtEl>
                                          <p:spTgt spid="214022"/>
                                        </p:tgtEl>
                                        <p:attrNameLst>
                                          <p:attrName>ppt_x</p:attrName>
                                        </p:attrNameLst>
                                      </p:cBhvr>
                                      <p:tavLst>
                                        <p:tav tm="0">
                                          <p:val>
                                            <p:strVal val="#ppt_x"/>
                                          </p:val>
                                        </p:tav>
                                        <p:tav tm="100000">
                                          <p:val>
                                            <p:strVal val="#ppt_x"/>
                                          </p:val>
                                        </p:tav>
                                      </p:tavLst>
                                    </p:anim>
                                    <p:anim calcmode="lin" valueType="num">
                                      <p:cBhvr additive="base">
                                        <p:cTn id="14" dur="500" fill="hold"/>
                                        <p:tgtEl>
                                          <p:spTgt spid="2140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4025"/>
                                        </p:tgtEl>
                                        <p:attrNameLst>
                                          <p:attrName>style.visibility</p:attrName>
                                        </p:attrNameLst>
                                      </p:cBhvr>
                                      <p:to>
                                        <p:strVal val="visible"/>
                                      </p:to>
                                    </p:set>
                                    <p:anim calcmode="lin" valueType="num">
                                      <p:cBhvr additive="base">
                                        <p:cTn id="19" dur="500" fill="hold"/>
                                        <p:tgtEl>
                                          <p:spTgt spid="214025"/>
                                        </p:tgtEl>
                                        <p:attrNameLst>
                                          <p:attrName>ppt_x</p:attrName>
                                        </p:attrNameLst>
                                      </p:cBhvr>
                                      <p:tavLst>
                                        <p:tav tm="0">
                                          <p:val>
                                            <p:strVal val="#ppt_x"/>
                                          </p:val>
                                        </p:tav>
                                        <p:tav tm="100000">
                                          <p:val>
                                            <p:strVal val="#ppt_x"/>
                                          </p:val>
                                        </p:tav>
                                      </p:tavLst>
                                    </p:anim>
                                    <p:anim calcmode="lin" valueType="num">
                                      <p:cBhvr additive="base">
                                        <p:cTn id="20" dur="500" fill="hold"/>
                                        <p:tgtEl>
                                          <p:spTgt spid="2140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42" name="Object 2"/>
          <p:cNvGraphicFramePr>
            <a:graphicFrameLocks noChangeAspect="1"/>
          </p:cNvGraphicFramePr>
          <p:nvPr/>
        </p:nvGraphicFramePr>
        <p:xfrm>
          <a:off x="2771775" y="3141663"/>
          <a:ext cx="2857500" cy="779462"/>
        </p:xfrm>
        <a:graphic>
          <a:graphicData uri="http://schemas.openxmlformats.org/presentationml/2006/ole">
            <mc:AlternateContent xmlns:mc="http://schemas.openxmlformats.org/markup-compatibility/2006">
              <mc:Choice xmlns:v="urn:schemas-microsoft-com:vml" Requires="v">
                <p:oleObj r:id="rId2" imgW="1600200" imgH="431800" progId="Equation.3">
                  <p:embed/>
                </p:oleObj>
              </mc:Choice>
              <mc:Fallback>
                <p:oleObj r:id="rId2" imgW="1600200" imgH="431800" progId="Equation.3">
                  <p:embed/>
                  <p:pic>
                    <p:nvPicPr>
                      <p:cNvPr id="215042" name="Object 2"/>
                      <p:cNvPicPr/>
                      <p:nvPr/>
                    </p:nvPicPr>
                    <p:blipFill>
                      <a:blip r:embed="rId3"/>
                      <a:stretch>
                        <a:fillRect/>
                      </a:stretch>
                    </p:blipFill>
                    <p:spPr>
                      <a:xfrm>
                        <a:off x="2771775" y="3141663"/>
                        <a:ext cx="2857500" cy="779462"/>
                      </a:xfrm>
                      <a:prstGeom prst="rect">
                        <a:avLst/>
                      </a:prstGeom>
                      <a:noFill/>
                      <a:ln w="38100">
                        <a:noFill/>
                        <a:miter/>
                      </a:ln>
                    </p:spPr>
                  </p:pic>
                </p:oleObj>
              </mc:Fallback>
            </mc:AlternateContent>
          </a:graphicData>
        </a:graphic>
      </p:graphicFrame>
      <p:sp>
        <p:nvSpPr>
          <p:cNvPr id="215043" name="Text Box 3"/>
          <p:cNvSpPr txBox="1"/>
          <p:nvPr/>
        </p:nvSpPr>
        <p:spPr>
          <a:xfrm>
            <a:off x="1042988" y="4365625"/>
            <a:ext cx="6697662" cy="639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400" b="1" dirty="0">
                <a:solidFill>
                  <a:srgbClr val="000000"/>
                </a:solidFill>
                <a:latin typeface="Times New Roman" panose="02020603050405020304" pitchFamily="18" charset="0"/>
              </a:rPr>
              <a:t>This result is the </a:t>
            </a:r>
            <a:r>
              <a:rPr lang="en-US" altLang="zh-CN" sz="2400" b="1" dirty="0">
                <a:solidFill>
                  <a:srgbClr val="FF0000"/>
                </a:solidFill>
                <a:latin typeface="Times New Roman" panose="02020603050405020304" pitchFamily="18" charset="0"/>
              </a:rPr>
              <a:t>same</a:t>
            </a:r>
            <a:r>
              <a:rPr lang="en-US" altLang="zh-CN" sz="2400" b="1" dirty="0">
                <a:solidFill>
                  <a:srgbClr val="000000"/>
                </a:solidFill>
                <a:latin typeface="Times New Roman" panose="02020603050405020304" pitchFamily="18" charset="0"/>
              </a:rPr>
              <a:t> as that of Example 3.</a:t>
            </a:r>
          </a:p>
        </p:txBody>
      </p:sp>
      <p:graphicFrame>
        <p:nvGraphicFramePr>
          <p:cNvPr id="215044" name="Object 4"/>
          <p:cNvGraphicFramePr>
            <a:graphicFrameLocks noChangeAspect="1"/>
          </p:cNvGraphicFramePr>
          <p:nvPr/>
        </p:nvGraphicFramePr>
        <p:xfrm>
          <a:off x="1733550" y="1196975"/>
          <a:ext cx="5397500" cy="782638"/>
        </p:xfrm>
        <a:graphic>
          <a:graphicData uri="http://schemas.openxmlformats.org/presentationml/2006/ole">
            <mc:AlternateContent xmlns:mc="http://schemas.openxmlformats.org/markup-compatibility/2006">
              <mc:Choice xmlns:v="urn:schemas-microsoft-com:vml" Requires="v">
                <p:oleObj r:id="rId4" imgW="2997200" imgH="431800" progId="Equation.DSMT4">
                  <p:embed/>
                </p:oleObj>
              </mc:Choice>
              <mc:Fallback>
                <p:oleObj r:id="rId4" imgW="2997200" imgH="431800" progId="Equation.DSMT4">
                  <p:embed/>
                  <p:pic>
                    <p:nvPicPr>
                      <p:cNvPr id="215044" name="Object 4"/>
                      <p:cNvPicPr/>
                      <p:nvPr/>
                    </p:nvPicPr>
                    <p:blipFill>
                      <a:blip r:embed="rId5"/>
                      <a:stretch>
                        <a:fillRect/>
                      </a:stretch>
                    </p:blipFill>
                    <p:spPr>
                      <a:xfrm>
                        <a:off x="1733550" y="1196975"/>
                        <a:ext cx="5397500" cy="782638"/>
                      </a:xfrm>
                      <a:prstGeom prst="rect">
                        <a:avLst/>
                      </a:prstGeom>
                      <a:noFill/>
                      <a:ln w="38100">
                        <a:noFill/>
                        <a:miter/>
                      </a:ln>
                    </p:spPr>
                  </p:pic>
                </p:oleObj>
              </mc:Fallback>
            </mc:AlternateContent>
          </a:graphicData>
        </a:graphic>
      </p:graphicFrame>
      <p:sp>
        <p:nvSpPr>
          <p:cNvPr id="215045" name="Text Box 5"/>
          <p:cNvSpPr txBox="1"/>
          <p:nvPr/>
        </p:nvSpPr>
        <p:spPr>
          <a:xfrm>
            <a:off x="1042988" y="2420938"/>
            <a:ext cx="6553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b="1" dirty="0">
                <a:solidFill>
                  <a:srgbClr val="0000FF"/>
                </a:solidFill>
                <a:latin typeface="Times New Roman" panose="02020603050405020304" pitchFamily="18" charset="0"/>
              </a:rPr>
              <a:t>If the length </a:t>
            </a:r>
            <a:r>
              <a:rPr lang="en-US" altLang="zh-CN" sz="2400" b="1" i="1" dirty="0">
                <a:solidFill>
                  <a:srgbClr val="FF0000"/>
                </a:solidFill>
                <a:latin typeface="Times New Roman" panose="02020603050405020304" pitchFamily="18" charset="0"/>
              </a:rPr>
              <a:t>L </a:t>
            </a:r>
            <a:r>
              <a:rPr lang="en-US" altLang="zh-CN" sz="2400" b="1" dirty="0">
                <a:solidFill>
                  <a:srgbClr val="FF0000"/>
                </a:solidFill>
                <a:latin typeface="Times New Roman" panose="02020603050405020304" pitchFamily="18" charset="0"/>
                <a:sym typeface="Symbol" panose="05050102010706020507" pitchFamily="18" charset="2"/>
              </a:rPr>
              <a:t> </a:t>
            </a:r>
            <a:r>
              <a:rPr lang="en-US" altLang="zh-CN" sz="2400" b="1" dirty="0">
                <a:solidFill>
                  <a:srgbClr val="0000FF"/>
                </a:solidFill>
                <a:latin typeface="Times New Roman" panose="02020603050405020304" pitchFamily="18" charset="0"/>
              </a:rPr>
              <a:t> , then </a:t>
            </a:r>
            <a:r>
              <a:rPr lang="en-US" altLang="zh-CN" sz="2400" b="1" i="1" dirty="0">
                <a:solidFill>
                  <a:srgbClr val="FF0000"/>
                </a:solidFill>
                <a:latin typeface="Times New Roman" panose="02020603050405020304" pitchFamily="18" charset="0"/>
                <a:sym typeface="Symbol" panose="05050102010706020507" pitchFamily="18" charset="2"/>
              </a:rPr>
              <a:t>θ</a:t>
            </a:r>
            <a:r>
              <a:rPr lang="en-US" altLang="zh-CN" sz="2400" b="1" baseline="-25000" dirty="0">
                <a:solidFill>
                  <a:srgbClr val="FF0000"/>
                </a:solidFill>
                <a:latin typeface="Times New Roman" panose="02020603050405020304" pitchFamily="18" charset="0"/>
                <a:sym typeface="Symbol" panose="05050102010706020507" pitchFamily="18" charset="2"/>
              </a:rPr>
              <a:t>1</a:t>
            </a:r>
            <a:r>
              <a:rPr lang="en-US" altLang="zh-CN" sz="2400" b="1" i="1" dirty="0">
                <a:solidFill>
                  <a:srgbClr val="FF0000"/>
                </a:solidFill>
                <a:latin typeface="Times New Roman" panose="02020603050405020304" pitchFamily="18" charset="0"/>
                <a:sym typeface="Symbol" panose="05050102010706020507" pitchFamily="18" charset="2"/>
              </a:rPr>
              <a:t> </a:t>
            </a:r>
            <a:r>
              <a:rPr lang="en-US" altLang="zh-CN" sz="2400" b="1" dirty="0">
                <a:solidFill>
                  <a:srgbClr val="FF0000"/>
                </a:solidFill>
                <a:latin typeface="Times New Roman" panose="02020603050405020304" pitchFamily="18" charset="0"/>
                <a:sym typeface="Symbol" panose="05050102010706020507" pitchFamily="18" charset="2"/>
              </a:rPr>
              <a:t> 0</a:t>
            </a:r>
            <a:r>
              <a:rPr lang="en-US" altLang="zh-CN" sz="2400" b="1" dirty="0">
                <a:solidFill>
                  <a:srgbClr val="0000FF"/>
                </a:solidFill>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r>
              <a:rPr lang="el-GR" altLang="zh-CN" sz="24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θ</a:t>
            </a:r>
            <a:r>
              <a:rPr lang="en-US" altLang="zh-CN" sz="2400" b="1" baseline="-25000" dirty="0">
                <a:solidFill>
                  <a:srgbClr val="FF0000"/>
                </a:solidFill>
                <a:latin typeface="Times New Roman" panose="02020603050405020304" pitchFamily="18" charset="0"/>
                <a:sym typeface="Symbol" panose="05050102010706020507" pitchFamily="18" charset="2"/>
              </a:rPr>
              <a:t>2</a:t>
            </a:r>
            <a:r>
              <a:rPr lang="en-US" altLang="zh-CN" sz="2400" b="1" dirty="0">
                <a:solidFill>
                  <a:srgbClr val="FF0000"/>
                </a:solidFill>
                <a:latin typeface="Times New Roman" panose="02020603050405020304" pitchFamily="18" charset="0"/>
                <a:sym typeface="Symbol" panose="05050102010706020507" pitchFamily="18" charset="2"/>
              </a:rPr>
              <a:t>  </a:t>
            </a:r>
            <a:r>
              <a:rPr lang="en-US" altLang="zh-CN" sz="2400" b="1" dirty="0">
                <a:solidFill>
                  <a:srgbClr val="0000FF"/>
                </a:solidFill>
                <a:latin typeface="Times New Roman" panose="02020603050405020304" pitchFamily="18" charset="0"/>
              </a:rPr>
              <a:t>  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5044"/>
                                        </p:tgtEl>
                                        <p:attrNameLst>
                                          <p:attrName>style.visibility</p:attrName>
                                        </p:attrNameLst>
                                      </p:cBhvr>
                                      <p:to>
                                        <p:strVal val="visible"/>
                                      </p:to>
                                    </p:set>
                                    <p:anim calcmode="lin" valueType="num">
                                      <p:cBhvr additive="base">
                                        <p:cTn id="7" dur="500" fill="hold"/>
                                        <p:tgtEl>
                                          <p:spTgt spid="215044"/>
                                        </p:tgtEl>
                                        <p:attrNameLst>
                                          <p:attrName>ppt_x</p:attrName>
                                        </p:attrNameLst>
                                      </p:cBhvr>
                                      <p:tavLst>
                                        <p:tav tm="0">
                                          <p:val>
                                            <p:strVal val="#ppt_x"/>
                                          </p:val>
                                        </p:tav>
                                        <p:tav tm="100000">
                                          <p:val>
                                            <p:strVal val="#ppt_x"/>
                                          </p:val>
                                        </p:tav>
                                      </p:tavLst>
                                    </p:anim>
                                    <p:anim calcmode="lin" valueType="num">
                                      <p:cBhvr additive="base">
                                        <p:cTn id="8" dur="500" fill="hold"/>
                                        <p:tgtEl>
                                          <p:spTgt spid="21504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45"/>
                                        </p:tgtEl>
                                        <p:attrNameLst>
                                          <p:attrName>style.visibility</p:attrName>
                                        </p:attrNameLst>
                                      </p:cBhvr>
                                      <p:to>
                                        <p:strVal val="visible"/>
                                      </p:to>
                                    </p:set>
                                    <p:anim calcmode="lin" valueType="num">
                                      <p:cBhvr additive="base">
                                        <p:cTn id="13" dur="500" fill="hold"/>
                                        <p:tgtEl>
                                          <p:spTgt spid="215045"/>
                                        </p:tgtEl>
                                        <p:attrNameLst>
                                          <p:attrName>ppt_x</p:attrName>
                                        </p:attrNameLst>
                                      </p:cBhvr>
                                      <p:tavLst>
                                        <p:tav tm="0">
                                          <p:val>
                                            <p:strVal val="#ppt_x"/>
                                          </p:val>
                                        </p:tav>
                                        <p:tav tm="100000">
                                          <p:val>
                                            <p:strVal val="#ppt_x"/>
                                          </p:val>
                                        </p:tav>
                                      </p:tavLst>
                                    </p:anim>
                                    <p:anim calcmode="lin" valueType="num">
                                      <p:cBhvr additive="base">
                                        <p:cTn id="14" dur="500" fill="hold"/>
                                        <p:tgtEl>
                                          <p:spTgt spid="21504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5042"/>
                                        </p:tgtEl>
                                        <p:attrNameLst>
                                          <p:attrName>style.visibility</p:attrName>
                                        </p:attrNameLst>
                                      </p:cBhvr>
                                      <p:to>
                                        <p:strVal val="visible"/>
                                      </p:to>
                                    </p:set>
                                    <p:anim calcmode="lin" valueType="num">
                                      <p:cBhvr additive="base">
                                        <p:cTn id="19" dur="500" fill="hold"/>
                                        <p:tgtEl>
                                          <p:spTgt spid="215042"/>
                                        </p:tgtEl>
                                        <p:attrNameLst>
                                          <p:attrName>ppt_x</p:attrName>
                                        </p:attrNameLst>
                                      </p:cBhvr>
                                      <p:tavLst>
                                        <p:tav tm="0">
                                          <p:val>
                                            <p:strVal val="#ppt_x"/>
                                          </p:val>
                                        </p:tav>
                                        <p:tav tm="100000">
                                          <p:val>
                                            <p:strVal val="#ppt_x"/>
                                          </p:val>
                                        </p:tav>
                                      </p:tavLst>
                                    </p:anim>
                                    <p:anim calcmode="lin" valueType="num">
                                      <p:cBhvr additive="base">
                                        <p:cTn id="20" dur="500" fill="hold"/>
                                        <p:tgtEl>
                                          <p:spTgt spid="2150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5043"/>
                                        </p:tgtEl>
                                        <p:attrNameLst>
                                          <p:attrName>style.visibility</p:attrName>
                                        </p:attrNameLst>
                                      </p:cBhvr>
                                      <p:to>
                                        <p:strVal val="visible"/>
                                      </p:to>
                                    </p:set>
                                    <p:anim calcmode="lin" valueType="num">
                                      <p:cBhvr additive="base">
                                        <p:cTn id="25" dur="500" fill="hold"/>
                                        <p:tgtEl>
                                          <p:spTgt spid="215043"/>
                                        </p:tgtEl>
                                        <p:attrNameLst>
                                          <p:attrName>ppt_x</p:attrName>
                                        </p:attrNameLst>
                                      </p:cBhvr>
                                      <p:tavLst>
                                        <p:tav tm="0">
                                          <p:val>
                                            <p:strVal val="#ppt_x"/>
                                          </p:val>
                                        </p:tav>
                                        <p:tav tm="100000">
                                          <p:val>
                                            <p:strVal val="#ppt_x"/>
                                          </p:val>
                                        </p:tav>
                                      </p:tavLst>
                                    </p:anim>
                                    <p:anim calcmode="lin" valueType="num">
                                      <p:cBhvr additive="base">
                                        <p:cTn id="26" dur="500" fill="hold"/>
                                        <p:tgtEl>
                                          <p:spTgt spid="2150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p:bldP spid="2150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6"/>
          <p:cNvSpPr txBox="1">
            <a:spLocks noGrp="1"/>
          </p:cNvSpPr>
          <p:nvPr/>
        </p:nvSpPr>
        <p:spPr>
          <a:xfrm>
            <a:off x="6877050" y="65088"/>
            <a:ext cx="2133600" cy="2682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21</a:t>
            </a:fld>
            <a:endParaRPr lang="en-US" altLang="zh-CN" sz="1400" dirty="0"/>
          </a:p>
        </p:txBody>
      </p:sp>
      <p:graphicFrame>
        <p:nvGraphicFramePr>
          <p:cNvPr id="200708" name="Object 11"/>
          <p:cNvGraphicFramePr>
            <a:graphicFrameLocks noChangeAspect="1"/>
          </p:cNvGraphicFramePr>
          <p:nvPr/>
        </p:nvGraphicFramePr>
        <p:xfrm>
          <a:off x="395288" y="3573463"/>
          <a:ext cx="5099050" cy="936625"/>
        </p:xfrm>
        <a:graphic>
          <a:graphicData uri="http://schemas.openxmlformats.org/presentationml/2006/ole">
            <mc:AlternateContent xmlns:mc="http://schemas.openxmlformats.org/markup-compatibility/2006">
              <mc:Choice xmlns:v="urn:schemas-microsoft-com:vml" Requires="v">
                <p:oleObj r:id="rId2" imgW="2158365" imgH="312420" progId="Equation.DSMT4">
                  <p:embed/>
                </p:oleObj>
              </mc:Choice>
              <mc:Fallback>
                <p:oleObj r:id="rId2" imgW="2158365" imgH="312420" progId="Equation.DSMT4">
                  <p:embed/>
                  <p:pic>
                    <p:nvPicPr>
                      <p:cNvPr id="200708" name="Object 11"/>
                      <p:cNvPicPr/>
                      <p:nvPr/>
                    </p:nvPicPr>
                    <p:blipFill>
                      <a:blip r:embed="rId3">
                        <a:clrChange>
                          <a:clrFrom>
                            <a:srgbClr val="000000"/>
                          </a:clrFrom>
                          <a:clrTo>
                            <a:srgbClr val="FFFFFF"/>
                          </a:clrTo>
                        </a:clrChange>
                        <a:clrChange>
                          <a:clrFrom>
                            <a:srgbClr val="FF007F"/>
                          </a:clrFrom>
                          <a:clrTo>
                            <a:srgbClr val="000000"/>
                          </a:clrTo>
                        </a:clrChange>
                      </a:blip>
                      <a:stretch>
                        <a:fillRect/>
                      </a:stretch>
                    </p:blipFill>
                    <p:spPr>
                      <a:xfrm>
                        <a:off x="395288" y="3573463"/>
                        <a:ext cx="5099050" cy="936625"/>
                      </a:xfrm>
                      <a:prstGeom prst="rect">
                        <a:avLst/>
                      </a:prstGeom>
                      <a:solidFill>
                        <a:srgbClr val="00194D"/>
                      </a:solidFill>
                      <a:ln w="38100">
                        <a:noFill/>
                        <a:miter/>
                      </a:ln>
                    </p:spPr>
                  </p:pic>
                </p:oleObj>
              </mc:Fallback>
            </mc:AlternateContent>
          </a:graphicData>
        </a:graphic>
      </p:graphicFrame>
      <p:grpSp>
        <p:nvGrpSpPr>
          <p:cNvPr id="33796" name="Group 12"/>
          <p:cNvGrpSpPr/>
          <p:nvPr/>
        </p:nvGrpSpPr>
        <p:grpSpPr>
          <a:xfrm>
            <a:off x="5938838" y="1700213"/>
            <a:ext cx="3097212" cy="2952750"/>
            <a:chOff x="3741" y="2160"/>
            <a:chExt cx="1951" cy="1860"/>
          </a:xfrm>
        </p:grpSpPr>
        <p:sp>
          <p:nvSpPr>
            <p:cNvPr id="33809" name="Rectangle 13"/>
            <p:cNvSpPr/>
            <p:nvPr/>
          </p:nvSpPr>
          <p:spPr>
            <a:xfrm>
              <a:off x="3742" y="2160"/>
              <a:ext cx="1950" cy="1860"/>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3810" name="Text Box 14"/>
            <p:cNvSpPr txBox="1"/>
            <p:nvPr/>
          </p:nvSpPr>
          <p:spPr>
            <a:xfrm>
              <a:off x="4677" y="2518"/>
              <a:ext cx="646"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i="1" dirty="0">
                  <a:solidFill>
                    <a:srgbClr val="FF0000"/>
                  </a:solidFill>
                  <a:latin typeface="Times New Roman" panose="02020603050405020304" pitchFamily="18" charset="0"/>
                  <a:cs typeface="Times New Roman" panose="02020603050405020304" pitchFamily="18" charset="0"/>
                </a:rPr>
                <a:t>P</a:t>
              </a:r>
              <a:r>
                <a:rPr lang="en-US" altLang="zh-CN" sz="2000" dirty="0">
                  <a:solidFill>
                    <a:srgbClr val="FF0000"/>
                  </a:solidFill>
                  <a:latin typeface="Times New Roman" panose="02020603050405020304" pitchFamily="18" charset="0"/>
                  <a:cs typeface="Times New Roman" panose="02020603050405020304" pitchFamily="18" charset="0"/>
                </a:rPr>
                <a:t>(0,0,</a:t>
              </a:r>
              <a:r>
                <a:rPr lang="en-US" altLang="zh-CN" sz="2000" i="1" dirty="0">
                  <a:solidFill>
                    <a:srgbClr val="FF0000"/>
                  </a:solidFill>
                  <a:latin typeface="Times New Roman" panose="02020603050405020304" pitchFamily="18" charset="0"/>
                  <a:cs typeface="Times New Roman" panose="02020603050405020304" pitchFamily="18" charset="0"/>
                </a:rPr>
                <a:t>z</a:t>
              </a:r>
              <a:r>
                <a:rPr lang="en-US" altLang="zh-CN" sz="2000" dirty="0">
                  <a:solidFill>
                    <a:srgbClr val="FF0000"/>
                  </a:solidFill>
                  <a:latin typeface="Times New Roman" panose="02020603050405020304" pitchFamily="18" charset="0"/>
                  <a:cs typeface="Times New Roman" panose="02020603050405020304" pitchFamily="18" charset="0"/>
                </a:rPr>
                <a:t>)</a:t>
              </a:r>
              <a:endParaRPr lang="en-US" altLang="zh-CN" sz="2000" dirty="0">
                <a:solidFill>
                  <a:srgbClr val="FF0000"/>
                </a:solidFill>
                <a:ea typeface="Times New Roman" panose="02020603050405020304" pitchFamily="18" charset="0"/>
              </a:endParaRPr>
            </a:p>
          </p:txBody>
        </p:sp>
        <p:sp>
          <p:nvSpPr>
            <p:cNvPr id="33811" name="Oval 15"/>
            <p:cNvSpPr/>
            <p:nvPr/>
          </p:nvSpPr>
          <p:spPr>
            <a:xfrm>
              <a:off x="3974" y="2838"/>
              <a:ext cx="1386" cy="819"/>
            </a:xfrm>
            <a:prstGeom prst="ellipse">
              <a:avLst/>
            </a:prstGeom>
            <a:solidFill>
              <a:srgbClr val="00808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800" b="1" dirty="0">
                <a:solidFill>
                  <a:schemeClr val="bg1"/>
                </a:solidFill>
                <a:ea typeface="幼圆" panose="02010509060101010101" pitchFamily="49" charset="-122"/>
              </a:endParaRPr>
            </a:p>
          </p:txBody>
        </p:sp>
        <p:sp>
          <p:nvSpPr>
            <p:cNvPr id="33812" name="Oval 16"/>
            <p:cNvSpPr/>
            <p:nvPr/>
          </p:nvSpPr>
          <p:spPr>
            <a:xfrm>
              <a:off x="4448" y="3110"/>
              <a:ext cx="458" cy="229"/>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3813" name="Oval 17"/>
            <p:cNvSpPr/>
            <p:nvPr/>
          </p:nvSpPr>
          <p:spPr>
            <a:xfrm>
              <a:off x="4408" y="3068"/>
              <a:ext cx="521" cy="317"/>
            </a:xfrm>
            <a:prstGeom prst="ellipse">
              <a:avLst/>
            </a:prstGeom>
            <a:solidFill>
              <a:srgbClr val="C0C0C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3814" name="Line 18"/>
            <p:cNvSpPr>
              <a:spLocks noChangeAspect="1"/>
            </p:cNvSpPr>
            <p:nvPr/>
          </p:nvSpPr>
          <p:spPr>
            <a:xfrm rot="-1256416">
              <a:off x="4708" y="3176"/>
              <a:ext cx="289" cy="25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33815" name="Line 19"/>
            <p:cNvSpPr/>
            <p:nvPr/>
          </p:nvSpPr>
          <p:spPr>
            <a:xfrm rot="-2198644">
              <a:off x="4739" y="3101"/>
              <a:ext cx="319" cy="32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33816" name="Line 20"/>
            <p:cNvSpPr/>
            <p:nvPr/>
          </p:nvSpPr>
          <p:spPr>
            <a:xfrm flipV="1">
              <a:off x="4676" y="3225"/>
              <a:ext cx="880" cy="0"/>
            </a:xfrm>
            <a:prstGeom prst="line">
              <a:avLst/>
            </a:prstGeom>
            <a:ln w="22225" cap="flat" cmpd="sng">
              <a:solidFill>
                <a:srgbClr val="0000FF"/>
              </a:solidFill>
              <a:prstDash val="solid"/>
              <a:headEnd type="none" w="med" len="med"/>
              <a:tailEnd type="triangle" w="sm" len="lg"/>
            </a:ln>
          </p:spPr>
          <p:txBody>
            <a:bodyPr/>
            <a:lstStyle/>
            <a:p>
              <a:endParaRPr lang="zh-CN" altLang="en-US"/>
            </a:p>
          </p:txBody>
        </p:sp>
        <p:sp>
          <p:nvSpPr>
            <p:cNvPr id="33817" name="Line 21"/>
            <p:cNvSpPr/>
            <p:nvPr/>
          </p:nvSpPr>
          <p:spPr>
            <a:xfrm flipV="1">
              <a:off x="4676" y="2288"/>
              <a:ext cx="0" cy="935"/>
            </a:xfrm>
            <a:prstGeom prst="line">
              <a:avLst/>
            </a:prstGeom>
            <a:ln w="22225" cap="flat" cmpd="sng">
              <a:solidFill>
                <a:srgbClr val="0000FF"/>
              </a:solidFill>
              <a:prstDash val="solid"/>
              <a:headEnd type="none" w="med" len="med"/>
              <a:tailEnd type="triangle" w="sm" len="lg"/>
            </a:ln>
          </p:spPr>
          <p:txBody>
            <a:bodyPr/>
            <a:lstStyle/>
            <a:p>
              <a:endParaRPr lang="zh-CN" altLang="en-US"/>
            </a:p>
          </p:txBody>
        </p:sp>
        <p:sp>
          <p:nvSpPr>
            <p:cNvPr id="33818" name="Line 22"/>
            <p:cNvSpPr/>
            <p:nvPr/>
          </p:nvSpPr>
          <p:spPr>
            <a:xfrm flipH="1">
              <a:off x="3960" y="3226"/>
              <a:ext cx="708" cy="453"/>
            </a:xfrm>
            <a:prstGeom prst="line">
              <a:avLst/>
            </a:prstGeom>
            <a:ln w="22225" cap="flat" cmpd="sng">
              <a:solidFill>
                <a:srgbClr val="0000FF"/>
              </a:solidFill>
              <a:prstDash val="solid"/>
              <a:headEnd type="none" w="med" len="med"/>
              <a:tailEnd type="triangle" w="sm" len="lg"/>
            </a:ln>
          </p:spPr>
          <p:txBody>
            <a:bodyPr/>
            <a:lstStyle/>
            <a:p>
              <a:endParaRPr lang="zh-CN" altLang="en-US"/>
            </a:p>
          </p:txBody>
        </p:sp>
        <p:sp>
          <p:nvSpPr>
            <p:cNvPr id="33819" name="Line 23"/>
            <p:cNvSpPr>
              <a:spLocks noChangeAspect="1"/>
            </p:cNvSpPr>
            <p:nvPr/>
          </p:nvSpPr>
          <p:spPr>
            <a:xfrm flipH="1" flipV="1">
              <a:off x="4461" y="3133"/>
              <a:ext cx="213" cy="92"/>
            </a:xfrm>
            <a:prstGeom prst="line">
              <a:avLst/>
            </a:prstGeom>
            <a:ln w="9525" cap="flat" cmpd="sng">
              <a:solidFill>
                <a:srgbClr val="000000"/>
              </a:solidFill>
              <a:prstDash val="solid"/>
              <a:headEnd type="none" w="med" len="med"/>
              <a:tailEnd type="triangle" w="sm" len="sm"/>
            </a:ln>
          </p:spPr>
          <p:txBody>
            <a:bodyPr/>
            <a:lstStyle/>
            <a:p>
              <a:endParaRPr lang="zh-CN" altLang="en-US"/>
            </a:p>
          </p:txBody>
        </p:sp>
        <p:sp>
          <p:nvSpPr>
            <p:cNvPr id="33820" name="Line 24"/>
            <p:cNvSpPr/>
            <p:nvPr/>
          </p:nvSpPr>
          <p:spPr>
            <a:xfrm flipH="1" flipV="1">
              <a:off x="4325" y="2886"/>
              <a:ext cx="350" cy="339"/>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33821" name="Arc 25"/>
            <p:cNvSpPr/>
            <p:nvPr/>
          </p:nvSpPr>
          <p:spPr>
            <a:xfrm rot="3158680" flipV="1">
              <a:off x="4612" y="3211"/>
              <a:ext cx="123" cy="130"/>
            </a:xfrm>
            <a:custGeom>
              <a:avLst/>
              <a:gdLst>
                <a:gd name="txL" fmla="*/ 0 w 21600"/>
                <a:gd name="txT" fmla="*/ 0 h 25284"/>
                <a:gd name="txR" fmla="*/ 21600 w 21600"/>
                <a:gd name="txB" fmla="*/ 25284 h 25284"/>
              </a:gdLst>
              <a:ahLst/>
              <a:cxnLst>
                <a:cxn ang="0">
                  <a:pos x="0" y="0"/>
                </a:cxn>
                <a:cxn ang="0">
                  <a:pos x="0" y="0"/>
                </a:cxn>
                <a:cxn ang="0">
                  <a:pos x="0" y="0"/>
                </a:cxn>
              </a:cxnLst>
              <a:rect l="txL" t="txT" r="txR" b="txB"/>
              <a:pathLst>
                <a:path w="21600" h="25284" fill="none">
                  <a:moveTo>
                    <a:pt x="-1" y="0"/>
                  </a:moveTo>
                  <a:cubicBezTo>
                    <a:pt x="11929" y="0"/>
                    <a:pt x="21600" y="9670"/>
                    <a:pt x="21600" y="21600"/>
                  </a:cubicBezTo>
                  <a:cubicBezTo>
                    <a:pt x="21600" y="22834"/>
                    <a:pt x="21494" y="24067"/>
                    <a:pt x="21283" y="25283"/>
                  </a:cubicBezTo>
                </a:path>
                <a:path w="21600" h="25284" stroke="0">
                  <a:moveTo>
                    <a:pt x="-1" y="0"/>
                  </a:moveTo>
                  <a:cubicBezTo>
                    <a:pt x="11929" y="0"/>
                    <a:pt x="21600" y="9670"/>
                    <a:pt x="21600" y="21600"/>
                  </a:cubicBezTo>
                  <a:cubicBezTo>
                    <a:pt x="21600" y="22834"/>
                    <a:pt x="21494" y="24067"/>
                    <a:pt x="21283" y="25283"/>
                  </a:cubicBezTo>
                  <a:lnTo>
                    <a:pt x="0" y="21600"/>
                  </a:lnTo>
                  <a:lnTo>
                    <a:pt x="-1" y="0"/>
                  </a:lnTo>
                  <a:close/>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3822" name="Line 26"/>
            <p:cNvSpPr/>
            <p:nvPr/>
          </p:nvSpPr>
          <p:spPr>
            <a:xfrm flipV="1">
              <a:off x="4676" y="2600"/>
              <a:ext cx="0" cy="532"/>
            </a:xfrm>
            <a:prstGeom prst="line">
              <a:avLst/>
            </a:prstGeom>
            <a:ln w="9525" cap="flat" cmpd="sng">
              <a:solidFill>
                <a:srgbClr val="000000"/>
              </a:solidFill>
              <a:prstDash val="solid"/>
              <a:headEnd type="none" w="med" len="med"/>
              <a:tailEnd type="triangle" w="sm" len="lg"/>
            </a:ln>
          </p:spPr>
          <p:txBody>
            <a:bodyPr/>
            <a:lstStyle/>
            <a:p>
              <a:endParaRPr lang="zh-CN" altLang="en-US"/>
            </a:p>
          </p:txBody>
        </p:sp>
        <p:sp>
          <p:nvSpPr>
            <p:cNvPr id="33823" name="Line 27"/>
            <p:cNvSpPr/>
            <p:nvPr/>
          </p:nvSpPr>
          <p:spPr>
            <a:xfrm flipH="1" flipV="1">
              <a:off x="4564" y="2356"/>
              <a:ext cx="432" cy="999"/>
            </a:xfrm>
            <a:prstGeom prst="line">
              <a:avLst/>
            </a:prstGeom>
            <a:ln w="9525" cap="flat" cmpd="sng">
              <a:solidFill>
                <a:srgbClr val="000000"/>
              </a:solidFill>
              <a:prstDash val="solid"/>
              <a:headEnd type="none" w="med" len="med"/>
              <a:tailEnd type="triangle" w="sm" len="lg"/>
            </a:ln>
          </p:spPr>
          <p:txBody>
            <a:bodyPr/>
            <a:lstStyle/>
            <a:p>
              <a:endParaRPr lang="zh-CN" altLang="en-US"/>
            </a:p>
          </p:txBody>
        </p:sp>
        <p:sp>
          <p:nvSpPr>
            <p:cNvPr id="33824" name="Oval 28"/>
            <p:cNvSpPr/>
            <p:nvPr/>
          </p:nvSpPr>
          <p:spPr>
            <a:xfrm>
              <a:off x="4663" y="2580"/>
              <a:ext cx="41" cy="41"/>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3825" name="Text Box 29"/>
            <p:cNvSpPr txBox="1"/>
            <p:nvPr/>
          </p:nvSpPr>
          <p:spPr>
            <a:xfrm>
              <a:off x="4234" y="2886"/>
              <a:ext cx="216"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i="1" dirty="0">
                  <a:latin typeface="Times New Roman" panose="02020603050405020304" pitchFamily="18" charset="0"/>
                  <a:cs typeface="Times New Roman" panose="02020603050405020304" pitchFamily="18" charset="0"/>
                </a:rPr>
                <a:t>b</a:t>
              </a:r>
              <a:endParaRPr lang="en-US" altLang="zh-CN" sz="2000" dirty="0">
                <a:ea typeface="Times New Roman" panose="02020603050405020304" pitchFamily="18" charset="0"/>
              </a:endParaRPr>
            </a:p>
          </p:txBody>
        </p:sp>
        <p:sp>
          <p:nvSpPr>
            <p:cNvPr id="33826" name="Text Box 30"/>
            <p:cNvSpPr txBox="1"/>
            <p:nvPr/>
          </p:nvSpPr>
          <p:spPr>
            <a:xfrm>
              <a:off x="4506" y="2614"/>
              <a:ext cx="288"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i="1" dirty="0">
                  <a:solidFill>
                    <a:srgbClr val="FF0000"/>
                  </a:solidFill>
                  <a:latin typeface="Times New Roman" panose="02020603050405020304" pitchFamily="18" charset="0"/>
                  <a:cs typeface="Times New Roman" panose="02020603050405020304" pitchFamily="18" charset="0"/>
                </a:rPr>
                <a:t>r</a:t>
              </a:r>
              <a:endParaRPr lang="en-US" altLang="zh-CN" sz="2000" dirty="0">
                <a:solidFill>
                  <a:srgbClr val="FF0000"/>
                </a:solidFill>
                <a:ea typeface="Times New Roman" panose="02020603050405020304" pitchFamily="18" charset="0"/>
              </a:endParaRPr>
            </a:p>
          </p:txBody>
        </p:sp>
        <p:sp>
          <p:nvSpPr>
            <p:cNvPr id="33827" name="Text Box 31"/>
            <p:cNvSpPr txBox="1"/>
            <p:nvPr/>
          </p:nvSpPr>
          <p:spPr>
            <a:xfrm>
              <a:off x="4752" y="2742"/>
              <a:ext cx="28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i="1" dirty="0">
                  <a:solidFill>
                    <a:srgbClr val="FF0000"/>
                  </a:solidFill>
                  <a:latin typeface="Times New Roman" panose="02020603050405020304" pitchFamily="18" charset="0"/>
                  <a:cs typeface="Times New Roman" panose="02020603050405020304" pitchFamily="18" charset="0"/>
                </a:rPr>
                <a:t>R</a:t>
              </a:r>
              <a:endParaRPr lang="en-US" altLang="zh-CN" sz="2000" dirty="0">
                <a:solidFill>
                  <a:srgbClr val="FF0000"/>
                </a:solidFill>
                <a:ea typeface="Times New Roman" panose="02020603050405020304" pitchFamily="18" charset="0"/>
              </a:endParaRPr>
            </a:p>
          </p:txBody>
        </p:sp>
        <p:sp>
          <p:nvSpPr>
            <p:cNvPr id="33828" name="Line 32"/>
            <p:cNvSpPr/>
            <p:nvPr/>
          </p:nvSpPr>
          <p:spPr>
            <a:xfrm rot="-60000" flipH="1" flipV="1">
              <a:off x="4680" y="2631"/>
              <a:ext cx="217" cy="500"/>
            </a:xfrm>
            <a:prstGeom prst="line">
              <a:avLst/>
            </a:prstGeom>
            <a:ln w="9525" cap="flat" cmpd="sng">
              <a:solidFill>
                <a:srgbClr val="000000"/>
              </a:solidFill>
              <a:prstDash val="solid"/>
              <a:headEnd type="none" w="med" len="med"/>
              <a:tailEnd type="triangle" w="sm" len="lg"/>
            </a:ln>
          </p:spPr>
          <p:txBody>
            <a:bodyPr/>
            <a:lstStyle/>
            <a:p>
              <a:endParaRPr lang="zh-CN" altLang="en-US"/>
            </a:p>
          </p:txBody>
        </p:sp>
        <p:sp>
          <p:nvSpPr>
            <p:cNvPr id="33829" name="Text Box 33"/>
            <p:cNvSpPr txBox="1"/>
            <p:nvPr/>
          </p:nvSpPr>
          <p:spPr>
            <a:xfrm>
              <a:off x="5465" y="3158"/>
              <a:ext cx="168" cy="18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i="1" dirty="0">
                  <a:latin typeface="Times New Roman" panose="02020603050405020304" pitchFamily="18" charset="0"/>
                  <a:cs typeface="Times New Roman" panose="02020603050405020304" pitchFamily="18" charset="0"/>
                </a:rPr>
                <a:t>y</a:t>
              </a:r>
              <a:endParaRPr lang="en-US" altLang="zh-CN" sz="2000" dirty="0">
                <a:ea typeface="Times New Roman" panose="02020603050405020304" pitchFamily="18" charset="0"/>
              </a:endParaRPr>
            </a:p>
          </p:txBody>
        </p:sp>
        <p:sp>
          <p:nvSpPr>
            <p:cNvPr id="33830" name="Text Box 34"/>
            <p:cNvSpPr txBox="1"/>
            <p:nvPr/>
          </p:nvSpPr>
          <p:spPr>
            <a:xfrm>
              <a:off x="4672" y="2206"/>
              <a:ext cx="28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latin typeface="Times New Roman" panose="02020603050405020304" pitchFamily="18" charset="0"/>
                  <a:cs typeface="Times New Roman" panose="02020603050405020304" pitchFamily="18" charset="0"/>
                </a:rPr>
                <a:t>z</a:t>
              </a:r>
              <a:endParaRPr lang="en-US" altLang="zh-CN" sz="2000" b="1" dirty="0">
                <a:ea typeface="Times New Roman" panose="02020603050405020304" pitchFamily="18" charset="0"/>
              </a:endParaRPr>
            </a:p>
          </p:txBody>
        </p:sp>
        <p:sp>
          <p:nvSpPr>
            <p:cNvPr id="33831" name="Text Box 35"/>
            <p:cNvSpPr txBox="1"/>
            <p:nvPr/>
          </p:nvSpPr>
          <p:spPr>
            <a:xfrm>
              <a:off x="3832" y="3476"/>
              <a:ext cx="288"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i="1" dirty="0">
                  <a:latin typeface="Times New Roman" panose="02020603050405020304" pitchFamily="18" charset="0"/>
                  <a:cs typeface="Times New Roman" panose="02020603050405020304" pitchFamily="18" charset="0"/>
                </a:rPr>
                <a:t>x</a:t>
              </a:r>
              <a:endParaRPr lang="en-US" altLang="zh-CN" sz="2000" b="1" dirty="0">
                <a:ea typeface="Times New Roman" panose="02020603050405020304" pitchFamily="18" charset="0"/>
              </a:endParaRPr>
            </a:p>
          </p:txBody>
        </p:sp>
        <p:sp>
          <p:nvSpPr>
            <p:cNvPr id="33832" name="Text Box 36"/>
            <p:cNvSpPr txBox="1"/>
            <p:nvPr/>
          </p:nvSpPr>
          <p:spPr>
            <a:xfrm>
              <a:off x="3741" y="3749"/>
              <a:ext cx="1905"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400" b="1" dirty="0">
                  <a:latin typeface="Times New Roman" panose="02020603050405020304" pitchFamily="18" charset="0"/>
                  <a:cs typeface="Times New Roman" panose="02020603050405020304" pitchFamily="18" charset="0"/>
                </a:rPr>
                <a:t>u</a:t>
              </a:r>
              <a:r>
                <a:rPr lang="en-US" altLang="en-US" sz="1400" b="1" dirty="0">
                  <a:latin typeface="Times New Roman" panose="02020603050405020304" pitchFamily="18" charset="0"/>
                  <a:cs typeface="Times New Roman" panose="02020603050405020304" pitchFamily="18" charset="0"/>
                </a:rPr>
                <a:t>niformly charged circular thin ring</a:t>
              </a:r>
              <a:endParaRPr lang="en-US" altLang="zh-CN" sz="1400" b="1" dirty="0">
                <a:ea typeface="Times New Roman" panose="02020603050405020304" pitchFamily="18" charset="0"/>
              </a:endParaRPr>
            </a:p>
          </p:txBody>
        </p:sp>
        <p:sp>
          <p:nvSpPr>
            <p:cNvPr id="33833" name="Freeform 37"/>
            <p:cNvSpPr/>
            <p:nvPr/>
          </p:nvSpPr>
          <p:spPr>
            <a:xfrm>
              <a:off x="5023" y="3299"/>
              <a:ext cx="224" cy="128"/>
            </a:xfrm>
            <a:custGeom>
              <a:avLst/>
              <a:gdLst>
                <a:gd name="txL" fmla="*/ 0 w 224"/>
                <a:gd name="txT" fmla="*/ 0 h 128"/>
                <a:gd name="txR" fmla="*/ 224 w 224"/>
                <a:gd name="txB" fmla="*/ 128 h 128"/>
              </a:gdLst>
              <a:ahLst/>
              <a:cxnLst>
                <a:cxn ang="0">
                  <a:pos x="0" y="80"/>
                </a:cxn>
                <a:cxn ang="0">
                  <a:pos x="59" y="46"/>
                </a:cxn>
                <a:cxn ang="0">
                  <a:pos x="80" y="0"/>
                </a:cxn>
                <a:cxn ang="0">
                  <a:pos x="224" y="16"/>
                </a:cxn>
                <a:cxn ang="0">
                  <a:pos x="192" y="80"/>
                </a:cxn>
                <a:cxn ang="0">
                  <a:pos x="112" y="128"/>
                </a:cxn>
                <a:cxn ang="0">
                  <a:pos x="0" y="80"/>
                </a:cxn>
              </a:cxnLst>
              <a:rect l="txL" t="txT" r="txR" b="txB"/>
              <a:pathLst>
                <a:path w="224" h="128">
                  <a:moveTo>
                    <a:pt x="0" y="80"/>
                  </a:moveTo>
                  <a:lnTo>
                    <a:pt x="59" y="46"/>
                  </a:lnTo>
                  <a:lnTo>
                    <a:pt x="80" y="0"/>
                  </a:lnTo>
                  <a:lnTo>
                    <a:pt x="224" y="16"/>
                  </a:lnTo>
                  <a:lnTo>
                    <a:pt x="192" y="80"/>
                  </a:lnTo>
                  <a:lnTo>
                    <a:pt x="112" y="128"/>
                  </a:lnTo>
                  <a:lnTo>
                    <a:pt x="0" y="80"/>
                  </a:lnTo>
                  <a:close/>
                </a:path>
              </a:pathLst>
            </a:custGeom>
            <a:solidFill>
              <a:srgbClr val="008000">
                <a:alpha val="100000"/>
              </a:srgbClr>
            </a:solid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3834" name="Text Box 38"/>
            <p:cNvSpPr txBox="1"/>
            <p:nvPr/>
          </p:nvSpPr>
          <p:spPr>
            <a:xfrm>
              <a:off x="4824" y="3340"/>
              <a:ext cx="288"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solidFill>
                    <a:srgbClr val="FF0000"/>
                  </a:solidFill>
                  <a:latin typeface="Times New Roman" panose="02020603050405020304" pitchFamily="18" charset="0"/>
                  <a:cs typeface="Times New Roman" panose="02020603050405020304" pitchFamily="18" charset="0"/>
                </a:rPr>
                <a:t>d</a:t>
              </a:r>
              <a:r>
                <a:rPr lang="en-US" altLang="zh-CN" sz="2000" b="1" i="1" dirty="0">
                  <a:solidFill>
                    <a:srgbClr val="FF0000"/>
                  </a:solidFill>
                  <a:latin typeface="Times New Roman" panose="02020603050405020304" pitchFamily="18" charset="0"/>
                  <a:cs typeface="Times New Roman" panose="02020603050405020304" pitchFamily="18" charset="0"/>
                </a:rPr>
                <a:t>S</a:t>
              </a:r>
              <a:endParaRPr lang="en-US" altLang="zh-CN" sz="2000" b="1" dirty="0">
                <a:solidFill>
                  <a:srgbClr val="FF0000"/>
                </a:solidFill>
                <a:ea typeface="Times New Roman" panose="02020603050405020304" pitchFamily="18" charset="0"/>
              </a:endParaRPr>
            </a:p>
          </p:txBody>
        </p:sp>
        <p:graphicFrame>
          <p:nvGraphicFramePr>
            <p:cNvPr id="33835" name="Object 39"/>
            <p:cNvGraphicFramePr>
              <a:graphicFrameLocks noChangeAspect="1"/>
            </p:cNvGraphicFramePr>
            <p:nvPr/>
          </p:nvGraphicFramePr>
          <p:xfrm>
            <a:off x="4604" y="3280"/>
            <a:ext cx="150" cy="241"/>
          </p:xfrm>
          <a:graphic>
            <a:graphicData uri="http://schemas.openxmlformats.org/presentationml/2006/ole">
              <mc:AlternateContent xmlns:mc="http://schemas.openxmlformats.org/markup-compatibility/2006">
                <mc:Choice xmlns:v="urn:schemas-microsoft-com:vml" Requires="v">
                  <p:oleObj r:id="rId4" imgW="5715" imgH="5715" progId="Equation.DSMT4">
                    <p:embed/>
                  </p:oleObj>
                </mc:Choice>
                <mc:Fallback>
                  <p:oleObj r:id="rId4" imgW="5715" imgH="5715" progId="Equation.DSMT4">
                    <p:embed/>
                    <p:pic>
                      <p:nvPicPr>
                        <p:cNvPr id="33835" name="Object 39"/>
                        <p:cNvPicPr/>
                        <p:nvPr/>
                      </p:nvPicPr>
                      <p:blipFill>
                        <a:blip r:embed="rId5">
                          <a:clrChange>
                            <a:clrFrom>
                              <a:srgbClr val="000000"/>
                            </a:clrFrom>
                            <a:clrTo>
                              <a:srgbClr val="FF0000"/>
                            </a:clrTo>
                          </a:clrChange>
                        </a:blip>
                        <a:stretch>
                          <a:fillRect/>
                        </a:stretch>
                      </p:blipFill>
                      <p:spPr>
                        <a:xfrm>
                          <a:off x="4604" y="3280"/>
                          <a:ext cx="150" cy="241"/>
                        </a:xfrm>
                        <a:prstGeom prst="rect">
                          <a:avLst/>
                        </a:prstGeom>
                        <a:noFill/>
                        <a:ln w="38100">
                          <a:noFill/>
                          <a:miter/>
                        </a:ln>
                      </p:spPr>
                    </p:pic>
                  </p:oleObj>
                </mc:Fallback>
              </mc:AlternateContent>
            </a:graphicData>
          </a:graphic>
        </p:graphicFrame>
        <p:sp>
          <p:nvSpPr>
            <p:cNvPr id="33836" name="Text Box 40"/>
            <p:cNvSpPr txBox="1"/>
            <p:nvPr/>
          </p:nvSpPr>
          <p:spPr>
            <a:xfrm>
              <a:off x="4422" y="3067"/>
              <a:ext cx="216"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i="1" dirty="0">
                  <a:solidFill>
                    <a:srgbClr val="FF0000"/>
                  </a:solidFill>
                  <a:latin typeface="Times New Roman" panose="02020603050405020304" pitchFamily="18" charset="0"/>
                  <a:cs typeface="Times New Roman" panose="02020603050405020304" pitchFamily="18" charset="0"/>
                </a:rPr>
                <a:t>a</a:t>
              </a:r>
              <a:endParaRPr lang="en-US" altLang="zh-CN" sz="2000" dirty="0">
                <a:solidFill>
                  <a:srgbClr val="FF0000"/>
                </a:solidFill>
                <a:ea typeface="Times New Roman" panose="02020603050405020304" pitchFamily="18" charset="0"/>
              </a:endParaRPr>
            </a:p>
          </p:txBody>
        </p:sp>
        <p:graphicFrame>
          <p:nvGraphicFramePr>
            <p:cNvPr id="33837" name="Object 41"/>
            <p:cNvGraphicFramePr>
              <a:graphicFrameLocks noChangeAspect="1"/>
            </p:cNvGraphicFramePr>
            <p:nvPr/>
          </p:nvGraphicFramePr>
          <p:xfrm>
            <a:off x="4334" y="2251"/>
            <a:ext cx="270" cy="256"/>
          </p:xfrm>
          <a:graphic>
            <a:graphicData uri="http://schemas.openxmlformats.org/presentationml/2006/ole">
              <mc:AlternateContent xmlns:mc="http://schemas.openxmlformats.org/markup-compatibility/2006">
                <mc:Choice xmlns:v="urn:schemas-microsoft-com:vml" Requires="v">
                  <p:oleObj r:id="rId6" imgW="104140" imgH="92710" progId="Equation.DSMT4">
                    <p:embed/>
                  </p:oleObj>
                </mc:Choice>
                <mc:Fallback>
                  <p:oleObj r:id="rId6" imgW="104140" imgH="92710" progId="Equation.DSMT4">
                    <p:embed/>
                    <p:pic>
                      <p:nvPicPr>
                        <p:cNvPr id="33837" name="Object 41"/>
                        <p:cNvPicPr/>
                        <p:nvPr/>
                      </p:nvPicPr>
                      <p:blipFill>
                        <a:blip r:embed="rId7">
                          <a:clrChange>
                            <a:clrFrom>
                              <a:srgbClr val="000000"/>
                            </a:clrFrom>
                            <a:clrTo>
                              <a:srgbClr val="007A77"/>
                            </a:clrTo>
                          </a:clrChange>
                        </a:blip>
                        <a:stretch>
                          <a:fillRect/>
                        </a:stretch>
                      </p:blipFill>
                      <p:spPr>
                        <a:xfrm>
                          <a:off x="4334" y="2251"/>
                          <a:ext cx="270" cy="256"/>
                        </a:xfrm>
                        <a:prstGeom prst="rect">
                          <a:avLst/>
                        </a:prstGeom>
                        <a:noFill/>
                        <a:ln w="38100">
                          <a:noFill/>
                          <a:miter/>
                        </a:ln>
                      </p:spPr>
                    </p:pic>
                  </p:oleObj>
                </mc:Fallback>
              </mc:AlternateContent>
            </a:graphicData>
          </a:graphic>
        </p:graphicFrame>
      </p:grpSp>
      <p:graphicFrame>
        <p:nvGraphicFramePr>
          <p:cNvPr id="200740" name="Object 44"/>
          <p:cNvGraphicFramePr>
            <a:graphicFrameLocks noChangeAspect="1"/>
          </p:cNvGraphicFramePr>
          <p:nvPr/>
        </p:nvGraphicFramePr>
        <p:xfrm>
          <a:off x="323850" y="5516563"/>
          <a:ext cx="7969250" cy="901700"/>
        </p:xfrm>
        <a:graphic>
          <a:graphicData uri="http://schemas.openxmlformats.org/presentationml/2006/ole">
            <mc:AlternateContent xmlns:mc="http://schemas.openxmlformats.org/markup-compatibility/2006">
              <mc:Choice xmlns:v="urn:schemas-microsoft-com:vml" Requires="v">
                <p:oleObj r:id="rId8" imgW="3576320" imgH="312420" progId="Equation.DSMT4">
                  <p:embed/>
                </p:oleObj>
              </mc:Choice>
              <mc:Fallback>
                <p:oleObj r:id="rId8" imgW="3576320" imgH="312420" progId="Equation.DSMT4">
                  <p:embed/>
                  <p:pic>
                    <p:nvPicPr>
                      <p:cNvPr id="200740" name="Object 44"/>
                      <p:cNvPicPr/>
                      <p:nvPr/>
                    </p:nvPicPr>
                    <p:blipFill>
                      <a:blip r:embed="rId9">
                        <a:clrChange>
                          <a:clrFrom>
                            <a:srgbClr val="000000"/>
                          </a:clrFrom>
                          <a:clrTo>
                            <a:srgbClr val="FFFFFF"/>
                          </a:clrTo>
                        </a:clrChange>
                        <a:clrChange>
                          <a:clrFrom>
                            <a:srgbClr val="FF007F"/>
                          </a:clrFrom>
                          <a:clrTo>
                            <a:srgbClr val="000000"/>
                          </a:clrTo>
                        </a:clrChange>
                      </a:blip>
                      <a:stretch>
                        <a:fillRect/>
                      </a:stretch>
                    </p:blipFill>
                    <p:spPr>
                      <a:xfrm>
                        <a:off x="323850" y="5516563"/>
                        <a:ext cx="7969250" cy="901700"/>
                      </a:xfrm>
                      <a:prstGeom prst="rect">
                        <a:avLst/>
                      </a:prstGeom>
                      <a:solidFill>
                        <a:srgbClr val="00194D"/>
                      </a:solidFill>
                      <a:ln w="38100">
                        <a:noFill/>
                        <a:miter/>
                      </a:ln>
                    </p:spPr>
                  </p:pic>
                </p:oleObj>
              </mc:Fallback>
            </mc:AlternateContent>
          </a:graphicData>
        </a:graphic>
      </p:graphicFrame>
      <p:graphicFrame>
        <p:nvGraphicFramePr>
          <p:cNvPr id="200742" name="Object 46"/>
          <p:cNvGraphicFramePr>
            <a:graphicFrameLocks noGrp="1" noChangeAspect="1"/>
          </p:cNvGraphicFramePr>
          <p:nvPr>
            <p:ph sz="quarter" idx="1"/>
          </p:nvPr>
        </p:nvGraphicFramePr>
        <p:xfrm>
          <a:off x="1619250" y="908050"/>
          <a:ext cx="3167063" cy="831850"/>
        </p:xfrm>
        <a:graphic>
          <a:graphicData uri="http://schemas.openxmlformats.org/presentationml/2006/ole">
            <mc:AlternateContent xmlns:mc="http://schemas.openxmlformats.org/markup-compatibility/2006">
              <mc:Choice xmlns:v="urn:schemas-microsoft-com:vml" Requires="v">
                <p:oleObj r:id="rId10" imgW="1481455" imgH="312420" progId="Equation.DSMT4">
                  <p:embed/>
                </p:oleObj>
              </mc:Choice>
              <mc:Fallback>
                <p:oleObj r:id="rId10" imgW="1481455" imgH="312420" progId="Equation.DSMT4">
                  <p:embed/>
                  <p:pic>
                    <p:nvPicPr>
                      <p:cNvPr id="200742" name="Object 46"/>
                      <p:cNvPicPr/>
                      <p:nvPr/>
                    </p:nvPicPr>
                    <p:blipFill>
                      <a:blip r:embed="rId11">
                        <a:clrChange>
                          <a:clrFrom>
                            <a:srgbClr val="000000"/>
                          </a:clrFrom>
                          <a:clrTo>
                            <a:srgbClr val="FFFFFF"/>
                          </a:clrTo>
                        </a:clrChange>
                        <a:clrChange>
                          <a:clrFrom>
                            <a:srgbClr val="FF007F"/>
                          </a:clrFrom>
                          <a:clrTo>
                            <a:srgbClr val="000000"/>
                          </a:clrTo>
                        </a:clrChange>
                      </a:blip>
                      <a:srcRect/>
                      <a:stretch>
                        <a:fillRect/>
                      </a:stretch>
                    </p:blipFill>
                    <p:spPr>
                      <a:xfrm>
                        <a:off x="1619250" y="908050"/>
                        <a:ext cx="3167063" cy="831850"/>
                      </a:xfrm>
                      <a:prstGeom prst="rect">
                        <a:avLst/>
                      </a:prstGeom>
                      <a:solidFill>
                        <a:srgbClr val="001D31">
                          <a:alpha val="100000"/>
                        </a:srgbClr>
                      </a:solidFill>
                      <a:ln w="38100">
                        <a:miter/>
                      </a:ln>
                    </p:spPr>
                  </p:pic>
                </p:oleObj>
              </mc:Fallback>
            </mc:AlternateContent>
          </a:graphicData>
        </a:graphic>
      </p:graphicFrame>
      <p:graphicFrame>
        <p:nvGraphicFramePr>
          <p:cNvPr id="200744" name="Object 66"/>
          <p:cNvGraphicFramePr>
            <a:graphicFrameLocks noGrp="1" noChangeAspect="1"/>
          </p:cNvGraphicFramePr>
          <p:nvPr>
            <p:ph sz="quarter" idx="1"/>
          </p:nvPr>
        </p:nvGraphicFramePr>
        <p:xfrm>
          <a:off x="3419475" y="2924175"/>
          <a:ext cx="2225675" cy="450850"/>
        </p:xfrm>
        <a:graphic>
          <a:graphicData uri="http://schemas.openxmlformats.org/presentationml/2006/ole">
            <mc:AlternateContent xmlns:mc="http://schemas.openxmlformats.org/markup-compatibility/2006">
              <mc:Choice xmlns:v="urn:schemas-microsoft-com:vml" Requires="v">
                <p:oleObj r:id="rId12" imgW="804545" imgH="74930" progId="Equation.DSMT4">
                  <p:embed/>
                </p:oleObj>
              </mc:Choice>
              <mc:Fallback>
                <p:oleObj r:id="rId12" imgW="804545" imgH="74930" progId="Equation.DSMT4">
                  <p:embed/>
                  <p:pic>
                    <p:nvPicPr>
                      <p:cNvPr id="200744" name="Object 66"/>
                      <p:cNvPicPr/>
                      <p:nvPr/>
                    </p:nvPicPr>
                    <p:blipFill>
                      <a:blip r:embed="rId13">
                        <a:clrChange>
                          <a:clrFrom>
                            <a:srgbClr val="FF007F"/>
                          </a:clrFrom>
                          <a:clrTo>
                            <a:srgbClr val="000000"/>
                          </a:clrTo>
                        </a:clrChange>
                      </a:blip>
                      <a:srcRect/>
                      <a:stretch>
                        <a:fillRect/>
                      </a:stretch>
                    </p:blipFill>
                    <p:spPr>
                      <a:xfrm>
                        <a:off x="3419475" y="2924175"/>
                        <a:ext cx="2225675" cy="450850"/>
                      </a:xfrm>
                      <a:prstGeom prst="rect">
                        <a:avLst/>
                      </a:prstGeom>
                      <a:solidFill>
                        <a:schemeClr val="accent1">
                          <a:alpha val="100000"/>
                        </a:schemeClr>
                      </a:solidFill>
                      <a:ln w="38100">
                        <a:miter/>
                      </a:ln>
                    </p:spPr>
                  </p:pic>
                </p:oleObj>
              </mc:Fallback>
            </mc:AlternateContent>
          </a:graphicData>
        </a:graphic>
      </p:graphicFrame>
      <p:graphicFrame>
        <p:nvGraphicFramePr>
          <p:cNvPr id="200745" name="Object 62"/>
          <p:cNvGraphicFramePr>
            <a:graphicFrameLocks noChangeAspect="1"/>
          </p:cNvGraphicFramePr>
          <p:nvPr/>
        </p:nvGraphicFramePr>
        <p:xfrm>
          <a:off x="3492500" y="2205038"/>
          <a:ext cx="1152525" cy="560387"/>
        </p:xfrm>
        <a:graphic>
          <a:graphicData uri="http://schemas.openxmlformats.org/presentationml/2006/ole">
            <mc:AlternateContent xmlns:mc="http://schemas.openxmlformats.org/markup-compatibility/2006">
              <mc:Choice xmlns:v="urn:schemas-microsoft-com:vml" Requires="v">
                <p:oleObj r:id="rId14" imgW="318135" imgH="104140" progId="Equation.DSMT4">
                  <p:embed/>
                </p:oleObj>
              </mc:Choice>
              <mc:Fallback>
                <p:oleObj r:id="rId14" imgW="318135" imgH="104140" progId="Equation.DSMT4">
                  <p:embed/>
                  <p:pic>
                    <p:nvPicPr>
                      <p:cNvPr id="200745" name="Object 62"/>
                      <p:cNvPicPr/>
                      <p:nvPr/>
                    </p:nvPicPr>
                    <p:blipFill>
                      <a:blip r:embed="rId15">
                        <a:clrChange>
                          <a:clrFrom>
                            <a:srgbClr val="FF007F"/>
                          </a:clrFrom>
                          <a:clrTo>
                            <a:srgbClr val="000000"/>
                          </a:clrTo>
                        </a:clrChange>
                      </a:blip>
                      <a:stretch>
                        <a:fillRect/>
                      </a:stretch>
                    </p:blipFill>
                    <p:spPr>
                      <a:xfrm>
                        <a:off x="3492500" y="2205038"/>
                        <a:ext cx="1152525" cy="560387"/>
                      </a:xfrm>
                      <a:prstGeom prst="rect">
                        <a:avLst/>
                      </a:prstGeom>
                      <a:solidFill>
                        <a:srgbClr val="FFFFFF"/>
                      </a:solidFill>
                      <a:ln w="38100">
                        <a:noFill/>
                        <a:miter/>
                      </a:ln>
                    </p:spPr>
                  </p:pic>
                </p:oleObj>
              </mc:Fallback>
            </mc:AlternateContent>
          </a:graphicData>
        </a:graphic>
      </p:graphicFrame>
      <p:graphicFrame>
        <p:nvGraphicFramePr>
          <p:cNvPr id="200747" name="Object 64"/>
          <p:cNvGraphicFramePr>
            <a:graphicFrameLocks noChangeAspect="1"/>
          </p:cNvGraphicFramePr>
          <p:nvPr/>
        </p:nvGraphicFramePr>
        <p:xfrm>
          <a:off x="1908175" y="2276475"/>
          <a:ext cx="1295400" cy="576263"/>
        </p:xfrm>
        <a:graphic>
          <a:graphicData uri="http://schemas.openxmlformats.org/presentationml/2006/ole">
            <mc:AlternateContent xmlns:mc="http://schemas.openxmlformats.org/markup-compatibility/2006">
              <mc:Choice xmlns:v="urn:schemas-microsoft-com:vml" Requires="v">
                <p:oleObj r:id="rId16" imgW="416560" imgH="109855" progId="Equation.DSMT4">
                  <p:embed/>
                </p:oleObj>
              </mc:Choice>
              <mc:Fallback>
                <p:oleObj r:id="rId16" imgW="416560" imgH="109855" progId="Equation.DSMT4">
                  <p:embed/>
                  <p:pic>
                    <p:nvPicPr>
                      <p:cNvPr id="200747" name="Object 64"/>
                      <p:cNvPicPr/>
                      <p:nvPr/>
                    </p:nvPicPr>
                    <p:blipFill>
                      <a:blip r:embed="rId17">
                        <a:clrChange>
                          <a:clrFrom>
                            <a:srgbClr val="FF007F"/>
                          </a:clrFrom>
                          <a:clrTo>
                            <a:srgbClr val="000000"/>
                          </a:clrTo>
                        </a:clrChange>
                      </a:blip>
                      <a:stretch>
                        <a:fillRect/>
                      </a:stretch>
                    </p:blipFill>
                    <p:spPr>
                      <a:xfrm>
                        <a:off x="1908175" y="2276475"/>
                        <a:ext cx="1295400" cy="576263"/>
                      </a:xfrm>
                      <a:prstGeom prst="rect">
                        <a:avLst/>
                      </a:prstGeom>
                      <a:solidFill>
                        <a:srgbClr val="FFFFFF"/>
                      </a:solidFill>
                      <a:ln w="38100">
                        <a:noFill/>
                        <a:miter/>
                      </a:ln>
                    </p:spPr>
                  </p:pic>
                </p:oleObj>
              </mc:Fallback>
            </mc:AlternateContent>
          </a:graphicData>
        </a:graphic>
      </p:graphicFrame>
      <p:graphicFrame>
        <p:nvGraphicFramePr>
          <p:cNvPr id="200749" name="Object 71"/>
          <p:cNvGraphicFramePr>
            <a:graphicFrameLocks noGrp="1" noChangeAspect="1"/>
          </p:cNvGraphicFramePr>
          <p:nvPr>
            <p:ph sz="quarter" idx="1"/>
          </p:nvPr>
        </p:nvGraphicFramePr>
        <p:xfrm>
          <a:off x="1835150" y="2924175"/>
          <a:ext cx="1439863" cy="495300"/>
        </p:xfrm>
        <a:graphic>
          <a:graphicData uri="http://schemas.openxmlformats.org/presentationml/2006/ole">
            <mc:AlternateContent xmlns:mc="http://schemas.openxmlformats.org/markup-compatibility/2006">
              <mc:Choice xmlns:v="urn:schemas-microsoft-com:vml" Requires="v">
                <p:oleObj r:id="rId18" imgW="457200" imgH="74930" progId="Equation.DSMT4">
                  <p:embed/>
                </p:oleObj>
              </mc:Choice>
              <mc:Fallback>
                <p:oleObj r:id="rId18" imgW="457200" imgH="74930" progId="Equation.DSMT4">
                  <p:embed/>
                  <p:pic>
                    <p:nvPicPr>
                      <p:cNvPr id="200749" name="Object 71"/>
                      <p:cNvPicPr/>
                      <p:nvPr/>
                    </p:nvPicPr>
                    <p:blipFill>
                      <a:blip r:embed="rId19">
                        <a:clrChange>
                          <a:clrFrom>
                            <a:srgbClr val="FF007F"/>
                          </a:clrFrom>
                          <a:clrTo>
                            <a:srgbClr val="000000"/>
                          </a:clrTo>
                        </a:clrChange>
                      </a:blip>
                      <a:srcRect/>
                      <a:stretch>
                        <a:fillRect/>
                      </a:stretch>
                    </p:blipFill>
                    <p:spPr>
                      <a:xfrm>
                        <a:off x="1835150" y="2924175"/>
                        <a:ext cx="1439863" cy="495300"/>
                      </a:xfrm>
                      <a:prstGeom prst="rect">
                        <a:avLst/>
                      </a:prstGeom>
                      <a:solidFill>
                        <a:schemeClr val="accent1">
                          <a:alpha val="100000"/>
                        </a:schemeClr>
                      </a:solidFill>
                      <a:ln w="38100">
                        <a:miter/>
                      </a:ln>
                    </p:spPr>
                  </p:pic>
                </p:oleObj>
              </mc:Fallback>
            </mc:AlternateContent>
          </a:graphicData>
        </a:graphic>
      </p:graphicFrame>
      <p:sp>
        <p:nvSpPr>
          <p:cNvPr id="642121" name="Rectangle 73"/>
          <p:cNvSpPr/>
          <p:nvPr/>
        </p:nvSpPr>
        <p:spPr>
          <a:xfrm>
            <a:off x="179388" y="1844675"/>
            <a:ext cx="1763712" cy="3968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ctr" hangingPunct="1">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Field point</a:t>
            </a:r>
            <a:r>
              <a:rPr lang="zh-CN" altLang="en-US" sz="2000" b="1" dirty="0">
                <a:solidFill>
                  <a:srgbClr val="0000CC"/>
                </a:solidFill>
                <a:latin typeface="Times New Roman" panose="02020603050405020304" pitchFamily="18" charset="0"/>
                <a:ea typeface="楷体_GB2312" pitchFamily="49" charset="-122"/>
              </a:rPr>
              <a:t>：</a:t>
            </a:r>
          </a:p>
        </p:txBody>
      </p:sp>
      <p:sp>
        <p:nvSpPr>
          <p:cNvPr id="642122" name="Rectangle 74"/>
          <p:cNvSpPr/>
          <p:nvPr/>
        </p:nvSpPr>
        <p:spPr>
          <a:xfrm>
            <a:off x="179388" y="2406650"/>
            <a:ext cx="1873250" cy="3968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ctr" hangingPunct="1">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Source point</a:t>
            </a:r>
            <a:r>
              <a:rPr lang="zh-CN" altLang="en-US" sz="2000" b="1" dirty="0">
                <a:solidFill>
                  <a:srgbClr val="0000CC"/>
                </a:solidFill>
                <a:latin typeface="Times New Roman" panose="02020603050405020304" pitchFamily="18" charset="0"/>
                <a:ea typeface="楷体_GB2312" pitchFamily="49" charset="-122"/>
              </a:rPr>
              <a:t>：</a:t>
            </a:r>
          </a:p>
        </p:txBody>
      </p:sp>
      <p:sp>
        <p:nvSpPr>
          <p:cNvPr id="642128" name="Rectangle 80"/>
          <p:cNvSpPr/>
          <p:nvPr/>
        </p:nvSpPr>
        <p:spPr>
          <a:xfrm>
            <a:off x="179388" y="4797425"/>
            <a:ext cx="13684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400" b="1" dirty="0">
                <a:solidFill>
                  <a:srgbClr val="0000CC"/>
                </a:solidFill>
                <a:latin typeface="Times New Roman" panose="02020603050405020304" pitchFamily="18" charset="0"/>
                <a:ea typeface="楷体_GB2312" pitchFamily="49" charset="-122"/>
              </a:rPr>
              <a:t>since</a:t>
            </a:r>
          </a:p>
        </p:txBody>
      </p:sp>
      <p:sp>
        <p:nvSpPr>
          <p:cNvPr id="33808" name="Rectangle 51"/>
          <p:cNvSpPr/>
          <p:nvPr/>
        </p:nvSpPr>
        <p:spPr>
          <a:xfrm>
            <a:off x="250825" y="188913"/>
            <a:ext cx="8640763"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FF0000"/>
                </a:solidFill>
              </a:rPr>
              <a:t>Example  2  </a:t>
            </a:r>
            <a:r>
              <a:rPr lang="en-US" altLang="zh-CN" sz="2000" b="1" dirty="0">
                <a:solidFill>
                  <a:srgbClr val="000000"/>
                </a:solidFill>
              </a:rPr>
              <a:t>Calculate the electric field intensity at arbitrary point on the axis of uniformly charged circular thin disc.</a:t>
            </a:r>
          </a:p>
        </p:txBody>
      </p:sp>
      <p:graphicFrame>
        <p:nvGraphicFramePr>
          <p:cNvPr id="4" name="对象 3">
            <a:hlinkClick r:id="" action="ppaction://ole?verb=0"/>
          </p:cNvPr>
          <p:cNvGraphicFramePr>
            <a:graphicFrameLocks noChangeAspect="1"/>
          </p:cNvGraphicFramePr>
          <p:nvPr/>
        </p:nvGraphicFramePr>
        <p:xfrm>
          <a:off x="1907540" y="1821180"/>
          <a:ext cx="1103630" cy="384175"/>
        </p:xfrm>
        <a:graphic>
          <a:graphicData uri="http://schemas.openxmlformats.org/presentationml/2006/ole">
            <mc:AlternateContent xmlns:mc="http://schemas.openxmlformats.org/markup-compatibility/2006">
              <mc:Choice xmlns:v="urn:schemas-microsoft-com:vml" Requires="v">
                <p:oleObj r:id="rId20" imgW="584200" imgH="203200" progId="Equation.DSMT4">
                  <p:embed/>
                </p:oleObj>
              </mc:Choice>
              <mc:Fallback>
                <p:oleObj r:id="rId20" imgW="584200" imgH="203200" progId="Equation.DSMT4">
                  <p:embed/>
                  <p:pic>
                    <p:nvPicPr>
                      <p:cNvPr id="4" name="对象 3">
                        <a:hlinkClick r:id="" action="ppaction://ole?verb=0"/>
                      </p:cNvPr>
                      <p:cNvPicPr/>
                      <p:nvPr/>
                    </p:nvPicPr>
                    <p:blipFill>
                      <a:blip r:embed="rId21"/>
                      <a:stretch>
                        <a:fillRect/>
                      </a:stretch>
                    </p:blipFill>
                    <p:spPr>
                      <a:xfrm>
                        <a:off x="1907540" y="1821180"/>
                        <a:ext cx="1103630" cy="384175"/>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1043940" y="4724718"/>
          <a:ext cx="4942840" cy="624840"/>
        </p:xfrm>
        <a:graphic>
          <a:graphicData uri="http://schemas.openxmlformats.org/presentationml/2006/ole">
            <mc:AlternateContent xmlns:mc="http://schemas.openxmlformats.org/markup-compatibility/2006">
              <mc:Choice xmlns:v="urn:schemas-microsoft-com:vml" Requires="v">
                <p:oleObj r:id="rId22" imgW="2616200" imgH="330200" progId="Equation.DSMT4">
                  <p:embed/>
                </p:oleObj>
              </mc:Choice>
              <mc:Fallback>
                <p:oleObj r:id="rId22" imgW="2616200" imgH="330200" progId="Equation.DSMT4">
                  <p:embed/>
                  <p:pic>
                    <p:nvPicPr>
                      <p:cNvPr id="5" name="对象 4">
                        <a:hlinkClick r:id="" action="ppaction://ole?verb=0"/>
                      </p:cNvPr>
                      <p:cNvPicPr/>
                      <p:nvPr/>
                    </p:nvPicPr>
                    <p:blipFill>
                      <a:blip r:embed="rId23"/>
                      <a:stretch>
                        <a:fillRect/>
                      </a:stretch>
                    </p:blipFill>
                    <p:spPr>
                      <a:xfrm>
                        <a:off x="1043940" y="4724718"/>
                        <a:ext cx="4942840" cy="62484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0742"/>
                                        </p:tgtEl>
                                        <p:attrNameLst>
                                          <p:attrName>style.visibility</p:attrName>
                                        </p:attrNameLst>
                                      </p:cBhvr>
                                      <p:to>
                                        <p:strVal val="visible"/>
                                      </p:to>
                                    </p:set>
                                    <p:animEffect transition="in" filter="blinds(horizontal)">
                                      <p:cBhvr>
                                        <p:cTn id="7" dur="500"/>
                                        <p:tgtEl>
                                          <p:spTgt spid="200742"/>
                                        </p:tgtEl>
                                      </p:cBhvr>
                                    </p:animEffect>
                                  </p:childTnLst>
                                </p:cTn>
                              </p:par>
                              <p:par>
                                <p:cTn id="8" presetID="3" presetClass="entr" presetSubtype="10" fill="hold" nodeType="withEffect">
                                  <p:stCondLst>
                                    <p:cond delay="0"/>
                                  </p:stCondLst>
                                  <p:childTnLst>
                                    <p:set>
                                      <p:cBhvr>
                                        <p:cTn id="9" dur="1" fill="hold">
                                          <p:stCondLst>
                                            <p:cond delay="0"/>
                                          </p:stCondLst>
                                        </p:cTn>
                                        <p:tgtEl>
                                          <p:spTgt spid="642122"/>
                                        </p:tgtEl>
                                        <p:attrNameLst>
                                          <p:attrName>style.visibility</p:attrName>
                                        </p:attrNameLst>
                                      </p:cBhvr>
                                      <p:to>
                                        <p:strVal val="visible"/>
                                      </p:to>
                                    </p:set>
                                    <p:animEffect transition="in" filter="blinds(horizontal)">
                                      <p:cBhvr>
                                        <p:cTn id="10" dur="500"/>
                                        <p:tgtEl>
                                          <p:spTgt spid="6421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00745"/>
                                        </p:tgtEl>
                                        <p:attrNameLst>
                                          <p:attrName>style.visibility</p:attrName>
                                        </p:attrNameLst>
                                      </p:cBhvr>
                                      <p:to>
                                        <p:strVal val="visible"/>
                                      </p:to>
                                    </p:set>
                                    <p:animEffect transition="in" filter="blinds(horizontal)">
                                      <p:cBhvr>
                                        <p:cTn id="15" dur="500"/>
                                        <p:tgtEl>
                                          <p:spTgt spid="200745"/>
                                        </p:tgtEl>
                                      </p:cBhvr>
                                    </p:animEffect>
                                  </p:childTnLst>
                                </p:cTn>
                              </p:par>
                              <p:par>
                                <p:cTn id="16" presetID="3" presetClass="entr" presetSubtype="10" fill="hold" nodeType="withEffect">
                                  <p:stCondLst>
                                    <p:cond delay="0"/>
                                  </p:stCondLst>
                                  <p:childTnLst>
                                    <p:set>
                                      <p:cBhvr>
                                        <p:cTn id="17" dur="1" fill="hold">
                                          <p:stCondLst>
                                            <p:cond delay="0"/>
                                          </p:stCondLst>
                                        </p:cTn>
                                        <p:tgtEl>
                                          <p:spTgt spid="200747"/>
                                        </p:tgtEl>
                                        <p:attrNameLst>
                                          <p:attrName>style.visibility</p:attrName>
                                        </p:attrNameLst>
                                      </p:cBhvr>
                                      <p:to>
                                        <p:strVal val="visible"/>
                                      </p:to>
                                    </p:set>
                                    <p:animEffect transition="in" filter="blinds(horizontal)">
                                      <p:cBhvr>
                                        <p:cTn id="18" dur="500"/>
                                        <p:tgtEl>
                                          <p:spTgt spid="20074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00749"/>
                                        </p:tgtEl>
                                        <p:attrNameLst>
                                          <p:attrName>style.visibility</p:attrName>
                                        </p:attrNameLst>
                                      </p:cBhvr>
                                      <p:to>
                                        <p:strVal val="visible"/>
                                      </p:to>
                                    </p:set>
                                    <p:animEffect transition="in" filter="blinds(horizontal)">
                                      <p:cBhvr>
                                        <p:cTn id="23" dur="500"/>
                                        <p:tgtEl>
                                          <p:spTgt spid="20074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00744"/>
                                        </p:tgtEl>
                                        <p:attrNameLst>
                                          <p:attrName>style.visibility</p:attrName>
                                        </p:attrNameLst>
                                      </p:cBhvr>
                                      <p:to>
                                        <p:strVal val="visible"/>
                                      </p:to>
                                    </p:set>
                                    <p:animEffect transition="in" filter="blinds(horizontal)">
                                      <p:cBhvr>
                                        <p:cTn id="28" dur="500"/>
                                        <p:tgtEl>
                                          <p:spTgt spid="20074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00708"/>
                                        </p:tgtEl>
                                        <p:attrNameLst>
                                          <p:attrName>style.visibility</p:attrName>
                                        </p:attrNameLst>
                                      </p:cBhvr>
                                      <p:to>
                                        <p:strVal val="visible"/>
                                      </p:to>
                                    </p:set>
                                    <p:animEffect transition="in" filter="blinds(horizontal)">
                                      <p:cBhvr>
                                        <p:cTn id="33" dur="500"/>
                                        <p:tgtEl>
                                          <p:spTgt spid="20070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42128"/>
                                        </p:tgtEl>
                                        <p:attrNameLst>
                                          <p:attrName>style.visibility</p:attrName>
                                        </p:attrNameLst>
                                      </p:cBhvr>
                                      <p:to>
                                        <p:strVal val="visible"/>
                                      </p:to>
                                    </p:set>
                                    <p:animEffect transition="in" filter="blinds(horizontal)">
                                      <p:cBhvr>
                                        <p:cTn id="38" dur="500"/>
                                        <p:tgtEl>
                                          <p:spTgt spid="642128"/>
                                        </p:tgtEl>
                                      </p:cBhvr>
                                    </p:animEffect>
                                  </p:childTnLst>
                                </p:cTn>
                              </p:par>
                              <p:par>
                                <p:cTn id="39" presetID="4" presetClass="entr" presetSubtype="16"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ox(in)">
                                      <p:cBhvr>
                                        <p:cTn id="41" dur="2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00740"/>
                                        </p:tgtEl>
                                        <p:attrNameLst>
                                          <p:attrName>style.visibility</p:attrName>
                                        </p:attrNameLst>
                                      </p:cBhvr>
                                      <p:to>
                                        <p:strVal val="visible"/>
                                      </p:to>
                                    </p:set>
                                    <p:animEffect transition="in" filter="blinds(horizontal)">
                                      <p:cBhvr>
                                        <p:cTn id="46" dur="500"/>
                                        <p:tgtEl>
                                          <p:spTgt spid="200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21" grpId="0"/>
      <p:bldP spid="642122" grpId="0"/>
      <p:bldP spid="6421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Rot="1"/>
          </p:cNvSpPr>
          <p:nvPr>
            <p:ph type="body" sz="half" idx="1" hasCustomPrompt="1"/>
          </p:nvPr>
        </p:nvSpPr>
        <p:spPr>
          <a:xfrm>
            <a:off x="179388" y="1125538"/>
            <a:ext cx="6337300" cy="1511300"/>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400" b="1" dirty="0">
                <a:solidFill>
                  <a:srgbClr val="000000"/>
                </a:solidFill>
              </a:rPr>
              <a:t>Gauss’ law follows directly from the divergence postulate of electrostatics by the application of divergence theorem.</a:t>
            </a:r>
          </a:p>
        </p:txBody>
      </p:sp>
      <p:sp>
        <p:nvSpPr>
          <p:cNvPr id="172036" name="Rectangle 4"/>
          <p:cNvSpPr>
            <a:spLocks noChangeArrowheads="1"/>
          </p:cNvSpPr>
          <p:nvPr/>
        </p:nvSpPr>
        <p:spPr bwMode="auto">
          <a:xfrm>
            <a:off x="468313" y="476250"/>
            <a:ext cx="8281988" cy="7921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3.4 Gauss’s Law and Applications</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172037" name="Picture 5"/>
          <p:cNvPicPr>
            <a:picLocks noChangeAspect="1"/>
          </p:cNvPicPr>
          <p:nvPr/>
        </p:nvPicPr>
        <p:blipFill>
          <a:blip r:embed="rId2"/>
          <a:stretch>
            <a:fillRect/>
          </a:stretch>
        </p:blipFill>
        <p:spPr>
          <a:xfrm>
            <a:off x="6227763" y="1196975"/>
            <a:ext cx="2592387" cy="1381125"/>
          </a:xfrm>
          <a:prstGeom prst="rect">
            <a:avLst/>
          </a:prstGeom>
          <a:noFill/>
          <a:ln w="9525">
            <a:noFill/>
          </a:ln>
        </p:spPr>
      </p:pic>
      <p:sp>
        <p:nvSpPr>
          <p:cNvPr id="172038" name="Rectangle 6"/>
          <p:cNvSpPr/>
          <p:nvPr/>
        </p:nvSpPr>
        <p:spPr>
          <a:xfrm>
            <a:off x="468313" y="2852738"/>
            <a:ext cx="8353425" cy="3013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2400" dirty="0">
                <a:solidFill>
                  <a:srgbClr val="0000CC"/>
                </a:solidFill>
                <a:latin typeface="Times New Roman" panose="02020603050405020304" pitchFamily="18" charset="0"/>
              </a:rPr>
              <a:t> </a:t>
            </a:r>
            <a:r>
              <a:rPr lang="en-US" altLang="zh-CN" sz="2400" b="1" dirty="0">
                <a:solidFill>
                  <a:srgbClr val="0000CC"/>
                </a:solidFill>
                <a:latin typeface="Times New Roman" panose="02020603050405020304" pitchFamily="18" charset="0"/>
              </a:rPr>
              <a:t>Gauss’s law asserts that the total outward flux of the E-field over any closed surface in free space is equal to the total charge enclosed in the surface divided by      . </a:t>
            </a:r>
          </a:p>
          <a:p>
            <a:pPr marL="0" lvl="0" indent="0" eaLnBrk="1" hangingPunct="1">
              <a:spcBef>
                <a:spcPct val="0"/>
              </a:spcBef>
              <a:buClrTx/>
              <a:buSzTx/>
              <a:buFontTx/>
              <a:buChar char="•"/>
            </a:pPr>
            <a:endParaRPr lang="en-US" altLang="zh-CN" sz="2400" b="1" dirty="0">
              <a:solidFill>
                <a:srgbClr val="0000CC"/>
              </a:solidFill>
              <a:latin typeface="Times New Roman" panose="02020603050405020304" pitchFamily="18" charset="0"/>
            </a:endParaRPr>
          </a:p>
          <a:p>
            <a:pPr marL="0" lvl="0" indent="0" eaLnBrk="1" hangingPunct="1">
              <a:spcBef>
                <a:spcPct val="0"/>
              </a:spcBef>
              <a:buClrTx/>
              <a:buSzTx/>
              <a:buFontTx/>
              <a:buChar char="•"/>
            </a:pPr>
            <a:r>
              <a:rPr lang="en-US" altLang="zh-CN" sz="2400" b="1" dirty="0">
                <a:solidFill>
                  <a:srgbClr val="0000CC"/>
                </a:solidFill>
                <a:latin typeface="Times New Roman" panose="02020603050405020304" pitchFamily="18" charset="0"/>
              </a:rPr>
              <a:t> Gauss’s law is particularly useful in determining the E field of charge distributions with </a:t>
            </a:r>
            <a:r>
              <a:rPr lang="en-US" altLang="zh-CN" sz="2400" b="1" dirty="0">
                <a:solidFill>
                  <a:srgbClr val="FF0000"/>
                </a:solidFill>
                <a:latin typeface="Times New Roman" panose="02020603050405020304" pitchFamily="18" charset="0"/>
              </a:rPr>
              <a:t>some symmetry conditions</a:t>
            </a:r>
            <a:r>
              <a:rPr lang="en-US" altLang="zh-CN" sz="2400" b="1" dirty="0">
                <a:solidFill>
                  <a:srgbClr val="0000CC"/>
                </a:solidFill>
                <a:latin typeface="Times New Roman" panose="02020603050405020304" pitchFamily="18" charset="0"/>
              </a:rPr>
              <a:t>. On the other hand, when symmetry conditions do not exist, Gauss’s law would not be of much help.</a:t>
            </a:r>
          </a:p>
        </p:txBody>
      </p:sp>
      <p:pic>
        <p:nvPicPr>
          <p:cNvPr id="5"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899400" y="5589588"/>
            <a:ext cx="1209675" cy="1268413"/>
          </a:xfrm>
          <a:prstGeom prst="rect">
            <a:avLst/>
          </a:prstGeom>
          <a:noFill/>
          <a:ln w="9525">
            <a:noFill/>
            <a:miter lim="800000"/>
            <a:headEnd/>
            <a:tailEnd/>
          </a:ln>
          <a:effectLst>
            <a:outerShdw blurRad="50800" dist="38100" dir="2700000" algn="tl" rotWithShape="0">
              <a:schemeClr val="accent1">
                <a:alpha val="40000"/>
              </a:schemeClr>
            </a:outerShdw>
          </a:effectLst>
        </p:spPr>
      </p:pic>
      <p:graphicFrame>
        <p:nvGraphicFramePr>
          <p:cNvPr id="172040" name="Object 31"/>
          <p:cNvGraphicFramePr>
            <a:graphicFrameLocks noGrp="1" noChangeAspect="1"/>
          </p:cNvGraphicFramePr>
          <p:nvPr>
            <p:ph sz="half" idx="2" hasCustomPrompt="1"/>
          </p:nvPr>
        </p:nvGraphicFramePr>
        <p:xfrm>
          <a:off x="5940425" y="3573463"/>
          <a:ext cx="365125" cy="504825"/>
        </p:xfrm>
        <a:graphic>
          <a:graphicData uri="http://schemas.openxmlformats.org/presentationml/2006/ole">
            <mc:AlternateContent xmlns:mc="http://schemas.openxmlformats.org/markup-compatibility/2006">
              <mc:Choice xmlns:v="urn:schemas-microsoft-com:vml" Requires="v">
                <p:oleObj r:id="rId4" imgW="40640" imgH="104140" progId="Equation.DSMT4">
                  <p:embed/>
                </p:oleObj>
              </mc:Choice>
              <mc:Fallback>
                <p:oleObj r:id="rId4" imgW="40640" imgH="104140" progId="Equation.DSMT4">
                  <p:embed/>
                  <p:pic>
                    <p:nvPicPr>
                      <p:cNvPr id="172040" name="Object 31"/>
                      <p:cNvPicPr/>
                      <p:nvPr/>
                    </p:nvPicPr>
                    <p:blipFill>
                      <a:blip r:embed="rId5">
                        <a:clrChange>
                          <a:clrFrom>
                            <a:srgbClr val="000000"/>
                          </a:clrFrom>
                          <a:clrTo>
                            <a:srgbClr val="000000"/>
                          </a:clrTo>
                        </a:clrChange>
                      </a:blip>
                      <a:srcRect/>
                      <a:stretch>
                        <a:fillRect/>
                      </a:stretch>
                    </p:blipFill>
                    <p:spPr>
                      <a:xfrm>
                        <a:off x="5940425" y="3573463"/>
                        <a:ext cx="365125" cy="5048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2040"/>
                                        </p:tgtEl>
                                        <p:attrNameLst>
                                          <p:attrName>style.visibility</p:attrName>
                                        </p:attrNameLst>
                                      </p:cBhvr>
                                      <p:to>
                                        <p:strVal val="visible"/>
                                      </p:to>
                                    </p:set>
                                    <p:animEffect transition="in" filter="wipe(up)">
                                      <p:cBhvr>
                                        <p:cTn id="7" dur="3000"/>
                                        <p:tgtEl>
                                          <p:spTgt spid="1720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2035">
                                            <p:txEl>
                                              <p:pRg st="0" end="0"/>
                                            </p:txEl>
                                          </p:spTgt>
                                        </p:tgtEl>
                                        <p:attrNameLst>
                                          <p:attrName>style.visibility</p:attrName>
                                        </p:attrNameLst>
                                      </p:cBhvr>
                                      <p:to>
                                        <p:strVal val="visible"/>
                                      </p:to>
                                    </p:set>
                                    <p:animEffect transition="in" filter="blinds(horizontal)">
                                      <p:cBhvr>
                                        <p:cTn id="12" dur="500"/>
                                        <p:tgtEl>
                                          <p:spTgt spid="17203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72037"/>
                                        </p:tgtEl>
                                        <p:attrNameLst>
                                          <p:attrName>style.visibility</p:attrName>
                                        </p:attrNameLst>
                                      </p:cBhvr>
                                      <p:to>
                                        <p:strVal val="visible"/>
                                      </p:to>
                                    </p:set>
                                    <p:animEffect transition="in" filter="blinds(horizontal)">
                                      <p:cBhvr>
                                        <p:cTn id="15" dur="500"/>
                                        <p:tgtEl>
                                          <p:spTgt spid="17203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72038"/>
                                        </p:tgtEl>
                                        <p:attrNameLst>
                                          <p:attrName>style.visibility</p:attrName>
                                        </p:attrNameLst>
                                      </p:cBhvr>
                                      <p:to>
                                        <p:strVal val="visible"/>
                                      </p:to>
                                    </p:set>
                                    <p:animEffect transition="in" filter="dissolve">
                                      <p:cBhvr>
                                        <p:cTn id="20" dur="500"/>
                                        <p:tgtEl>
                                          <p:spTgt spid="172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P spid="1720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6" name="Text Box 28"/>
          <p:cNvSpPr txBox="1"/>
          <p:nvPr/>
        </p:nvSpPr>
        <p:spPr>
          <a:xfrm>
            <a:off x="3419475" y="908050"/>
            <a:ext cx="5724525"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Condition for simple calculation</a:t>
            </a:r>
            <a:r>
              <a:rPr lang="zh-CN" altLang="en-US" sz="20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can be moved outside from the integral sign, simplified the integral equation to algebra equation.</a:t>
            </a:r>
          </a:p>
        </p:txBody>
      </p:sp>
      <p:sp>
        <p:nvSpPr>
          <p:cNvPr id="316452" name="Text Box 36"/>
          <p:cNvSpPr txBox="1"/>
          <p:nvPr/>
        </p:nvSpPr>
        <p:spPr>
          <a:xfrm>
            <a:off x="395288" y="3500438"/>
            <a:ext cx="8748712" cy="7318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1800" b="1" dirty="0">
                <a:solidFill>
                  <a:srgbClr val="0000CC"/>
                </a:solidFill>
                <a:latin typeface="Times New Roman" panose="02020603050405020304" pitchFamily="18" charset="0"/>
              </a:rPr>
              <a:t>Spherical symmetric distribution </a:t>
            </a:r>
            <a:r>
              <a:rPr lang="zh-CN" altLang="en-US" sz="2400" b="1" dirty="0">
                <a:solidFill>
                  <a:srgbClr val="0000CC"/>
                </a:solidFill>
                <a:latin typeface="Times New Roman" panose="02020603050405020304" pitchFamily="18" charset="0"/>
                <a:ea typeface="楷体_GB2312" pitchFamily="49" charset="-122"/>
              </a:rPr>
              <a:t>：</a:t>
            </a:r>
            <a:r>
              <a:rPr lang="en-US" altLang="zh-CN" sz="1800" b="1" dirty="0">
                <a:solidFill>
                  <a:srgbClr val="000000"/>
                </a:solidFill>
                <a:latin typeface="Times New Roman" panose="02020603050405020304" pitchFamily="18" charset="0"/>
                <a:ea typeface="楷体_GB2312" pitchFamily="49" charset="-122"/>
              </a:rPr>
              <a:t>Including uniformly charged spherical surface </a:t>
            </a:r>
            <a:r>
              <a:rPr lang="zh-CN" altLang="en-US" sz="1800" b="1" dirty="0">
                <a:solidFill>
                  <a:srgbClr val="000000"/>
                </a:solidFill>
                <a:latin typeface="Times New Roman" panose="02020603050405020304" pitchFamily="18" charset="0"/>
                <a:ea typeface="楷体_GB2312" pitchFamily="49" charset="-122"/>
              </a:rPr>
              <a:t>，</a:t>
            </a:r>
            <a:r>
              <a:rPr lang="en-US" altLang="zh-CN" sz="1800" b="1" dirty="0">
                <a:solidFill>
                  <a:srgbClr val="000000"/>
                </a:solidFill>
                <a:latin typeface="Times New Roman" panose="02020603050405020304" pitchFamily="18" charset="0"/>
                <a:ea typeface="楷体_GB2312" pitchFamily="49" charset="-122"/>
              </a:rPr>
              <a:t>sphere and multi layer concentric spherical shell etc.</a:t>
            </a:r>
          </a:p>
        </p:txBody>
      </p:sp>
      <p:grpSp>
        <p:nvGrpSpPr>
          <p:cNvPr id="2" name="Group 57"/>
          <p:cNvGrpSpPr/>
          <p:nvPr/>
        </p:nvGrpSpPr>
        <p:grpSpPr>
          <a:xfrm>
            <a:off x="610440" y="4214813"/>
            <a:ext cx="7962060" cy="2447489"/>
            <a:chOff x="319" y="2160"/>
            <a:chExt cx="5056" cy="1553"/>
          </a:xfrm>
        </p:grpSpPr>
        <p:sp>
          <p:nvSpPr>
            <p:cNvPr id="35855" name="Rectangle 42"/>
            <p:cNvSpPr/>
            <p:nvPr/>
          </p:nvSpPr>
          <p:spPr>
            <a:xfrm>
              <a:off x="3832" y="2160"/>
              <a:ext cx="1543" cy="1497"/>
            </a:xfrm>
            <a:prstGeom prst="rect">
              <a:avLst/>
            </a:prstGeom>
            <a:solidFill>
              <a:srgbClr val="CCFFFF"/>
            </a:solidFill>
            <a:ln w="15875" cap="flat" cmpd="sng">
              <a:solidFill>
                <a:srgbClr val="9933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35856" name="Group 44"/>
            <p:cNvGrpSpPr/>
            <p:nvPr/>
          </p:nvGrpSpPr>
          <p:grpSpPr>
            <a:xfrm>
              <a:off x="3899" y="2296"/>
              <a:ext cx="1444" cy="1417"/>
              <a:chOff x="3763" y="2296"/>
              <a:chExt cx="1444" cy="1417"/>
            </a:xfrm>
          </p:grpSpPr>
          <p:sp>
            <p:nvSpPr>
              <p:cNvPr id="35865" name="Rectangle 45"/>
              <p:cNvSpPr/>
              <p:nvPr/>
            </p:nvSpPr>
            <p:spPr>
              <a:xfrm>
                <a:off x="3763" y="3304"/>
                <a:ext cx="1444" cy="40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Uniformly charged sphere</a:t>
                </a:r>
              </a:p>
            </p:txBody>
          </p:sp>
          <p:sp>
            <p:nvSpPr>
              <p:cNvPr id="35866" name="Oval 46"/>
              <p:cNvSpPr>
                <a:spLocks noChangeAspect="1"/>
              </p:cNvSpPr>
              <p:nvPr/>
            </p:nvSpPr>
            <p:spPr>
              <a:xfrm>
                <a:off x="4014" y="2296"/>
                <a:ext cx="952" cy="952"/>
              </a:xfrm>
              <a:prstGeom prst="ellipse">
                <a:avLst/>
              </a:prstGeom>
              <a:gradFill rotWithShape="1">
                <a:gsLst>
                  <a:gs pos="0">
                    <a:srgbClr val="5C3725"/>
                  </a:gs>
                  <a:gs pos="100000">
                    <a:srgbClr val="FF9966"/>
                  </a:gs>
                </a:gsLst>
                <a:lin ang="18900000" scaled="1"/>
                <a:tileRect/>
              </a:grad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35857" name="Rectangle 49"/>
            <p:cNvSpPr/>
            <p:nvPr/>
          </p:nvSpPr>
          <p:spPr>
            <a:xfrm>
              <a:off x="2109" y="2160"/>
              <a:ext cx="1543" cy="1497"/>
            </a:xfrm>
            <a:prstGeom prst="rect">
              <a:avLst/>
            </a:prstGeom>
            <a:solidFill>
              <a:srgbClr val="CCFFFF"/>
            </a:solidFill>
            <a:ln w="15875" cap="flat" cmpd="sng">
              <a:solidFill>
                <a:srgbClr val="9933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5858" name="Rectangle 50"/>
            <p:cNvSpPr/>
            <p:nvPr/>
          </p:nvSpPr>
          <p:spPr>
            <a:xfrm>
              <a:off x="385" y="2160"/>
              <a:ext cx="1543" cy="1497"/>
            </a:xfrm>
            <a:prstGeom prst="rect">
              <a:avLst/>
            </a:prstGeom>
            <a:solidFill>
              <a:srgbClr val="CCFFFF"/>
            </a:solidFill>
            <a:ln w="15875" cap="flat" cmpd="sng">
              <a:solidFill>
                <a:srgbClr val="9933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35859" name="Group 51"/>
            <p:cNvGrpSpPr/>
            <p:nvPr/>
          </p:nvGrpSpPr>
          <p:grpSpPr>
            <a:xfrm>
              <a:off x="319" y="2250"/>
              <a:ext cx="1825" cy="1382"/>
              <a:chOff x="455" y="2205"/>
              <a:chExt cx="1825" cy="1382"/>
            </a:xfrm>
          </p:grpSpPr>
          <p:pic>
            <p:nvPicPr>
              <p:cNvPr id="35863" name="Picture 52" descr="d1"/>
              <p:cNvPicPr>
                <a:picLocks noChangeAspect="1"/>
              </p:cNvPicPr>
              <p:nvPr/>
            </p:nvPicPr>
            <p:blipFill>
              <a:blip r:embed="rId2"/>
              <a:stretch>
                <a:fillRect/>
              </a:stretch>
            </p:blipFill>
            <p:spPr>
              <a:xfrm>
                <a:off x="703" y="2205"/>
                <a:ext cx="1088" cy="1080"/>
              </a:xfrm>
              <a:prstGeom prst="rect">
                <a:avLst/>
              </a:prstGeom>
              <a:noFill/>
              <a:ln w="9525">
                <a:noFill/>
              </a:ln>
            </p:spPr>
          </p:pic>
          <p:sp>
            <p:nvSpPr>
              <p:cNvPr id="35864" name="Text Box 53"/>
              <p:cNvSpPr txBox="1"/>
              <p:nvPr/>
            </p:nvSpPr>
            <p:spPr>
              <a:xfrm>
                <a:off x="455" y="3353"/>
                <a:ext cx="1825" cy="2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Charged spherical shell</a:t>
                </a:r>
              </a:p>
            </p:txBody>
          </p:sp>
        </p:grpSp>
        <p:grpSp>
          <p:nvGrpSpPr>
            <p:cNvPr id="35860" name="Group 54"/>
            <p:cNvGrpSpPr/>
            <p:nvPr/>
          </p:nvGrpSpPr>
          <p:grpSpPr>
            <a:xfrm>
              <a:off x="2141" y="2250"/>
              <a:ext cx="1508" cy="1463"/>
              <a:chOff x="2098" y="2205"/>
              <a:chExt cx="1508" cy="1463"/>
            </a:xfrm>
          </p:grpSpPr>
          <p:pic>
            <p:nvPicPr>
              <p:cNvPr id="35861" name="Picture 55" descr="d2"/>
              <p:cNvPicPr/>
              <p:nvPr/>
            </p:nvPicPr>
            <p:blipFill>
              <a:blip r:embed="rId3"/>
              <a:stretch>
                <a:fillRect/>
              </a:stretch>
            </p:blipFill>
            <p:spPr>
              <a:xfrm>
                <a:off x="2200" y="2205"/>
                <a:ext cx="1181" cy="1181"/>
              </a:xfrm>
              <a:prstGeom prst="rect">
                <a:avLst/>
              </a:prstGeom>
              <a:noFill/>
              <a:ln w="9525">
                <a:noFill/>
              </a:ln>
            </p:spPr>
          </p:pic>
          <p:sp>
            <p:nvSpPr>
              <p:cNvPr id="35862" name="Rectangle 56"/>
              <p:cNvSpPr/>
              <p:nvPr/>
            </p:nvSpPr>
            <p:spPr>
              <a:xfrm>
                <a:off x="2098" y="3261"/>
                <a:ext cx="1508" cy="40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Multi-layer concentric</a:t>
                </a:r>
              </a:p>
              <a:p>
                <a:pPr marL="0" lvl="0" indent="0" eaLnBrk="1" hangingPunct="1">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Spherical shell</a:t>
                </a:r>
              </a:p>
            </p:txBody>
          </p:sp>
        </p:grpSp>
      </p:grpSp>
      <p:sp>
        <p:nvSpPr>
          <p:cNvPr id="316481" name="Text Box 65"/>
          <p:cNvSpPr txBox="1"/>
          <p:nvPr/>
        </p:nvSpPr>
        <p:spPr>
          <a:xfrm>
            <a:off x="395288" y="1916113"/>
            <a:ext cx="8497887"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200" b="1" dirty="0">
                <a:solidFill>
                  <a:srgbClr val="000000"/>
                </a:solidFill>
                <a:latin typeface="Times New Roman" panose="02020603050405020304" pitchFamily="18" charset="0"/>
                <a:ea typeface="楷体_GB2312" pitchFamily="49" charset="-122"/>
              </a:rPr>
              <a:t>Under which circumstances</a:t>
            </a:r>
            <a:r>
              <a:rPr lang="zh-CN" altLang="en-US" sz="2200" b="1" dirty="0">
                <a:solidFill>
                  <a:srgbClr val="000000"/>
                </a:solidFill>
                <a:latin typeface="Times New Roman" panose="02020603050405020304" pitchFamily="18" charset="0"/>
                <a:ea typeface="楷体_GB2312" pitchFamily="49" charset="-122"/>
              </a:rPr>
              <a:t>，       </a:t>
            </a:r>
            <a:r>
              <a:rPr lang="en-US" altLang="zh-CN" sz="2200" b="1" dirty="0">
                <a:solidFill>
                  <a:srgbClr val="000000"/>
                </a:solidFill>
                <a:latin typeface="Times New Roman" panose="02020603050405020304" pitchFamily="18" charset="0"/>
                <a:ea typeface="楷体_GB2312" pitchFamily="49" charset="-122"/>
              </a:rPr>
              <a:t>can be move to outside the integral sign</a:t>
            </a:r>
            <a:r>
              <a:rPr lang="zh-CN" altLang="en-US" sz="2200" b="1" dirty="0">
                <a:solidFill>
                  <a:srgbClr val="000000"/>
                </a:solidFill>
                <a:latin typeface="Times New Roman" panose="02020603050405020304" pitchFamily="18" charset="0"/>
                <a:ea typeface="楷体_GB2312" pitchFamily="49" charset="-122"/>
              </a:rPr>
              <a:t>？</a:t>
            </a:r>
          </a:p>
        </p:txBody>
      </p:sp>
      <p:sp>
        <p:nvSpPr>
          <p:cNvPr id="316484" name="Text Box 68"/>
          <p:cNvSpPr txBox="1"/>
          <p:nvPr/>
        </p:nvSpPr>
        <p:spPr>
          <a:xfrm>
            <a:off x="1857375" y="2571750"/>
            <a:ext cx="6929438"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solidFill>
                  <a:srgbClr val="FF0000"/>
                </a:solidFill>
                <a:ea typeface="楷体_GB2312" pitchFamily="49" charset="-122"/>
              </a:rPr>
              <a:t>is uniform distribution  on the S</a:t>
            </a:r>
            <a:r>
              <a:rPr lang="zh-CN" altLang="en-US" sz="1800" b="1" dirty="0">
                <a:solidFill>
                  <a:srgbClr val="FF0000"/>
                </a:solidFill>
                <a:ea typeface="楷体_GB2312" pitchFamily="49" charset="-122"/>
              </a:rPr>
              <a:t>！</a:t>
            </a:r>
            <a:r>
              <a:rPr lang="en-US" altLang="zh-CN" sz="1800" b="1" dirty="0">
                <a:solidFill>
                  <a:srgbClr val="FF0000"/>
                </a:solidFill>
                <a:ea typeface="楷体_GB2312" pitchFamily="49" charset="-122"/>
              </a:rPr>
              <a:t>Or integral result is known!</a:t>
            </a:r>
          </a:p>
        </p:txBody>
      </p:sp>
      <p:sp>
        <p:nvSpPr>
          <p:cNvPr id="316487" name="Text Box 71"/>
          <p:cNvSpPr txBox="1"/>
          <p:nvPr/>
        </p:nvSpPr>
        <p:spPr>
          <a:xfrm>
            <a:off x="501650" y="2909888"/>
            <a:ext cx="7427913"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Where can we find this problem?</a:t>
            </a:r>
          </a:p>
          <a:p>
            <a:pPr marL="0" lvl="0" indent="0" eaLnBrk="1" hangingPunct="1">
              <a:spcBef>
                <a:spcPct val="0"/>
              </a:spcBef>
              <a:buClrTx/>
              <a:buSzTx/>
              <a:buFontTx/>
              <a:buNone/>
            </a:pPr>
            <a:r>
              <a:rPr lang="en-US" altLang="zh-CN" sz="2000" b="1" dirty="0">
                <a:solidFill>
                  <a:srgbClr val="FF0000"/>
                </a:solidFill>
                <a:latin typeface="楷体_GB2312" pitchFamily="49" charset="-122"/>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When the problem is </a:t>
            </a:r>
            <a:r>
              <a:rPr lang="en-US" altLang="zh-CN" sz="2000" b="1" dirty="0">
                <a:solidFill>
                  <a:srgbClr val="FF0000"/>
                </a:solidFill>
                <a:latin typeface="Times New Roman" panose="02020603050405020304" pitchFamily="18" charset="0"/>
                <a:ea typeface="楷体_GB2312" pitchFamily="49" charset="-122"/>
              </a:rPr>
              <a:t>symmetric</a:t>
            </a:r>
            <a:r>
              <a:rPr lang="en-US" altLang="zh-CN" sz="2000" b="1" dirty="0">
                <a:solidFill>
                  <a:srgbClr val="000000"/>
                </a:solidFill>
                <a:latin typeface="Times New Roman" panose="02020603050405020304" pitchFamily="18" charset="0"/>
                <a:ea typeface="楷体_GB2312" pitchFamily="49" charset="-122"/>
              </a:rPr>
              <a:t>!</a:t>
            </a:r>
          </a:p>
        </p:txBody>
      </p:sp>
      <p:sp>
        <p:nvSpPr>
          <p:cNvPr id="218138" name="Line 72"/>
          <p:cNvSpPr/>
          <p:nvPr/>
        </p:nvSpPr>
        <p:spPr>
          <a:xfrm>
            <a:off x="250825" y="3573463"/>
            <a:ext cx="8642350"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sp>
        <p:nvSpPr>
          <p:cNvPr id="218139" name="Line 73"/>
          <p:cNvSpPr/>
          <p:nvPr/>
        </p:nvSpPr>
        <p:spPr>
          <a:xfrm>
            <a:off x="250825" y="1916113"/>
            <a:ext cx="8642350"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sp>
        <p:nvSpPr>
          <p:cNvPr id="35854" name="Rectangle 29"/>
          <p:cNvSpPr>
            <a:spLocks noRot="1"/>
          </p:cNvSpPr>
          <p:nvPr/>
        </p:nvSpPr>
        <p:spPr>
          <a:xfrm>
            <a:off x="179388" y="260350"/>
            <a:ext cx="8540750" cy="8032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90000"/>
              </a:lnSpc>
            </a:pPr>
            <a:r>
              <a:rPr lang="en-US" altLang="zh-CN" sz="2400" b="1" dirty="0">
                <a:solidFill>
                  <a:srgbClr val="0000CC"/>
                </a:solidFill>
              </a:rPr>
              <a:t>The condition of using Gauss's law to calculate the electric field strength</a:t>
            </a:r>
          </a:p>
        </p:txBody>
      </p:sp>
      <p:graphicFrame>
        <p:nvGraphicFramePr>
          <p:cNvPr id="4" name="对象 3">
            <a:hlinkClick r:id="" action="ppaction://ole?verb=0"/>
          </p:cNvPr>
          <p:cNvGraphicFramePr>
            <a:graphicFrameLocks noChangeAspect="1"/>
          </p:cNvGraphicFramePr>
          <p:nvPr/>
        </p:nvGraphicFramePr>
        <p:xfrm>
          <a:off x="477520" y="1055688"/>
          <a:ext cx="2951480" cy="816610"/>
        </p:xfrm>
        <a:graphic>
          <a:graphicData uri="http://schemas.openxmlformats.org/presentationml/2006/ole">
            <mc:AlternateContent xmlns:mc="http://schemas.openxmlformats.org/markup-compatibility/2006">
              <mc:Choice xmlns:v="urn:schemas-microsoft-com:vml" Requires="v">
                <p:oleObj r:id="rId4" imgW="1562100" imgH="431800" progId="Equation.DSMT4">
                  <p:embed/>
                </p:oleObj>
              </mc:Choice>
              <mc:Fallback>
                <p:oleObj r:id="rId4" imgW="1562100" imgH="431800" progId="Equation.DSMT4">
                  <p:embed/>
                  <p:pic>
                    <p:nvPicPr>
                      <p:cNvPr id="4" name="对象 3">
                        <a:hlinkClick r:id="" action="ppaction://ole?verb=0"/>
                      </p:cNvPr>
                      <p:cNvPicPr/>
                      <p:nvPr/>
                    </p:nvPicPr>
                    <p:blipFill>
                      <a:blip r:embed="rId5"/>
                      <a:stretch>
                        <a:fillRect/>
                      </a:stretch>
                    </p:blipFill>
                    <p:spPr>
                      <a:xfrm>
                        <a:off x="477520" y="1055688"/>
                        <a:ext cx="2951480" cy="816610"/>
                      </a:xfrm>
                      <a:prstGeom prst="rect">
                        <a:avLst/>
                      </a:prstGeom>
                    </p:spPr>
                  </p:pic>
                </p:oleObj>
              </mc:Fallback>
            </mc:AlternateContent>
          </a:graphicData>
        </a:graphic>
      </p:graphicFrame>
      <p:graphicFrame>
        <p:nvGraphicFramePr>
          <p:cNvPr id="3" name="对象 2">
            <a:hlinkClick r:id="" action="ppaction://ole?verb=0"/>
          </p:cNvPr>
          <p:cNvGraphicFramePr>
            <a:graphicFrameLocks noChangeAspect="1"/>
          </p:cNvGraphicFramePr>
          <p:nvPr/>
        </p:nvGraphicFramePr>
        <p:xfrm>
          <a:off x="7163753" y="836295"/>
          <a:ext cx="624205" cy="456565"/>
        </p:xfrm>
        <a:graphic>
          <a:graphicData uri="http://schemas.openxmlformats.org/presentationml/2006/ole">
            <mc:AlternateContent xmlns:mc="http://schemas.openxmlformats.org/markup-compatibility/2006">
              <mc:Choice xmlns:v="urn:schemas-microsoft-com:vml" Requires="v">
                <p:oleObj r:id="rId6" imgW="330200" imgH="241300" progId="Equation.DSMT4">
                  <p:embed/>
                </p:oleObj>
              </mc:Choice>
              <mc:Fallback>
                <p:oleObj r:id="rId6" imgW="330200" imgH="241300" progId="Equation.DSMT4">
                  <p:embed/>
                  <p:pic>
                    <p:nvPicPr>
                      <p:cNvPr id="3" name="对象 2">
                        <a:hlinkClick r:id="" action="ppaction://ole?verb=0"/>
                      </p:cNvPr>
                      <p:cNvPicPr/>
                      <p:nvPr/>
                    </p:nvPicPr>
                    <p:blipFill>
                      <a:blip r:embed="rId7"/>
                      <a:stretch>
                        <a:fillRect/>
                      </a:stretch>
                    </p:blipFill>
                    <p:spPr>
                      <a:xfrm>
                        <a:off x="7163753" y="836295"/>
                        <a:ext cx="624205" cy="456565"/>
                      </a:xfrm>
                      <a:prstGeom prst="rect">
                        <a:avLst/>
                      </a:prstGeom>
                    </p:spPr>
                  </p:pic>
                </p:oleObj>
              </mc:Fallback>
            </mc:AlternateContent>
          </a:graphicData>
        </a:graphic>
      </p:graphicFrame>
      <p:graphicFrame>
        <p:nvGraphicFramePr>
          <p:cNvPr id="6" name="对象 5">
            <a:hlinkClick r:id="" action="ppaction://ole?verb=0"/>
          </p:cNvPr>
          <p:cNvGraphicFramePr>
            <a:graphicFrameLocks noChangeAspect="1"/>
          </p:cNvGraphicFramePr>
          <p:nvPr/>
        </p:nvGraphicFramePr>
        <p:xfrm>
          <a:off x="3974783" y="1899285"/>
          <a:ext cx="624205" cy="456565"/>
        </p:xfrm>
        <a:graphic>
          <a:graphicData uri="http://schemas.openxmlformats.org/presentationml/2006/ole">
            <mc:AlternateContent xmlns:mc="http://schemas.openxmlformats.org/markup-compatibility/2006">
              <mc:Choice xmlns:v="urn:schemas-microsoft-com:vml" Requires="v">
                <p:oleObj r:id="rId8" imgW="330200" imgH="241300" progId="Equation.DSMT4">
                  <p:embed/>
                </p:oleObj>
              </mc:Choice>
              <mc:Fallback>
                <p:oleObj r:id="rId8" imgW="330200" imgH="241300" progId="Equation.DSMT4">
                  <p:embed/>
                  <p:pic>
                    <p:nvPicPr>
                      <p:cNvPr id="6" name="对象 5">
                        <a:hlinkClick r:id="" action="ppaction://ole?verb=0"/>
                      </p:cNvPr>
                      <p:cNvPicPr/>
                      <p:nvPr/>
                    </p:nvPicPr>
                    <p:blipFill>
                      <a:blip r:embed="rId7"/>
                      <a:stretch>
                        <a:fillRect/>
                      </a:stretch>
                    </p:blipFill>
                    <p:spPr>
                      <a:xfrm>
                        <a:off x="3974783" y="1899285"/>
                        <a:ext cx="624205" cy="456565"/>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1284288" y="2517140"/>
          <a:ext cx="624205" cy="456565"/>
        </p:xfrm>
        <a:graphic>
          <a:graphicData uri="http://schemas.openxmlformats.org/presentationml/2006/ole">
            <mc:AlternateContent xmlns:mc="http://schemas.openxmlformats.org/markup-compatibility/2006">
              <mc:Choice xmlns:v="urn:schemas-microsoft-com:vml" Requires="v">
                <p:oleObj r:id="rId8" imgW="330200" imgH="241300" progId="Equation.DSMT4">
                  <p:embed/>
                </p:oleObj>
              </mc:Choice>
              <mc:Fallback>
                <p:oleObj r:id="rId8" imgW="330200" imgH="241300" progId="Equation.DSMT4">
                  <p:embed/>
                  <p:pic>
                    <p:nvPicPr>
                      <p:cNvPr id="8" name="对象 7">
                        <a:hlinkClick r:id="" action="ppaction://ole?verb=0"/>
                      </p:cNvPr>
                      <p:cNvPicPr/>
                      <p:nvPr/>
                    </p:nvPicPr>
                    <p:blipFill>
                      <a:blip r:embed="rId7"/>
                      <a:stretch>
                        <a:fillRect/>
                      </a:stretch>
                    </p:blipFill>
                    <p:spPr>
                      <a:xfrm>
                        <a:off x="1284288" y="2517140"/>
                        <a:ext cx="624205" cy="45656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8116"/>
                                        </p:tgtEl>
                                        <p:attrNameLst>
                                          <p:attrName>style.visibility</p:attrName>
                                        </p:attrNameLst>
                                      </p:cBhvr>
                                      <p:to>
                                        <p:strVal val="visible"/>
                                      </p:to>
                                    </p:set>
                                    <p:animEffect transition="in" filter="blinds(horizontal)">
                                      <p:cBhvr>
                                        <p:cTn id="7" dur="500"/>
                                        <p:tgtEl>
                                          <p:spTgt spid="2181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6481">
                                            <p:txEl>
                                              <p:pRg st="0" end="0"/>
                                            </p:txEl>
                                          </p:spTgt>
                                        </p:tgtEl>
                                        <p:attrNameLst>
                                          <p:attrName>style.visibility</p:attrName>
                                        </p:attrNameLst>
                                      </p:cBhvr>
                                      <p:to>
                                        <p:strVal val="visible"/>
                                      </p:to>
                                    </p:set>
                                    <p:animEffect transition="in" filter="blinds(horizontal)">
                                      <p:cBhvr>
                                        <p:cTn id="12" dur="500"/>
                                        <p:tgtEl>
                                          <p:spTgt spid="31648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18139"/>
                                        </p:tgtEl>
                                        <p:attrNameLst>
                                          <p:attrName>style.visibility</p:attrName>
                                        </p:attrNameLst>
                                      </p:cBhvr>
                                      <p:to>
                                        <p:strVal val="visible"/>
                                      </p:to>
                                    </p:set>
                                    <p:animEffect transition="in" filter="blinds(horizontal)">
                                      <p:cBhvr>
                                        <p:cTn id="15" dur="500"/>
                                        <p:tgtEl>
                                          <p:spTgt spid="218139"/>
                                        </p:tgtEl>
                                      </p:cBhvr>
                                    </p:animEffect>
                                  </p:childTnLst>
                                </p:cTn>
                              </p:par>
                              <p:par>
                                <p:cTn id="16" presetID="3" presetClass="entr" presetSubtype="10" fill="hold" nodeType="withEffect">
                                  <p:stCondLst>
                                    <p:cond delay="0"/>
                                  </p:stCondLst>
                                  <p:childTnLst>
                                    <p:set>
                                      <p:cBhvr>
                                        <p:cTn id="17" dur="1" fill="hold">
                                          <p:stCondLst>
                                            <p:cond delay="0"/>
                                          </p:stCondLst>
                                        </p:cTn>
                                        <p:tgtEl>
                                          <p:spTgt spid="316484"/>
                                        </p:tgtEl>
                                        <p:attrNameLst>
                                          <p:attrName>style.visibility</p:attrName>
                                        </p:attrNameLst>
                                      </p:cBhvr>
                                      <p:to>
                                        <p:strVal val="visible"/>
                                      </p:to>
                                    </p:set>
                                    <p:animEffect transition="in" filter="blinds(horizontal)">
                                      <p:cBhvr>
                                        <p:cTn id="18" dur="500"/>
                                        <p:tgtEl>
                                          <p:spTgt spid="31648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16487">
                                            <p:txEl>
                                              <p:pRg st="0" end="0"/>
                                            </p:txEl>
                                          </p:spTgt>
                                        </p:tgtEl>
                                        <p:attrNameLst>
                                          <p:attrName>style.visibility</p:attrName>
                                        </p:attrNameLst>
                                      </p:cBhvr>
                                      <p:to>
                                        <p:strVal val="visible"/>
                                      </p:to>
                                    </p:set>
                                    <p:animEffect transition="in" filter="blinds(horizontal)">
                                      <p:cBhvr>
                                        <p:cTn id="23" dur="500"/>
                                        <p:tgtEl>
                                          <p:spTgt spid="31648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16487">
                                            <p:txEl>
                                              <p:pRg st="1" end="1"/>
                                            </p:txEl>
                                          </p:spTgt>
                                        </p:tgtEl>
                                        <p:attrNameLst>
                                          <p:attrName>style.visibility</p:attrName>
                                        </p:attrNameLst>
                                      </p:cBhvr>
                                      <p:to>
                                        <p:strVal val="visible"/>
                                      </p:to>
                                    </p:set>
                                    <p:animEffect transition="in" filter="blinds(horizontal)">
                                      <p:cBhvr>
                                        <p:cTn id="28" dur="500"/>
                                        <p:tgtEl>
                                          <p:spTgt spid="316487">
                                            <p:txEl>
                                              <p:pRg st="1" end="1"/>
                                            </p:txEl>
                                          </p:spTgt>
                                        </p:tgtEl>
                                      </p:cBhvr>
                                    </p:animEffect>
                                  </p:childTnLst>
                                </p:cTn>
                              </p:par>
                            </p:childTnLst>
                          </p:cTn>
                        </p:par>
                        <p:par>
                          <p:cTn id="29" fill="hold">
                            <p:stCondLst>
                              <p:cond delay="500"/>
                            </p:stCondLst>
                            <p:childTnLst>
                              <p:par>
                                <p:cTn id="30" presetID="3" presetClass="entr" presetSubtype="10" fill="hold" nodeType="afterEffect">
                                  <p:stCondLst>
                                    <p:cond delay="0"/>
                                  </p:stCondLst>
                                  <p:childTnLst>
                                    <p:set>
                                      <p:cBhvr>
                                        <p:cTn id="31" dur="1" fill="hold">
                                          <p:stCondLst>
                                            <p:cond delay="0"/>
                                          </p:stCondLst>
                                        </p:cTn>
                                        <p:tgtEl>
                                          <p:spTgt spid="218138"/>
                                        </p:tgtEl>
                                        <p:attrNameLst>
                                          <p:attrName>style.visibility</p:attrName>
                                        </p:attrNameLst>
                                      </p:cBhvr>
                                      <p:to>
                                        <p:strVal val="visible"/>
                                      </p:to>
                                    </p:set>
                                    <p:animEffect transition="in" filter="blinds(horizontal)">
                                      <p:cBhvr>
                                        <p:cTn id="32" dur="500"/>
                                        <p:tgtEl>
                                          <p:spTgt spid="21813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16452"/>
                                        </p:tgtEl>
                                        <p:attrNameLst>
                                          <p:attrName>style.visibility</p:attrName>
                                        </p:attrNameLst>
                                      </p:cBhvr>
                                      <p:to>
                                        <p:strVal val="visible"/>
                                      </p:to>
                                    </p:set>
                                    <p:animEffect transition="in" filter="blinds(horizontal)">
                                      <p:cBhvr>
                                        <p:cTn id="37" dur="500"/>
                                        <p:tgtEl>
                                          <p:spTgt spid="316452"/>
                                        </p:tgtEl>
                                      </p:cBhvr>
                                    </p:animEffect>
                                  </p:childTnLst>
                                </p:cTn>
                              </p:par>
                              <p:par>
                                <p:cTn id="38" presetID="3" presetClass="entr" presetSubtype="10"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linds(horizontal)">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p:bldP spid="316452" grpId="0"/>
      <p:bldP spid="31648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p:nvPr/>
        </p:nvSpPr>
        <p:spPr>
          <a:xfrm>
            <a:off x="5076825" y="908050"/>
            <a:ext cx="2087563" cy="2376488"/>
          </a:xfrm>
          <a:prstGeom prst="rect">
            <a:avLst/>
          </a:prstGeom>
          <a:solidFill>
            <a:srgbClr val="CCFFFF"/>
          </a:solidFill>
          <a:ln w="19050" cap="flat" cmpd="sng">
            <a:solidFill>
              <a:srgbClr val="9933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21189" name="Rectangle 5"/>
          <p:cNvSpPr/>
          <p:nvPr/>
        </p:nvSpPr>
        <p:spPr>
          <a:xfrm>
            <a:off x="1403350" y="4005263"/>
            <a:ext cx="2159000" cy="2447925"/>
          </a:xfrm>
          <a:prstGeom prst="rect">
            <a:avLst/>
          </a:prstGeom>
          <a:solidFill>
            <a:srgbClr val="969696"/>
          </a:solidFill>
          <a:ln w="19050" cap="flat" cmpd="sng">
            <a:solidFill>
              <a:srgbClr val="9933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21190" name="Rectangle 6"/>
          <p:cNvSpPr/>
          <p:nvPr/>
        </p:nvSpPr>
        <p:spPr>
          <a:xfrm>
            <a:off x="4657725" y="3860800"/>
            <a:ext cx="2435225" cy="2598738"/>
          </a:xfrm>
          <a:prstGeom prst="rect">
            <a:avLst/>
          </a:prstGeom>
          <a:solidFill>
            <a:srgbClr val="969696"/>
          </a:solidFill>
          <a:ln w="15875" cap="flat" cmpd="sng">
            <a:solidFill>
              <a:srgbClr val="9933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6869" name="Rectangle 7"/>
          <p:cNvSpPr/>
          <p:nvPr/>
        </p:nvSpPr>
        <p:spPr>
          <a:xfrm>
            <a:off x="1404938" y="908050"/>
            <a:ext cx="2159000" cy="2447925"/>
          </a:xfrm>
          <a:prstGeom prst="rect">
            <a:avLst/>
          </a:prstGeom>
          <a:solidFill>
            <a:srgbClr val="CCFFFF"/>
          </a:solidFill>
          <a:ln w="19050" cap="flat" cmpd="sng">
            <a:solidFill>
              <a:srgbClr val="9933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pic>
        <p:nvPicPr>
          <p:cNvPr id="36870" name="Picture 8" descr="d4"/>
          <p:cNvPicPr>
            <a:picLocks noGrp="1" noChangeAspect="1"/>
          </p:cNvPicPr>
          <p:nvPr>
            <p:ph hasCustomPrompt="1"/>
          </p:nvPr>
        </p:nvPicPr>
        <p:blipFill>
          <a:blip r:embed="rId2"/>
          <a:srcRect/>
          <a:stretch>
            <a:fillRect/>
          </a:stretch>
        </p:blipFill>
        <p:spPr>
          <a:xfrm>
            <a:off x="1433513" y="1271588"/>
            <a:ext cx="1866900" cy="2230437"/>
          </a:xfrm>
        </p:spPr>
      </p:pic>
      <p:pic>
        <p:nvPicPr>
          <p:cNvPr id="36871" name="Picture 9" descr="d5"/>
          <p:cNvPicPr>
            <a:picLocks noChangeAspect="1"/>
          </p:cNvPicPr>
          <p:nvPr/>
        </p:nvPicPr>
        <p:blipFill>
          <a:blip r:embed="rId3"/>
          <a:stretch>
            <a:fillRect/>
          </a:stretch>
        </p:blipFill>
        <p:spPr>
          <a:xfrm>
            <a:off x="5219700" y="981075"/>
            <a:ext cx="1709738" cy="2225675"/>
          </a:xfrm>
          <a:prstGeom prst="rect">
            <a:avLst/>
          </a:prstGeom>
          <a:noFill/>
          <a:ln w="9525">
            <a:noFill/>
          </a:ln>
        </p:spPr>
      </p:pic>
      <p:grpSp>
        <p:nvGrpSpPr>
          <p:cNvPr id="221194" name="Group 10"/>
          <p:cNvGrpSpPr/>
          <p:nvPr/>
        </p:nvGrpSpPr>
        <p:grpSpPr>
          <a:xfrm>
            <a:off x="1619250" y="4078288"/>
            <a:ext cx="1828800" cy="2303462"/>
            <a:chOff x="1066" y="2523"/>
            <a:chExt cx="1152" cy="1451"/>
          </a:xfrm>
        </p:grpSpPr>
        <p:pic>
          <p:nvPicPr>
            <p:cNvPr id="36878" name="Picture 11" descr="d6"/>
            <p:cNvPicPr>
              <a:picLocks noChangeAspect="1"/>
            </p:cNvPicPr>
            <p:nvPr/>
          </p:nvPicPr>
          <p:blipFill>
            <a:blip r:embed="rId4"/>
            <a:stretch>
              <a:fillRect/>
            </a:stretch>
          </p:blipFill>
          <p:spPr>
            <a:xfrm>
              <a:off x="1066" y="2523"/>
              <a:ext cx="1152" cy="1183"/>
            </a:xfrm>
            <a:prstGeom prst="rect">
              <a:avLst/>
            </a:prstGeom>
            <a:noFill/>
            <a:ln w="9525">
              <a:noFill/>
            </a:ln>
          </p:spPr>
        </p:pic>
        <p:sp>
          <p:nvSpPr>
            <p:cNvPr id="36879" name="Text Box 12"/>
            <p:cNvSpPr txBox="1"/>
            <p:nvPr/>
          </p:nvSpPr>
          <p:spPr>
            <a:xfrm>
              <a:off x="1366" y="3743"/>
              <a:ext cx="33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latin typeface="幼圆" panose="02010509060101010101" pitchFamily="49" charset="-122"/>
                  <a:ea typeface="幼圆" panose="02010509060101010101" pitchFamily="49" charset="-122"/>
                </a:rPr>
                <a:t>(</a:t>
              </a:r>
              <a:r>
                <a:rPr lang="en-US" altLang="zh-CN" sz="1800" b="1" i="1" dirty="0">
                  <a:latin typeface="幼圆" panose="02010509060101010101" pitchFamily="49" charset="-122"/>
                  <a:ea typeface="幼圆" panose="02010509060101010101" pitchFamily="49" charset="-122"/>
                </a:rPr>
                <a:t>a</a:t>
              </a:r>
              <a:r>
                <a:rPr lang="en-US" altLang="zh-CN" sz="1800" b="1" dirty="0">
                  <a:latin typeface="幼圆" panose="02010509060101010101" pitchFamily="49" charset="-122"/>
                  <a:ea typeface="幼圆" panose="02010509060101010101" pitchFamily="49" charset="-122"/>
                </a:rPr>
                <a:t>)</a:t>
              </a:r>
            </a:p>
          </p:txBody>
        </p:sp>
      </p:grpSp>
      <p:grpSp>
        <p:nvGrpSpPr>
          <p:cNvPr id="221197" name="Group 13"/>
          <p:cNvGrpSpPr/>
          <p:nvPr/>
        </p:nvGrpSpPr>
        <p:grpSpPr>
          <a:xfrm>
            <a:off x="4787900" y="4005263"/>
            <a:ext cx="2206625" cy="2484437"/>
            <a:chOff x="2896" y="2455"/>
            <a:chExt cx="1390" cy="1565"/>
          </a:xfrm>
        </p:grpSpPr>
        <p:pic>
          <p:nvPicPr>
            <p:cNvPr id="36876" name="Picture 14" descr="d7"/>
            <p:cNvPicPr>
              <a:picLocks noChangeAspect="1"/>
            </p:cNvPicPr>
            <p:nvPr/>
          </p:nvPicPr>
          <p:blipFill>
            <a:blip r:embed="rId5"/>
            <a:stretch>
              <a:fillRect/>
            </a:stretch>
          </p:blipFill>
          <p:spPr>
            <a:xfrm>
              <a:off x="2896" y="2455"/>
              <a:ext cx="1390" cy="1286"/>
            </a:xfrm>
            <a:prstGeom prst="rect">
              <a:avLst/>
            </a:prstGeom>
            <a:noFill/>
            <a:ln w="9525">
              <a:noFill/>
            </a:ln>
          </p:spPr>
        </p:pic>
        <p:sp>
          <p:nvSpPr>
            <p:cNvPr id="36877" name="Rectangle 15"/>
            <p:cNvSpPr/>
            <p:nvPr/>
          </p:nvSpPr>
          <p:spPr>
            <a:xfrm>
              <a:off x="3388" y="3789"/>
              <a:ext cx="33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800" b="1" dirty="0">
                  <a:latin typeface="幼圆" panose="02010509060101010101" pitchFamily="49" charset="-122"/>
                  <a:ea typeface="幼圆" panose="02010509060101010101" pitchFamily="49" charset="-122"/>
                </a:rPr>
                <a:t>(</a:t>
              </a:r>
              <a:r>
                <a:rPr lang="en-US" altLang="zh-CN" sz="1800" b="1" i="1" dirty="0">
                  <a:latin typeface="幼圆" panose="02010509060101010101" pitchFamily="49" charset="-122"/>
                  <a:ea typeface="幼圆" panose="02010509060101010101" pitchFamily="49" charset="-122"/>
                </a:rPr>
                <a:t>b</a:t>
              </a:r>
              <a:r>
                <a:rPr lang="en-US" altLang="zh-CN" sz="1800" b="1" dirty="0">
                  <a:latin typeface="幼圆" panose="02010509060101010101" pitchFamily="49" charset="-122"/>
                  <a:ea typeface="幼圆" panose="02010509060101010101" pitchFamily="49" charset="-122"/>
                </a:rPr>
                <a:t>)</a:t>
              </a:r>
            </a:p>
          </p:txBody>
        </p:sp>
      </p:grpSp>
      <p:sp>
        <p:nvSpPr>
          <p:cNvPr id="568322" name="Text Box 2"/>
          <p:cNvSpPr txBox="1"/>
          <p:nvPr/>
        </p:nvSpPr>
        <p:spPr>
          <a:xfrm>
            <a:off x="323850" y="3403600"/>
            <a:ext cx="84312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2400" b="1" dirty="0">
                <a:solidFill>
                  <a:srgbClr val="0000CC"/>
                </a:solidFill>
                <a:latin typeface="Times New Roman" panose="02020603050405020304" pitchFamily="18" charset="0"/>
              </a:rPr>
              <a:t>Infinite plane charge</a:t>
            </a:r>
            <a:r>
              <a:rPr lang="en-US"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ea typeface="楷体_GB2312" pitchFamily="49" charset="-122"/>
              </a:rPr>
              <a:t>：</a:t>
            </a:r>
            <a:r>
              <a:rPr lang="en-US" altLang="zh-CN" sz="1600" b="1" dirty="0">
                <a:solidFill>
                  <a:srgbClr val="000000"/>
                </a:solidFill>
                <a:latin typeface="Times New Roman" panose="02020603050405020304" pitchFamily="18" charset="0"/>
                <a:ea typeface="楷体_GB2312" pitchFamily="49" charset="-122"/>
              </a:rPr>
              <a:t>Such as infinitely large uniform charged plane </a:t>
            </a:r>
            <a:r>
              <a:rPr lang="zh-CN" altLang="en-US" sz="1600" b="1" dirty="0">
                <a:solidFill>
                  <a:srgbClr val="000000"/>
                </a:solidFill>
                <a:latin typeface="Times New Roman" panose="02020603050405020304" pitchFamily="18" charset="0"/>
                <a:ea typeface="楷体_GB2312" pitchFamily="49" charset="-122"/>
              </a:rPr>
              <a:t>、</a:t>
            </a:r>
            <a:r>
              <a:rPr lang="en-US" altLang="zh-CN" sz="1600" b="1" dirty="0">
                <a:solidFill>
                  <a:srgbClr val="000000"/>
                </a:solidFill>
                <a:latin typeface="Times New Roman" panose="02020603050405020304" pitchFamily="18" charset="0"/>
                <a:ea typeface="楷体_GB2312" pitchFamily="49" charset="-122"/>
              </a:rPr>
              <a:t>flat, etc.</a:t>
            </a:r>
          </a:p>
        </p:txBody>
      </p:sp>
      <p:sp>
        <p:nvSpPr>
          <p:cNvPr id="36875" name="Text Box 11"/>
          <p:cNvSpPr txBox="1"/>
          <p:nvPr/>
        </p:nvSpPr>
        <p:spPr>
          <a:xfrm>
            <a:off x="107950" y="115888"/>
            <a:ext cx="8351838"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Char char="•"/>
            </a:pPr>
            <a:r>
              <a:rPr lang="en-US" altLang="zh-CN" sz="2400" b="1" dirty="0">
                <a:solidFill>
                  <a:srgbClr val="0000CC"/>
                </a:solidFill>
                <a:latin typeface="Times New Roman" panose="02020603050405020304" pitchFamily="18" charset="0"/>
              </a:rPr>
              <a:t>Axial symmetrical distribution </a:t>
            </a:r>
            <a:r>
              <a:rPr lang="zh-CN" altLang="en-US" sz="2400" b="1" dirty="0">
                <a:solidFill>
                  <a:srgbClr val="0000CC"/>
                </a:solidFill>
                <a:latin typeface="Times New Roman" panose="02020603050405020304" pitchFamily="18" charset="0"/>
                <a:ea typeface="楷体_GB2312" pitchFamily="49" charset="-122"/>
              </a:rPr>
              <a:t>：</a:t>
            </a:r>
            <a:r>
              <a:rPr lang="en-US" altLang="zh-CN" sz="1600" b="1" dirty="0">
                <a:solidFill>
                  <a:srgbClr val="000000"/>
                </a:solidFill>
                <a:latin typeface="Times New Roman" panose="02020603050405020304" pitchFamily="18" charset="0"/>
                <a:ea typeface="楷体_GB2312" pitchFamily="49" charset="-122"/>
              </a:rPr>
              <a:t>Such as infinite uniformly charged straight line </a:t>
            </a:r>
            <a:r>
              <a:rPr lang="zh-CN" altLang="en-US" sz="1600" b="1" dirty="0">
                <a:solidFill>
                  <a:srgbClr val="000000"/>
                </a:solidFill>
                <a:latin typeface="Times New Roman" panose="02020603050405020304" pitchFamily="18" charset="0"/>
                <a:ea typeface="楷体_GB2312" pitchFamily="49" charset="-122"/>
              </a:rPr>
              <a:t>、 </a:t>
            </a:r>
            <a:r>
              <a:rPr lang="en-US" altLang="zh-CN" sz="1600" b="1" dirty="0">
                <a:solidFill>
                  <a:srgbClr val="000000"/>
                </a:solidFill>
                <a:latin typeface="Times New Roman" panose="02020603050405020304" pitchFamily="18" charset="0"/>
                <a:ea typeface="楷体_GB2312" pitchFamily="49" charset="-122"/>
              </a:rPr>
              <a:t>Cylindrical surface </a:t>
            </a:r>
            <a:r>
              <a:rPr lang="zh-CN" altLang="en-US" sz="1600" b="1" dirty="0">
                <a:solidFill>
                  <a:srgbClr val="000000"/>
                </a:solidFill>
                <a:latin typeface="Times New Roman" panose="02020603050405020304" pitchFamily="18" charset="0"/>
                <a:ea typeface="楷体_GB2312" pitchFamily="49" charset="-122"/>
              </a:rPr>
              <a:t>、 </a:t>
            </a:r>
            <a:r>
              <a:rPr lang="en-US" altLang="zh-CN" sz="1600" b="1" dirty="0">
                <a:solidFill>
                  <a:srgbClr val="000000"/>
                </a:solidFill>
                <a:latin typeface="Times New Roman" panose="02020603050405020304" pitchFamily="18" charset="0"/>
                <a:ea typeface="楷体_GB2312" pitchFamily="49" charset="-122"/>
              </a:rPr>
              <a:t>cylindrical shell,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8322"/>
                                        </p:tgtEl>
                                        <p:attrNameLst>
                                          <p:attrName>style.visibility</p:attrName>
                                        </p:attrNameLst>
                                      </p:cBhvr>
                                      <p:to>
                                        <p:strVal val="visible"/>
                                      </p:to>
                                    </p:set>
                                    <p:animEffect transition="in" filter="blinds(horizontal)">
                                      <p:cBhvr>
                                        <p:cTn id="7" dur="500"/>
                                        <p:tgtEl>
                                          <p:spTgt spid="568322"/>
                                        </p:tgtEl>
                                      </p:cBhvr>
                                    </p:animEffect>
                                  </p:childTnLst>
                                </p:cTn>
                              </p:par>
                              <p:par>
                                <p:cTn id="8" presetID="3" presetClass="entr" presetSubtype="10" fill="hold" nodeType="withEffect">
                                  <p:stCondLst>
                                    <p:cond delay="0"/>
                                  </p:stCondLst>
                                  <p:childTnLst>
                                    <p:set>
                                      <p:cBhvr>
                                        <p:cTn id="9" dur="1" fill="hold">
                                          <p:stCondLst>
                                            <p:cond delay="0"/>
                                          </p:stCondLst>
                                        </p:cTn>
                                        <p:tgtEl>
                                          <p:spTgt spid="221194"/>
                                        </p:tgtEl>
                                        <p:attrNameLst>
                                          <p:attrName>style.visibility</p:attrName>
                                        </p:attrNameLst>
                                      </p:cBhvr>
                                      <p:to>
                                        <p:strVal val="visible"/>
                                      </p:to>
                                    </p:set>
                                    <p:animEffect transition="in" filter="blinds(horizontal)">
                                      <p:cBhvr>
                                        <p:cTn id="10" dur="500"/>
                                        <p:tgtEl>
                                          <p:spTgt spid="221194"/>
                                        </p:tgtEl>
                                      </p:cBhvr>
                                    </p:animEffect>
                                  </p:childTnLst>
                                </p:cTn>
                              </p:par>
                              <p:par>
                                <p:cTn id="11" presetID="3" presetClass="entr" presetSubtype="10" fill="hold" nodeType="withEffect">
                                  <p:stCondLst>
                                    <p:cond delay="0"/>
                                  </p:stCondLst>
                                  <p:childTnLst>
                                    <p:set>
                                      <p:cBhvr>
                                        <p:cTn id="12" dur="1" fill="hold">
                                          <p:stCondLst>
                                            <p:cond delay="0"/>
                                          </p:stCondLst>
                                        </p:cTn>
                                        <p:tgtEl>
                                          <p:spTgt spid="221197"/>
                                        </p:tgtEl>
                                        <p:attrNameLst>
                                          <p:attrName>style.visibility</p:attrName>
                                        </p:attrNameLst>
                                      </p:cBhvr>
                                      <p:to>
                                        <p:strVal val="visible"/>
                                      </p:to>
                                    </p:set>
                                    <p:animEffect transition="in" filter="blinds(horizontal)">
                                      <p:cBhvr>
                                        <p:cTn id="13" dur="500"/>
                                        <p:tgtEl>
                                          <p:spTgt spid="221197"/>
                                        </p:tgtEl>
                                      </p:cBhvr>
                                    </p:animEffect>
                                  </p:childTnLst>
                                </p:cTn>
                              </p:par>
                              <p:par>
                                <p:cTn id="14" presetID="3" presetClass="entr" presetSubtype="10" fill="hold" nodeType="withEffect">
                                  <p:stCondLst>
                                    <p:cond delay="0"/>
                                  </p:stCondLst>
                                  <p:childTnLst>
                                    <p:set>
                                      <p:cBhvr>
                                        <p:cTn id="15" dur="1" fill="hold">
                                          <p:stCondLst>
                                            <p:cond delay="0"/>
                                          </p:stCondLst>
                                        </p:cTn>
                                        <p:tgtEl>
                                          <p:spTgt spid="221189"/>
                                        </p:tgtEl>
                                        <p:attrNameLst>
                                          <p:attrName>style.visibility</p:attrName>
                                        </p:attrNameLst>
                                      </p:cBhvr>
                                      <p:to>
                                        <p:strVal val="visible"/>
                                      </p:to>
                                    </p:set>
                                    <p:animEffect transition="in" filter="blinds(horizontal)">
                                      <p:cBhvr>
                                        <p:cTn id="16" dur="500"/>
                                        <p:tgtEl>
                                          <p:spTgt spid="221189"/>
                                        </p:tgtEl>
                                      </p:cBhvr>
                                    </p:animEffect>
                                  </p:childTnLst>
                                </p:cTn>
                              </p:par>
                              <p:par>
                                <p:cTn id="17" presetID="3" presetClass="entr" presetSubtype="10" fill="hold" nodeType="withEffect">
                                  <p:stCondLst>
                                    <p:cond delay="0"/>
                                  </p:stCondLst>
                                  <p:childTnLst>
                                    <p:set>
                                      <p:cBhvr>
                                        <p:cTn id="18" dur="1" fill="hold">
                                          <p:stCondLst>
                                            <p:cond delay="0"/>
                                          </p:stCondLst>
                                        </p:cTn>
                                        <p:tgtEl>
                                          <p:spTgt spid="221190"/>
                                        </p:tgtEl>
                                        <p:attrNameLst>
                                          <p:attrName>style.visibility</p:attrName>
                                        </p:attrNameLst>
                                      </p:cBhvr>
                                      <p:to>
                                        <p:strVal val="visible"/>
                                      </p:to>
                                    </p:set>
                                    <p:animEffect transition="in" filter="blinds(horizontal)">
                                      <p:cBhvr>
                                        <p:cTn id="19" dur="500"/>
                                        <p:tgtEl>
                                          <p:spTgt spid="221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5" name="Text Box 7"/>
          <p:cNvSpPr txBox="1"/>
          <p:nvPr/>
        </p:nvSpPr>
        <p:spPr>
          <a:xfrm>
            <a:off x="107950" y="1341438"/>
            <a:ext cx="5106988"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CC"/>
                </a:solidFill>
                <a:latin typeface="Times New Roman" panose="02020603050405020304" pitchFamily="18" charset="0"/>
                <a:ea typeface="幼圆" panose="02010509060101010101" pitchFamily="49" charset="-122"/>
              </a:rPr>
              <a:t>    Solution</a:t>
            </a:r>
            <a:r>
              <a:rPr lang="zh-CN" altLang="en-US" sz="2000" b="1" dirty="0">
                <a:solidFill>
                  <a:srgbClr val="0000CC"/>
                </a:solidFill>
                <a:latin typeface="Times New Roman" panose="02020603050405020304" pitchFamily="18" charset="0"/>
                <a:ea typeface="幼圆" panose="02010509060101010101" pitchFamily="49" charset="-122"/>
              </a:rPr>
              <a:t>：</a:t>
            </a:r>
            <a:r>
              <a:rPr lang="zh-CN" altLang="en-US" sz="2000" b="1" dirty="0">
                <a:solidFill>
                  <a:srgbClr val="0000CC"/>
                </a:solidFill>
                <a:latin typeface="Times New Roman" panose="02020603050405020304" pitchFamily="18" charset="0"/>
                <a:ea typeface="楷体_GB2312" pitchFamily="49" charset="-122"/>
              </a:rPr>
              <a:t>（</a:t>
            </a:r>
            <a:r>
              <a:rPr lang="en-US" altLang="zh-CN" sz="2000" b="1" dirty="0">
                <a:solidFill>
                  <a:srgbClr val="0000CC"/>
                </a:solidFill>
                <a:latin typeface="Times New Roman" panose="02020603050405020304" pitchFamily="18" charset="0"/>
                <a:ea typeface="楷体_GB2312" pitchFamily="49" charset="-122"/>
              </a:rPr>
              <a:t>1</a:t>
            </a:r>
            <a:r>
              <a:rPr lang="zh-CN" altLang="en-US" sz="2000" b="1" dirty="0">
                <a:solidFill>
                  <a:srgbClr val="0000CC"/>
                </a:solidFill>
                <a:latin typeface="Times New Roman" panose="02020603050405020304" pitchFamily="18" charset="0"/>
                <a:ea typeface="楷体_GB2312" pitchFamily="49" charset="-122"/>
              </a:rPr>
              <a:t>） </a:t>
            </a:r>
            <a:r>
              <a:rPr lang="en-US" altLang="zh-CN" sz="2000" b="1" dirty="0">
                <a:solidFill>
                  <a:srgbClr val="0000CC"/>
                </a:solidFill>
                <a:latin typeface="Times New Roman" panose="02020603050405020304" pitchFamily="18" charset="0"/>
                <a:ea typeface="楷体_GB2312" pitchFamily="49" charset="-122"/>
              </a:rPr>
              <a:t>Field strength of a certain point outside the sphere</a:t>
            </a:r>
          </a:p>
        </p:txBody>
      </p:sp>
      <p:sp>
        <p:nvSpPr>
          <p:cNvPr id="555025" name="Rectangle 17"/>
          <p:cNvSpPr/>
          <p:nvPr/>
        </p:nvSpPr>
        <p:spPr>
          <a:xfrm>
            <a:off x="611188" y="3500438"/>
            <a:ext cx="44196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2</a:t>
            </a:r>
            <a:r>
              <a:rPr lang="zh-CN" altLang="en-US" sz="20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Field strength of a certain point inside the sphere</a:t>
            </a:r>
          </a:p>
        </p:txBody>
      </p:sp>
      <p:grpSp>
        <p:nvGrpSpPr>
          <p:cNvPr id="2" name="Group 63"/>
          <p:cNvGrpSpPr/>
          <p:nvPr/>
        </p:nvGrpSpPr>
        <p:grpSpPr>
          <a:xfrm>
            <a:off x="5292725" y="1555750"/>
            <a:ext cx="3563938" cy="4610100"/>
            <a:chOff x="3288" y="980"/>
            <a:chExt cx="2381" cy="2994"/>
          </a:xfrm>
        </p:grpSpPr>
        <p:sp>
          <p:nvSpPr>
            <p:cNvPr id="37908" name="Rectangle 35"/>
            <p:cNvSpPr/>
            <p:nvPr/>
          </p:nvSpPr>
          <p:spPr>
            <a:xfrm>
              <a:off x="3288" y="980"/>
              <a:ext cx="2381" cy="2994"/>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37909" name="Group 50"/>
            <p:cNvGrpSpPr/>
            <p:nvPr/>
          </p:nvGrpSpPr>
          <p:grpSpPr>
            <a:xfrm>
              <a:off x="3379" y="1071"/>
              <a:ext cx="1587" cy="1587"/>
              <a:chOff x="3478" y="815"/>
              <a:chExt cx="1700" cy="1700"/>
            </a:xfrm>
          </p:grpSpPr>
          <p:sp>
            <p:nvSpPr>
              <p:cNvPr id="37920" name="Oval 36"/>
              <p:cNvSpPr/>
              <p:nvPr/>
            </p:nvSpPr>
            <p:spPr>
              <a:xfrm>
                <a:off x="3681" y="1012"/>
                <a:ext cx="1292" cy="1292"/>
              </a:xfrm>
              <a:prstGeom prst="ellipse">
                <a:avLst/>
              </a:prstGeom>
              <a:gradFill rotWithShape="0">
                <a:gsLst>
                  <a:gs pos="0">
                    <a:srgbClr val="5C461A"/>
                  </a:gs>
                  <a:gs pos="100000">
                    <a:srgbClr val="FFC247">
                      <a:alpha val="79999"/>
                    </a:srgbClr>
                  </a:gs>
                </a:gsLst>
                <a:lin ang="189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7921" name="Line 37"/>
              <p:cNvSpPr/>
              <p:nvPr/>
            </p:nvSpPr>
            <p:spPr>
              <a:xfrm>
                <a:off x="4337" y="1650"/>
                <a:ext cx="449" cy="465"/>
              </a:xfrm>
              <a:prstGeom prst="line">
                <a:avLst/>
              </a:prstGeom>
              <a:ln w="22225" cap="flat" cmpd="sng">
                <a:solidFill>
                  <a:schemeClr val="tx1"/>
                </a:solidFill>
                <a:prstDash val="solid"/>
                <a:headEnd type="none" w="med" len="med"/>
                <a:tailEnd type="triangle" w="med" len="med"/>
              </a:ln>
            </p:spPr>
            <p:txBody>
              <a:bodyPr/>
              <a:lstStyle/>
              <a:p>
                <a:endParaRPr lang="zh-CN" altLang="en-US"/>
              </a:p>
            </p:txBody>
          </p:sp>
          <p:sp>
            <p:nvSpPr>
              <p:cNvPr id="37922" name="Rectangle 38"/>
              <p:cNvSpPr/>
              <p:nvPr/>
            </p:nvSpPr>
            <p:spPr>
              <a:xfrm>
                <a:off x="4529" y="1661"/>
                <a:ext cx="241" cy="3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rPr>
                  <a:t>a</a:t>
                </a:r>
              </a:p>
            </p:txBody>
          </p:sp>
          <p:sp>
            <p:nvSpPr>
              <p:cNvPr id="37923" name="Oval 39"/>
              <p:cNvSpPr/>
              <p:nvPr/>
            </p:nvSpPr>
            <p:spPr>
              <a:xfrm>
                <a:off x="3478" y="815"/>
                <a:ext cx="1700" cy="1700"/>
              </a:xfrm>
              <a:prstGeom prst="ellipse">
                <a:avLst/>
              </a:prstGeom>
              <a:noFill/>
              <a:ln w="19050" cap="flat" cmpd="sng">
                <a:solidFill>
                  <a:srgbClr val="FF33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7924" name="Line 40"/>
              <p:cNvSpPr/>
              <p:nvPr/>
            </p:nvSpPr>
            <p:spPr>
              <a:xfrm>
                <a:off x="4328" y="1649"/>
                <a:ext cx="850" cy="0"/>
              </a:xfrm>
              <a:prstGeom prst="line">
                <a:avLst/>
              </a:prstGeom>
              <a:ln w="19050" cap="flat" cmpd="sng">
                <a:solidFill>
                  <a:srgbClr val="FF0000"/>
                </a:solidFill>
                <a:prstDash val="dash"/>
                <a:headEnd type="none" w="med" len="med"/>
                <a:tailEnd type="triangle" w="med" len="med"/>
              </a:ln>
            </p:spPr>
            <p:txBody>
              <a:bodyPr/>
              <a:lstStyle/>
              <a:p>
                <a:endParaRPr lang="zh-CN" altLang="en-US"/>
              </a:p>
            </p:txBody>
          </p:sp>
          <p:sp>
            <p:nvSpPr>
              <p:cNvPr id="37925" name="Rectangle 41"/>
              <p:cNvSpPr/>
              <p:nvPr/>
            </p:nvSpPr>
            <p:spPr>
              <a:xfrm>
                <a:off x="4769" y="1357"/>
                <a:ext cx="217" cy="3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sym typeface="Symbol" panose="05050102010706020507" pitchFamily="18" charset="2"/>
                  </a:rPr>
                  <a:t>r</a:t>
                </a:r>
              </a:p>
            </p:txBody>
          </p:sp>
          <p:sp>
            <p:nvSpPr>
              <p:cNvPr id="37926" name="Rectangle 42"/>
              <p:cNvSpPr/>
              <p:nvPr/>
            </p:nvSpPr>
            <p:spPr>
              <a:xfrm>
                <a:off x="4266" y="1226"/>
                <a:ext cx="323" cy="3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sym typeface="Symbol" panose="05050102010706020507" pitchFamily="18" charset="2"/>
                  </a:rPr>
                  <a:t></a:t>
                </a:r>
                <a:r>
                  <a:rPr lang="en-US" altLang="zh-CN" sz="2400" baseline="-25000" dirty="0">
                    <a:latin typeface="Times New Roman" panose="02020603050405020304" pitchFamily="18" charset="0"/>
                    <a:ea typeface="黑体" panose="02010609060101010101" pitchFamily="2" charset="-122"/>
                    <a:sym typeface="Symbol" panose="05050102010706020507" pitchFamily="18" charset="2"/>
                  </a:rPr>
                  <a:t>0</a:t>
                </a:r>
              </a:p>
            </p:txBody>
          </p:sp>
          <p:sp>
            <p:nvSpPr>
              <p:cNvPr id="37927" name="Oval 43"/>
              <p:cNvSpPr/>
              <p:nvPr/>
            </p:nvSpPr>
            <p:spPr>
              <a:xfrm>
                <a:off x="3847" y="1207"/>
                <a:ext cx="960" cy="912"/>
              </a:xfrm>
              <a:prstGeom prst="ellipse">
                <a:avLst/>
              </a:prstGeom>
              <a:noFill/>
              <a:ln w="15875" cap="flat" cmpd="sng">
                <a:solidFill>
                  <a:srgbClr val="80008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sp>
            <p:nvSpPr>
              <p:cNvPr id="37928" name="Line 44"/>
              <p:cNvSpPr/>
              <p:nvPr/>
            </p:nvSpPr>
            <p:spPr>
              <a:xfrm flipH="1">
                <a:off x="3865" y="1661"/>
                <a:ext cx="458" cy="144"/>
              </a:xfrm>
              <a:prstGeom prst="line">
                <a:avLst/>
              </a:prstGeom>
              <a:ln w="19050" cap="flat" cmpd="sng">
                <a:solidFill>
                  <a:srgbClr val="0000FF"/>
                </a:solidFill>
                <a:prstDash val="solid"/>
                <a:headEnd type="none" w="med" len="med"/>
                <a:tailEnd type="triangle" w="med" len="med"/>
              </a:ln>
            </p:spPr>
            <p:txBody>
              <a:bodyPr/>
              <a:lstStyle/>
              <a:p>
                <a:endParaRPr lang="zh-CN" altLang="en-US"/>
              </a:p>
            </p:txBody>
          </p:sp>
          <p:sp>
            <p:nvSpPr>
              <p:cNvPr id="37929" name="Rectangle 45"/>
              <p:cNvSpPr/>
              <p:nvPr/>
            </p:nvSpPr>
            <p:spPr>
              <a:xfrm>
                <a:off x="4016" y="1480"/>
                <a:ext cx="217" cy="31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sym typeface="Symbol" panose="05050102010706020507" pitchFamily="18" charset="2"/>
                  </a:rPr>
                  <a:t>r</a:t>
                </a:r>
              </a:p>
            </p:txBody>
          </p:sp>
        </p:grpSp>
        <p:sp>
          <p:nvSpPr>
            <p:cNvPr id="37910" name="Line 52"/>
            <p:cNvSpPr/>
            <p:nvPr/>
          </p:nvSpPr>
          <p:spPr>
            <a:xfrm flipH="1">
              <a:off x="4782" y="1479"/>
              <a:ext cx="3" cy="2353"/>
            </a:xfrm>
            <a:prstGeom prst="line">
              <a:avLst/>
            </a:prstGeom>
            <a:ln w="9525" cap="flat" cmpd="sng">
              <a:solidFill>
                <a:srgbClr val="FFFF66"/>
              </a:solidFill>
              <a:prstDash val="dash"/>
              <a:headEnd type="none" w="med" len="med"/>
              <a:tailEnd type="none" w="med" len="med"/>
            </a:ln>
          </p:spPr>
          <p:txBody>
            <a:bodyPr/>
            <a:lstStyle/>
            <a:p>
              <a:endParaRPr lang="zh-CN" altLang="en-US"/>
            </a:p>
          </p:txBody>
        </p:sp>
        <p:sp>
          <p:nvSpPr>
            <p:cNvPr id="37911" name="Line 53"/>
            <p:cNvSpPr/>
            <p:nvPr/>
          </p:nvSpPr>
          <p:spPr>
            <a:xfrm flipH="1">
              <a:off x="4166" y="1524"/>
              <a:ext cx="3" cy="2353"/>
            </a:xfrm>
            <a:prstGeom prst="line">
              <a:avLst/>
            </a:prstGeom>
            <a:ln w="9525" cap="flat" cmpd="sng">
              <a:solidFill>
                <a:srgbClr val="323232"/>
              </a:solidFill>
              <a:prstDash val="lgDashDot"/>
              <a:headEnd type="none" w="med" len="med"/>
              <a:tailEnd type="none" w="med" len="med"/>
            </a:ln>
          </p:spPr>
          <p:txBody>
            <a:bodyPr/>
            <a:lstStyle/>
            <a:p>
              <a:endParaRPr lang="zh-CN" altLang="en-US"/>
            </a:p>
          </p:txBody>
        </p:sp>
        <p:sp>
          <p:nvSpPr>
            <p:cNvPr id="37912" name="Line 55"/>
            <p:cNvSpPr/>
            <p:nvPr/>
          </p:nvSpPr>
          <p:spPr>
            <a:xfrm>
              <a:off x="4168" y="3696"/>
              <a:ext cx="1392" cy="0"/>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7913" name="Line 56"/>
            <p:cNvSpPr/>
            <p:nvPr/>
          </p:nvSpPr>
          <p:spPr>
            <a:xfrm flipV="1">
              <a:off x="4150" y="3021"/>
              <a:ext cx="617" cy="675"/>
            </a:xfrm>
            <a:prstGeom prst="line">
              <a:avLst/>
            </a:prstGeom>
            <a:ln w="25400" cap="flat" cmpd="sng">
              <a:solidFill>
                <a:srgbClr val="FF3300"/>
              </a:solidFill>
              <a:prstDash val="solid"/>
              <a:headEnd type="none" w="med" len="med"/>
              <a:tailEnd type="none" w="med" len="med"/>
            </a:ln>
          </p:spPr>
          <p:txBody>
            <a:bodyPr/>
            <a:lstStyle/>
            <a:p>
              <a:endParaRPr lang="zh-CN" altLang="en-US"/>
            </a:p>
          </p:txBody>
        </p:sp>
        <p:sp>
          <p:nvSpPr>
            <p:cNvPr id="37914" name="Freeform 57"/>
            <p:cNvSpPr/>
            <p:nvPr/>
          </p:nvSpPr>
          <p:spPr>
            <a:xfrm>
              <a:off x="4763" y="3024"/>
              <a:ext cx="654" cy="587"/>
            </a:xfrm>
            <a:custGeom>
              <a:avLst/>
              <a:gdLst>
                <a:gd name="txL" fmla="*/ 0 w 672"/>
                <a:gd name="txT" fmla="*/ 0 h 576"/>
                <a:gd name="txR" fmla="*/ 672 w 672"/>
                <a:gd name="txB" fmla="*/ 576 h 576"/>
              </a:gdLst>
              <a:ahLst/>
              <a:cxnLst>
                <a:cxn ang="0">
                  <a:pos x="0" y="0"/>
                </a:cxn>
                <a:cxn ang="0">
                  <a:pos x="98" y="314"/>
                </a:cxn>
                <a:cxn ang="0">
                  <a:pos x="230" y="563"/>
                </a:cxn>
                <a:cxn ang="0">
                  <a:pos x="459" y="751"/>
                </a:cxn>
              </a:cxnLst>
              <a:rect l="txL" t="txT" r="txR" b="txB"/>
              <a:pathLst>
                <a:path w="672" h="576">
                  <a:moveTo>
                    <a:pt x="0" y="0"/>
                  </a:moveTo>
                  <a:cubicBezTo>
                    <a:pt x="44" y="84"/>
                    <a:pt x="88" y="168"/>
                    <a:pt x="144" y="240"/>
                  </a:cubicBezTo>
                  <a:cubicBezTo>
                    <a:pt x="200" y="312"/>
                    <a:pt x="248" y="376"/>
                    <a:pt x="336" y="432"/>
                  </a:cubicBezTo>
                  <a:cubicBezTo>
                    <a:pt x="424" y="488"/>
                    <a:pt x="548" y="532"/>
                    <a:pt x="672" y="576"/>
                  </a:cubicBezTo>
                </a:path>
              </a:pathLst>
            </a:custGeom>
            <a:noFill/>
            <a:ln w="25400" cap="flat" cmpd="sng">
              <a:solidFill>
                <a:srgbClr val="FF3300">
                  <a:alpha val="100000"/>
                </a:srgbClr>
              </a:solidFill>
              <a:prstDash val="solid"/>
              <a:round/>
              <a:headEnd type="none" w="med" len="med"/>
              <a:tailEnd type="none" w="med" len="med"/>
            </a:ln>
          </p:spPr>
          <p:txBody>
            <a:bodyPr/>
            <a:lstStyle/>
            <a:p>
              <a:endParaRPr lang="zh-CN" altLang="en-US"/>
            </a:p>
          </p:txBody>
        </p:sp>
        <p:sp>
          <p:nvSpPr>
            <p:cNvPr id="37915" name="Rectangle 58"/>
            <p:cNvSpPr/>
            <p:nvPr/>
          </p:nvSpPr>
          <p:spPr>
            <a:xfrm>
              <a:off x="5416" y="3640"/>
              <a:ext cx="202" cy="2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rPr>
                <a:t>r</a:t>
              </a:r>
            </a:p>
          </p:txBody>
        </p:sp>
        <p:sp>
          <p:nvSpPr>
            <p:cNvPr id="37916" name="Rectangle 59"/>
            <p:cNvSpPr/>
            <p:nvPr/>
          </p:nvSpPr>
          <p:spPr>
            <a:xfrm>
              <a:off x="3923" y="2704"/>
              <a:ext cx="279" cy="29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黑体" panose="02010609060101010101" pitchFamily="2" charset="-122"/>
                </a:rPr>
                <a:t>E</a:t>
              </a:r>
            </a:p>
          </p:txBody>
        </p:sp>
        <p:sp>
          <p:nvSpPr>
            <p:cNvPr id="37917" name="Rectangle 60"/>
            <p:cNvSpPr/>
            <p:nvPr/>
          </p:nvSpPr>
          <p:spPr>
            <a:xfrm>
              <a:off x="4649" y="3611"/>
              <a:ext cx="225" cy="2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ea typeface="黑体" panose="02010609060101010101" pitchFamily="2" charset="-122"/>
                </a:rPr>
                <a:t>a</a:t>
              </a:r>
            </a:p>
          </p:txBody>
        </p:sp>
        <p:sp>
          <p:nvSpPr>
            <p:cNvPr id="37918" name="Line 61"/>
            <p:cNvSpPr/>
            <p:nvPr/>
          </p:nvSpPr>
          <p:spPr>
            <a:xfrm flipV="1">
              <a:off x="4168" y="2784"/>
              <a:ext cx="0" cy="912"/>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37919" name="Line 62"/>
            <p:cNvSpPr/>
            <p:nvPr/>
          </p:nvSpPr>
          <p:spPr>
            <a:xfrm flipH="1">
              <a:off x="4764" y="1479"/>
              <a:ext cx="3" cy="2353"/>
            </a:xfrm>
            <a:prstGeom prst="line">
              <a:avLst/>
            </a:prstGeom>
            <a:ln w="9525" cap="flat" cmpd="sng">
              <a:solidFill>
                <a:srgbClr val="323232"/>
              </a:solidFill>
              <a:prstDash val="lgDashDot"/>
              <a:headEnd type="none" w="med" len="med"/>
              <a:tailEnd type="none" w="med" len="med"/>
            </a:ln>
          </p:spPr>
          <p:txBody>
            <a:bodyPr/>
            <a:lstStyle/>
            <a:p>
              <a:endParaRPr lang="zh-CN" altLang="en-US"/>
            </a:p>
          </p:txBody>
        </p:sp>
      </p:grpSp>
      <p:grpSp>
        <p:nvGrpSpPr>
          <p:cNvPr id="4" name="Group 65"/>
          <p:cNvGrpSpPr/>
          <p:nvPr/>
        </p:nvGrpSpPr>
        <p:grpSpPr>
          <a:xfrm>
            <a:off x="611188" y="2984500"/>
            <a:ext cx="4773612" cy="396875"/>
            <a:chOff x="385" y="1865"/>
            <a:chExt cx="3007" cy="250"/>
          </a:xfrm>
        </p:grpSpPr>
        <p:sp>
          <p:nvSpPr>
            <p:cNvPr id="555024" name="Text Box 16"/>
            <p:cNvSpPr txBox="1">
              <a:spLocks noChangeArrowheads="1"/>
            </p:cNvSpPr>
            <p:nvPr/>
          </p:nvSpPr>
          <p:spPr bwMode="auto">
            <a:xfrm>
              <a:off x="1856" y="1865"/>
              <a:ext cx="1536" cy="250"/>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en-US" sz="2000" b="0"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 </a:t>
              </a:r>
              <a:r>
                <a:rPr kumimoji="1" lang="en-US" altLang="zh-CN" sz="2000" b="0"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r </a:t>
              </a:r>
              <a:r>
                <a:rPr kumimoji="1" lang="en-US" altLang="zh-CN" sz="2000" b="0"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 </a:t>
              </a:r>
              <a:r>
                <a:rPr kumimoji="1" lang="en-US" altLang="zh-CN" sz="2000" b="0"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a</a:t>
              </a:r>
              <a:r>
                <a:rPr kumimoji="1" lang="en-US" altLang="zh-CN" sz="2000" b="0"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 )</a:t>
              </a:r>
            </a:p>
          </p:txBody>
        </p:sp>
        <p:sp>
          <p:nvSpPr>
            <p:cNvPr id="37905" name="AutoShape 64"/>
            <p:cNvSpPr/>
            <p:nvPr/>
          </p:nvSpPr>
          <p:spPr>
            <a:xfrm>
              <a:off x="385" y="1887"/>
              <a:ext cx="408" cy="137"/>
            </a:xfrm>
            <a:prstGeom prst="rightArrow">
              <a:avLst>
                <a:gd name="adj1" fmla="val 50000"/>
                <a:gd name="adj2" fmla="val 74452"/>
              </a:avLst>
            </a:prstGeom>
            <a:solidFill>
              <a:srgbClr val="FFCC99"/>
            </a:solidFill>
            <a:ln w="22225" cap="flat" cmpd="sng">
              <a:solidFill>
                <a:srgbClr val="FF66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37903" name="AutoShape 66"/>
          <p:cNvSpPr/>
          <p:nvPr/>
        </p:nvSpPr>
        <p:spPr>
          <a:xfrm>
            <a:off x="468630" y="5202555"/>
            <a:ext cx="647700" cy="215900"/>
          </a:xfrm>
          <a:prstGeom prst="rightArrow">
            <a:avLst>
              <a:gd name="adj1" fmla="val 50000"/>
              <a:gd name="adj2" fmla="val 75000"/>
            </a:avLst>
          </a:prstGeom>
          <a:solidFill>
            <a:srgbClr val="FFCC99"/>
          </a:solidFill>
          <a:ln w="22225" cap="flat" cmpd="sng">
            <a:solidFill>
              <a:srgbClr val="FF66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nvGrpSpPr>
          <p:cNvPr id="7" name="Group 69"/>
          <p:cNvGrpSpPr/>
          <p:nvPr/>
        </p:nvGrpSpPr>
        <p:grpSpPr>
          <a:xfrm>
            <a:off x="468313" y="5937250"/>
            <a:ext cx="3886200" cy="457200"/>
            <a:chOff x="249" y="3703"/>
            <a:chExt cx="2448" cy="288"/>
          </a:xfrm>
        </p:grpSpPr>
        <p:sp>
          <p:nvSpPr>
            <p:cNvPr id="37900" name="Text Box 21"/>
            <p:cNvSpPr txBox="1"/>
            <p:nvPr/>
          </p:nvSpPr>
          <p:spPr>
            <a:xfrm>
              <a:off x="1611" y="3703"/>
              <a:ext cx="108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400" dirty="0">
                  <a:solidFill>
                    <a:srgbClr val="000000"/>
                  </a:solidFill>
                  <a:latin typeface="Times New Roman" panose="02020603050405020304" pitchFamily="18" charset="0"/>
                  <a:ea typeface="黑体" panose="02010609060101010101" pitchFamily="2" charset="-122"/>
                </a:rPr>
                <a:t>（</a:t>
              </a:r>
              <a:r>
                <a:rPr lang="en-US" altLang="zh-CN" sz="2400" i="1" dirty="0">
                  <a:solidFill>
                    <a:srgbClr val="000000"/>
                  </a:solidFill>
                  <a:latin typeface="Times New Roman" panose="02020603050405020304" pitchFamily="18" charset="0"/>
                  <a:ea typeface="黑体" panose="02010609060101010101" pitchFamily="2" charset="-122"/>
                </a:rPr>
                <a:t>r </a:t>
              </a:r>
              <a:r>
                <a:rPr lang="en-US" altLang="zh-CN" sz="2400" dirty="0">
                  <a:solidFill>
                    <a:srgbClr val="000000"/>
                  </a:solidFill>
                  <a:latin typeface="Times New Roman" panose="02020603050405020304" pitchFamily="18" charset="0"/>
                  <a:ea typeface="黑体" panose="02010609060101010101" pitchFamily="2" charset="-122"/>
                </a:rPr>
                <a:t>&lt; </a:t>
              </a:r>
              <a:r>
                <a:rPr lang="en-US" altLang="zh-CN" sz="2400" i="1" dirty="0">
                  <a:solidFill>
                    <a:srgbClr val="000000"/>
                  </a:solidFill>
                  <a:latin typeface="Times New Roman" panose="02020603050405020304" pitchFamily="18" charset="0"/>
                  <a:ea typeface="黑体" panose="02010609060101010101" pitchFamily="2" charset="-122"/>
                </a:rPr>
                <a:t>a</a:t>
              </a:r>
              <a:r>
                <a:rPr lang="zh-CN" altLang="en-US" sz="2400" dirty="0">
                  <a:solidFill>
                    <a:srgbClr val="000000"/>
                  </a:solidFill>
                  <a:latin typeface="Times New Roman" panose="02020603050405020304" pitchFamily="18" charset="0"/>
                  <a:ea typeface="黑体" panose="02010609060101010101" pitchFamily="2" charset="-122"/>
                </a:rPr>
                <a:t>）</a:t>
              </a:r>
            </a:p>
          </p:txBody>
        </p:sp>
        <p:sp>
          <p:nvSpPr>
            <p:cNvPr id="37901" name="AutoShape 67"/>
            <p:cNvSpPr/>
            <p:nvPr/>
          </p:nvSpPr>
          <p:spPr>
            <a:xfrm>
              <a:off x="249" y="3748"/>
              <a:ext cx="408" cy="136"/>
            </a:xfrm>
            <a:prstGeom prst="rightArrow">
              <a:avLst>
                <a:gd name="adj1" fmla="val 50000"/>
                <a:gd name="adj2" fmla="val 75000"/>
              </a:avLst>
            </a:prstGeom>
            <a:solidFill>
              <a:srgbClr val="FFCC99"/>
            </a:solidFill>
            <a:ln w="22225" cap="flat" cmpd="sng">
              <a:solidFill>
                <a:srgbClr val="FF66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000" dirty="0">
                <a:solidFill>
                  <a:schemeClr val="bg1"/>
                </a:solidFill>
                <a:ea typeface="楷体_GB2312" pitchFamily="49" charset="-122"/>
              </a:endParaRPr>
            </a:p>
          </p:txBody>
        </p:sp>
      </p:grpSp>
      <p:sp>
        <p:nvSpPr>
          <p:cNvPr id="37898" name="Rectangle 43"/>
          <p:cNvSpPr/>
          <p:nvPr/>
        </p:nvSpPr>
        <p:spPr>
          <a:xfrm>
            <a:off x="179388" y="260350"/>
            <a:ext cx="8785225"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FF0000"/>
                </a:solidFill>
              </a:rPr>
              <a:t>Example  3 </a:t>
            </a:r>
            <a:r>
              <a:rPr lang="en-US" altLang="zh-CN" sz="2000" b="1" dirty="0">
                <a:solidFill>
                  <a:srgbClr val="000000"/>
                </a:solidFill>
              </a:rPr>
              <a:t>Solving the electric field generated by a uniformly charged sphere in vacuum . Known sphere radius is </a:t>
            </a:r>
            <a:r>
              <a:rPr lang="en-US" altLang="zh-CN" sz="2000" b="1" dirty="0">
                <a:solidFill>
                  <a:srgbClr val="FF0000"/>
                </a:solidFill>
              </a:rPr>
              <a:t>a</a:t>
            </a:r>
            <a:r>
              <a:rPr lang="en-US" altLang="zh-CN" sz="2000" b="1" dirty="0">
                <a:solidFill>
                  <a:srgbClr val="000000"/>
                </a:solidFill>
              </a:rPr>
              <a:t> </a:t>
            </a:r>
            <a:r>
              <a:rPr lang="zh-CN" altLang="en-US" sz="2000" b="1" dirty="0">
                <a:solidFill>
                  <a:srgbClr val="000000"/>
                </a:solidFill>
              </a:rPr>
              <a:t>，</a:t>
            </a:r>
            <a:r>
              <a:rPr lang="en-US" altLang="zh-CN" sz="2000" b="1" dirty="0">
                <a:solidFill>
                  <a:srgbClr val="000000"/>
                </a:solidFill>
              </a:rPr>
              <a:t>and the charge density is </a:t>
            </a:r>
            <a:r>
              <a:rPr lang="en-US" altLang="zh-CN" sz="2000" i="1" dirty="0">
                <a:solidFill>
                  <a:srgbClr val="000000"/>
                </a:solidFill>
                <a:sym typeface="Symbol" panose="05050102010706020507" pitchFamily="18" charset="2"/>
              </a:rPr>
              <a:t> </a:t>
            </a:r>
            <a:r>
              <a:rPr lang="en-US" altLang="zh-CN" sz="2000" b="1" baseline="-25000" dirty="0">
                <a:solidFill>
                  <a:srgbClr val="000000"/>
                </a:solidFill>
                <a:sym typeface="Symbol" panose="05050102010706020507" pitchFamily="18" charset="2"/>
              </a:rPr>
              <a:t>0</a:t>
            </a:r>
            <a:r>
              <a:rPr lang="en-US" altLang="zh-CN" sz="2000" b="1" dirty="0">
                <a:solidFill>
                  <a:srgbClr val="000000"/>
                </a:solidFill>
                <a:sym typeface="Symbol" panose="05050102010706020507" pitchFamily="18" charset="2"/>
              </a:rPr>
              <a:t> </a:t>
            </a:r>
            <a:r>
              <a:rPr lang="zh-CN" altLang="en-US" sz="2000" b="1" dirty="0">
                <a:solidFill>
                  <a:srgbClr val="000000"/>
                </a:solidFill>
                <a:sym typeface="Symbol" panose="05050102010706020507" pitchFamily="18" charset="2"/>
              </a:rPr>
              <a:t>。</a:t>
            </a:r>
          </a:p>
        </p:txBody>
      </p:sp>
      <p:graphicFrame>
        <p:nvGraphicFramePr>
          <p:cNvPr id="3" name="对象 2">
            <a:hlinkClick r:id="" action="ppaction://ole?verb=0"/>
          </p:cNvPr>
          <p:cNvGraphicFramePr>
            <a:graphicFrameLocks noChangeAspect="1"/>
          </p:cNvGraphicFramePr>
          <p:nvPr/>
        </p:nvGraphicFramePr>
        <p:xfrm>
          <a:off x="641351" y="2047875"/>
          <a:ext cx="3313430" cy="817245"/>
        </p:xfrm>
        <a:graphic>
          <a:graphicData uri="http://schemas.openxmlformats.org/presentationml/2006/ole">
            <mc:AlternateContent xmlns:mc="http://schemas.openxmlformats.org/markup-compatibility/2006">
              <mc:Choice xmlns:v="urn:schemas-microsoft-com:vml" Requires="v">
                <p:oleObj r:id="rId2" imgW="1752600" imgH="431800" progId="Equation.DSMT4">
                  <p:embed/>
                </p:oleObj>
              </mc:Choice>
              <mc:Fallback>
                <p:oleObj r:id="rId2" imgW="1752600" imgH="431800" progId="Equation.DSMT4">
                  <p:embed/>
                  <p:pic>
                    <p:nvPicPr>
                      <p:cNvPr id="3" name="对象 2">
                        <a:hlinkClick r:id="" action="ppaction://ole?verb=0"/>
                      </p:cNvPr>
                      <p:cNvPicPr/>
                      <p:nvPr/>
                    </p:nvPicPr>
                    <p:blipFill>
                      <a:blip r:embed="rId3"/>
                      <a:stretch>
                        <a:fillRect/>
                      </a:stretch>
                    </p:blipFill>
                    <p:spPr>
                      <a:xfrm>
                        <a:off x="641351" y="2047875"/>
                        <a:ext cx="3313430" cy="817245"/>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1305243" y="2743835"/>
          <a:ext cx="1273175" cy="865505"/>
        </p:xfrm>
        <a:graphic>
          <a:graphicData uri="http://schemas.openxmlformats.org/presentationml/2006/ole">
            <mc:AlternateContent xmlns:mc="http://schemas.openxmlformats.org/markup-compatibility/2006">
              <mc:Choice xmlns:v="urn:schemas-microsoft-com:vml" Requires="v">
                <p:oleObj r:id="rId4" imgW="673100" imgH="457200" progId="Equation.DSMT4">
                  <p:embed/>
                </p:oleObj>
              </mc:Choice>
              <mc:Fallback>
                <p:oleObj r:id="rId4" imgW="673100" imgH="457200" progId="Equation.DSMT4">
                  <p:embed/>
                  <p:pic>
                    <p:nvPicPr>
                      <p:cNvPr id="8" name="对象 7">
                        <a:hlinkClick r:id="" action="ppaction://ole?verb=0"/>
                      </p:cNvPr>
                      <p:cNvPicPr/>
                      <p:nvPr/>
                    </p:nvPicPr>
                    <p:blipFill>
                      <a:blip r:embed="rId5"/>
                      <a:stretch>
                        <a:fillRect/>
                      </a:stretch>
                    </p:blipFill>
                    <p:spPr>
                      <a:xfrm>
                        <a:off x="1305243" y="2743835"/>
                        <a:ext cx="1273175" cy="865505"/>
                      </a:xfrm>
                      <a:prstGeom prst="rect">
                        <a:avLst/>
                      </a:prstGeom>
                    </p:spPr>
                  </p:pic>
                </p:oleObj>
              </mc:Fallback>
            </mc:AlternateContent>
          </a:graphicData>
        </a:graphic>
      </p:graphicFrame>
      <p:graphicFrame>
        <p:nvGraphicFramePr>
          <p:cNvPr id="10" name="对象 9">
            <a:hlinkClick r:id="" action="ppaction://ole?verb=0"/>
          </p:cNvPr>
          <p:cNvGraphicFramePr>
            <a:graphicFrameLocks noChangeAspect="1"/>
          </p:cNvGraphicFramePr>
          <p:nvPr/>
        </p:nvGraphicFramePr>
        <p:xfrm>
          <a:off x="539433" y="4207828"/>
          <a:ext cx="2690495" cy="817880"/>
        </p:xfrm>
        <a:graphic>
          <a:graphicData uri="http://schemas.openxmlformats.org/presentationml/2006/ole">
            <mc:AlternateContent xmlns:mc="http://schemas.openxmlformats.org/markup-compatibility/2006">
              <mc:Choice xmlns:v="urn:schemas-microsoft-com:vml" Requires="v">
                <p:oleObj r:id="rId6" imgW="1422400" imgH="431800" progId="Equation.DSMT4">
                  <p:embed/>
                </p:oleObj>
              </mc:Choice>
              <mc:Fallback>
                <p:oleObj r:id="rId6" imgW="1422400" imgH="431800" progId="Equation.DSMT4">
                  <p:embed/>
                  <p:pic>
                    <p:nvPicPr>
                      <p:cNvPr id="10" name="对象 9">
                        <a:hlinkClick r:id="" action="ppaction://ole?verb=0"/>
                      </p:cNvPr>
                      <p:cNvPicPr/>
                      <p:nvPr/>
                    </p:nvPicPr>
                    <p:blipFill>
                      <a:blip r:embed="rId7"/>
                      <a:stretch>
                        <a:fillRect/>
                      </a:stretch>
                    </p:blipFill>
                    <p:spPr>
                      <a:xfrm>
                        <a:off x="539433" y="4207828"/>
                        <a:ext cx="2690495" cy="817880"/>
                      </a:xfrm>
                      <a:prstGeom prst="rect">
                        <a:avLst/>
                      </a:prstGeom>
                    </p:spPr>
                  </p:pic>
                </p:oleObj>
              </mc:Fallback>
            </mc:AlternateContent>
          </a:graphicData>
        </a:graphic>
      </p:graphicFrame>
      <p:graphicFrame>
        <p:nvGraphicFramePr>
          <p:cNvPr id="12" name="对象 11">
            <a:hlinkClick r:id="" action="ppaction://ole?verb=0"/>
          </p:cNvPr>
          <p:cNvGraphicFramePr>
            <a:graphicFrameLocks noChangeAspect="1"/>
          </p:cNvGraphicFramePr>
          <p:nvPr/>
        </p:nvGraphicFramePr>
        <p:xfrm>
          <a:off x="1115378" y="4940618"/>
          <a:ext cx="3362325" cy="817880"/>
        </p:xfrm>
        <a:graphic>
          <a:graphicData uri="http://schemas.openxmlformats.org/presentationml/2006/ole">
            <mc:AlternateContent xmlns:mc="http://schemas.openxmlformats.org/markup-compatibility/2006">
              <mc:Choice xmlns:v="urn:schemas-microsoft-com:vml" Requires="v">
                <p:oleObj r:id="rId8" imgW="1777365" imgH="431800" progId="Equation.DSMT4">
                  <p:embed/>
                </p:oleObj>
              </mc:Choice>
              <mc:Fallback>
                <p:oleObj r:id="rId8" imgW="1777365" imgH="431800" progId="Equation.DSMT4">
                  <p:embed/>
                  <p:pic>
                    <p:nvPicPr>
                      <p:cNvPr id="12" name="对象 11">
                        <a:hlinkClick r:id="" action="ppaction://ole?verb=0"/>
                      </p:cNvPr>
                      <p:cNvPicPr/>
                      <p:nvPr/>
                    </p:nvPicPr>
                    <p:blipFill>
                      <a:blip r:embed="rId9"/>
                      <a:stretch>
                        <a:fillRect/>
                      </a:stretch>
                    </p:blipFill>
                    <p:spPr>
                      <a:xfrm>
                        <a:off x="1115378" y="4940618"/>
                        <a:ext cx="3362325" cy="817880"/>
                      </a:xfrm>
                      <a:prstGeom prst="rect">
                        <a:avLst/>
                      </a:prstGeom>
                    </p:spPr>
                  </p:pic>
                </p:oleObj>
              </mc:Fallback>
            </mc:AlternateContent>
          </a:graphicData>
        </a:graphic>
      </p:graphicFrame>
      <p:graphicFrame>
        <p:nvGraphicFramePr>
          <p:cNvPr id="14" name="对象 13">
            <a:hlinkClick r:id="" action="ppaction://ole?verb=0"/>
          </p:cNvPr>
          <p:cNvGraphicFramePr>
            <a:graphicFrameLocks noChangeAspect="1"/>
          </p:cNvGraphicFramePr>
          <p:nvPr/>
        </p:nvGraphicFramePr>
        <p:xfrm>
          <a:off x="1258888" y="5624513"/>
          <a:ext cx="1057275" cy="842010"/>
        </p:xfrm>
        <a:graphic>
          <a:graphicData uri="http://schemas.openxmlformats.org/presentationml/2006/ole">
            <mc:AlternateContent xmlns:mc="http://schemas.openxmlformats.org/markup-compatibility/2006">
              <mc:Choice xmlns:v="urn:schemas-microsoft-com:vml" Requires="v">
                <p:oleObj r:id="rId10" imgW="558800" imgH="444500" progId="Equation.DSMT4">
                  <p:embed/>
                </p:oleObj>
              </mc:Choice>
              <mc:Fallback>
                <p:oleObj r:id="rId10" imgW="558800" imgH="444500" progId="Equation.DSMT4">
                  <p:embed/>
                  <p:pic>
                    <p:nvPicPr>
                      <p:cNvPr id="14" name="对象 13">
                        <a:hlinkClick r:id="" action="ppaction://ole?verb=0"/>
                      </p:cNvPr>
                      <p:cNvPicPr/>
                      <p:nvPr/>
                    </p:nvPicPr>
                    <p:blipFill>
                      <a:blip r:embed="rId11"/>
                      <a:stretch>
                        <a:fillRect/>
                      </a:stretch>
                    </p:blipFill>
                    <p:spPr>
                      <a:xfrm>
                        <a:off x="1258888" y="5624513"/>
                        <a:ext cx="1057275" cy="8420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55015"/>
                                        </p:tgtEl>
                                        <p:attrNameLst>
                                          <p:attrName>style.visibility</p:attrName>
                                        </p:attrNameLst>
                                      </p:cBhvr>
                                      <p:to>
                                        <p:strVal val="visible"/>
                                      </p:to>
                                    </p:set>
                                    <p:animEffect transition="in" filter="wipe(up)">
                                      <p:cBhvr>
                                        <p:cTn id="12" dur="2000"/>
                                        <p:tgtEl>
                                          <p:spTgt spid="555015"/>
                                        </p:tgtEl>
                                      </p:cBhvr>
                                    </p:animEffect>
                                  </p:childTnLst>
                                </p:cTn>
                              </p:par>
                            </p:childTnLst>
                          </p:cTn>
                        </p:par>
                        <p:par>
                          <p:cTn id="13" fill="hold">
                            <p:stCondLst>
                              <p:cond delay="2000"/>
                            </p:stCondLst>
                            <p:childTnLst>
                              <p:par>
                                <p:cTn id="14" presetID="2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2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55025"/>
                                        </p:tgtEl>
                                        <p:attrNameLst>
                                          <p:attrName>style.visibility</p:attrName>
                                        </p:attrNameLst>
                                      </p:cBhvr>
                                      <p:to>
                                        <p:strVal val="visible"/>
                                      </p:to>
                                    </p:set>
                                    <p:animEffect transition="in" filter="wipe(up)">
                                      <p:cBhvr>
                                        <p:cTn id="21" dur="2000"/>
                                        <p:tgtEl>
                                          <p:spTgt spid="55502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5" grpId="0"/>
      <p:bldP spid="5550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Rot="1"/>
          </p:cNvSpPr>
          <p:nvPr>
            <p:ph idx="1" hasCustomPrompt="1"/>
          </p:nvPr>
        </p:nvSpPr>
        <p:spPr>
          <a:xfrm>
            <a:off x="250825" y="1196975"/>
            <a:ext cx="6985000" cy="1368425"/>
          </a:xfrm>
        </p:spPr>
        <p:txBody>
          <a:bodyPr vert="horz" wrap="square" lIns="91440" tIns="45720" rIns="91440" bIns="45720" anchor="t" anchorCtr="0"/>
          <a:lstStyle/>
          <a:p>
            <a:pPr eaLnBrk="1" hangingPunct="1"/>
            <a:r>
              <a:rPr lang="en-US" altLang="zh-CN" sz="2800" b="1" dirty="0">
                <a:solidFill>
                  <a:srgbClr val="000000"/>
                </a:solidFill>
              </a:rPr>
              <a:t>Find the electric field generated by a uniformly charged surface in  vacuum</a:t>
            </a:r>
            <a:r>
              <a:rPr lang="en-US" altLang="zh-CN" sz="2400" b="1" dirty="0"/>
              <a:t> </a:t>
            </a:r>
          </a:p>
        </p:txBody>
      </p:sp>
      <p:sp>
        <p:nvSpPr>
          <p:cNvPr id="38915" name="Rectangle 8"/>
          <p:cNvSpPr>
            <a:spLocks noRot="1"/>
          </p:cNvSpPr>
          <p:nvPr/>
        </p:nvSpPr>
        <p:spPr>
          <a:xfrm>
            <a:off x="250825" y="333375"/>
            <a:ext cx="8540750" cy="792163"/>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4400" b="1" dirty="0">
                <a:solidFill>
                  <a:srgbClr val="FF0000"/>
                </a:solidFill>
              </a:rPr>
              <a:t>Discussion</a:t>
            </a:r>
            <a:r>
              <a:rPr lang="en-US" altLang="zh-CN" sz="4400" b="1" dirty="0">
                <a:solidFill>
                  <a:schemeClr val="tx2"/>
                </a:solidFill>
              </a:rPr>
              <a:t> </a:t>
            </a:r>
          </a:p>
        </p:txBody>
      </p:sp>
      <p:grpSp>
        <p:nvGrpSpPr>
          <p:cNvPr id="244745" name="Group 9"/>
          <p:cNvGrpSpPr/>
          <p:nvPr/>
        </p:nvGrpSpPr>
        <p:grpSpPr>
          <a:xfrm>
            <a:off x="609600" y="2514600"/>
            <a:ext cx="8153400" cy="3581400"/>
            <a:chOff x="384" y="1584"/>
            <a:chExt cx="5136" cy="2256"/>
          </a:xfrm>
        </p:grpSpPr>
        <p:sp>
          <p:nvSpPr>
            <p:cNvPr id="38919" name="Text Box 10"/>
            <p:cNvSpPr txBox="1"/>
            <p:nvPr/>
          </p:nvSpPr>
          <p:spPr>
            <a:xfrm>
              <a:off x="432" y="1584"/>
              <a:ext cx="3072" cy="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500" b="1" dirty="0">
                  <a:solidFill>
                    <a:srgbClr val="0000CC"/>
                  </a:solidFill>
                  <a:latin typeface="Times New Roman" panose="02020603050405020304" pitchFamily="18" charset="0"/>
                  <a:ea typeface="楷体_GB2312" pitchFamily="49" charset="-122"/>
                </a:rPr>
                <a:t>Gaussian surface</a:t>
              </a:r>
              <a:r>
                <a:rPr lang="zh-CN" altLang="en-US" sz="2500" b="1" dirty="0">
                  <a:solidFill>
                    <a:srgbClr val="0000CC"/>
                  </a:solidFill>
                  <a:latin typeface="Times New Roman" panose="02020603050405020304" pitchFamily="18" charset="0"/>
                  <a:ea typeface="楷体_GB2312" pitchFamily="49" charset="-122"/>
                </a:rPr>
                <a:t>：</a:t>
              </a:r>
              <a:r>
                <a:rPr lang="en-US" altLang="zh-CN" sz="2500" b="1" dirty="0">
                  <a:solidFill>
                    <a:srgbClr val="FF0000"/>
                  </a:solidFill>
                  <a:latin typeface="Times New Roman" panose="02020603050405020304" pitchFamily="18" charset="0"/>
                  <a:ea typeface="楷体_GB2312" pitchFamily="49" charset="-122"/>
                </a:rPr>
                <a:t>Concentric spherical surface with radius  of r</a:t>
              </a:r>
            </a:p>
          </p:txBody>
        </p:sp>
        <p:grpSp>
          <p:nvGrpSpPr>
            <p:cNvPr id="38920" name="Group 11"/>
            <p:cNvGrpSpPr/>
            <p:nvPr/>
          </p:nvGrpSpPr>
          <p:grpSpPr>
            <a:xfrm>
              <a:off x="384" y="2208"/>
              <a:ext cx="5136" cy="1632"/>
              <a:chOff x="384" y="1824"/>
              <a:chExt cx="5136" cy="1632"/>
            </a:xfrm>
          </p:grpSpPr>
          <p:grpSp>
            <p:nvGrpSpPr>
              <p:cNvPr id="38921" name="Group 12"/>
              <p:cNvGrpSpPr/>
              <p:nvPr/>
            </p:nvGrpSpPr>
            <p:grpSpPr>
              <a:xfrm>
                <a:off x="384" y="1920"/>
                <a:ext cx="3072" cy="991"/>
                <a:chOff x="384" y="1920"/>
                <a:chExt cx="3072" cy="991"/>
              </a:xfrm>
            </p:grpSpPr>
            <p:graphicFrame>
              <p:nvGraphicFramePr>
                <p:cNvPr id="38939" name="Object 13"/>
                <p:cNvGraphicFramePr>
                  <a:graphicFrameLocks noChangeAspect="1"/>
                </p:cNvGraphicFramePr>
                <p:nvPr/>
              </p:nvGraphicFramePr>
              <p:xfrm>
                <a:off x="384" y="1968"/>
                <a:ext cx="3072" cy="943"/>
              </p:xfrm>
              <a:graphic>
                <a:graphicData uri="http://schemas.openxmlformats.org/presentationml/2006/ole">
                  <mc:AlternateContent xmlns:mc="http://schemas.openxmlformats.org/markup-compatibility/2006">
                    <mc:Choice xmlns:v="urn:schemas-microsoft-com:vml" Requires="v">
                      <p:oleObj r:id="rId2" imgW="2209800" imgH="609600" progId="Equation.3">
                        <p:embed/>
                      </p:oleObj>
                    </mc:Choice>
                    <mc:Fallback>
                      <p:oleObj r:id="rId2" imgW="2209800" imgH="609600" progId="Equation.3">
                        <p:embed/>
                        <p:pic>
                          <p:nvPicPr>
                            <p:cNvPr id="38939" name="Object 13"/>
                            <p:cNvPicPr/>
                            <p:nvPr/>
                          </p:nvPicPr>
                          <p:blipFill>
                            <a:blip r:embed="rId3"/>
                            <a:stretch>
                              <a:fillRect/>
                            </a:stretch>
                          </p:blipFill>
                          <p:spPr>
                            <a:xfrm>
                              <a:off x="384" y="1968"/>
                              <a:ext cx="3072" cy="943"/>
                            </a:xfrm>
                            <a:prstGeom prst="rect">
                              <a:avLst/>
                            </a:prstGeom>
                            <a:noFill/>
                            <a:ln w="38100">
                              <a:noFill/>
                              <a:miter/>
                            </a:ln>
                          </p:spPr>
                        </p:pic>
                      </p:oleObj>
                    </mc:Fallback>
                  </mc:AlternateContent>
                </a:graphicData>
              </a:graphic>
            </p:graphicFrame>
            <p:sp>
              <p:nvSpPr>
                <p:cNvPr id="38940" name="Text Box 14"/>
                <p:cNvSpPr txBox="1"/>
                <p:nvPr/>
              </p:nvSpPr>
              <p:spPr>
                <a:xfrm>
                  <a:off x="1056" y="1920"/>
                  <a:ext cx="456"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3600" b="1" i="1" dirty="0">
                      <a:solidFill>
                        <a:srgbClr val="000000"/>
                      </a:solidFill>
                      <a:latin typeface="Times New Roman" panose="02020603050405020304" pitchFamily="18" charset="0"/>
                      <a:ea typeface="隶书" panose="02010509060101010101" pitchFamily="49" charset="-122"/>
                    </a:rPr>
                    <a:t>0</a:t>
                  </a:r>
                </a:p>
              </p:txBody>
            </p:sp>
            <p:sp>
              <p:nvSpPr>
                <p:cNvPr id="38941" name="AutoShape 15"/>
                <p:cNvSpPr/>
                <p:nvPr/>
              </p:nvSpPr>
              <p:spPr>
                <a:xfrm>
                  <a:off x="816" y="2064"/>
                  <a:ext cx="168" cy="720"/>
                </a:xfrm>
                <a:prstGeom prst="leftBrace">
                  <a:avLst>
                    <a:gd name="adj1" fmla="val 35714"/>
                    <a:gd name="adj2" fmla="val 50000"/>
                  </a:avLst>
                </a:prstGeom>
                <a:noFill/>
                <a:ln w="3810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38922" name="Group 16"/>
              <p:cNvGrpSpPr/>
              <p:nvPr/>
            </p:nvGrpSpPr>
            <p:grpSpPr>
              <a:xfrm>
                <a:off x="3456" y="1824"/>
                <a:ext cx="2064" cy="1632"/>
                <a:chOff x="3456" y="1824"/>
                <a:chExt cx="2064" cy="1632"/>
              </a:xfrm>
            </p:grpSpPr>
            <p:sp>
              <p:nvSpPr>
                <p:cNvPr id="38923" name="Rectangle 17"/>
                <p:cNvSpPr/>
                <p:nvPr/>
              </p:nvSpPr>
              <p:spPr>
                <a:xfrm>
                  <a:off x="3456" y="1824"/>
                  <a:ext cx="2064" cy="1632"/>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38924" name="Group 18"/>
                <p:cNvGrpSpPr/>
                <p:nvPr/>
              </p:nvGrpSpPr>
              <p:grpSpPr>
                <a:xfrm>
                  <a:off x="3600" y="1968"/>
                  <a:ext cx="1872" cy="1344"/>
                  <a:chOff x="3600" y="1968"/>
                  <a:chExt cx="1872" cy="1344"/>
                </a:xfrm>
              </p:grpSpPr>
              <p:sp>
                <p:nvSpPr>
                  <p:cNvPr id="38934" name="Line 19"/>
                  <p:cNvSpPr/>
                  <p:nvPr/>
                </p:nvSpPr>
                <p:spPr>
                  <a:xfrm>
                    <a:off x="3600" y="2976"/>
                    <a:ext cx="1872" cy="0"/>
                  </a:xfrm>
                  <a:prstGeom prst="line">
                    <a:avLst/>
                  </a:prstGeom>
                  <a:ln w="38100" cap="flat" cmpd="sng">
                    <a:solidFill>
                      <a:srgbClr val="000000"/>
                    </a:solidFill>
                    <a:prstDash val="solid"/>
                    <a:headEnd type="none" w="med" len="med"/>
                    <a:tailEnd type="triangle" w="med" len="med"/>
                  </a:ln>
                </p:spPr>
                <p:txBody>
                  <a:bodyPr/>
                  <a:lstStyle/>
                  <a:p>
                    <a:endParaRPr lang="zh-CN" altLang="en-US"/>
                  </a:p>
                </p:txBody>
              </p:sp>
              <p:sp>
                <p:nvSpPr>
                  <p:cNvPr id="38935" name="Line 20"/>
                  <p:cNvSpPr/>
                  <p:nvPr/>
                </p:nvSpPr>
                <p:spPr>
                  <a:xfrm flipV="1">
                    <a:off x="3840" y="1968"/>
                    <a:ext cx="0" cy="1344"/>
                  </a:xfrm>
                  <a:prstGeom prst="line">
                    <a:avLst/>
                  </a:prstGeom>
                  <a:ln w="38100" cap="flat" cmpd="sng">
                    <a:solidFill>
                      <a:srgbClr val="000000"/>
                    </a:solidFill>
                    <a:prstDash val="solid"/>
                    <a:headEnd type="none" w="med" len="med"/>
                    <a:tailEnd type="triangle" w="med" len="med"/>
                  </a:ln>
                </p:spPr>
                <p:txBody>
                  <a:bodyPr/>
                  <a:lstStyle/>
                  <a:p>
                    <a:endParaRPr lang="zh-CN" altLang="en-US"/>
                  </a:p>
                </p:txBody>
              </p:sp>
              <p:sp>
                <p:nvSpPr>
                  <p:cNvPr id="38936" name="Line 21"/>
                  <p:cNvSpPr/>
                  <p:nvPr/>
                </p:nvSpPr>
                <p:spPr>
                  <a:xfrm>
                    <a:off x="3840" y="2976"/>
                    <a:ext cx="672"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38937" name="Line 22"/>
                  <p:cNvSpPr/>
                  <p:nvPr/>
                </p:nvSpPr>
                <p:spPr>
                  <a:xfrm flipV="1">
                    <a:off x="4512" y="2256"/>
                    <a:ext cx="0" cy="720"/>
                  </a:xfrm>
                  <a:prstGeom prst="line">
                    <a:avLst/>
                  </a:prstGeom>
                  <a:ln w="28575" cap="flat" cmpd="sng">
                    <a:solidFill>
                      <a:schemeClr val="tx1"/>
                    </a:solidFill>
                    <a:prstDash val="dash"/>
                    <a:headEnd type="none" w="med" len="med"/>
                    <a:tailEnd type="none" w="med" len="med"/>
                  </a:ln>
                </p:spPr>
                <p:txBody>
                  <a:bodyPr/>
                  <a:lstStyle/>
                  <a:p>
                    <a:endParaRPr lang="zh-CN" altLang="en-US"/>
                  </a:p>
                </p:txBody>
              </p:sp>
              <p:sp>
                <p:nvSpPr>
                  <p:cNvPr id="38938" name="Freeform 23"/>
                  <p:cNvSpPr/>
                  <p:nvPr/>
                </p:nvSpPr>
                <p:spPr>
                  <a:xfrm>
                    <a:off x="4512" y="2256"/>
                    <a:ext cx="768" cy="624"/>
                  </a:xfrm>
                  <a:custGeom>
                    <a:avLst/>
                    <a:gdLst/>
                    <a:ahLst/>
                    <a:cxnLst>
                      <a:cxn ang="0">
                        <a:pos x="0" y="0"/>
                      </a:cxn>
                      <a:cxn ang="0">
                        <a:pos x="144" y="240"/>
                      </a:cxn>
                      <a:cxn ang="0">
                        <a:pos x="336" y="432"/>
                      </a:cxn>
                      <a:cxn ang="0">
                        <a:pos x="576" y="576"/>
                      </a:cxn>
                      <a:cxn ang="0">
                        <a:pos x="768" y="624"/>
                      </a:cxn>
                    </a:cxnLst>
                    <a:rect l="0" t="0" r="0" b="0"/>
                    <a:pathLst>
                      <a:path w="768" h="624">
                        <a:moveTo>
                          <a:pt x="0" y="0"/>
                        </a:moveTo>
                        <a:cubicBezTo>
                          <a:pt x="44" y="84"/>
                          <a:pt x="88" y="168"/>
                          <a:pt x="144" y="240"/>
                        </a:cubicBezTo>
                        <a:cubicBezTo>
                          <a:pt x="200" y="312"/>
                          <a:pt x="264" y="376"/>
                          <a:pt x="336" y="432"/>
                        </a:cubicBezTo>
                        <a:cubicBezTo>
                          <a:pt x="408" y="488"/>
                          <a:pt x="504" y="544"/>
                          <a:pt x="576" y="576"/>
                        </a:cubicBezTo>
                        <a:cubicBezTo>
                          <a:pt x="648" y="608"/>
                          <a:pt x="708" y="616"/>
                          <a:pt x="768" y="624"/>
                        </a:cubicBezTo>
                      </a:path>
                    </a:pathLst>
                  </a:custGeom>
                  <a:noFill/>
                  <a:ln w="38100" cap="flat" cmpd="sng">
                    <a:solidFill>
                      <a:srgbClr val="FF3300">
                        <a:alpha val="100000"/>
                      </a:srgbClr>
                    </a:solidFill>
                    <a:prstDash val="solid"/>
                    <a:round/>
                    <a:headEnd type="none" w="med" len="med"/>
                    <a:tailEnd type="none" w="med" len="med"/>
                  </a:ln>
                </p:spPr>
                <p:txBody>
                  <a:bodyPr/>
                  <a:lstStyle/>
                  <a:p>
                    <a:endParaRPr lang="zh-CN" altLang="en-US"/>
                  </a:p>
                </p:txBody>
              </p:sp>
            </p:grpSp>
            <p:graphicFrame>
              <p:nvGraphicFramePr>
                <p:cNvPr id="38925" name="Object 24"/>
                <p:cNvGraphicFramePr>
                  <a:graphicFrameLocks noChangeAspect="1"/>
                </p:cNvGraphicFramePr>
                <p:nvPr/>
              </p:nvGraphicFramePr>
              <p:xfrm>
                <a:off x="3648" y="2976"/>
                <a:ext cx="1776" cy="288"/>
              </p:xfrm>
              <a:graphic>
                <a:graphicData uri="http://schemas.openxmlformats.org/presentationml/2006/ole">
                  <mc:AlternateContent xmlns:mc="http://schemas.openxmlformats.org/markup-compatibility/2006">
                    <mc:Choice xmlns:v="urn:schemas-microsoft-com:vml" Requires="v">
                      <p:oleObj r:id="rId4" imgW="596900" imgH="215900" progId="Equation.3">
                        <p:embed/>
                      </p:oleObj>
                    </mc:Choice>
                    <mc:Fallback>
                      <p:oleObj r:id="rId4" imgW="596900" imgH="215900" progId="Equation.3">
                        <p:embed/>
                        <p:pic>
                          <p:nvPicPr>
                            <p:cNvPr id="38925" name="Object 24"/>
                            <p:cNvPicPr/>
                            <p:nvPr/>
                          </p:nvPicPr>
                          <p:blipFill>
                            <a:blip r:embed="rId5"/>
                            <a:stretch>
                              <a:fillRect/>
                            </a:stretch>
                          </p:blipFill>
                          <p:spPr>
                            <a:xfrm>
                              <a:off x="3648" y="2976"/>
                              <a:ext cx="1776" cy="288"/>
                            </a:xfrm>
                            <a:prstGeom prst="rect">
                              <a:avLst/>
                            </a:prstGeom>
                            <a:noFill/>
                            <a:ln w="38100">
                              <a:noFill/>
                              <a:miter/>
                            </a:ln>
                          </p:spPr>
                        </p:pic>
                      </p:oleObj>
                    </mc:Fallback>
                  </mc:AlternateContent>
                </a:graphicData>
              </a:graphic>
            </p:graphicFrame>
            <p:graphicFrame>
              <p:nvGraphicFramePr>
                <p:cNvPr id="38926" name="Object 25"/>
                <p:cNvGraphicFramePr>
                  <a:graphicFrameLocks noChangeAspect="1"/>
                </p:cNvGraphicFramePr>
                <p:nvPr/>
              </p:nvGraphicFramePr>
              <p:xfrm>
                <a:off x="3504" y="1920"/>
                <a:ext cx="284" cy="284"/>
              </p:xfrm>
              <a:graphic>
                <a:graphicData uri="http://schemas.openxmlformats.org/presentationml/2006/ole">
                  <mc:AlternateContent xmlns:mc="http://schemas.openxmlformats.org/markup-compatibility/2006">
                    <mc:Choice xmlns:v="urn:schemas-microsoft-com:vml" Requires="v">
                      <p:oleObj r:id="rId6" imgW="165100" imgH="165100" progId="Equation.3">
                        <p:embed/>
                      </p:oleObj>
                    </mc:Choice>
                    <mc:Fallback>
                      <p:oleObj r:id="rId6" imgW="165100" imgH="165100" progId="Equation.3">
                        <p:embed/>
                        <p:pic>
                          <p:nvPicPr>
                            <p:cNvPr id="38926" name="Object 25"/>
                            <p:cNvPicPr/>
                            <p:nvPr/>
                          </p:nvPicPr>
                          <p:blipFill>
                            <a:blip r:embed="rId7"/>
                            <a:stretch>
                              <a:fillRect/>
                            </a:stretch>
                          </p:blipFill>
                          <p:spPr>
                            <a:xfrm>
                              <a:off x="3504" y="1920"/>
                              <a:ext cx="284" cy="284"/>
                            </a:xfrm>
                            <a:prstGeom prst="rect">
                              <a:avLst/>
                            </a:prstGeom>
                            <a:noFill/>
                            <a:ln w="38100">
                              <a:noFill/>
                              <a:miter/>
                            </a:ln>
                          </p:spPr>
                        </p:pic>
                      </p:oleObj>
                    </mc:Fallback>
                  </mc:AlternateContent>
                </a:graphicData>
              </a:graphic>
            </p:graphicFrame>
            <p:grpSp>
              <p:nvGrpSpPr>
                <p:cNvPr id="38927" name="Group 26"/>
                <p:cNvGrpSpPr>
                  <a:grpSpLocks noChangeAspect="1"/>
                </p:cNvGrpSpPr>
                <p:nvPr/>
              </p:nvGrpSpPr>
              <p:grpSpPr>
                <a:xfrm>
                  <a:off x="4683" y="2256"/>
                  <a:ext cx="706" cy="353"/>
                  <a:chOff x="4683" y="2256"/>
                  <a:chExt cx="706" cy="353"/>
                </a:xfrm>
              </p:grpSpPr>
              <p:sp>
                <p:nvSpPr>
                  <p:cNvPr id="38928" name="AutoShape 27"/>
                  <p:cNvSpPr>
                    <a:spLocks noChangeAspect="1" noTextEdit="1"/>
                  </p:cNvSpPr>
                  <p:nvPr/>
                </p:nvSpPr>
                <p:spPr>
                  <a:xfrm>
                    <a:off x="4683" y="2256"/>
                    <a:ext cx="706" cy="353"/>
                  </a:xfrm>
                  <a:prstGeom prst="rect">
                    <a:avLst/>
                  </a:prstGeom>
                  <a:noFill/>
                  <a:ln w="9525">
                    <a:noFill/>
                  </a:ln>
                </p:spPr>
                <p:txBody>
                  <a:bodyPr/>
                  <a:lstStyle/>
                  <a:p>
                    <a:endParaRPr lang="zh-CN" altLang="en-US"/>
                  </a:p>
                </p:txBody>
              </p:sp>
              <p:sp>
                <p:nvSpPr>
                  <p:cNvPr id="38929" name="Line 28"/>
                  <p:cNvSpPr/>
                  <p:nvPr/>
                </p:nvSpPr>
                <p:spPr>
                  <a:xfrm flipH="1">
                    <a:off x="5027" y="2298"/>
                    <a:ext cx="84" cy="264"/>
                  </a:xfrm>
                  <a:prstGeom prst="line">
                    <a:avLst/>
                  </a:prstGeom>
                  <a:ln w="15875" cap="flat" cmpd="sng">
                    <a:solidFill>
                      <a:srgbClr val="000000"/>
                    </a:solidFill>
                    <a:prstDash val="solid"/>
                    <a:headEnd type="none" w="med" len="med"/>
                    <a:tailEnd type="none" w="med" len="med"/>
                  </a:ln>
                </p:spPr>
                <p:txBody>
                  <a:bodyPr/>
                  <a:lstStyle/>
                  <a:p>
                    <a:endParaRPr lang="zh-CN" altLang="en-US"/>
                  </a:p>
                </p:txBody>
              </p:sp>
              <p:sp>
                <p:nvSpPr>
                  <p:cNvPr id="38930" name="Rectangle 29"/>
                  <p:cNvSpPr/>
                  <p:nvPr/>
                </p:nvSpPr>
                <p:spPr>
                  <a:xfrm>
                    <a:off x="5250" y="2281"/>
                    <a:ext cx="68"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1700" b="1" dirty="0">
                        <a:solidFill>
                          <a:srgbClr val="000000"/>
                        </a:solidFill>
                        <a:latin typeface="Times New Roman" panose="02020603050405020304" pitchFamily="18" charset="0"/>
                      </a:rPr>
                      <a:t>2</a:t>
                    </a:r>
                    <a:endParaRPr lang="en-US" altLang="zh-CN" sz="1800" dirty="0">
                      <a:latin typeface="Verdana" panose="020B0604030504040204" pitchFamily="34" charset="0"/>
                    </a:endParaRPr>
                  </a:p>
                </p:txBody>
              </p:sp>
              <p:sp>
                <p:nvSpPr>
                  <p:cNvPr id="38931" name="Rectangle 30"/>
                  <p:cNvSpPr/>
                  <p:nvPr/>
                </p:nvSpPr>
                <p:spPr>
                  <a:xfrm>
                    <a:off x="4921" y="2301"/>
                    <a:ext cx="116" cy="2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900" b="1" dirty="0">
                        <a:solidFill>
                          <a:srgbClr val="000000"/>
                        </a:solidFill>
                        <a:latin typeface="Times New Roman" panose="02020603050405020304" pitchFamily="18" charset="0"/>
                      </a:rPr>
                      <a:t>1</a:t>
                    </a:r>
                    <a:endParaRPr lang="en-US" altLang="zh-CN" sz="1800" dirty="0">
                      <a:latin typeface="Verdana" panose="020B0604030504040204" pitchFamily="34" charset="0"/>
                    </a:endParaRPr>
                  </a:p>
                </p:txBody>
              </p:sp>
              <p:sp>
                <p:nvSpPr>
                  <p:cNvPr id="38932" name="Rectangle 31"/>
                  <p:cNvSpPr/>
                  <p:nvPr/>
                </p:nvSpPr>
                <p:spPr>
                  <a:xfrm>
                    <a:off x="5131" y="2301"/>
                    <a:ext cx="90" cy="2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900" b="1" i="1" dirty="0">
                        <a:solidFill>
                          <a:srgbClr val="000000"/>
                        </a:solidFill>
                        <a:latin typeface="Times New Roman" panose="02020603050405020304" pitchFamily="18" charset="0"/>
                      </a:rPr>
                      <a:t>r</a:t>
                    </a:r>
                    <a:endParaRPr lang="en-US" altLang="zh-CN" sz="1800" dirty="0">
                      <a:latin typeface="Verdana" panose="020B0604030504040204" pitchFamily="34" charset="0"/>
                    </a:endParaRPr>
                  </a:p>
                </p:txBody>
              </p:sp>
              <p:sp>
                <p:nvSpPr>
                  <p:cNvPr id="38933" name="Rectangle 32"/>
                  <p:cNvSpPr/>
                  <p:nvPr/>
                </p:nvSpPr>
                <p:spPr>
                  <a:xfrm>
                    <a:off x="4711" y="2274"/>
                    <a:ext cx="166" cy="2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900" b="1" dirty="0">
                        <a:solidFill>
                          <a:srgbClr val="000000"/>
                        </a:solidFill>
                        <a:latin typeface="Symbol" panose="05050102010706020507" pitchFamily="18" charset="2"/>
                      </a:rPr>
                      <a:t>µ</a:t>
                    </a:r>
                    <a:endParaRPr lang="en-US" altLang="zh-CN" sz="1800" dirty="0">
                      <a:latin typeface="Verdana" panose="020B0604030504040204" pitchFamily="34" charset="0"/>
                    </a:endParaRPr>
                  </a:p>
                </p:txBody>
              </p:sp>
            </p:grpSp>
          </p:grpSp>
        </p:grpSp>
      </p:grpSp>
      <p:pic>
        <p:nvPicPr>
          <p:cNvPr id="38917" name="Picture 33"/>
          <p:cNvPicPr>
            <a:picLocks noChangeAspect="1"/>
          </p:cNvPicPr>
          <p:nvPr/>
        </p:nvPicPr>
        <p:blipFill>
          <a:blip r:embed="rId8"/>
          <a:stretch>
            <a:fillRect/>
          </a:stretch>
        </p:blipFill>
        <p:spPr>
          <a:xfrm>
            <a:off x="7164388" y="1052513"/>
            <a:ext cx="1835150" cy="1698625"/>
          </a:xfrm>
          <a:prstGeom prst="rect">
            <a:avLst/>
          </a:prstGeom>
          <a:noFill/>
          <a:ln w="9525">
            <a:noFill/>
          </a:ln>
        </p:spPr>
      </p:pic>
      <p:pic>
        <p:nvPicPr>
          <p:cNvPr id="4098" name="Picture 2"/>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4745"/>
                                        </p:tgtEl>
                                        <p:attrNameLst>
                                          <p:attrName>style.visibility</p:attrName>
                                        </p:attrNameLst>
                                      </p:cBhvr>
                                      <p:to>
                                        <p:strVal val="visible"/>
                                      </p:to>
                                    </p:set>
                                    <p:animEffect transition="in" filter="blinds(horizontal)">
                                      <p:cBhvr>
                                        <p:cTn id="7" dur="500"/>
                                        <p:tgtEl>
                                          <p:spTgt spid="244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Rot="1"/>
          </p:cNvSpPr>
          <p:nvPr>
            <p:ph idx="1" hasCustomPrompt="1"/>
          </p:nvPr>
        </p:nvSpPr>
        <p:spPr>
          <a:xfrm>
            <a:off x="395288" y="620713"/>
            <a:ext cx="8540750" cy="803275"/>
          </a:xfrm>
        </p:spPr>
        <p:txBody>
          <a:bodyPr vert="horz" wrap="square" lIns="91440" tIns="45720" rIns="91440" bIns="45720" anchor="t" anchorCtr="0"/>
          <a:lstStyle/>
          <a:p>
            <a:pPr eaLnBrk="1" hangingPunct="1">
              <a:lnSpc>
                <a:spcPct val="80000"/>
              </a:lnSpc>
            </a:pPr>
            <a:r>
              <a:rPr lang="en-US" altLang="zh-CN" sz="2800" b="1" dirty="0">
                <a:solidFill>
                  <a:srgbClr val="000000"/>
                </a:solidFill>
              </a:rPr>
              <a:t>Understand the discontinuity of E-field on the surface r=R</a:t>
            </a:r>
          </a:p>
        </p:txBody>
      </p:sp>
      <p:grpSp>
        <p:nvGrpSpPr>
          <p:cNvPr id="245765" name="Group 5"/>
          <p:cNvGrpSpPr/>
          <p:nvPr/>
        </p:nvGrpSpPr>
        <p:grpSpPr>
          <a:xfrm>
            <a:off x="609600" y="3962400"/>
            <a:ext cx="7743825" cy="2389188"/>
            <a:chOff x="297" y="2544"/>
            <a:chExt cx="4878" cy="1505"/>
          </a:xfrm>
        </p:grpSpPr>
        <p:graphicFrame>
          <p:nvGraphicFramePr>
            <p:cNvPr id="39956" name="Object 6"/>
            <p:cNvGraphicFramePr>
              <a:graphicFrameLocks noChangeAspect="1"/>
            </p:cNvGraphicFramePr>
            <p:nvPr/>
          </p:nvGraphicFramePr>
          <p:xfrm>
            <a:off x="297" y="2544"/>
            <a:ext cx="4878" cy="1505"/>
          </p:xfrm>
          <a:graphic>
            <a:graphicData uri="http://schemas.openxmlformats.org/presentationml/2006/ole">
              <mc:AlternateContent xmlns:mc="http://schemas.openxmlformats.org/markup-compatibility/2006">
                <mc:Choice xmlns:v="urn:schemas-microsoft-com:vml" Requires="v">
                  <p:oleObj r:id="rId2" imgW="2755900" imgH="1054100" progId="Equation.3">
                    <p:embed/>
                  </p:oleObj>
                </mc:Choice>
                <mc:Fallback>
                  <p:oleObj r:id="rId2" imgW="2755900" imgH="1054100" progId="Equation.3">
                    <p:embed/>
                    <p:pic>
                      <p:nvPicPr>
                        <p:cNvPr id="39956" name="Object 6"/>
                        <p:cNvPicPr/>
                        <p:nvPr/>
                      </p:nvPicPr>
                      <p:blipFill>
                        <a:blip r:embed="rId3"/>
                        <a:stretch>
                          <a:fillRect/>
                        </a:stretch>
                      </p:blipFill>
                      <p:spPr>
                        <a:xfrm>
                          <a:off x="297" y="2544"/>
                          <a:ext cx="4878" cy="1505"/>
                        </a:xfrm>
                        <a:prstGeom prst="rect">
                          <a:avLst/>
                        </a:prstGeom>
                        <a:noFill/>
                        <a:ln w="38100">
                          <a:noFill/>
                          <a:miter/>
                        </a:ln>
                      </p:spPr>
                    </p:pic>
                  </p:oleObj>
                </mc:Fallback>
              </mc:AlternateContent>
            </a:graphicData>
          </a:graphic>
        </p:graphicFrame>
        <p:sp>
          <p:nvSpPr>
            <p:cNvPr id="39957" name="AutoShape 7"/>
            <p:cNvSpPr/>
            <p:nvPr/>
          </p:nvSpPr>
          <p:spPr>
            <a:xfrm>
              <a:off x="864" y="2657"/>
              <a:ext cx="192" cy="1240"/>
            </a:xfrm>
            <a:prstGeom prst="leftBrace">
              <a:avLst>
                <a:gd name="adj1" fmla="val 53819"/>
                <a:gd name="adj2" fmla="val 37889"/>
              </a:avLst>
            </a:prstGeom>
            <a:noFill/>
            <a:ln w="3810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45768" name="Group 8"/>
          <p:cNvGrpSpPr/>
          <p:nvPr/>
        </p:nvGrpSpPr>
        <p:grpSpPr>
          <a:xfrm>
            <a:off x="838200" y="1600200"/>
            <a:ext cx="7696200" cy="1981200"/>
            <a:chOff x="528" y="1104"/>
            <a:chExt cx="4848" cy="1248"/>
          </a:xfrm>
        </p:grpSpPr>
        <p:grpSp>
          <p:nvGrpSpPr>
            <p:cNvPr id="39942" name="Group 9"/>
            <p:cNvGrpSpPr/>
            <p:nvPr/>
          </p:nvGrpSpPr>
          <p:grpSpPr>
            <a:xfrm>
              <a:off x="1680" y="1200"/>
              <a:ext cx="3696" cy="672"/>
              <a:chOff x="1680" y="1200"/>
              <a:chExt cx="3696" cy="672"/>
            </a:xfrm>
          </p:grpSpPr>
          <p:sp>
            <p:nvSpPr>
              <p:cNvPr id="39954" name="Text Box 10"/>
              <p:cNvSpPr txBox="1"/>
              <p:nvPr/>
            </p:nvSpPr>
            <p:spPr>
              <a:xfrm>
                <a:off x="1680" y="1200"/>
                <a:ext cx="3696"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solidFill>
                      <a:srgbClr val="0000CC"/>
                    </a:solidFill>
                    <a:latin typeface="楷体_GB2312" pitchFamily="49" charset="-122"/>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Find the E-field with                                     </a:t>
                </a:r>
              </a:p>
              <a:p>
                <a:pPr marL="0" lvl="0" indent="0" eaLnBrk="1" hangingPunct="1">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     for the uniformly charged shell</a:t>
                </a:r>
                <a:endParaRPr lang="en-US" altLang="zh-CN" sz="2400" b="1" dirty="0">
                  <a:solidFill>
                    <a:srgbClr val="000000"/>
                  </a:solidFill>
                </a:endParaRPr>
              </a:p>
            </p:txBody>
          </p:sp>
          <p:graphicFrame>
            <p:nvGraphicFramePr>
              <p:cNvPr id="39955" name="Object 11"/>
              <p:cNvGraphicFramePr>
                <a:graphicFrameLocks noChangeAspect="1"/>
              </p:cNvGraphicFramePr>
              <p:nvPr/>
            </p:nvGraphicFramePr>
            <p:xfrm>
              <a:off x="3617" y="1200"/>
              <a:ext cx="1279" cy="336"/>
            </p:xfrm>
            <a:graphic>
              <a:graphicData uri="http://schemas.openxmlformats.org/presentationml/2006/ole">
                <mc:AlternateContent xmlns:mc="http://schemas.openxmlformats.org/markup-compatibility/2006">
                  <mc:Choice xmlns:v="urn:schemas-microsoft-com:vml" Requires="v">
                    <p:oleObj r:id="rId4" imgW="850265" imgH="215900" progId="Equation.3">
                      <p:embed/>
                    </p:oleObj>
                  </mc:Choice>
                  <mc:Fallback>
                    <p:oleObj r:id="rId4" imgW="850265" imgH="215900" progId="Equation.3">
                      <p:embed/>
                      <p:pic>
                        <p:nvPicPr>
                          <p:cNvPr id="39955" name="Object 11"/>
                          <p:cNvPicPr/>
                          <p:nvPr/>
                        </p:nvPicPr>
                        <p:blipFill>
                          <a:blip r:embed="rId5"/>
                          <a:stretch>
                            <a:fillRect/>
                          </a:stretch>
                        </p:blipFill>
                        <p:spPr>
                          <a:xfrm>
                            <a:off x="3617" y="1200"/>
                            <a:ext cx="1279" cy="336"/>
                          </a:xfrm>
                          <a:prstGeom prst="rect">
                            <a:avLst/>
                          </a:prstGeom>
                          <a:noFill/>
                          <a:ln w="38100">
                            <a:noFill/>
                            <a:miter/>
                          </a:ln>
                        </p:spPr>
                      </p:pic>
                    </p:oleObj>
                  </mc:Fallback>
                </mc:AlternateContent>
              </a:graphicData>
            </a:graphic>
          </p:graphicFrame>
        </p:grpSp>
        <p:grpSp>
          <p:nvGrpSpPr>
            <p:cNvPr id="39943" name="Group 12"/>
            <p:cNvGrpSpPr/>
            <p:nvPr/>
          </p:nvGrpSpPr>
          <p:grpSpPr>
            <a:xfrm>
              <a:off x="528" y="1104"/>
              <a:ext cx="1392" cy="1248"/>
              <a:chOff x="528" y="1104"/>
              <a:chExt cx="1392" cy="1248"/>
            </a:xfrm>
          </p:grpSpPr>
          <p:sp>
            <p:nvSpPr>
              <p:cNvPr id="39944" name="Rectangle 13"/>
              <p:cNvSpPr/>
              <p:nvPr/>
            </p:nvSpPr>
            <p:spPr>
              <a:xfrm>
                <a:off x="528" y="1104"/>
                <a:ext cx="1392" cy="1248"/>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39945" name="Group 14"/>
              <p:cNvGrpSpPr/>
              <p:nvPr/>
            </p:nvGrpSpPr>
            <p:grpSpPr>
              <a:xfrm>
                <a:off x="664" y="1248"/>
                <a:ext cx="1039" cy="998"/>
                <a:chOff x="664" y="1248"/>
                <a:chExt cx="1039" cy="998"/>
              </a:xfrm>
            </p:grpSpPr>
            <p:grpSp>
              <p:nvGrpSpPr>
                <p:cNvPr id="39946" name="Group 15"/>
                <p:cNvGrpSpPr/>
                <p:nvPr/>
              </p:nvGrpSpPr>
              <p:grpSpPr>
                <a:xfrm>
                  <a:off x="672" y="1248"/>
                  <a:ext cx="1031" cy="998"/>
                  <a:chOff x="4080" y="1344"/>
                  <a:chExt cx="960" cy="960"/>
                </a:xfrm>
              </p:grpSpPr>
              <p:sp>
                <p:nvSpPr>
                  <p:cNvPr id="39951" name="AutoShape 16"/>
                  <p:cNvSpPr/>
                  <p:nvPr/>
                </p:nvSpPr>
                <p:spPr>
                  <a:xfrm>
                    <a:off x="4080" y="1344"/>
                    <a:ext cx="960" cy="960"/>
                  </a:xfrm>
                  <a:custGeom>
                    <a:avLst/>
                    <a:gdLst>
                      <a:gd name="txL" fmla="*/ 3173 w 21600"/>
                      <a:gd name="txT" fmla="*/ 3173 h 21600"/>
                      <a:gd name="txR" fmla="*/ 18428 w 21600"/>
                      <a:gd name="txB" fmla="*/ 18428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765E47">
                          <a:alpha val="100000"/>
                        </a:srgbClr>
                      </a:gs>
                      <a:gs pos="100000">
                        <a:srgbClr val="FFCC99">
                          <a:alpha val="100000"/>
                        </a:srgbClr>
                      </a:gs>
                    </a:gsLst>
                    <a:lin ang="5400000" scaled="1"/>
                    <a:tileRect/>
                  </a:gradFill>
                  <a:ln w="38100" cap="flat" cmpd="sng">
                    <a:solidFill>
                      <a:srgbClr val="FF3300">
                        <a:alpha val="100000"/>
                      </a:srgbClr>
                    </a:solidFill>
                    <a:prstDash val="solid"/>
                    <a:round/>
                    <a:headEnd type="none" w="med" len="med"/>
                    <a:tailEnd type="none" w="med" len="med"/>
                  </a:ln>
                </p:spPr>
                <p:txBody>
                  <a:bodyPr/>
                  <a:lstStyle/>
                  <a:p>
                    <a:endParaRPr lang="zh-CN" altLang="en-US"/>
                  </a:p>
                </p:txBody>
              </p:sp>
              <p:sp>
                <p:nvSpPr>
                  <p:cNvPr id="39952" name="Line 17"/>
                  <p:cNvSpPr/>
                  <p:nvPr/>
                </p:nvSpPr>
                <p:spPr>
                  <a:xfrm flipV="1">
                    <a:off x="4560" y="1632"/>
                    <a:ext cx="144" cy="192"/>
                  </a:xfrm>
                  <a:prstGeom prst="line">
                    <a:avLst/>
                  </a:prstGeom>
                  <a:ln w="38100" cap="flat" cmpd="sng">
                    <a:solidFill>
                      <a:srgbClr val="0000CC"/>
                    </a:solidFill>
                    <a:prstDash val="solid"/>
                    <a:headEnd type="none" w="med" len="med"/>
                    <a:tailEnd type="none" w="med" len="med"/>
                  </a:ln>
                </p:spPr>
                <p:txBody>
                  <a:bodyPr/>
                  <a:lstStyle/>
                  <a:p>
                    <a:endParaRPr lang="zh-CN" altLang="en-US"/>
                  </a:p>
                </p:txBody>
              </p:sp>
              <p:sp>
                <p:nvSpPr>
                  <p:cNvPr id="39953" name="Line 18"/>
                  <p:cNvSpPr/>
                  <p:nvPr/>
                </p:nvSpPr>
                <p:spPr>
                  <a:xfrm flipH="1" flipV="1">
                    <a:off x="4128" y="1632"/>
                    <a:ext cx="432" cy="192"/>
                  </a:xfrm>
                  <a:prstGeom prst="line">
                    <a:avLst/>
                  </a:prstGeom>
                  <a:ln w="38100" cap="flat" cmpd="sng">
                    <a:solidFill>
                      <a:srgbClr val="0000CC"/>
                    </a:solidFill>
                    <a:prstDash val="solid"/>
                    <a:headEnd type="none" w="med" len="med"/>
                    <a:tailEnd type="none" w="med" len="med"/>
                  </a:ln>
                </p:spPr>
                <p:txBody>
                  <a:bodyPr/>
                  <a:lstStyle/>
                  <a:p>
                    <a:endParaRPr lang="zh-CN" altLang="en-US"/>
                  </a:p>
                </p:txBody>
              </p:sp>
            </p:grpSp>
            <p:graphicFrame>
              <p:nvGraphicFramePr>
                <p:cNvPr id="39947" name="Object 19"/>
                <p:cNvGraphicFramePr>
                  <a:graphicFrameLocks noChangeAspect="1"/>
                </p:cNvGraphicFramePr>
                <p:nvPr/>
              </p:nvGraphicFramePr>
              <p:xfrm>
                <a:off x="1022" y="1446"/>
                <a:ext cx="294" cy="320"/>
              </p:xfrm>
              <a:graphic>
                <a:graphicData uri="http://schemas.openxmlformats.org/presentationml/2006/ole">
                  <mc:AlternateContent xmlns:mc="http://schemas.openxmlformats.org/markup-compatibility/2006">
                    <mc:Choice xmlns:v="urn:schemas-microsoft-com:vml" Requires="v">
                      <p:oleObj r:id="rId6" imgW="190500" imgH="215900" progId="Equation.3">
                        <p:embed/>
                      </p:oleObj>
                    </mc:Choice>
                    <mc:Fallback>
                      <p:oleObj r:id="rId6" imgW="190500" imgH="215900" progId="Equation.3">
                        <p:embed/>
                        <p:pic>
                          <p:nvPicPr>
                            <p:cNvPr id="39947" name="Object 19"/>
                            <p:cNvPicPr/>
                            <p:nvPr/>
                          </p:nvPicPr>
                          <p:blipFill>
                            <a:blip r:embed="rId7"/>
                            <a:stretch>
                              <a:fillRect/>
                            </a:stretch>
                          </p:blipFill>
                          <p:spPr>
                            <a:xfrm>
                              <a:off x="1022" y="1446"/>
                              <a:ext cx="294" cy="320"/>
                            </a:xfrm>
                            <a:prstGeom prst="rect">
                              <a:avLst/>
                            </a:prstGeom>
                            <a:noFill/>
                            <a:ln w="38100">
                              <a:noFill/>
                              <a:miter/>
                            </a:ln>
                          </p:spPr>
                        </p:pic>
                      </p:oleObj>
                    </mc:Fallback>
                  </mc:AlternateContent>
                </a:graphicData>
              </a:graphic>
            </p:graphicFrame>
            <p:graphicFrame>
              <p:nvGraphicFramePr>
                <p:cNvPr id="39948" name="Object 20"/>
                <p:cNvGraphicFramePr>
                  <a:graphicFrameLocks noChangeAspect="1"/>
                </p:cNvGraphicFramePr>
                <p:nvPr/>
              </p:nvGraphicFramePr>
              <p:xfrm>
                <a:off x="664" y="1547"/>
                <a:ext cx="311" cy="321"/>
              </p:xfrm>
              <a:graphic>
                <a:graphicData uri="http://schemas.openxmlformats.org/presentationml/2006/ole">
                  <mc:AlternateContent xmlns:mc="http://schemas.openxmlformats.org/markup-compatibility/2006">
                    <mc:Choice xmlns:v="urn:schemas-microsoft-com:vml" Requires="v">
                      <p:oleObj r:id="rId8" imgW="203200" imgH="215900" progId="Equation.3">
                        <p:embed/>
                      </p:oleObj>
                    </mc:Choice>
                    <mc:Fallback>
                      <p:oleObj r:id="rId8" imgW="203200" imgH="215900" progId="Equation.3">
                        <p:embed/>
                        <p:pic>
                          <p:nvPicPr>
                            <p:cNvPr id="39948" name="Object 20"/>
                            <p:cNvPicPr/>
                            <p:nvPr/>
                          </p:nvPicPr>
                          <p:blipFill>
                            <a:blip r:embed="rId9"/>
                            <a:stretch>
                              <a:fillRect/>
                            </a:stretch>
                          </p:blipFill>
                          <p:spPr>
                            <a:xfrm>
                              <a:off x="664" y="1547"/>
                              <a:ext cx="311" cy="321"/>
                            </a:xfrm>
                            <a:prstGeom prst="rect">
                              <a:avLst/>
                            </a:prstGeom>
                            <a:noFill/>
                            <a:ln w="38100">
                              <a:noFill/>
                              <a:miter/>
                            </a:ln>
                          </p:spPr>
                        </p:pic>
                      </p:oleObj>
                    </mc:Fallback>
                  </mc:AlternateContent>
                </a:graphicData>
              </a:graphic>
            </p:graphicFrame>
            <p:graphicFrame>
              <p:nvGraphicFramePr>
                <p:cNvPr id="39949" name="Object 21"/>
                <p:cNvGraphicFramePr>
                  <a:graphicFrameLocks noChangeAspect="1"/>
                </p:cNvGraphicFramePr>
                <p:nvPr/>
              </p:nvGraphicFramePr>
              <p:xfrm>
                <a:off x="1104" y="1728"/>
                <a:ext cx="228" cy="245"/>
              </p:xfrm>
              <a:graphic>
                <a:graphicData uri="http://schemas.openxmlformats.org/presentationml/2006/ole">
                  <mc:AlternateContent xmlns:mc="http://schemas.openxmlformats.org/markup-compatibility/2006">
                    <mc:Choice xmlns:v="urn:schemas-microsoft-com:vml" Requires="v">
                      <p:oleObj r:id="rId10" imgW="127000" imgH="139700" progId="Equation.3">
                        <p:embed/>
                      </p:oleObj>
                    </mc:Choice>
                    <mc:Fallback>
                      <p:oleObj r:id="rId10" imgW="127000" imgH="139700" progId="Equation.3">
                        <p:embed/>
                        <p:pic>
                          <p:nvPicPr>
                            <p:cNvPr id="39949" name="Object 21"/>
                            <p:cNvPicPr/>
                            <p:nvPr/>
                          </p:nvPicPr>
                          <p:blipFill>
                            <a:blip r:embed="rId11"/>
                            <a:stretch>
                              <a:fillRect/>
                            </a:stretch>
                          </p:blipFill>
                          <p:spPr>
                            <a:xfrm>
                              <a:off x="1104" y="1728"/>
                              <a:ext cx="228" cy="245"/>
                            </a:xfrm>
                            <a:prstGeom prst="rect">
                              <a:avLst/>
                            </a:prstGeom>
                            <a:noFill/>
                            <a:ln w="38100">
                              <a:noFill/>
                              <a:miter/>
                            </a:ln>
                          </p:spPr>
                        </p:pic>
                      </p:oleObj>
                    </mc:Fallback>
                  </mc:AlternateContent>
                </a:graphicData>
              </a:graphic>
            </p:graphicFrame>
            <p:graphicFrame>
              <p:nvGraphicFramePr>
                <p:cNvPr id="39950" name="Object 22"/>
                <p:cNvGraphicFramePr>
                  <a:graphicFrameLocks noChangeAspect="1"/>
                </p:cNvGraphicFramePr>
                <p:nvPr/>
              </p:nvGraphicFramePr>
              <p:xfrm>
                <a:off x="1320" y="1858"/>
                <a:ext cx="273" cy="288"/>
              </p:xfrm>
              <a:graphic>
                <a:graphicData uri="http://schemas.openxmlformats.org/presentationml/2006/ole">
                  <mc:AlternateContent xmlns:mc="http://schemas.openxmlformats.org/markup-compatibility/2006">
                    <mc:Choice xmlns:v="urn:schemas-microsoft-com:vml" Requires="v">
                      <p:oleObj r:id="rId12" imgW="152400" imgH="165100" progId="Equation.3">
                        <p:embed/>
                      </p:oleObj>
                    </mc:Choice>
                    <mc:Fallback>
                      <p:oleObj r:id="rId12" imgW="152400" imgH="165100" progId="Equation.3">
                        <p:embed/>
                        <p:pic>
                          <p:nvPicPr>
                            <p:cNvPr id="39950" name="Object 22"/>
                            <p:cNvPicPr/>
                            <p:nvPr/>
                          </p:nvPicPr>
                          <p:blipFill>
                            <a:blip r:embed="rId13"/>
                            <a:stretch>
                              <a:fillRect/>
                            </a:stretch>
                          </p:blipFill>
                          <p:spPr>
                            <a:xfrm>
                              <a:off x="1320" y="1858"/>
                              <a:ext cx="273" cy="288"/>
                            </a:xfrm>
                            <a:prstGeom prst="rect">
                              <a:avLst/>
                            </a:prstGeom>
                            <a:noFill/>
                            <a:ln w="38100">
                              <a:noFill/>
                              <a:miter/>
                            </a:ln>
                          </p:spPr>
                        </p:pic>
                      </p:oleObj>
                    </mc:Fallback>
                  </mc:AlternateContent>
                </a:graphicData>
              </a:graphic>
            </p:graphicFrame>
          </p:grpSp>
        </p:grpSp>
      </p:grpSp>
      <p:pic>
        <p:nvPicPr>
          <p:cNvPr id="4098" name="Picture 2"/>
          <p:cNvPicPr>
            <a:picLocks noChangeAspect="1" noChangeArrowheads="1"/>
          </p:cNvPicPr>
          <p:nvPr/>
        </p:nvPicPr>
        <p:blipFill>
          <a:blip r:embed="rId14"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768"/>
                                        </p:tgtEl>
                                        <p:attrNameLst>
                                          <p:attrName>style.visibility</p:attrName>
                                        </p:attrNameLst>
                                      </p:cBhvr>
                                      <p:to>
                                        <p:strVal val="visible"/>
                                      </p:to>
                                    </p:set>
                                    <p:animEffect transition="in" filter="blinds(horizontal)">
                                      <p:cBhvr>
                                        <p:cTn id="7" dur="500"/>
                                        <p:tgtEl>
                                          <p:spTgt spid="2457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765"/>
                                        </p:tgtEl>
                                        <p:attrNameLst>
                                          <p:attrName>style.visibility</p:attrName>
                                        </p:attrNameLst>
                                      </p:cBhvr>
                                      <p:to>
                                        <p:strVal val="visible"/>
                                      </p:to>
                                    </p:set>
                                    <p:animEffect transition="in" filter="blinds(horizontal)">
                                      <p:cBhvr>
                                        <p:cTn id="12" dur="500"/>
                                        <p:tgtEl>
                                          <p:spTgt spid="245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Rot="1"/>
          </p:cNvSpPr>
          <p:nvPr>
            <p:ph idx="1" hasCustomPrompt="1"/>
          </p:nvPr>
        </p:nvSpPr>
        <p:spPr>
          <a:xfrm>
            <a:off x="250825" y="404813"/>
            <a:ext cx="8713788" cy="1844675"/>
          </a:xfrm>
        </p:spPr>
        <p:txBody>
          <a:bodyPr vert="horz" wrap="square" lIns="91440" tIns="45720" rIns="91440" bIns="45720" anchor="t" anchorCtr="0"/>
          <a:lstStyle/>
          <a:p>
            <a:pPr eaLnBrk="1" hangingPunct="1"/>
            <a:r>
              <a:rPr lang="en-US" altLang="zh-CN" sz="2800" b="1" dirty="0">
                <a:solidFill>
                  <a:srgbClr val="FF0000"/>
                </a:solidFill>
              </a:rPr>
              <a:t>Applying surface model</a:t>
            </a:r>
            <a:r>
              <a:rPr lang="en-US" altLang="zh-CN" sz="2800" b="1" dirty="0">
                <a:solidFill>
                  <a:srgbClr val="000000"/>
                </a:solidFill>
              </a:rPr>
              <a:t> is the reason for the discontinuity of E-field on the surface. For real application, </a:t>
            </a:r>
            <a:r>
              <a:rPr lang="en-US" altLang="zh-CN" sz="2800" b="1" dirty="0">
                <a:solidFill>
                  <a:srgbClr val="FF0000"/>
                </a:solidFill>
              </a:rPr>
              <a:t>the volume charge density</a:t>
            </a:r>
            <a:r>
              <a:rPr lang="en-US" altLang="zh-CN" sz="2800" b="1" dirty="0">
                <a:solidFill>
                  <a:srgbClr val="000000"/>
                </a:solidFill>
              </a:rPr>
              <a:t> should be applied for the accurate calculation.</a:t>
            </a:r>
          </a:p>
        </p:txBody>
      </p:sp>
      <p:grpSp>
        <p:nvGrpSpPr>
          <p:cNvPr id="40963" name="Group 4"/>
          <p:cNvGrpSpPr/>
          <p:nvPr/>
        </p:nvGrpSpPr>
        <p:grpSpPr>
          <a:xfrm>
            <a:off x="395288" y="2395538"/>
            <a:ext cx="8229600" cy="4202112"/>
            <a:chOff x="288" y="288"/>
            <a:chExt cx="5184" cy="2647"/>
          </a:xfrm>
        </p:grpSpPr>
        <p:sp>
          <p:nvSpPr>
            <p:cNvPr id="40964" name="Rectangle 5"/>
            <p:cNvSpPr/>
            <p:nvPr/>
          </p:nvSpPr>
          <p:spPr>
            <a:xfrm>
              <a:off x="288" y="288"/>
              <a:ext cx="5162" cy="2647"/>
            </a:xfrm>
            <a:prstGeom prst="rect">
              <a:avLst/>
            </a:prstGeom>
            <a:solidFill>
              <a:schemeClr val="bg1"/>
            </a:solidFill>
            <a:ln w="28575" cap="flat" cmpd="sng">
              <a:solidFill>
                <a:srgbClr val="FF99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40965" name="Group 6"/>
            <p:cNvGrpSpPr/>
            <p:nvPr/>
          </p:nvGrpSpPr>
          <p:grpSpPr>
            <a:xfrm>
              <a:off x="816" y="1536"/>
              <a:ext cx="4633" cy="1021"/>
              <a:chOff x="336" y="2208"/>
              <a:chExt cx="5232" cy="1056"/>
            </a:xfrm>
          </p:grpSpPr>
          <p:sp>
            <p:nvSpPr>
              <p:cNvPr id="41005" name="Line 7"/>
              <p:cNvSpPr/>
              <p:nvPr/>
            </p:nvSpPr>
            <p:spPr>
              <a:xfrm>
                <a:off x="336" y="3264"/>
                <a:ext cx="5232" cy="0"/>
              </a:xfrm>
              <a:prstGeom prst="line">
                <a:avLst/>
              </a:prstGeom>
              <a:ln w="38100" cap="flat" cmpd="sng">
                <a:solidFill>
                  <a:schemeClr val="tx1"/>
                </a:solidFill>
                <a:prstDash val="solid"/>
                <a:headEnd type="none" w="med" len="med"/>
                <a:tailEnd type="triangle" w="med" len="med"/>
              </a:ln>
            </p:spPr>
            <p:txBody>
              <a:bodyPr/>
              <a:lstStyle/>
              <a:p>
                <a:endParaRPr lang="zh-CN" altLang="en-US"/>
              </a:p>
            </p:txBody>
          </p:sp>
          <p:sp>
            <p:nvSpPr>
              <p:cNvPr id="41006" name="Line 8"/>
              <p:cNvSpPr/>
              <p:nvPr/>
            </p:nvSpPr>
            <p:spPr>
              <a:xfrm flipV="1">
                <a:off x="336" y="2208"/>
                <a:ext cx="0" cy="1056"/>
              </a:xfrm>
              <a:prstGeom prst="line">
                <a:avLst/>
              </a:prstGeom>
              <a:ln w="38100" cap="flat" cmpd="sng">
                <a:solidFill>
                  <a:srgbClr val="000000"/>
                </a:solidFill>
                <a:prstDash val="solid"/>
                <a:headEnd type="none" w="med" len="med"/>
                <a:tailEnd type="triangle" w="med" len="med"/>
              </a:ln>
            </p:spPr>
            <p:txBody>
              <a:bodyPr/>
              <a:lstStyle/>
              <a:p>
                <a:endParaRPr lang="zh-CN" altLang="en-US"/>
              </a:p>
            </p:txBody>
          </p:sp>
        </p:grpSp>
        <p:sp>
          <p:nvSpPr>
            <p:cNvPr id="40966" name="AutoShape 9"/>
            <p:cNvSpPr/>
            <p:nvPr/>
          </p:nvSpPr>
          <p:spPr>
            <a:xfrm>
              <a:off x="354" y="520"/>
              <a:ext cx="1015" cy="1022"/>
            </a:xfrm>
            <a:custGeom>
              <a:avLst/>
              <a:gdLst>
                <a:gd name="txL" fmla="*/ 3171 w 21600"/>
                <a:gd name="txT" fmla="*/ 3170 h 21600"/>
                <a:gd name="txR" fmla="*/ 18429 w 21600"/>
                <a:gd name="txB" fmla="*/ 1843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9966">
                <a:alpha val="100000"/>
              </a:srgbClr>
            </a:solidFill>
            <a:ln w="381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67" name="Line 10"/>
            <p:cNvSpPr/>
            <p:nvPr/>
          </p:nvSpPr>
          <p:spPr>
            <a:xfrm flipH="1">
              <a:off x="354" y="1031"/>
              <a:ext cx="485" cy="0"/>
            </a:xfrm>
            <a:prstGeom prst="line">
              <a:avLst/>
            </a:prstGeom>
            <a:ln w="38100" cap="flat" cmpd="sng">
              <a:solidFill>
                <a:srgbClr val="0000CC"/>
              </a:solidFill>
              <a:prstDash val="dash"/>
              <a:headEnd type="none" w="med" len="med"/>
              <a:tailEnd type="none" w="med" len="med"/>
            </a:ln>
          </p:spPr>
          <p:txBody>
            <a:bodyPr/>
            <a:lstStyle/>
            <a:p>
              <a:endParaRPr lang="zh-CN" altLang="en-US"/>
            </a:p>
          </p:txBody>
        </p:sp>
        <p:sp>
          <p:nvSpPr>
            <p:cNvPr id="40968" name="Line 11"/>
            <p:cNvSpPr/>
            <p:nvPr/>
          </p:nvSpPr>
          <p:spPr>
            <a:xfrm flipH="1" flipV="1">
              <a:off x="707" y="799"/>
              <a:ext cx="132" cy="232"/>
            </a:xfrm>
            <a:prstGeom prst="line">
              <a:avLst/>
            </a:prstGeom>
            <a:ln w="38100" cap="flat" cmpd="sng">
              <a:solidFill>
                <a:srgbClr val="0000CC"/>
              </a:solidFill>
              <a:prstDash val="dash"/>
              <a:headEnd type="none" w="med" len="med"/>
              <a:tailEnd type="none" w="med" len="med"/>
            </a:ln>
          </p:spPr>
          <p:txBody>
            <a:bodyPr/>
            <a:lstStyle/>
            <a:p>
              <a:endParaRPr lang="zh-CN" altLang="en-US"/>
            </a:p>
          </p:txBody>
        </p:sp>
        <p:sp>
          <p:nvSpPr>
            <p:cNvPr id="40969" name="Line 12"/>
            <p:cNvSpPr/>
            <p:nvPr/>
          </p:nvSpPr>
          <p:spPr>
            <a:xfrm>
              <a:off x="1104" y="1031"/>
              <a:ext cx="0" cy="1532"/>
            </a:xfrm>
            <a:prstGeom prst="line">
              <a:avLst/>
            </a:prstGeom>
            <a:ln w="38100" cap="flat" cmpd="sng">
              <a:solidFill>
                <a:srgbClr val="000000"/>
              </a:solidFill>
              <a:prstDash val="dash"/>
              <a:headEnd type="none" w="med" len="med"/>
              <a:tailEnd type="none" w="med" len="med"/>
            </a:ln>
          </p:spPr>
          <p:txBody>
            <a:bodyPr/>
            <a:lstStyle/>
            <a:p>
              <a:endParaRPr lang="zh-CN" altLang="en-US"/>
            </a:p>
          </p:txBody>
        </p:sp>
        <p:sp>
          <p:nvSpPr>
            <p:cNvPr id="40970" name="Line 13"/>
            <p:cNvSpPr/>
            <p:nvPr/>
          </p:nvSpPr>
          <p:spPr>
            <a:xfrm>
              <a:off x="1369" y="1031"/>
              <a:ext cx="0" cy="1532"/>
            </a:xfrm>
            <a:prstGeom prst="line">
              <a:avLst/>
            </a:prstGeom>
            <a:ln w="38100" cap="flat" cmpd="sng">
              <a:solidFill>
                <a:srgbClr val="000000"/>
              </a:solidFill>
              <a:prstDash val="dash"/>
              <a:headEnd type="none" w="med" len="med"/>
              <a:tailEnd type="none" w="med" len="med"/>
            </a:ln>
          </p:spPr>
          <p:txBody>
            <a:bodyPr/>
            <a:lstStyle/>
            <a:p>
              <a:endParaRPr lang="zh-CN" altLang="en-US"/>
            </a:p>
          </p:txBody>
        </p:sp>
        <p:sp>
          <p:nvSpPr>
            <p:cNvPr id="40971" name="Freeform 14"/>
            <p:cNvSpPr/>
            <p:nvPr/>
          </p:nvSpPr>
          <p:spPr>
            <a:xfrm>
              <a:off x="1104" y="1720"/>
              <a:ext cx="1103" cy="843"/>
            </a:xfrm>
            <a:custGeom>
              <a:avLst/>
              <a:gdLst/>
              <a:ahLst/>
              <a:cxnLst>
                <a:cxn ang="0">
                  <a:pos x="0" y="543"/>
                </a:cxn>
                <a:cxn ang="0">
                  <a:pos x="15" y="364"/>
                </a:cxn>
                <a:cxn ang="0">
                  <a:pos x="44" y="184"/>
                </a:cxn>
                <a:cxn ang="0">
                  <a:pos x="89" y="8"/>
                </a:cxn>
                <a:cxn ang="0">
                  <a:pos x="119" y="215"/>
                </a:cxn>
                <a:cxn ang="0">
                  <a:pos x="147" y="333"/>
                </a:cxn>
                <a:cxn ang="0">
                  <a:pos x="192" y="423"/>
                </a:cxn>
                <a:cxn ang="0">
                  <a:pos x="265" y="512"/>
                </a:cxn>
                <a:cxn ang="0">
                  <a:pos x="370" y="543"/>
                </a:cxn>
              </a:cxnLst>
              <a:rect l="0" t="0" r="0" b="0"/>
              <a:pathLst>
                <a:path w="1200" h="872">
                  <a:moveTo>
                    <a:pt x="0" y="872"/>
                  </a:moveTo>
                  <a:cubicBezTo>
                    <a:pt x="12" y="776"/>
                    <a:pt x="24" y="680"/>
                    <a:pt x="48" y="584"/>
                  </a:cubicBezTo>
                  <a:cubicBezTo>
                    <a:pt x="72" y="488"/>
                    <a:pt x="104" y="392"/>
                    <a:pt x="144" y="296"/>
                  </a:cubicBezTo>
                  <a:cubicBezTo>
                    <a:pt x="184" y="200"/>
                    <a:pt x="248" y="0"/>
                    <a:pt x="288" y="8"/>
                  </a:cubicBezTo>
                  <a:cubicBezTo>
                    <a:pt x="328" y="16"/>
                    <a:pt x="352" y="256"/>
                    <a:pt x="384" y="344"/>
                  </a:cubicBezTo>
                  <a:cubicBezTo>
                    <a:pt x="416" y="432"/>
                    <a:pt x="440" y="480"/>
                    <a:pt x="480" y="536"/>
                  </a:cubicBezTo>
                  <a:cubicBezTo>
                    <a:pt x="520" y="592"/>
                    <a:pt x="560" y="632"/>
                    <a:pt x="624" y="680"/>
                  </a:cubicBezTo>
                  <a:cubicBezTo>
                    <a:pt x="688" y="728"/>
                    <a:pt x="768" y="792"/>
                    <a:pt x="864" y="824"/>
                  </a:cubicBezTo>
                  <a:cubicBezTo>
                    <a:pt x="960" y="856"/>
                    <a:pt x="1080" y="864"/>
                    <a:pt x="1200" y="872"/>
                  </a:cubicBezTo>
                </a:path>
              </a:pathLst>
            </a:custGeom>
            <a:noFill/>
            <a:ln w="38100" cap="flat" cmpd="sng">
              <a:solidFill>
                <a:srgbClr val="FF3300">
                  <a:alpha val="100000"/>
                </a:srgbClr>
              </a:solidFill>
              <a:prstDash val="solid"/>
              <a:round/>
              <a:headEnd type="none" w="med" len="med"/>
              <a:tailEnd type="none" w="med" len="med"/>
            </a:ln>
          </p:spPr>
          <p:txBody>
            <a:bodyPr/>
            <a:lstStyle/>
            <a:p>
              <a:endParaRPr lang="zh-CN" altLang="en-US"/>
            </a:p>
          </p:txBody>
        </p:sp>
        <p:graphicFrame>
          <p:nvGraphicFramePr>
            <p:cNvPr id="40972" name="Object 15"/>
            <p:cNvGraphicFramePr>
              <a:graphicFrameLocks noChangeAspect="1"/>
            </p:cNvGraphicFramePr>
            <p:nvPr/>
          </p:nvGraphicFramePr>
          <p:xfrm>
            <a:off x="707" y="2563"/>
            <a:ext cx="880" cy="254"/>
          </p:xfrm>
          <a:graphic>
            <a:graphicData uri="http://schemas.openxmlformats.org/presentationml/2006/ole">
              <mc:AlternateContent xmlns:mc="http://schemas.openxmlformats.org/markup-compatibility/2006">
                <mc:Choice xmlns:v="urn:schemas-microsoft-com:vml" Requires="v">
                  <p:oleObj r:id="rId2" imgW="774065" imgH="215900" progId="Equation.3">
                    <p:embed/>
                  </p:oleObj>
                </mc:Choice>
                <mc:Fallback>
                  <p:oleObj r:id="rId2" imgW="774065" imgH="215900" progId="Equation.3">
                    <p:embed/>
                    <p:pic>
                      <p:nvPicPr>
                        <p:cNvPr id="40972" name="Object 15"/>
                        <p:cNvPicPr/>
                        <p:nvPr/>
                      </p:nvPicPr>
                      <p:blipFill>
                        <a:blip r:embed="rId3"/>
                        <a:stretch>
                          <a:fillRect/>
                        </a:stretch>
                      </p:blipFill>
                      <p:spPr>
                        <a:xfrm>
                          <a:off x="707" y="2563"/>
                          <a:ext cx="880" cy="254"/>
                        </a:xfrm>
                        <a:prstGeom prst="rect">
                          <a:avLst/>
                        </a:prstGeom>
                        <a:noFill/>
                        <a:ln w="38100">
                          <a:noFill/>
                          <a:miter/>
                        </a:ln>
                      </p:spPr>
                    </p:pic>
                  </p:oleObj>
                </mc:Fallback>
              </mc:AlternateContent>
            </a:graphicData>
          </a:graphic>
        </p:graphicFrame>
        <p:sp>
          <p:nvSpPr>
            <p:cNvPr id="40973" name="Line 16"/>
            <p:cNvSpPr/>
            <p:nvPr/>
          </p:nvSpPr>
          <p:spPr>
            <a:xfrm>
              <a:off x="839" y="2563"/>
              <a:ext cx="265"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40974" name="Line 17"/>
            <p:cNvSpPr/>
            <p:nvPr/>
          </p:nvSpPr>
          <p:spPr>
            <a:xfrm flipV="1">
              <a:off x="2781" y="1542"/>
              <a:ext cx="0" cy="1021"/>
            </a:xfrm>
            <a:prstGeom prst="line">
              <a:avLst/>
            </a:prstGeom>
            <a:ln w="38100" cap="flat" cmpd="sng">
              <a:solidFill>
                <a:srgbClr val="000000"/>
              </a:solidFill>
              <a:prstDash val="solid"/>
              <a:headEnd type="none" w="med" len="med"/>
              <a:tailEnd type="triangle" w="med" len="med"/>
            </a:ln>
          </p:spPr>
          <p:txBody>
            <a:bodyPr/>
            <a:lstStyle/>
            <a:p>
              <a:endParaRPr lang="zh-CN" altLang="en-US"/>
            </a:p>
          </p:txBody>
        </p:sp>
        <p:sp>
          <p:nvSpPr>
            <p:cNvPr id="40975" name="Line 18"/>
            <p:cNvSpPr/>
            <p:nvPr/>
          </p:nvSpPr>
          <p:spPr>
            <a:xfrm flipV="1">
              <a:off x="2781" y="567"/>
              <a:ext cx="0" cy="975"/>
            </a:xfrm>
            <a:prstGeom prst="line">
              <a:avLst/>
            </a:prstGeom>
            <a:ln w="9525" cap="rnd" cmpd="sng">
              <a:solidFill>
                <a:srgbClr val="000000"/>
              </a:solidFill>
              <a:prstDash val="sysDot"/>
              <a:headEnd type="none" w="med" len="med"/>
              <a:tailEnd type="none" w="med" len="med"/>
            </a:ln>
          </p:spPr>
          <p:txBody>
            <a:bodyPr/>
            <a:lstStyle/>
            <a:p>
              <a:endParaRPr lang="zh-CN" altLang="en-US"/>
            </a:p>
          </p:txBody>
        </p:sp>
        <p:sp>
          <p:nvSpPr>
            <p:cNvPr id="40976" name="Line 19"/>
            <p:cNvSpPr/>
            <p:nvPr/>
          </p:nvSpPr>
          <p:spPr>
            <a:xfrm flipV="1">
              <a:off x="4325" y="1542"/>
              <a:ext cx="0" cy="1021"/>
            </a:xfrm>
            <a:prstGeom prst="line">
              <a:avLst/>
            </a:prstGeom>
            <a:ln w="38100" cap="flat" cmpd="sng">
              <a:solidFill>
                <a:srgbClr val="000000"/>
              </a:solidFill>
              <a:prstDash val="solid"/>
              <a:headEnd type="none" w="med" len="med"/>
              <a:tailEnd type="triangle" w="med" len="med"/>
            </a:ln>
          </p:spPr>
          <p:txBody>
            <a:bodyPr/>
            <a:lstStyle/>
            <a:p>
              <a:endParaRPr lang="zh-CN" altLang="en-US"/>
            </a:p>
          </p:txBody>
        </p:sp>
        <p:sp>
          <p:nvSpPr>
            <p:cNvPr id="40977" name="Oval 20"/>
            <p:cNvSpPr/>
            <p:nvPr/>
          </p:nvSpPr>
          <p:spPr>
            <a:xfrm>
              <a:off x="2295" y="567"/>
              <a:ext cx="1015" cy="975"/>
            </a:xfrm>
            <a:prstGeom prst="ellipse">
              <a:avLst/>
            </a:prstGeom>
            <a:solidFill>
              <a:srgbClr val="FF9966"/>
            </a:solidFill>
            <a:ln w="381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0978" name="Oval 21"/>
            <p:cNvSpPr/>
            <p:nvPr/>
          </p:nvSpPr>
          <p:spPr>
            <a:xfrm>
              <a:off x="2384" y="660"/>
              <a:ext cx="838" cy="789"/>
            </a:xfrm>
            <a:prstGeom prst="ellipse">
              <a:avLst/>
            </a:prstGeom>
            <a:solidFill>
              <a:schemeClr val="bg1"/>
            </a:solidFill>
            <a:ln w="381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0979" name="Oval 22"/>
            <p:cNvSpPr/>
            <p:nvPr/>
          </p:nvSpPr>
          <p:spPr>
            <a:xfrm>
              <a:off x="3795" y="520"/>
              <a:ext cx="1059" cy="1022"/>
            </a:xfrm>
            <a:prstGeom prst="ellipse">
              <a:avLst/>
            </a:prstGeom>
            <a:noFill/>
            <a:ln w="76200" cap="flat" cmpd="sng">
              <a:solidFill>
                <a:srgbClr val="CC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0980" name="Line 23"/>
            <p:cNvSpPr/>
            <p:nvPr/>
          </p:nvSpPr>
          <p:spPr>
            <a:xfrm>
              <a:off x="3212" y="1031"/>
              <a:ext cx="0" cy="1532"/>
            </a:xfrm>
            <a:prstGeom prst="line">
              <a:avLst/>
            </a:prstGeom>
            <a:ln w="38100" cap="flat" cmpd="sng">
              <a:solidFill>
                <a:srgbClr val="000000"/>
              </a:solidFill>
              <a:prstDash val="dash"/>
              <a:headEnd type="none" w="med" len="med"/>
              <a:tailEnd type="none" w="med" len="med"/>
            </a:ln>
          </p:spPr>
          <p:txBody>
            <a:bodyPr/>
            <a:lstStyle/>
            <a:p>
              <a:endParaRPr lang="zh-CN" altLang="en-US"/>
            </a:p>
          </p:txBody>
        </p:sp>
        <p:sp>
          <p:nvSpPr>
            <p:cNvPr id="40981" name="Line 24"/>
            <p:cNvSpPr/>
            <p:nvPr/>
          </p:nvSpPr>
          <p:spPr>
            <a:xfrm>
              <a:off x="3300" y="1031"/>
              <a:ext cx="0" cy="1532"/>
            </a:xfrm>
            <a:prstGeom prst="line">
              <a:avLst/>
            </a:prstGeom>
            <a:ln w="38100" cap="flat" cmpd="sng">
              <a:solidFill>
                <a:srgbClr val="000000"/>
              </a:solidFill>
              <a:prstDash val="dash"/>
              <a:headEnd type="none" w="med" len="med"/>
              <a:tailEnd type="none" w="med" len="med"/>
            </a:ln>
          </p:spPr>
          <p:txBody>
            <a:bodyPr/>
            <a:lstStyle/>
            <a:p>
              <a:endParaRPr lang="zh-CN" altLang="en-US"/>
            </a:p>
          </p:txBody>
        </p:sp>
        <p:sp>
          <p:nvSpPr>
            <p:cNvPr id="40982" name="Freeform 25"/>
            <p:cNvSpPr/>
            <p:nvPr/>
          </p:nvSpPr>
          <p:spPr>
            <a:xfrm>
              <a:off x="3197" y="1720"/>
              <a:ext cx="985" cy="843"/>
            </a:xfrm>
            <a:custGeom>
              <a:avLst/>
              <a:gdLst/>
              <a:ahLst/>
              <a:cxnLst>
                <a:cxn ang="0">
                  <a:pos x="6" y="543"/>
                </a:cxn>
                <a:cxn ang="0">
                  <a:pos x="6" y="454"/>
                </a:cxn>
                <a:cxn ang="0">
                  <a:pos x="6" y="155"/>
                </a:cxn>
                <a:cxn ang="0">
                  <a:pos x="34" y="8"/>
                </a:cxn>
                <a:cxn ang="0">
                  <a:pos x="63" y="184"/>
                </a:cxn>
                <a:cxn ang="0">
                  <a:pos x="137" y="333"/>
                </a:cxn>
                <a:cxn ang="0">
                  <a:pos x="255" y="454"/>
                </a:cxn>
                <a:cxn ang="0">
                  <a:pos x="328" y="483"/>
                </a:cxn>
              </a:cxnLst>
              <a:rect l="0" t="0" r="0" b="0"/>
              <a:pathLst>
                <a:path w="1072" h="872">
                  <a:moveTo>
                    <a:pt x="16" y="872"/>
                  </a:moveTo>
                  <a:cubicBezTo>
                    <a:pt x="16" y="852"/>
                    <a:pt x="16" y="832"/>
                    <a:pt x="16" y="728"/>
                  </a:cubicBezTo>
                  <a:cubicBezTo>
                    <a:pt x="16" y="624"/>
                    <a:pt x="0" y="368"/>
                    <a:pt x="16" y="248"/>
                  </a:cubicBezTo>
                  <a:cubicBezTo>
                    <a:pt x="32" y="128"/>
                    <a:pt x="80" y="0"/>
                    <a:pt x="112" y="8"/>
                  </a:cubicBezTo>
                  <a:cubicBezTo>
                    <a:pt x="144" y="16"/>
                    <a:pt x="152" y="208"/>
                    <a:pt x="208" y="296"/>
                  </a:cubicBezTo>
                  <a:cubicBezTo>
                    <a:pt x="264" y="384"/>
                    <a:pt x="344" y="464"/>
                    <a:pt x="448" y="536"/>
                  </a:cubicBezTo>
                  <a:cubicBezTo>
                    <a:pt x="552" y="608"/>
                    <a:pt x="728" y="688"/>
                    <a:pt x="832" y="728"/>
                  </a:cubicBezTo>
                  <a:cubicBezTo>
                    <a:pt x="936" y="768"/>
                    <a:pt x="1004" y="772"/>
                    <a:pt x="1072" y="776"/>
                  </a:cubicBezTo>
                </a:path>
              </a:pathLst>
            </a:custGeom>
            <a:noFill/>
            <a:ln w="38100" cap="flat" cmpd="sng">
              <a:solidFill>
                <a:srgbClr val="FF3300">
                  <a:alpha val="100000"/>
                </a:srgbClr>
              </a:solidFill>
              <a:prstDash val="solid"/>
              <a:round/>
              <a:headEnd type="none" w="med" len="med"/>
              <a:tailEnd type="none" w="med" len="med"/>
            </a:ln>
          </p:spPr>
          <p:txBody>
            <a:bodyPr/>
            <a:lstStyle/>
            <a:p>
              <a:endParaRPr lang="zh-CN" altLang="en-US"/>
            </a:p>
          </p:txBody>
        </p:sp>
        <p:sp>
          <p:nvSpPr>
            <p:cNvPr id="40983" name="Line 26"/>
            <p:cNvSpPr/>
            <p:nvPr/>
          </p:nvSpPr>
          <p:spPr>
            <a:xfrm>
              <a:off x="4854" y="985"/>
              <a:ext cx="0" cy="1578"/>
            </a:xfrm>
            <a:prstGeom prst="line">
              <a:avLst/>
            </a:prstGeom>
            <a:ln w="38100" cap="flat" cmpd="sng">
              <a:solidFill>
                <a:srgbClr val="000000"/>
              </a:solidFill>
              <a:prstDash val="dash"/>
              <a:headEnd type="none" w="med" len="med"/>
              <a:tailEnd type="none" w="med" len="med"/>
            </a:ln>
          </p:spPr>
          <p:txBody>
            <a:bodyPr/>
            <a:lstStyle/>
            <a:p>
              <a:endParaRPr lang="zh-CN" altLang="en-US"/>
            </a:p>
          </p:txBody>
        </p:sp>
        <p:sp>
          <p:nvSpPr>
            <p:cNvPr id="40984" name="Freeform 27"/>
            <p:cNvSpPr/>
            <p:nvPr/>
          </p:nvSpPr>
          <p:spPr>
            <a:xfrm>
              <a:off x="4844" y="1728"/>
              <a:ext cx="574" cy="835"/>
            </a:xfrm>
            <a:custGeom>
              <a:avLst/>
              <a:gdLst/>
              <a:ahLst/>
              <a:cxnLst>
                <a:cxn ang="0">
                  <a:pos x="0" y="0"/>
                </a:cxn>
                <a:cxn ang="0">
                  <a:pos x="29" y="209"/>
                </a:cxn>
                <a:cxn ang="0">
                  <a:pos x="60" y="328"/>
                </a:cxn>
                <a:cxn ang="0">
                  <a:pos x="103" y="446"/>
                </a:cxn>
                <a:cxn ang="0">
                  <a:pos x="164" y="506"/>
                </a:cxn>
                <a:cxn ang="0">
                  <a:pos x="193" y="536"/>
                </a:cxn>
              </a:cxnLst>
              <a:rect l="0" t="0" r="0" b="0"/>
              <a:pathLst>
                <a:path w="624" h="864">
                  <a:moveTo>
                    <a:pt x="0" y="0"/>
                  </a:moveTo>
                  <a:cubicBezTo>
                    <a:pt x="32" y="124"/>
                    <a:pt x="64" y="248"/>
                    <a:pt x="96" y="336"/>
                  </a:cubicBezTo>
                  <a:cubicBezTo>
                    <a:pt x="128" y="424"/>
                    <a:pt x="152" y="464"/>
                    <a:pt x="192" y="528"/>
                  </a:cubicBezTo>
                  <a:cubicBezTo>
                    <a:pt x="232" y="592"/>
                    <a:pt x="280" y="672"/>
                    <a:pt x="336" y="720"/>
                  </a:cubicBezTo>
                  <a:cubicBezTo>
                    <a:pt x="392" y="768"/>
                    <a:pt x="480" y="792"/>
                    <a:pt x="528" y="816"/>
                  </a:cubicBezTo>
                  <a:cubicBezTo>
                    <a:pt x="576" y="840"/>
                    <a:pt x="600" y="852"/>
                    <a:pt x="624" y="864"/>
                  </a:cubicBezTo>
                </a:path>
              </a:pathLst>
            </a:custGeom>
            <a:noFill/>
            <a:ln w="38100" cap="flat" cmpd="sng">
              <a:solidFill>
                <a:srgbClr val="FF3300">
                  <a:alpha val="100000"/>
                </a:srgbClr>
              </a:solidFill>
              <a:prstDash val="solid"/>
              <a:round/>
              <a:headEnd type="none" w="med" len="med"/>
              <a:tailEnd type="none" w="med" len="med"/>
            </a:ln>
          </p:spPr>
          <p:txBody>
            <a:bodyPr/>
            <a:lstStyle/>
            <a:p>
              <a:endParaRPr lang="zh-CN" altLang="en-US"/>
            </a:p>
          </p:txBody>
        </p:sp>
        <p:graphicFrame>
          <p:nvGraphicFramePr>
            <p:cNvPr id="40985" name="Object 28"/>
            <p:cNvGraphicFramePr>
              <a:graphicFrameLocks noChangeAspect="1"/>
            </p:cNvGraphicFramePr>
            <p:nvPr/>
          </p:nvGraphicFramePr>
          <p:xfrm>
            <a:off x="3972" y="1542"/>
            <a:ext cx="265" cy="278"/>
          </p:xfrm>
          <a:graphic>
            <a:graphicData uri="http://schemas.openxmlformats.org/presentationml/2006/ole">
              <mc:AlternateContent xmlns:mc="http://schemas.openxmlformats.org/markup-compatibility/2006">
                <mc:Choice xmlns:v="urn:schemas-microsoft-com:vml" Requires="v">
                  <p:oleObj r:id="rId4" imgW="165100" imgH="165100" progId="Equation.3">
                    <p:embed/>
                  </p:oleObj>
                </mc:Choice>
                <mc:Fallback>
                  <p:oleObj r:id="rId4" imgW="165100" imgH="165100" progId="Equation.3">
                    <p:embed/>
                    <p:pic>
                      <p:nvPicPr>
                        <p:cNvPr id="40985" name="Object 28"/>
                        <p:cNvPicPr/>
                        <p:nvPr/>
                      </p:nvPicPr>
                      <p:blipFill>
                        <a:blip r:embed="rId5"/>
                        <a:stretch>
                          <a:fillRect/>
                        </a:stretch>
                      </p:blipFill>
                      <p:spPr>
                        <a:xfrm>
                          <a:off x="3972" y="1542"/>
                          <a:ext cx="265" cy="278"/>
                        </a:xfrm>
                        <a:prstGeom prst="rect">
                          <a:avLst/>
                        </a:prstGeom>
                        <a:noFill/>
                        <a:ln w="38100">
                          <a:noFill/>
                          <a:miter/>
                        </a:ln>
                      </p:spPr>
                    </p:pic>
                  </p:oleObj>
                </mc:Fallback>
              </mc:AlternateContent>
            </a:graphicData>
          </a:graphic>
        </p:graphicFrame>
        <p:graphicFrame>
          <p:nvGraphicFramePr>
            <p:cNvPr id="40986" name="Object 29"/>
            <p:cNvGraphicFramePr>
              <a:graphicFrameLocks noChangeAspect="1"/>
            </p:cNvGraphicFramePr>
            <p:nvPr/>
          </p:nvGraphicFramePr>
          <p:xfrm>
            <a:off x="2472" y="1542"/>
            <a:ext cx="265" cy="278"/>
          </p:xfrm>
          <a:graphic>
            <a:graphicData uri="http://schemas.openxmlformats.org/presentationml/2006/ole">
              <mc:AlternateContent xmlns:mc="http://schemas.openxmlformats.org/markup-compatibility/2006">
                <mc:Choice xmlns:v="urn:schemas-microsoft-com:vml" Requires="v">
                  <p:oleObj r:id="rId4" imgW="165100" imgH="165100" progId="Equation.3">
                    <p:embed/>
                  </p:oleObj>
                </mc:Choice>
                <mc:Fallback>
                  <p:oleObj r:id="rId4" imgW="165100" imgH="165100" progId="Equation.3">
                    <p:embed/>
                    <p:pic>
                      <p:nvPicPr>
                        <p:cNvPr id="40986" name="Object 29"/>
                        <p:cNvPicPr/>
                        <p:nvPr/>
                      </p:nvPicPr>
                      <p:blipFill>
                        <a:blip r:embed="rId5"/>
                        <a:stretch>
                          <a:fillRect/>
                        </a:stretch>
                      </p:blipFill>
                      <p:spPr>
                        <a:xfrm>
                          <a:off x="2472" y="1542"/>
                          <a:ext cx="265" cy="278"/>
                        </a:xfrm>
                        <a:prstGeom prst="rect">
                          <a:avLst/>
                        </a:prstGeom>
                        <a:noFill/>
                        <a:ln w="38100">
                          <a:noFill/>
                          <a:miter/>
                        </a:ln>
                      </p:spPr>
                    </p:pic>
                  </p:oleObj>
                </mc:Fallback>
              </mc:AlternateContent>
            </a:graphicData>
          </a:graphic>
        </p:graphicFrame>
        <p:graphicFrame>
          <p:nvGraphicFramePr>
            <p:cNvPr id="40987" name="Object 30"/>
            <p:cNvGraphicFramePr>
              <a:graphicFrameLocks noChangeAspect="1"/>
            </p:cNvGraphicFramePr>
            <p:nvPr/>
          </p:nvGraphicFramePr>
          <p:xfrm>
            <a:off x="531" y="1495"/>
            <a:ext cx="271" cy="286"/>
          </p:xfrm>
          <a:graphic>
            <a:graphicData uri="http://schemas.openxmlformats.org/presentationml/2006/ole">
              <mc:AlternateContent xmlns:mc="http://schemas.openxmlformats.org/markup-compatibility/2006">
                <mc:Choice xmlns:v="urn:schemas-microsoft-com:vml" Requires="v">
                  <p:oleObj r:id="rId4" imgW="165100" imgH="165100" progId="Equation.3">
                    <p:embed/>
                  </p:oleObj>
                </mc:Choice>
                <mc:Fallback>
                  <p:oleObj r:id="rId4" imgW="165100" imgH="165100" progId="Equation.3">
                    <p:embed/>
                    <p:pic>
                      <p:nvPicPr>
                        <p:cNvPr id="40987" name="Object 30"/>
                        <p:cNvPicPr/>
                        <p:nvPr/>
                      </p:nvPicPr>
                      <p:blipFill>
                        <a:blip r:embed="rId5"/>
                        <a:stretch>
                          <a:fillRect/>
                        </a:stretch>
                      </p:blipFill>
                      <p:spPr>
                        <a:xfrm>
                          <a:off x="531" y="1495"/>
                          <a:ext cx="271" cy="286"/>
                        </a:xfrm>
                        <a:prstGeom prst="rect">
                          <a:avLst/>
                        </a:prstGeom>
                        <a:noFill/>
                        <a:ln w="38100">
                          <a:noFill/>
                          <a:miter/>
                        </a:ln>
                      </p:spPr>
                    </p:pic>
                  </p:oleObj>
                </mc:Fallback>
              </mc:AlternateContent>
            </a:graphicData>
          </a:graphic>
        </p:graphicFrame>
        <p:sp>
          <p:nvSpPr>
            <p:cNvPr id="40988" name="Text Box 31"/>
            <p:cNvSpPr txBox="1"/>
            <p:nvPr/>
          </p:nvSpPr>
          <p:spPr>
            <a:xfrm>
              <a:off x="1359" y="660"/>
              <a:ext cx="662" cy="62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en-US" altLang="zh-CN" sz="1400" b="1" dirty="0">
                <a:solidFill>
                  <a:srgbClr val="000099"/>
                </a:solidFill>
                <a:latin typeface="Times New Roman" panose="02020603050405020304" pitchFamily="18" charset="0"/>
                <a:ea typeface="楷体_GB2312" pitchFamily="49" charset="-122"/>
              </a:endParaRPr>
            </a:p>
            <a:p>
              <a:pPr marL="0" lvl="0" indent="0" eaLnBrk="1" hangingPunct="1">
                <a:spcBef>
                  <a:spcPct val="50000"/>
                </a:spcBef>
                <a:buClrTx/>
                <a:buSzTx/>
                <a:buFontTx/>
                <a:buNone/>
              </a:pPr>
              <a:r>
                <a:rPr lang="en-US" altLang="zh-CN" sz="1500" b="1" dirty="0">
                  <a:solidFill>
                    <a:srgbClr val="000099"/>
                  </a:solidFill>
                  <a:latin typeface="Times New Roman" panose="02020603050405020304" pitchFamily="18" charset="0"/>
                  <a:ea typeface="楷体_GB2312" pitchFamily="49" charset="-122"/>
                </a:rPr>
                <a:t>Thickness</a:t>
              </a:r>
            </a:p>
            <a:p>
              <a:pPr marL="0" lvl="0" indent="0" eaLnBrk="1" hangingPunct="1">
                <a:spcBef>
                  <a:spcPct val="50000"/>
                </a:spcBef>
                <a:buClrTx/>
                <a:buSzTx/>
                <a:buFontTx/>
                <a:buNone/>
              </a:pPr>
              <a:r>
                <a:rPr lang="en-US" altLang="zh-CN" sz="1500" b="1" dirty="0">
                  <a:solidFill>
                    <a:srgbClr val="000099"/>
                  </a:solidFill>
                  <a:latin typeface="Times New Roman" panose="02020603050405020304" pitchFamily="18" charset="0"/>
                  <a:ea typeface="楷体_GB2312" pitchFamily="49" charset="-122"/>
                </a:rPr>
                <a:t>is lagre</a:t>
              </a:r>
            </a:p>
          </p:txBody>
        </p:sp>
        <p:sp>
          <p:nvSpPr>
            <p:cNvPr id="40989" name="Text Box 32"/>
            <p:cNvSpPr txBox="1"/>
            <p:nvPr/>
          </p:nvSpPr>
          <p:spPr>
            <a:xfrm>
              <a:off x="2516" y="706"/>
              <a:ext cx="618" cy="59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en-US" altLang="zh-CN" sz="1400" b="1" dirty="0">
                <a:solidFill>
                  <a:srgbClr val="000099"/>
                </a:solidFill>
                <a:latin typeface="Times New Roman" panose="02020603050405020304" pitchFamily="18" charset="0"/>
                <a:ea typeface="楷体_GB2312" pitchFamily="49" charset="-122"/>
              </a:endParaRPr>
            </a:p>
            <a:p>
              <a:pPr marL="0" lvl="0" indent="0" eaLnBrk="1" hangingPunct="1">
                <a:spcBef>
                  <a:spcPct val="50000"/>
                </a:spcBef>
                <a:buClrTx/>
                <a:buSzTx/>
                <a:buFontTx/>
                <a:buNone/>
              </a:pPr>
              <a:r>
                <a:rPr lang="en-US" altLang="zh-CN" sz="1400" b="1" dirty="0">
                  <a:solidFill>
                    <a:srgbClr val="000099"/>
                  </a:solidFill>
                  <a:latin typeface="Times New Roman" panose="02020603050405020304" pitchFamily="18" charset="0"/>
                  <a:ea typeface="楷体_GB2312" pitchFamily="49" charset="-122"/>
                </a:rPr>
                <a:t>Thickness</a:t>
              </a:r>
            </a:p>
            <a:p>
              <a:pPr marL="0" lvl="0" indent="0" eaLnBrk="1" hangingPunct="1">
                <a:spcBef>
                  <a:spcPct val="50000"/>
                </a:spcBef>
                <a:buClrTx/>
                <a:buSzTx/>
                <a:buFontTx/>
                <a:buNone/>
              </a:pPr>
              <a:r>
                <a:rPr lang="en-US" altLang="zh-CN" sz="1400" b="1" dirty="0">
                  <a:solidFill>
                    <a:srgbClr val="000099"/>
                  </a:solidFill>
                  <a:latin typeface="Times New Roman" panose="02020603050405020304" pitchFamily="18" charset="0"/>
                  <a:ea typeface="楷体_GB2312" pitchFamily="49" charset="-122"/>
                </a:rPr>
                <a:t>is small</a:t>
              </a:r>
            </a:p>
          </p:txBody>
        </p:sp>
        <p:sp>
          <p:nvSpPr>
            <p:cNvPr id="40990" name="Text Box 33"/>
            <p:cNvSpPr txBox="1"/>
            <p:nvPr/>
          </p:nvSpPr>
          <p:spPr>
            <a:xfrm>
              <a:off x="4006" y="567"/>
              <a:ext cx="750" cy="73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en-US" altLang="zh-CN" sz="1600" b="1" dirty="0">
                <a:solidFill>
                  <a:srgbClr val="000099"/>
                </a:solidFill>
                <a:latin typeface="Times New Roman" panose="02020603050405020304" pitchFamily="18" charset="0"/>
                <a:ea typeface="楷体_GB2312" pitchFamily="49" charset="-122"/>
              </a:endParaRPr>
            </a:p>
            <a:p>
              <a:pPr marL="0" lvl="0" indent="0" eaLnBrk="1" hangingPunct="1">
                <a:spcBef>
                  <a:spcPct val="50000"/>
                </a:spcBef>
                <a:buClrTx/>
                <a:buSzTx/>
                <a:buFontTx/>
                <a:buNone/>
              </a:pPr>
              <a:r>
                <a:rPr lang="en-US" altLang="zh-CN" sz="1800" b="1" dirty="0">
                  <a:solidFill>
                    <a:srgbClr val="000099"/>
                  </a:solidFill>
                  <a:latin typeface="Times New Roman" panose="02020603050405020304" pitchFamily="18" charset="0"/>
                  <a:ea typeface="楷体_GB2312" pitchFamily="49" charset="-122"/>
                </a:rPr>
                <a:t>Thickness</a:t>
              </a:r>
            </a:p>
            <a:p>
              <a:pPr marL="0" lvl="0" indent="0" eaLnBrk="1" hangingPunct="1">
                <a:spcBef>
                  <a:spcPct val="50000"/>
                </a:spcBef>
                <a:buClrTx/>
                <a:buSzTx/>
                <a:buFontTx/>
                <a:buNone/>
              </a:pPr>
              <a:r>
                <a:rPr lang="en-US" altLang="zh-CN" sz="1800" b="1" dirty="0">
                  <a:solidFill>
                    <a:srgbClr val="000099"/>
                  </a:solidFill>
                  <a:latin typeface="Times New Roman" panose="02020603050405020304" pitchFamily="18" charset="0"/>
                  <a:ea typeface="楷体_GB2312" pitchFamily="49" charset="-122"/>
                </a:rPr>
                <a:t>is zero</a:t>
              </a:r>
            </a:p>
          </p:txBody>
        </p:sp>
        <p:graphicFrame>
          <p:nvGraphicFramePr>
            <p:cNvPr id="40991" name="Object 34"/>
            <p:cNvGraphicFramePr>
              <a:graphicFrameLocks noChangeAspect="1"/>
            </p:cNvGraphicFramePr>
            <p:nvPr/>
          </p:nvGraphicFramePr>
          <p:xfrm>
            <a:off x="2560" y="2563"/>
            <a:ext cx="1015" cy="279"/>
          </p:xfrm>
          <a:graphic>
            <a:graphicData uri="http://schemas.openxmlformats.org/presentationml/2006/ole">
              <mc:AlternateContent xmlns:mc="http://schemas.openxmlformats.org/markup-compatibility/2006">
                <mc:Choice xmlns:v="urn:schemas-microsoft-com:vml" Requires="v">
                  <p:oleObj r:id="rId6" imgW="1015365" imgH="215900" progId="Equation.3">
                    <p:embed/>
                  </p:oleObj>
                </mc:Choice>
                <mc:Fallback>
                  <p:oleObj r:id="rId6" imgW="1015365" imgH="215900" progId="Equation.3">
                    <p:embed/>
                    <p:pic>
                      <p:nvPicPr>
                        <p:cNvPr id="40991" name="Object 34"/>
                        <p:cNvPicPr/>
                        <p:nvPr/>
                      </p:nvPicPr>
                      <p:blipFill>
                        <a:blip r:embed="rId7"/>
                        <a:stretch>
                          <a:fillRect/>
                        </a:stretch>
                      </p:blipFill>
                      <p:spPr>
                        <a:xfrm>
                          <a:off x="2560" y="2563"/>
                          <a:ext cx="1015" cy="279"/>
                        </a:xfrm>
                        <a:prstGeom prst="rect">
                          <a:avLst/>
                        </a:prstGeom>
                        <a:noFill/>
                        <a:ln w="38100">
                          <a:noFill/>
                          <a:miter/>
                        </a:ln>
                      </p:spPr>
                    </p:pic>
                  </p:oleObj>
                </mc:Fallback>
              </mc:AlternateContent>
            </a:graphicData>
          </a:graphic>
        </p:graphicFrame>
        <p:graphicFrame>
          <p:nvGraphicFramePr>
            <p:cNvPr id="40992" name="Object 35"/>
            <p:cNvGraphicFramePr>
              <a:graphicFrameLocks noChangeAspect="1"/>
            </p:cNvGraphicFramePr>
            <p:nvPr/>
          </p:nvGraphicFramePr>
          <p:xfrm>
            <a:off x="4224" y="2544"/>
            <a:ext cx="1103" cy="290"/>
          </p:xfrm>
          <a:graphic>
            <a:graphicData uri="http://schemas.openxmlformats.org/presentationml/2006/ole">
              <mc:AlternateContent xmlns:mc="http://schemas.openxmlformats.org/markup-compatibility/2006">
                <mc:Choice xmlns:v="urn:schemas-microsoft-com:vml" Requires="v">
                  <p:oleObj r:id="rId8" imgW="723900" imgH="215900" progId="Equation.3">
                    <p:embed/>
                  </p:oleObj>
                </mc:Choice>
                <mc:Fallback>
                  <p:oleObj r:id="rId8" imgW="723900" imgH="215900" progId="Equation.3">
                    <p:embed/>
                    <p:pic>
                      <p:nvPicPr>
                        <p:cNvPr id="40992" name="Object 35"/>
                        <p:cNvPicPr/>
                        <p:nvPr/>
                      </p:nvPicPr>
                      <p:blipFill>
                        <a:blip r:embed="rId9"/>
                        <a:stretch>
                          <a:fillRect/>
                        </a:stretch>
                      </p:blipFill>
                      <p:spPr>
                        <a:xfrm>
                          <a:off x="4224" y="2544"/>
                          <a:ext cx="1103" cy="290"/>
                        </a:xfrm>
                        <a:prstGeom prst="rect">
                          <a:avLst/>
                        </a:prstGeom>
                        <a:noFill/>
                        <a:ln w="38100">
                          <a:noFill/>
                          <a:miter/>
                        </a:ln>
                      </p:spPr>
                    </p:pic>
                  </p:oleObj>
                </mc:Fallback>
              </mc:AlternateContent>
            </a:graphicData>
          </a:graphic>
        </p:graphicFrame>
        <p:graphicFrame>
          <p:nvGraphicFramePr>
            <p:cNvPr id="40993" name="Object 36"/>
            <p:cNvGraphicFramePr>
              <a:graphicFrameLocks noChangeAspect="1"/>
            </p:cNvGraphicFramePr>
            <p:nvPr/>
          </p:nvGraphicFramePr>
          <p:xfrm>
            <a:off x="5285" y="2238"/>
            <a:ext cx="187" cy="217"/>
          </p:xfrm>
          <a:graphic>
            <a:graphicData uri="http://schemas.openxmlformats.org/presentationml/2006/ole">
              <mc:AlternateContent xmlns:mc="http://schemas.openxmlformats.org/markup-compatibility/2006">
                <mc:Choice xmlns:v="urn:schemas-microsoft-com:vml" Requires="v">
                  <p:oleObj r:id="rId10" imgW="228600" imgH="254000" progId="Equation.3">
                    <p:embed/>
                  </p:oleObj>
                </mc:Choice>
                <mc:Fallback>
                  <p:oleObj r:id="rId10" imgW="228600" imgH="254000" progId="Equation.3">
                    <p:embed/>
                    <p:pic>
                      <p:nvPicPr>
                        <p:cNvPr id="40993" name="Object 36"/>
                        <p:cNvPicPr/>
                        <p:nvPr/>
                      </p:nvPicPr>
                      <p:blipFill>
                        <a:blip r:embed="rId11"/>
                        <a:stretch>
                          <a:fillRect/>
                        </a:stretch>
                      </p:blipFill>
                      <p:spPr>
                        <a:xfrm>
                          <a:off x="5285" y="2238"/>
                          <a:ext cx="187" cy="217"/>
                        </a:xfrm>
                        <a:prstGeom prst="rect">
                          <a:avLst/>
                        </a:prstGeom>
                        <a:noFill/>
                        <a:ln w="38100">
                          <a:noFill/>
                          <a:miter/>
                        </a:ln>
                      </p:spPr>
                    </p:pic>
                  </p:oleObj>
                </mc:Fallback>
              </mc:AlternateContent>
            </a:graphicData>
          </a:graphic>
        </p:graphicFrame>
        <p:sp>
          <p:nvSpPr>
            <p:cNvPr id="40994" name="Line 37"/>
            <p:cNvSpPr/>
            <p:nvPr/>
          </p:nvSpPr>
          <p:spPr>
            <a:xfrm>
              <a:off x="2771" y="2563"/>
              <a:ext cx="441"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40995" name="Line 38"/>
            <p:cNvSpPr/>
            <p:nvPr/>
          </p:nvSpPr>
          <p:spPr>
            <a:xfrm>
              <a:off x="4315" y="2563"/>
              <a:ext cx="529"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40996" name="Rectangle 39"/>
            <p:cNvSpPr/>
            <p:nvPr/>
          </p:nvSpPr>
          <p:spPr>
            <a:xfrm>
              <a:off x="1898" y="2529"/>
              <a:ext cx="309" cy="46"/>
            </a:xfrm>
            <a:prstGeom prst="rect">
              <a:avLst/>
            </a:prstGeom>
            <a:solidFill>
              <a:schemeClr val="bg1"/>
            </a:solid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0997" name="Rectangle 40"/>
            <p:cNvSpPr/>
            <p:nvPr/>
          </p:nvSpPr>
          <p:spPr>
            <a:xfrm>
              <a:off x="5307" y="2529"/>
              <a:ext cx="132" cy="93"/>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40998" name="Object 41"/>
            <p:cNvGraphicFramePr>
              <a:graphicFrameLocks noChangeAspect="1"/>
            </p:cNvGraphicFramePr>
            <p:nvPr/>
          </p:nvGraphicFramePr>
          <p:xfrm>
            <a:off x="884" y="892"/>
            <a:ext cx="194" cy="228"/>
          </p:xfrm>
          <a:graphic>
            <a:graphicData uri="http://schemas.openxmlformats.org/presentationml/2006/ole">
              <mc:AlternateContent xmlns:mc="http://schemas.openxmlformats.org/markup-compatibility/2006">
                <mc:Choice xmlns:v="urn:schemas-microsoft-com:vml" Requires="v">
                  <p:oleObj r:id="rId12" imgW="127000" imgH="139700" progId="Equation.3">
                    <p:embed/>
                  </p:oleObj>
                </mc:Choice>
                <mc:Fallback>
                  <p:oleObj r:id="rId12" imgW="127000" imgH="139700" progId="Equation.3">
                    <p:embed/>
                    <p:pic>
                      <p:nvPicPr>
                        <p:cNvPr id="40998" name="Object 41"/>
                        <p:cNvPicPr/>
                        <p:nvPr/>
                      </p:nvPicPr>
                      <p:blipFill>
                        <a:blip r:embed="rId13"/>
                        <a:stretch>
                          <a:fillRect/>
                        </a:stretch>
                      </p:blipFill>
                      <p:spPr>
                        <a:xfrm>
                          <a:off x="884" y="892"/>
                          <a:ext cx="194" cy="228"/>
                        </a:xfrm>
                        <a:prstGeom prst="rect">
                          <a:avLst/>
                        </a:prstGeom>
                        <a:noFill/>
                        <a:ln w="38100">
                          <a:noFill/>
                          <a:miter/>
                        </a:ln>
                      </p:spPr>
                    </p:pic>
                  </p:oleObj>
                </mc:Fallback>
              </mc:AlternateContent>
            </a:graphicData>
          </a:graphic>
        </p:graphicFrame>
        <p:graphicFrame>
          <p:nvGraphicFramePr>
            <p:cNvPr id="40999" name="Object 42"/>
            <p:cNvGraphicFramePr>
              <a:graphicFrameLocks noChangeAspect="1"/>
            </p:cNvGraphicFramePr>
            <p:nvPr/>
          </p:nvGraphicFramePr>
          <p:xfrm>
            <a:off x="1281" y="474"/>
            <a:ext cx="174" cy="228"/>
          </p:xfrm>
          <a:graphic>
            <a:graphicData uri="http://schemas.openxmlformats.org/presentationml/2006/ole">
              <mc:AlternateContent xmlns:mc="http://schemas.openxmlformats.org/markup-compatibility/2006">
                <mc:Choice xmlns:v="urn:schemas-microsoft-com:vml" Requires="v">
                  <p:oleObj r:id="rId14" imgW="114300" imgH="139700" progId="Equation.3">
                    <p:embed/>
                  </p:oleObj>
                </mc:Choice>
                <mc:Fallback>
                  <p:oleObj r:id="rId14" imgW="114300" imgH="139700" progId="Equation.3">
                    <p:embed/>
                    <p:pic>
                      <p:nvPicPr>
                        <p:cNvPr id="40999" name="Object 42"/>
                        <p:cNvPicPr/>
                        <p:nvPr/>
                      </p:nvPicPr>
                      <p:blipFill>
                        <a:blip r:embed="rId15"/>
                        <a:stretch>
                          <a:fillRect/>
                        </a:stretch>
                      </p:blipFill>
                      <p:spPr>
                        <a:xfrm>
                          <a:off x="1281" y="474"/>
                          <a:ext cx="174" cy="228"/>
                        </a:xfrm>
                        <a:prstGeom prst="rect">
                          <a:avLst/>
                        </a:prstGeom>
                        <a:noFill/>
                        <a:ln w="38100">
                          <a:noFill/>
                          <a:miter/>
                        </a:ln>
                      </p:spPr>
                    </p:pic>
                  </p:oleObj>
                </mc:Fallback>
              </mc:AlternateContent>
            </a:graphicData>
          </a:graphic>
        </p:graphicFrame>
        <p:graphicFrame>
          <p:nvGraphicFramePr>
            <p:cNvPr id="41000" name="Object 43"/>
            <p:cNvGraphicFramePr>
              <a:graphicFrameLocks noChangeAspect="1"/>
            </p:cNvGraphicFramePr>
            <p:nvPr/>
          </p:nvGraphicFramePr>
          <p:xfrm>
            <a:off x="1060" y="676"/>
            <a:ext cx="195" cy="288"/>
          </p:xfrm>
          <a:graphic>
            <a:graphicData uri="http://schemas.openxmlformats.org/presentationml/2006/ole">
              <mc:AlternateContent xmlns:mc="http://schemas.openxmlformats.org/markup-compatibility/2006">
                <mc:Choice xmlns:v="urn:schemas-microsoft-com:vml" Requires="v">
                  <p:oleObj r:id="rId16" imgW="127000" imgH="177165" progId="Equation.3">
                    <p:embed/>
                  </p:oleObj>
                </mc:Choice>
                <mc:Fallback>
                  <p:oleObj r:id="rId16" imgW="127000" imgH="177165" progId="Equation.3">
                    <p:embed/>
                    <p:pic>
                      <p:nvPicPr>
                        <p:cNvPr id="41000" name="Object 43"/>
                        <p:cNvPicPr/>
                        <p:nvPr/>
                      </p:nvPicPr>
                      <p:blipFill>
                        <a:blip r:embed="rId17"/>
                        <a:stretch>
                          <a:fillRect/>
                        </a:stretch>
                      </p:blipFill>
                      <p:spPr>
                        <a:xfrm>
                          <a:off x="1060" y="676"/>
                          <a:ext cx="195" cy="288"/>
                        </a:xfrm>
                        <a:prstGeom prst="rect">
                          <a:avLst/>
                        </a:prstGeom>
                        <a:noFill/>
                        <a:ln w="38100">
                          <a:noFill/>
                          <a:miter/>
                        </a:ln>
                      </p:spPr>
                    </p:pic>
                  </p:oleObj>
                </mc:Fallback>
              </mc:AlternateContent>
            </a:graphicData>
          </a:graphic>
        </p:graphicFrame>
        <p:graphicFrame>
          <p:nvGraphicFramePr>
            <p:cNvPr id="41001" name="Object 44"/>
            <p:cNvGraphicFramePr>
              <a:graphicFrameLocks noChangeAspect="1"/>
            </p:cNvGraphicFramePr>
            <p:nvPr/>
          </p:nvGraphicFramePr>
          <p:xfrm>
            <a:off x="751" y="752"/>
            <a:ext cx="213" cy="252"/>
          </p:xfrm>
          <a:graphic>
            <a:graphicData uri="http://schemas.openxmlformats.org/presentationml/2006/ole">
              <mc:AlternateContent xmlns:mc="http://schemas.openxmlformats.org/markup-compatibility/2006">
                <mc:Choice xmlns:v="urn:schemas-microsoft-com:vml" Requires="v">
                  <p:oleObj r:id="rId18" imgW="190500" imgH="215900" progId="Equation.3">
                    <p:embed/>
                  </p:oleObj>
                </mc:Choice>
                <mc:Fallback>
                  <p:oleObj r:id="rId18" imgW="190500" imgH="215900" progId="Equation.3">
                    <p:embed/>
                    <p:pic>
                      <p:nvPicPr>
                        <p:cNvPr id="41001" name="Object 44"/>
                        <p:cNvPicPr/>
                        <p:nvPr/>
                      </p:nvPicPr>
                      <p:blipFill>
                        <a:blip r:embed="rId19"/>
                        <a:stretch>
                          <a:fillRect/>
                        </a:stretch>
                      </p:blipFill>
                      <p:spPr>
                        <a:xfrm>
                          <a:off x="751" y="752"/>
                          <a:ext cx="213" cy="252"/>
                        </a:xfrm>
                        <a:prstGeom prst="rect">
                          <a:avLst/>
                        </a:prstGeom>
                        <a:noFill/>
                        <a:ln w="38100">
                          <a:noFill/>
                          <a:miter/>
                        </a:ln>
                      </p:spPr>
                    </p:pic>
                  </p:oleObj>
                </mc:Fallback>
              </mc:AlternateContent>
            </a:graphicData>
          </a:graphic>
        </p:graphicFrame>
        <p:graphicFrame>
          <p:nvGraphicFramePr>
            <p:cNvPr id="41002" name="Object 45"/>
            <p:cNvGraphicFramePr>
              <a:graphicFrameLocks noChangeAspect="1"/>
            </p:cNvGraphicFramePr>
            <p:nvPr/>
          </p:nvGraphicFramePr>
          <p:xfrm>
            <a:off x="398" y="1031"/>
            <a:ext cx="225" cy="252"/>
          </p:xfrm>
          <a:graphic>
            <a:graphicData uri="http://schemas.openxmlformats.org/presentationml/2006/ole">
              <mc:AlternateContent xmlns:mc="http://schemas.openxmlformats.org/markup-compatibility/2006">
                <mc:Choice xmlns:v="urn:schemas-microsoft-com:vml" Requires="v">
                  <p:oleObj r:id="rId20" imgW="203200" imgH="215900" progId="Equation.3">
                    <p:embed/>
                  </p:oleObj>
                </mc:Choice>
                <mc:Fallback>
                  <p:oleObj r:id="rId20" imgW="203200" imgH="215900" progId="Equation.3">
                    <p:embed/>
                    <p:pic>
                      <p:nvPicPr>
                        <p:cNvPr id="41002" name="Object 45"/>
                        <p:cNvPicPr/>
                        <p:nvPr/>
                      </p:nvPicPr>
                      <p:blipFill>
                        <a:blip r:embed="rId21"/>
                        <a:stretch>
                          <a:fillRect/>
                        </a:stretch>
                      </p:blipFill>
                      <p:spPr>
                        <a:xfrm>
                          <a:off x="398" y="1031"/>
                          <a:ext cx="225" cy="252"/>
                        </a:xfrm>
                        <a:prstGeom prst="rect">
                          <a:avLst/>
                        </a:prstGeom>
                        <a:noFill/>
                        <a:ln w="38100">
                          <a:noFill/>
                          <a:miter/>
                        </a:ln>
                      </p:spPr>
                    </p:pic>
                  </p:oleObj>
                </mc:Fallback>
              </mc:AlternateContent>
            </a:graphicData>
          </a:graphic>
        </p:graphicFrame>
        <p:sp>
          <p:nvSpPr>
            <p:cNvPr id="41003" name="Line 46"/>
            <p:cNvSpPr/>
            <p:nvPr/>
          </p:nvSpPr>
          <p:spPr>
            <a:xfrm flipV="1">
              <a:off x="839" y="1031"/>
              <a:ext cx="0" cy="464"/>
            </a:xfrm>
            <a:prstGeom prst="line">
              <a:avLst/>
            </a:prstGeom>
            <a:ln w="38100" cap="flat" cmpd="sng">
              <a:solidFill>
                <a:srgbClr val="000000"/>
              </a:solidFill>
              <a:prstDash val="dash"/>
              <a:headEnd type="none" w="med" len="med"/>
              <a:tailEnd type="none" w="med" len="med"/>
            </a:ln>
          </p:spPr>
          <p:txBody>
            <a:bodyPr/>
            <a:lstStyle/>
            <a:p>
              <a:endParaRPr lang="zh-CN" altLang="en-US"/>
            </a:p>
          </p:txBody>
        </p:sp>
        <p:graphicFrame>
          <p:nvGraphicFramePr>
            <p:cNvPr id="41004" name="Object 47"/>
            <p:cNvGraphicFramePr>
              <a:graphicFrameLocks noChangeAspect="1"/>
            </p:cNvGraphicFramePr>
            <p:nvPr/>
          </p:nvGraphicFramePr>
          <p:xfrm>
            <a:off x="1987" y="2424"/>
            <a:ext cx="186" cy="217"/>
          </p:xfrm>
          <a:graphic>
            <a:graphicData uri="http://schemas.openxmlformats.org/presentationml/2006/ole">
              <mc:AlternateContent xmlns:mc="http://schemas.openxmlformats.org/markup-compatibility/2006">
                <mc:Choice xmlns:v="urn:schemas-microsoft-com:vml" Requires="v">
                  <p:oleObj r:id="rId10" imgW="228600" imgH="254000" progId="Equation.3">
                    <p:embed/>
                  </p:oleObj>
                </mc:Choice>
                <mc:Fallback>
                  <p:oleObj r:id="rId10" imgW="228600" imgH="254000" progId="Equation.3">
                    <p:embed/>
                    <p:pic>
                      <p:nvPicPr>
                        <p:cNvPr id="41004" name="Object 47"/>
                        <p:cNvPicPr/>
                        <p:nvPr/>
                      </p:nvPicPr>
                      <p:blipFill>
                        <a:blip r:embed="rId11"/>
                        <a:stretch>
                          <a:fillRect/>
                        </a:stretch>
                      </p:blipFill>
                      <p:spPr>
                        <a:xfrm>
                          <a:off x="1987" y="2424"/>
                          <a:ext cx="186" cy="217"/>
                        </a:xfrm>
                        <a:prstGeom prst="rect">
                          <a:avLst/>
                        </a:prstGeom>
                        <a:noFill/>
                        <a:ln w="38100">
                          <a:noFill/>
                          <a:miter/>
                        </a:ln>
                      </p:spPr>
                    </p:pic>
                  </p:oleObj>
                </mc:Fallback>
              </mc:AlternateContent>
            </a:graphicData>
          </a:graphic>
        </p:graphicFrame>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p:nvPr/>
        </p:nvSpPr>
        <p:spPr>
          <a:xfrm>
            <a:off x="323850" y="188913"/>
            <a:ext cx="8567738" cy="12452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FF0000"/>
                </a:solidFill>
                <a:ea typeface="楷体_GB2312" pitchFamily="49" charset="-122"/>
              </a:rPr>
              <a:t>Example 1   </a:t>
            </a:r>
            <a:r>
              <a:rPr lang="en-US" altLang="zh-CN" sz="2000" b="1" dirty="0">
                <a:solidFill>
                  <a:srgbClr val="000000"/>
                </a:solidFill>
              </a:rPr>
              <a:t>Assume that an infinitely long charged cylinder of radius </a:t>
            </a:r>
            <a:r>
              <a:rPr lang="en-US" altLang="zh-CN" sz="2000" b="1" i="1" dirty="0">
                <a:solidFill>
                  <a:srgbClr val="000000"/>
                </a:solidFill>
              </a:rPr>
              <a:t>a </a:t>
            </a:r>
            <a:r>
              <a:rPr lang="en-US" altLang="zh-CN" sz="2000" b="1" dirty="0">
                <a:solidFill>
                  <a:srgbClr val="000000"/>
                </a:solidFill>
              </a:rPr>
              <a:t>is placed in free space. The density of the charge is </a:t>
            </a:r>
            <a:r>
              <a:rPr lang="en-US" altLang="zh-CN" sz="2000" b="1" i="1" dirty="0">
                <a:solidFill>
                  <a:srgbClr val="FF0000"/>
                </a:solidFill>
                <a:sym typeface="Symbol" panose="05050102010706020507" pitchFamily="18" charset="2"/>
              </a:rPr>
              <a:t></a:t>
            </a:r>
            <a:r>
              <a:rPr lang="en-US" altLang="zh-CN" sz="2000" b="1" i="1" dirty="0">
                <a:solidFill>
                  <a:srgbClr val="000000"/>
                </a:solidFill>
                <a:sym typeface="Symbol" panose="05050102010706020507" pitchFamily="18" charset="2"/>
              </a:rPr>
              <a:t> </a:t>
            </a:r>
            <a:r>
              <a:rPr lang="en-US" altLang="zh-CN" sz="2000" b="1" dirty="0">
                <a:solidFill>
                  <a:srgbClr val="000000"/>
                </a:solidFill>
              </a:rPr>
              <a:t>. Calculate the electric field intensities inside and outside the cylinder.</a:t>
            </a:r>
            <a:r>
              <a:rPr lang="en-US" altLang="zh-CN" sz="1200" dirty="0">
                <a:solidFill>
                  <a:srgbClr val="0000FF"/>
                </a:solidFill>
                <a:latin typeface="Times New Roman" panose="02020603050405020304" pitchFamily="18" charset="0"/>
              </a:rPr>
              <a:t> </a:t>
            </a:r>
            <a:r>
              <a:rPr lang="en-US" altLang="zh-CN" sz="2000" b="1" dirty="0">
                <a:solidFill>
                  <a:srgbClr val="FF0000"/>
                </a:solidFill>
                <a:latin typeface="楷体_GB2312" pitchFamily="49" charset="-122"/>
                <a:ea typeface="楷体_GB2312" pitchFamily="49" charset="-122"/>
              </a:rPr>
              <a:t>  </a:t>
            </a:r>
          </a:p>
        </p:txBody>
      </p:sp>
      <p:grpSp>
        <p:nvGrpSpPr>
          <p:cNvPr id="209923" name="Group 3"/>
          <p:cNvGrpSpPr/>
          <p:nvPr/>
        </p:nvGrpSpPr>
        <p:grpSpPr>
          <a:xfrm>
            <a:off x="609600" y="1524000"/>
            <a:ext cx="2819400" cy="3581400"/>
            <a:chOff x="384" y="960"/>
            <a:chExt cx="1776" cy="2256"/>
          </a:xfrm>
        </p:grpSpPr>
        <p:sp>
          <p:nvSpPr>
            <p:cNvPr id="26631" name="Rectangle 4"/>
            <p:cNvSpPr/>
            <p:nvPr/>
          </p:nvSpPr>
          <p:spPr>
            <a:xfrm>
              <a:off x="384" y="960"/>
              <a:ext cx="1776" cy="2256"/>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26632" name="Group 5"/>
            <p:cNvGrpSpPr/>
            <p:nvPr/>
          </p:nvGrpSpPr>
          <p:grpSpPr>
            <a:xfrm>
              <a:off x="459" y="1056"/>
              <a:ext cx="1701" cy="2016"/>
              <a:chOff x="459" y="1248"/>
              <a:chExt cx="1701" cy="2016"/>
            </a:xfrm>
          </p:grpSpPr>
          <p:sp>
            <p:nvSpPr>
              <p:cNvPr id="26633" name="AutoShape 6"/>
              <p:cNvSpPr/>
              <p:nvPr/>
            </p:nvSpPr>
            <p:spPr>
              <a:xfrm>
                <a:off x="1000" y="1768"/>
                <a:ext cx="480" cy="1074"/>
              </a:xfrm>
              <a:prstGeom prst="can">
                <a:avLst>
                  <a:gd name="adj" fmla="val 55935"/>
                </a:avLst>
              </a:prstGeom>
              <a:gradFill rotWithShape="0">
                <a:gsLst>
                  <a:gs pos="0">
                    <a:srgbClr val="760000"/>
                  </a:gs>
                  <a:gs pos="50000">
                    <a:srgbClr val="FF0000"/>
                  </a:gs>
                  <a:gs pos="100000">
                    <a:srgbClr val="760000"/>
                  </a:gs>
                </a:gsLst>
                <a:lin ang="0" scaled="1"/>
                <a:tileRect/>
              </a:gradFill>
              <a:ln w="190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6634" name="Line 7"/>
              <p:cNvSpPr/>
              <p:nvPr/>
            </p:nvSpPr>
            <p:spPr>
              <a:xfrm flipV="1">
                <a:off x="1240" y="1454"/>
                <a:ext cx="0" cy="1388"/>
              </a:xfrm>
              <a:prstGeom prst="line">
                <a:avLst/>
              </a:prstGeom>
              <a:ln w="9525" cap="flat" cmpd="sng">
                <a:solidFill>
                  <a:srgbClr val="000000"/>
                </a:solidFill>
                <a:prstDash val="dash"/>
                <a:headEnd type="none" w="med" len="med"/>
                <a:tailEnd type="none" w="sm" len="med"/>
              </a:ln>
            </p:spPr>
            <p:txBody>
              <a:bodyPr/>
              <a:lstStyle/>
              <a:p>
                <a:endParaRPr lang="zh-CN" altLang="en-US"/>
              </a:p>
            </p:txBody>
          </p:sp>
          <p:sp>
            <p:nvSpPr>
              <p:cNvPr id="26635" name="Line 8"/>
              <p:cNvSpPr/>
              <p:nvPr/>
            </p:nvSpPr>
            <p:spPr>
              <a:xfrm>
                <a:off x="1240" y="2310"/>
                <a:ext cx="667" cy="1"/>
              </a:xfrm>
              <a:prstGeom prst="line">
                <a:avLst/>
              </a:prstGeom>
              <a:ln w="9525" cap="flat" cmpd="sng">
                <a:solidFill>
                  <a:srgbClr val="000000"/>
                </a:solidFill>
                <a:prstDash val="dash"/>
                <a:headEnd type="none" w="med" len="med"/>
                <a:tailEnd type="none" w="sm" len="med"/>
              </a:ln>
            </p:spPr>
            <p:txBody>
              <a:bodyPr/>
              <a:lstStyle/>
              <a:p>
                <a:endParaRPr lang="zh-CN" altLang="en-US"/>
              </a:p>
            </p:txBody>
          </p:sp>
          <p:sp>
            <p:nvSpPr>
              <p:cNvPr id="26636" name="Line 9"/>
              <p:cNvSpPr/>
              <p:nvPr/>
            </p:nvSpPr>
            <p:spPr>
              <a:xfrm flipH="1">
                <a:off x="624" y="2310"/>
                <a:ext cx="616" cy="253"/>
              </a:xfrm>
              <a:prstGeom prst="line">
                <a:avLst/>
              </a:prstGeom>
              <a:ln w="9525" cap="flat" cmpd="sng">
                <a:solidFill>
                  <a:srgbClr val="000000"/>
                </a:solidFill>
                <a:prstDash val="dash"/>
                <a:headEnd type="none" w="med" len="med"/>
                <a:tailEnd type="none" w="sm" len="med"/>
              </a:ln>
            </p:spPr>
            <p:txBody>
              <a:bodyPr/>
              <a:lstStyle/>
              <a:p>
                <a:endParaRPr lang="zh-CN" altLang="en-US"/>
              </a:p>
            </p:txBody>
          </p:sp>
          <p:sp>
            <p:nvSpPr>
              <p:cNvPr id="26637" name="Text Box 10"/>
              <p:cNvSpPr txBox="1"/>
              <p:nvPr/>
            </p:nvSpPr>
            <p:spPr>
              <a:xfrm>
                <a:off x="459" y="2454"/>
                <a:ext cx="261" cy="29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x</a:t>
                </a:r>
              </a:p>
            </p:txBody>
          </p:sp>
          <p:sp>
            <p:nvSpPr>
              <p:cNvPr id="26638" name="Text Box 11"/>
              <p:cNvSpPr txBox="1"/>
              <p:nvPr/>
            </p:nvSpPr>
            <p:spPr>
              <a:xfrm>
                <a:off x="1083" y="1248"/>
                <a:ext cx="261" cy="29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z</a:t>
                </a:r>
              </a:p>
            </p:txBody>
          </p:sp>
          <p:sp>
            <p:nvSpPr>
              <p:cNvPr id="26639" name="Text Box 12"/>
              <p:cNvSpPr txBox="1"/>
              <p:nvPr/>
            </p:nvSpPr>
            <p:spPr>
              <a:xfrm>
                <a:off x="1899" y="2208"/>
                <a:ext cx="261" cy="29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y</a:t>
                </a:r>
              </a:p>
            </p:txBody>
          </p:sp>
          <p:sp>
            <p:nvSpPr>
              <p:cNvPr id="26640" name="Line 13"/>
              <p:cNvSpPr/>
              <p:nvPr/>
            </p:nvSpPr>
            <p:spPr>
              <a:xfrm flipH="1" flipV="1">
                <a:off x="1480" y="1899"/>
                <a:ext cx="146"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6641" name="Line 14"/>
              <p:cNvSpPr/>
              <p:nvPr/>
            </p:nvSpPr>
            <p:spPr>
              <a:xfrm flipH="1" flipV="1">
                <a:off x="1480" y="2729"/>
                <a:ext cx="156" cy="3"/>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6642" name="Line 15"/>
              <p:cNvSpPr/>
              <p:nvPr/>
            </p:nvSpPr>
            <p:spPr>
              <a:xfrm flipV="1">
                <a:off x="1563" y="1887"/>
                <a:ext cx="0" cy="181"/>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43" name="Line 16"/>
              <p:cNvSpPr/>
              <p:nvPr/>
            </p:nvSpPr>
            <p:spPr>
              <a:xfrm>
                <a:off x="1563" y="2261"/>
                <a:ext cx="0" cy="483"/>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44" name="Line 17"/>
              <p:cNvSpPr/>
              <p:nvPr/>
            </p:nvSpPr>
            <p:spPr>
              <a:xfrm>
                <a:off x="1000" y="1586"/>
                <a:ext cx="0" cy="1616"/>
              </a:xfrm>
              <a:prstGeom prst="line">
                <a:avLst/>
              </a:prstGeom>
              <a:ln w="9525" cap="flat" cmpd="sng">
                <a:solidFill>
                  <a:srgbClr val="000000"/>
                </a:solidFill>
                <a:prstDash val="dash"/>
                <a:headEnd type="none" w="med" len="med"/>
                <a:tailEnd type="none" w="med" len="med"/>
              </a:ln>
            </p:spPr>
            <p:txBody>
              <a:bodyPr/>
              <a:lstStyle/>
              <a:p>
                <a:endParaRPr lang="zh-CN" altLang="en-US"/>
              </a:p>
            </p:txBody>
          </p:sp>
          <p:sp>
            <p:nvSpPr>
              <p:cNvPr id="26645" name="Line 18"/>
              <p:cNvSpPr/>
              <p:nvPr/>
            </p:nvSpPr>
            <p:spPr>
              <a:xfrm>
                <a:off x="1480" y="1590"/>
                <a:ext cx="0" cy="1617"/>
              </a:xfrm>
              <a:prstGeom prst="line">
                <a:avLst/>
              </a:prstGeom>
              <a:ln w="9525" cap="flat" cmpd="sng">
                <a:solidFill>
                  <a:srgbClr val="000000"/>
                </a:solidFill>
                <a:prstDash val="dash"/>
                <a:headEnd type="none" w="med" len="med"/>
                <a:tailEnd type="none" w="med" len="med"/>
              </a:ln>
            </p:spPr>
            <p:txBody>
              <a:bodyPr/>
              <a:lstStyle/>
              <a:p>
                <a:endParaRPr lang="zh-CN" altLang="en-US"/>
              </a:p>
            </p:txBody>
          </p:sp>
          <p:sp>
            <p:nvSpPr>
              <p:cNvPr id="26646" name="Line 19"/>
              <p:cNvSpPr/>
              <p:nvPr/>
            </p:nvSpPr>
            <p:spPr>
              <a:xfrm>
                <a:off x="958" y="3082"/>
                <a:ext cx="282" cy="0"/>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47" name="Line 20"/>
              <p:cNvSpPr/>
              <p:nvPr/>
            </p:nvSpPr>
            <p:spPr>
              <a:xfrm flipH="1">
                <a:off x="1480" y="3085"/>
                <a:ext cx="219" cy="0"/>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48" name="Text Box 21"/>
              <p:cNvSpPr txBox="1"/>
              <p:nvPr/>
            </p:nvSpPr>
            <p:spPr>
              <a:xfrm>
                <a:off x="1296" y="2974"/>
                <a:ext cx="261" cy="29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a</a:t>
                </a:r>
              </a:p>
            </p:txBody>
          </p:sp>
          <p:sp>
            <p:nvSpPr>
              <p:cNvPr id="26649" name="Text Box 22"/>
              <p:cNvSpPr txBox="1"/>
              <p:nvPr/>
            </p:nvSpPr>
            <p:spPr>
              <a:xfrm>
                <a:off x="1467" y="2062"/>
                <a:ext cx="261" cy="29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L</a:t>
                </a:r>
              </a:p>
            </p:txBody>
          </p:sp>
          <p:sp>
            <p:nvSpPr>
              <p:cNvPr id="26650" name="Oval 23" descr="10%"/>
              <p:cNvSpPr/>
              <p:nvPr/>
            </p:nvSpPr>
            <p:spPr>
              <a:xfrm>
                <a:off x="1010" y="1792"/>
                <a:ext cx="459" cy="241"/>
              </a:xfrm>
              <a:prstGeom prst="ellipse">
                <a:avLst/>
              </a:prstGeom>
              <a:blipFill rotWithShape="0">
                <a:blip r:embed="rId2"/>
              </a:blip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6651" name="Line 24"/>
              <p:cNvSpPr/>
              <p:nvPr/>
            </p:nvSpPr>
            <p:spPr>
              <a:xfrm flipH="1">
                <a:off x="622" y="2419"/>
                <a:ext cx="366" cy="145"/>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52" name="Line 25"/>
              <p:cNvSpPr/>
              <p:nvPr/>
            </p:nvSpPr>
            <p:spPr>
              <a:xfrm>
                <a:off x="1490" y="2311"/>
                <a:ext cx="386" cy="0"/>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53" name="Line 26"/>
              <p:cNvSpPr/>
              <p:nvPr/>
            </p:nvSpPr>
            <p:spPr>
              <a:xfrm flipV="1">
                <a:off x="1240" y="1370"/>
                <a:ext cx="0" cy="519"/>
              </a:xfrm>
              <a:prstGeom prst="line">
                <a:avLst/>
              </a:prstGeom>
              <a:ln w="9525" cap="flat" cmpd="sng">
                <a:solidFill>
                  <a:srgbClr val="000000"/>
                </a:solidFill>
                <a:prstDash val="solid"/>
                <a:headEnd type="none" w="med" len="med"/>
                <a:tailEnd type="triangle" w="sm" len="med"/>
              </a:ln>
            </p:spPr>
            <p:txBody>
              <a:bodyPr/>
              <a:lstStyle/>
              <a:p>
                <a:endParaRPr lang="zh-CN" altLang="en-US"/>
              </a:p>
            </p:txBody>
          </p:sp>
          <p:sp>
            <p:nvSpPr>
              <p:cNvPr id="26654" name="Line 27"/>
              <p:cNvSpPr/>
              <p:nvPr/>
            </p:nvSpPr>
            <p:spPr>
              <a:xfrm>
                <a:off x="1240" y="2854"/>
                <a:ext cx="0" cy="410"/>
              </a:xfrm>
              <a:prstGeom prst="line">
                <a:avLst/>
              </a:prstGeom>
              <a:ln w="9525" cap="flat" cmpd="sng">
                <a:solidFill>
                  <a:srgbClr val="000000"/>
                </a:solidFill>
                <a:prstDash val="solid"/>
                <a:headEnd type="none" w="med" len="med"/>
                <a:tailEnd type="none" w="sm" len="med"/>
              </a:ln>
            </p:spPr>
            <p:txBody>
              <a:bodyPr/>
              <a:lstStyle/>
              <a:p>
                <a:endParaRPr lang="zh-CN" altLang="en-US"/>
              </a:p>
            </p:txBody>
          </p:sp>
          <p:sp>
            <p:nvSpPr>
              <p:cNvPr id="26655" name="Line 28"/>
              <p:cNvSpPr/>
              <p:nvPr/>
            </p:nvSpPr>
            <p:spPr>
              <a:xfrm>
                <a:off x="1240" y="1913"/>
                <a:ext cx="0" cy="120"/>
              </a:xfrm>
              <a:prstGeom prst="line">
                <a:avLst/>
              </a:prstGeom>
              <a:ln w="9525" cap="flat" cmpd="sng">
                <a:solidFill>
                  <a:srgbClr val="000000"/>
                </a:solidFill>
                <a:prstDash val="dash"/>
                <a:headEnd type="none" w="med" len="med"/>
                <a:tailEnd type="none" w="sm" len="med"/>
              </a:ln>
            </p:spPr>
            <p:txBody>
              <a:bodyPr/>
              <a:lstStyle/>
              <a:p>
                <a:endParaRPr lang="zh-CN" altLang="en-US"/>
              </a:p>
            </p:txBody>
          </p:sp>
          <p:sp>
            <p:nvSpPr>
              <p:cNvPr id="26656" name="Text Box 29"/>
              <p:cNvSpPr txBox="1"/>
              <p:nvPr/>
            </p:nvSpPr>
            <p:spPr>
              <a:xfrm>
                <a:off x="1208" y="1728"/>
                <a:ext cx="282" cy="254"/>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sym typeface="Symbol" panose="05050102010706020507" pitchFamily="18" charset="2"/>
                  </a:rPr>
                  <a:t></a:t>
                </a:r>
                <a:endParaRPr lang="en-US" altLang="zh-CN" sz="1600" i="1" dirty="0">
                  <a:latin typeface="Times New Roman" panose="02020603050405020304" pitchFamily="18" charset="0"/>
                </a:endParaRPr>
              </a:p>
            </p:txBody>
          </p:sp>
          <p:sp>
            <p:nvSpPr>
              <p:cNvPr id="26657" name="Line 30"/>
              <p:cNvSpPr/>
              <p:nvPr/>
            </p:nvSpPr>
            <p:spPr>
              <a:xfrm>
                <a:off x="760" y="1969"/>
                <a:ext cx="229" cy="266"/>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26658" name="Text Box 31"/>
              <p:cNvSpPr txBox="1"/>
              <p:nvPr/>
            </p:nvSpPr>
            <p:spPr>
              <a:xfrm>
                <a:off x="593" y="1776"/>
                <a:ext cx="313" cy="3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rPr>
                  <a:t>S</a:t>
                </a:r>
                <a:r>
                  <a:rPr lang="en-US" altLang="zh-CN" sz="1600" baseline="-25000" dirty="0">
                    <a:latin typeface="Times New Roman" panose="02020603050405020304" pitchFamily="18" charset="0"/>
                  </a:rPr>
                  <a:t>1</a:t>
                </a:r>
              </a:p>
            </p:txBody>
          </p:sp>
        </p:grpSp>
      </p:grpSp>
      <p:sp>
        <p:nvSpPr>
          <p:cNvPr id="209952" name="Text Box 32"/>
          <p:cNvSpPr txBox="1"/>
          <p:nvPr/>
        </p:nvSpPr>
        <p:spPr>
          <a:xfrm>
            <a:off x="3581400" y="1447800"/>
            <a:ext cx="5105400" cy="1997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FF0000"/>
                </a:solidFill>
                <a:latin typeface="Times New Roman" panose="02020603050405020304" pitchFamily="18" charset="0"/>
              </a:rPr>
              <a:t>Solution:</a:t>
            </a:r>
            <a:r>
              <a:rPr lang="en-US" altLang="zh-CN" sz="2000" b="1" dirty="0">
                <a:solidFill>
                  <a:srgbClr val="0000FF"/>
                </a:solidFill>
                <a:latin typeface="楷体_GB2312" pitchFamily="49" charset="-122"/>
                <a:ea typeface="楷体_GB2312" pitchFamily="49" charset="-122"/>
              </a:rPr>
              <a:t> </a:t>
            </a:r>
            <a:r>
              <a:rPr lang="en-US" altLang="zh-CN" sz="2000" b="1" dirty="0">
                <a:solidFill>
                  <a:srgbClr val="0000FF"/>
                </a:solidFill>
                <a:latin typeface="Times New Roman" panose="02020603050405020304" pitchFamily="18" charset="0"/>
              </a:rPr>
              <a:t>Choose a </a:t>
            </a:r>
            <a:r>
              <a:rPr lang="en-US" altLang="zh-CN" sz="2000" b="1" dirty="0">
                <a:solidFill>
                  <a:srgbClr val="FF0000"/>
                </a:solidFill>
                <a:latin typeface="Times New Roman" panose="02020603050405020304" pitchFamily="18" charset="0"/>
              </a:rPr>
              <a:t>cylindrical</a:t>
            </a:r>
            <a:r>
              <a:rPr lang="en-US" altLang="zh-CN" sz="2000" b="1" dirty="0">
                <a:solidFill>
                  <a:srgbClr val="0000FF"/>
                </a:solidFill>
                <a:latin typeface="Times New Roman" panose="02020603050405020304" pitchFamily="18" charset="0"/>
              </a:rPr>
              <a:t> coordinate system. Since the cylinder is </a:t>
            </a:r>
            <a:r>
              <a:rPr lang="en-US" altLang="zh-CN" sz="2000" b="1" dirty="0">
                <a:solidFill>
                  <a:srgbClr val="FF0000"/>
                </a:solidFill>
                <a:latin typeface="Times New Roman" panose="02020603050405020304" pitchFamily="18" charset="0"/>
              </a:rPr>
              <a:t>infinitely</a:t>
            </a:r>
            <a:r>
              <a:rPr lang="en-US" altLang="zh-CN" sz="2000" b="1" dirty="0">
                <a:solidFill>
                  <a:srgbClr val="0000FF"/>
                </a:solidFill>
                <a:latin typeface="Times New Roman" panose="02020603050405020304" pitchFamily="18" charset="0"/>
              </a:rPr>
              <a:t> long, for any </a:t>
            </a:r>
            <a:r>
              <a:rPr lang="en-US" altLang="zh-CN" sz="2000" b="1" i="1" dirty="0">
                <a:solidFill>
                  <a:srgbClr val="FF0000"/>
                </a:solidFill>
                <a:latin typeface="Times New Roman" panose="02020603050405020304" pitchFamily="18" charset="0"/>
              </a:rPr>
              <a:t>z</a:t>
            </a:r>
            <a:r>
              <a:rPr lang="en-US" altLang="zh-CN" sz="2000" b="1" dirty="0">
                <a:latin typeface="Times New Roman" panose="02020603050405020304" pitchFamily="18" charset="0"/>
              </a:rPr>
              <a:t> </a:t>
            </a:r>
            <a:r>
              <a:rPr lang="en-US" altLang="zh-CN" sz="2000" b="1" dirty="0">
                <a:solidFill>
                  <a:srgbClr val="0000FF"/>
                </a:solidFill>
                <a:latin typeface="Times New Roman" panose="02020603050405020304" pitchFamily="18" charset="0"/>
              </a:rPr>
              <a:t>the environment remain the </a:t>
            </a:r>
            <a:r>
              <a:rPr lang="en-US" altLang="zh-CN" sz="2000" b="1" dirty="0">
                <a:solidFill>
                  <a:srgbClr val="FF0000"/>
                </a:solidFill>
                <a:latin typeface="Times New Roman" panose="02020603050405020304" pitchFamily="18" charset="0"/>
              </a:rPr>
              <a:t>same</a:t>
            </a:r>
            <a:r>
              <a:rPr lang="en-US" altLang="zh-CN" sz="2000" b="1" dirty="0">
                <a:solidFill>
                  <a:srgbClr val="0000FF"/>
                </a:solidFill>
                <a:latin typeface="Times New Roman" panose="02020603050405020304" pitchFamily="18" charset="0"/>
              </a:rPr>
              <a:t>. Hence the field is </a:t>
            </a:r>
            <a:r>
              <a:rPr lang="en-US" altLang="zh-CN" sz="2000" b="1" dirty="0">
                <a:solidFill>
                  <a:srgbClr val="FF0000"/>
                </a:solidFill>
                <a:latin typeface="Times New Roman" panose="02020603050405020304" pitchFamily="18" charset="0"/>
              </a:rPr>
              <a:t>independent</a:t>
            </a:r>
            <a:r>
              <a:rPr lang="en-US" altLang="zh-CN" sz="2000" b="1" dirty="0">
                <a:solidFill>
                  <a:srgbClr val="0000FF"/>
                </a:solidFill>
                <a:latin typeface="Times New Roman" panose="02020603050405020304" pitchFamily="18" charset="0"/>
              </a:rPr>
              <a:t> of the coordinate variable </a:t>
            </a:r>
            <a:r>
              <a:rPr lang="en-US" altLang="zh-CN" sz="2000" b="1" i="1" dirty="0">
                <a:solidFill>
                  <a:srgbClr val="FF0000"/>
                </a:solidFill>
                <a:latin typeface="Times New Roman" panose="02020603050405020304" pitchFamily="18" charset="0"/>
              </a:rPr>
              <a:t>z</a:t>
            </a:r>
            <a:r>
              <a:rPr lang="en-US" altLang="zh-CN" sz="2000" b="1" dirty="0">
                <a:solidFill>
                  <a:srgbClr val="0000FF"/>
                </a:solidFill>
                <a:latin typeface="Times New Roman" panose="02020603050405020304" pitchFamily="18" charset="0"/>
              </a:rPr>
              <a:t>.</a:t>
            </a:r>
            <a:r>
              <a:rPr lang="en-US" altLang="zh-CN" sz="1200" b="1" dirty="0">
                <a:solidFill>
                  <a:srgbClr val="0000FF"/>
                </a:solidFill>
                <a:latin typeface="Times New Roman" panose="02020603050405020304" pitchFamily="18" charset="0"/>
              </a:rPr>
              <a:t> </a:t>
            </a:r>
            <a:endParaRPr lang="en-US" altLang="zh-CN" sz="2000" b="1" dirty="0">
              <a:solidFill>
                <a:srgbClr val="0000FF"/>
              </a:solidFill>
              <a:latin typeface="楷体_GB2312" pitchFamily="49" charset="-122"/>
              <a:ea typeface="楷体_GB2312" pitchFamily="49" charset="-122"/>
            </a:endParaRPr>
          </a:p>
        </p:txBody>
      </p:sp>
      <p:sp>
        <p:nvSpPr>
          <p:cNvPr id="209953" name="Text Box 33"/>
          <p:cNvSpPr txBox="1"/>
          <p:nvPr/>
        </p:nvSpPr>
        <p:spPr>
          <a:xfrm>
            <a:off x="1116013" y="5334000"/>
            <a:ext cx="7646987"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rPr>
              <a:t>         In addition, the cylinder is </a:t>
            </a:r>
            <a:r>
              <a:rPr lang="en-US" altLang="zh-CN" sz="2000" b="1" dirty="0">
                <a:solidFill>
                  <a:srgbClr val="FF0000"/>
                </a:solidFill>
                <a:latin typeface="Times New Roman" panose="02020603050405020304" pitchFamily="18" charset="0"/>
              </a:rPr>
              <a:t>rotationally</a:t>
            </a:r>
            <a:r>
              <a:rPr lang="en-US" altLang="zh-CN" sz="2000" b="1" dirty="0">
                <a:solidFill>
                  <a:srgbClr val="0000FF"/>
                </a:solidFill>
                <a:latin typeface="Times New Roman" panose="02020603050405020304" pitchFamily="18" charset="0"/>
              </a:rPr>
              <a:t> symmetrical. Thus the field must be </a:t>
            </a:r>
            <a:r>
              <a:rPr lang="en-US" altLang="zh-CN" sz="2000" b="1" dirty="0">
                <a:solidFill>
                  <a:srgbClr val="FF0000"/>
                </a:solidFill>
                <a:latin typeface="Times New Roman" panose="02020603050405020304" pitchFamily="18" charset="0"/>
              </a:rPr>
              <a:t>independent</a:t>
            </a:r>
            <a:r>
              <a:rPr lang="en-US" altLang="zh-CN" sz="2000" b="1" dirty="0">
                <a:solidFill>
                  <a:srgbClr val="0000FF"/>
                </a:solidFill>
                <a:latin typeface="Times New Roman" panose="02020603050405020304" pitchFamily="18" charset="0"/>
              </a:rPr>
              <a:t> of the angle </a:t>
            </a:r>
            <a:r>
              <a:rPr lang="en-US" altLang="zh-CN" sz="2000" i="1" dirty="0">
                <a:solidFill>
                  <a:srgbClr val="FF0000"/>
                </a:solidFill>
                <a:latin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sym typeface="Symbol" panose="05050102010706020507" pitchFamily="18" charset="2"/>
              </a:rPr>
              <a:t> </a:t>
            </a:r>
            <a:r>
              <a:rPr lang="en-US" altLang="zh-CN" sz="2000" b="1" dirty="0">
                <a:solidFill>
                  <a:srgbClr val="0000FF"/>
                </a:solidFill>
                <a:latin typeface="Times New Roman" panose="02020603050405020304" pitchFamily="18" charset="0"/>
              </a:rPr>
              <a:t>.</a:t>
            </a:r>
            <a:r>
              <a:rPr lang="en-US" altLang="zh-CN" sz="1200" b="1" dirty="0">
                <a:solidFill>
                  <a:srgbClr val="0000FF"/>
                </a:solidFill>
                <a:latin typeface="Times New Roman" panose="02020603050405020304" pitchFamily="18" charset="0"/>
              </a:rPr>
              <a:t> </a:t>
            </a:r>
            <a:endParaRPr lang="en-US" altLang="zh-CN" sz="1200" dirty="0">
              <a:solidFill>
                <a:srgbClr val="0000FF"/>
              </a:solidFill>
              <a:latin typeface="Times New Roman" panose="02020603050405020304" pitchFamily="18" charset="0"/>
            </a:endParaRPr>
          </a:p>
        </p:txBody>
      </p:sp>
      <p:sp>
        <p:nvSpPr>
          <p:cNvPr id="209954" name="Text Box 34"/>
          <p:cNvSpPr txBox="1"/>
          <p:nvPr/>
        </p:nvSpPr>
        <p:spPr>
          <a:xfrm>
            <a:off x="3581400" y="3581400"/>
            <a:ext cx="5181600" cy="1616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nSpc>
                <a:spcPct val="125000"/>
              </a:lnSpc>
              <a:spcBef>
                <a:spcPct val="0"/>
              </a:spcBef>
              <a:buClrTx/>
              <a:buSzTx/>
              <a:buFontTx/>
              <a:buNone/>
            </a:pPr>
            <a:r>
              <a:rPr lang="en-US" altLang="zh-CN" sz="2000" b="1" dirty="0">
                <a:solidFill>
                  <a:srgbClr val="0000FF"/>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Since it is</a:t>
            </a:r>
            <a:r>
              <a:rPr lang="en-US" altLang="zh-CN" sz="2000" b="1" dirty="0">
                <a:solidFill>
                  <a:srgbClr val="0000FF"/>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symmetrical</a:t>
            </a:r>
            <a:r>
              <a:rPr lang="en-US" altLang="zh-CN" sz="2000" b="1" dirty="0">
                <a:solidFill>
                  <a:srgbClr val="0000FF"/>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about any plane of </a:t>
            </a:r>
            <a:r>
              <a:rPr lang="en-US" altLang="zh-CN" sz="2000" b="1" i="1" dirty="0">
                <a:solidFill>
                  <a:srgbClr val="FF0000"/>
                </a:solidFill>
                <a:latin typeface="Times New Roman" panose="02020603050405020304" pitchFamily="18" charset="0"/>
              </a:rPr>
              <a:t>z </a:t>
            </a:r>
            <a:r>
              <a:rPr lang="en-US" altLang="zh-CN" sz="2000" b="1" dirty="0">
                <a:solidFill>
                  <a:srgbClr val="FF0000"/>
                </a:solidFill>
                <a:latin typeface="Times New Roman" panose="02020603050405020304" pitchFamily="18" charset="0"/>
              </a:rPr>
              <a:t>= constant</a:t>
            </a:r>
            <a:r>
              <a:rPr lang="en-US" altLang="zh-CN" sz="2000" b="1" dirty="0">
                <a:solidFill>
                  <a:srgbClr val="000000"/>
                </a:solidFill>
                <a:latin typeface="Times New Roman" panose="02020603050405020304" pitchFamily="18" charset="0"/>
              </a:rPr>
              <a:t>, the electric field intensity must be</a:t>
            </a:r>
            <a:r>
              <a:rPr lang="en-US" altLang="zh-CN" sz="2000" b="1" dirty="0">
                <a:solidFill>
                  <a:srgbClr val="0000FF"/>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perpendicular</a:t>
            </a:r>
            <a:r>
              <a:rPr lang="en-US" altLang="zh-CN" sz="2000" b="1" dirty="0">
                <a:solidFill>
                  <a:srgbClr val="0000FF"/>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to the </a:t>
            </a:r>
            <a:r>
              <a:rPr lang="en-US" altLang="zh-CN" sz="2000" b="1" i="1" dirty="0">
                <a:solidFill>
                  <a:srgbClr val="FF0000"/>
                </a:solidFill>
                <a:latin typeface="Times New Roman" panose="02020603050405020304" pitchFamily="18" charset="0"/>
              </a:rPr>
              <a:t>z</a:t>
            </a:r>
            <a:r>
              <a:rPr lang="en-US" altLang="zh-CN" sz="2000" b="1" dirty="0">
                <a:solidFill>
                  <a:srgbClr val="FF0000"/>
                </a:solidFill>
                <a:latin typeface="Times New Roman" panose="02020603050405020304" pitchFamily="18" charset="0"/>
              </a:rPr>
              <a:t>-axis</a:t>
            </a:r>
            <a:r>
              <a:rPr lang="en-US" altLang="zh-CN" sz="2000" b="1" dirty="0">
                <a:solidFill>
                  <a:srgbClr val="000000"/>
                </a:solidFill>
                <a:latin typeface="Times New Roman" panose="02020603050405020304" pitchFamily="18" charset="0"/>
              </a:rPr>
              <a:t>, and</a:t>
            </a:r>
            <a:r>
              <a:rPr lang="en-US" altLang="zh-CN" sz="2000" b="1" dirty="0">
                <a:solidFill>
                  <a:srgbClr val="0000FF"/>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coplanar</a:t>
            </a:r>
            <a:r>
              <a:rPr lang="en-US" altLang="zh-CN" sz="2000" b="1" dirty="0">
                <a:solidFill>
                  <a:srgbClr val="0000FF"/>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with the radial coordinate </a:t>
            </a:r>
            <a:r>
              <a:rPr lang="en-US" altLang="zh-CN" sz="2000" b="1" i="1" dirty="0">
                <a:solidFill>
                  <a:srgbClr val="FF0000"/>
                </a:solidFill>
                <a:latin typeface="Times New Roman" panose="02020603050405020304" pitchFamily="18" charset="0"/>
              </a:rPr>
              <a:t>r</a:t>
            </a:r>
            <a:r>
              <a:rPr lang="en-US" altLang="zh-CN" sz="2000" b="1" dirty="0">
                <a:solidFill>
                  <a:srgbClr val="000000"/>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09922"/>
                                        </p:tgtEl>
                                        <p:attrNameLst>
                                          <p:attrName>style.visibility</p:attrName>
                                        </p:attrNameLst>
                                      </p:cBhvr>
                                      <p:to>
                                        <p:strVal val="visible"/>
                                      </p:to>
                                    </p:set>
                                    <p:anim calcmode="lin" valueType="num">
                                      <p:cBhvr additive="base">
                                        <p:cTn id="7" dur="500" fill="hold"/>
                                        <p:tgtEl>
                                          <p:spTgt spid="209922"/>
                                        </p:tgtEl>
                                        <p:attrNameLst>
                                          <p:attrName>ppt_x</p:attrName>
                                        </p:attrNameLst>
                                      </p:cBhvr>
                                      <p:tavLst>
                                        <p:tav tm="0">
                                          <p:val>
                                            <p:strVal val="#ppt_x"/>
                                          </p:val>
                                        </p:tav>
                                        <p:tav tm="100000">
                                          <p:val>
                                            <p:strVal val="#ppt_x"/>
                                          </p:val>
                                        </p:tav>
                                      </p:tavLst>
                                    </p:anim>
                                    <p:anim calcmode="lin" valueType="num">
                                      <p:cBhvr additive="base">
                                        <p:cTn id="8" dur="500" fill="hold"/>
                                        <p:tgtEl>
                                          <p:spTgt spid="2099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099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9952"/>
                                        </p:tgtEl>
                                        <p:attrNameLst>
                                          <p:attrName>style.visibility</p:attrName>
                                        </p:attrNameLst>
                                      </p:cBhvr>
                                      <p:to>
                                        <p:strVal val="visible"/>
                                      </p:to>
                                    </p:set>
                                    <p:anim calcmode="lin" valueType="num">
                                      <p:cBhvr additive="base">
                                        <p:cTn id="17" dur="500" fill="hold"/>
                                        <p:tgtEl>
                                          <p:spTgt spid="209952"/>
                                        </p:tgtEl>
                                        <p:attrNameLst>
                                          <p:attrName>ppt_x</p:attrName>
                                        </p:attrNameLst>
                                      </p:cBhvr>
                                      <p:tavLst>
                                        <p:tav tm="0">
                                          <p:val>
                                            <p:strVal val="#ppt_x"/>
                                          </p:val>
                                        </p:tav>
                                        <p:tav tm="100000">
                                          <p:val>
                                            <p:strVal val="#ppt_x"/>
                                          </p:val>
                                        </p:tav>
                                      </p:tavLst>
                                    </p:anim>
                                    <p:anim calcmode="lin" valueType="num">
                                      <p:cBhvr additive="base">
                                        <p:cTn id="18" dur="500" fill="hold"/>
                                        <p:tgtEl>
                                          <p:spTgt spid="20995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9954"/>
                                        </p:tgtEl>
                                        <p:attrNameLst>
                                          <p:attrName>style.visibility</p:attrName>
                                        </p:attrNameLst>
                                      </p:cBhvr>
                                      <p:to>
                                        <p:strVal val="visible"/>
                                      </p:to>
                                    </p:set>
                                    <p:anim calcmode="lin" valueType="num">
                                      <p:cBhvr additive="base">
                                        <p:cTn id="23" dur="500" fill="hold"/>
                                        <p:tgtEl>
                                          <p:spTgt spid="209954"/>
                                        </p:tgtEl>
                                        <p:attrNameLst>
                                          <p:attrName>ppt_x</p:attrName>
                                        </p:attrNameLst>
                                      </p:cBhvr>
                                      <p:tavLst>
                                        <p:tav tm="0">
                                          <p:val>
                                            <p:strVal val="#ppt_x"/>
                                          </p:val>
                                        </p:tav>
                                        <p:tav tm="100000">
                                          <p:val>
                                            <p:strVal val="#ppt_x"/>
                                          </p:val>
                                        </p:tav>
                                      </p:tavLst>
                                    </p:anim>
                                    <p:anim calcmode="lin" valueType="num">
                                      <p:cBhvr additive="base">
                                        <p:cTn id="24" dur="500" fill="hold"/>
                                        <p:tgtEl>
                                          <p:spTgt spid="20995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09953"/>
                                        </p:tgtEl>
                                        <p:attrNameLst>
                                          <p:attrName>style.visibility</p:attrName>
                                        </p:attrNameLst>
                                      </p:cBhvr>
                                      <p:to>
                                        <p:strVal val="visible"/>
                                      </p:to>
                                    </p:set>
                                    <p:anim calcmode="lin" valueType="num">
                                      <p:cBhvr additive="base">
                                        <p:cTn id="29" dur="500" fill="hold"/>
                                        <p:tgtEl>
                                          <p:spTgt spid="209953"/>
                                        </p:tgtEl>
                                        <p:attrNameLst>
                                          <p:attrName>ppt_x</p:attrName>
                                        </p:attrNameLst>
                                      </p:cBhvr>
                                      <p:tavLst>
                                        <p:tav tm="0">
                                          <p:val>
                                            <p:strVal val="#ppt_x"/>
                                          </p:val>
                                        </p:tav>
                                        <p:tav tm="100000">
                                          <p:val>
                                            <p:strVal val="#ppt_x"/>
                                          </p:val>
                                        </p:tav>
                                      </p:tavLst>
                                    </p:anim>
                                    <p:anim calcmode="lin" valueType="num">
                                      <p:cBhvr additive="base">
                                        <p:cTn id="30" dur="500" fill="hold"/>
                                        <p:tgtEl>
                                          <p:spTgt spid="2099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P spid="209952" grpId="0"/>
      <p:bldP spid="209953" grpId="0"/>
      <p:bldP spid="20995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p:nvPr/>
        </p:nvSpPr>
        <p:spPr>
          <a:xfrm>
            <a:off x="685800" y="1752600"/>
            <a:ext cx="76962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0000FF"/>
                </a:solidFill>
                <a:latin typeface="Times New Roman" panose="02020603050405020304" pitchFamily="18" charset="0"/>
              </a:rPr>
              <a:t>Since the direction of the electric field intensity </a:t>
            </a:r>
            <a:r>
              <a:rPr lang="en-US" altLang="zh-CN" sz="2000" b="1" dirty="0">
                <a:solidFill>
                  <a:srgbClr val="FF0000"/>
                </a:solidFill>
                <a:latin typeface="Times New Roman" panose="02020603050405020304" pitchFamily="18" charset="0"/>
              </a:rPr>
              <a:t>coincides</a:t>
            </a:r>
            <a:r>
              <a:rPr lang="en-US" altLang="zh-CN" sz="2000" b="1" dirty="0">
                <a:solidFill>
                  <a:srgbClr val="0000FF"/>
                </a:solidFill>
                <a:latin typeface="Times New Roman" panose="02020603050405020304" pitchFamily="18" charset="0"/>
              </a:rPr>
              <a:t> with the outward normal of lateral surface </a:t>
            </a:r>
            <a:r>
              <a:rPr lang="en-US" altLang="zh-CN" sz="2000" b="1" i="1" dirty="0">
                <a:solidFill>
                  <a:srgbClr val="FF0000"/>
                </a:solidFill>
                <a:latin typeface="Times New Roman" panose="02020603050405020304" pitchFamily="18" charset="0"/>
              </a:rPr>
              <a:t>S</a:t>
            </a:r>
            <a:r>
              <a:rPr lang="en-US" altLang="zh-CN" sz="2000" b="1" baseline="-25000" dirty="0">
                <a:solidFill>
                  <a:srgbClr val="FF0000"/>
                </a:solidFill>
                <a:latin typeface="Times New Roman" panose="02020603050405020304" pitchFamily="18" charset="0"/>
              </a:rPr>
              <a:t>1</a:t>
            </a:r>
            <a:r>
              <a:rPr lang="en-US" altLang="zh-CN" sz="2000" b="1" dirty="0">
                <a:solidFill>
                  <a:srgbClr val="0000FF"/>
                </a:solidFill>
                <a:latin typeface="Times New Roman" panose="02020603050405020304" pitchFamily="18" charset="0"/>
              </a:rPr>
              <a:t> of the cylinder</a:t>
            </a:r>
            <a:r>
              <a:rPr lang="en-US" altLang="zh-CN" sz="2000" b="1" dirty="0">
                <a:solidFill>
                  <a:srgbClr val="FF0000"/>
                </a:solidFill>
                <a:latin typeface="Times New Roman" panose="02020603050405020304" pitchFamily="18" charset="0"/>
              </a:rPr>
              <a:t> everywhere</a:t>
            </a:r>
            <a:r>
              <a:rPr lang="en-US" altLang="zh-CN" sz="2000" b="1" dirty="0">
                <a:solidFill>
                  <a:srgbClr val="0000FF"/>
                </a:solidFill>
                <a:latin typeface="Times New Roman" panose="02020603050405020304" pitchFamily="18" charset="0"/>
              </a:rPr>
              <a:t> and is </a:t>
            </a:r>
            <a:r>
              <a:rPr lang="en-US" altLang="zh-CN" sz="2000" b="1" dirty="0">
                <a:solidFill>
                  <a:srgbClr val="FF0000"/>
                </a:solidFill>
                <a:latin typeface="Times New Roman" panose="02020603050405020304" pitchFamily="18" charset="0"/>
              </a:rPr>
              <a:t>perpendicular</a:t>
            </a:r>
            <a:r>
              <a:rPr lang="en-US" altLang="zh-CN" sz="2000" b="1" dirty="0">
                <a:solidFill>
                  <a:srgbClr val="0000FF"/>
                </a:solidFill>
                <a:latin typeface="Times New Roman" panose="02020603050405020304" pitchFamily="18" charset="0"/>
              </a:rPr>
              <a:t> to the normal to the upper or the lower end faces, the left side of the surface integral becomes</a:t>
            </a:r>
            <a:endParaRPr lang="en-US" altLang="zh-CN" sz="2000" b="1" dirty="0">
              <a:solidFill>
                <a:srgbClr val="0000FF"/>
              </a:solidFill>
              <a:latin typeface="Times New Roman" panose="02020603050405020304" pitchFamily="18" charset="0"/>
              <a:ea typeface="楷体_GB2312" pitchFamily="49" charset="-122"/>
            </a:endParaRPr>
          </a:p>
        </p:txBody>
      </p:sp>
      <p:graphicFrame>
        <p:nvGraphicFramePr>
          <p:cNvPr id="210947" name="Object 3"/>
          <p:cNvGraphicFramePr>
            <a:graphicFrameLocks noChangeAspect="1"/>
          </p:cNvGraphicFramePr>
          <p:nvPr/>
        </p:nvGraphicFramePr>
        <p:xfrm>
          <a:off x="2555875" y="3860800"/>
          <a:ext cx="4105275" cy="628650"/>
        </p:xfrm>
        <a:graphic>
          <a:graphicData uri="http://schemas.openxmlformats.org/presentationml/2006/ole">
            <mc:AlternateContent xmlns:mc="http://schemas.openxmlformats.org/markup-compatibility/2006">
              <mc:Choice xmlns:v="urn:schemas-microsoft-com:vml" Requires="v">
                <p:oleObj r:id="rId2" imgW="2057400" imgH="317500" progId="Equation.3">
                  <p:embed/>
                </p:oleObj>
              </mc:Choice>
              <mc:Fallback>
                <p:oleObj r:id="rId2" imgW="2057400" imgH="317500" progId="Equation.3">
                  <p:embed/>
                  <p:pic>
                    <p:nvPicPr>
                      <p:cNvPr id="210947" name="Object 3"/>
                      <p:cNvPicPr/>
                      <p:nvPr/>
                    </p:nvPicPr>
                    <p:blipFill>
                      <a:blip r:embed="rId3"/>
                      <a:stretch>
                        <a:fillRect/>
                      </a:stretch>
                    </p:blipFill>
                    <p:spPr>
                      <a:xfrm>
                        <a:off x="2555875" y="3860800"/>
                        <a:ext cx="4105275" cy="628650"/>
                      </a:xfrm>
                      <a:prstGeom prst="rect">
                        <a:avLst/>
                      </a:prstGeom>
                      <a:noFill/>
                      <a:ln w="38100">
                        <a:noFill/>
                        <a:miter/>
                      </a:ln>
                    </p:spPr>
                  </p:pic>
                </p:oleObj>
              </mc:Fallback>
            </mc:AlternateContent>
          </a:graphicData>
        </a:graphic>
      </p:graphicFrame>
      <p:grpSp>
        <p:nvGrpSpPr>
          <p:cNvPr id="210948" name="Group 4"/>
          <p:cNvGrpSpPr/>
          <p:nvPr/>
        </p:nvGrpSpPr>
        <p:grpSpPr>
          <a:xfrm>
            <a:off x="762000" y="4648200"/>
            <a:ext cx="7772400" cy="1006475"/>
            <a:chOff x="576" y="2928"/>
            <a:chExt cx="4896" cy="634"/>
          </a:xfrm>
        </p:grpSpPr>
        <p:sp>
          <p:nvSpPr>
            <p:cNvPr id="27656" name="Text Box 5"/>
            <p:cNvSpPr txBox="1"/>
            <p:nvPr/>
          </p:nvSpPr>
          <p:spPr>
            <a:xfrm>
              <a:off x="576" y="2928"/>
              <a:ext cx="4896" cy="63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rPr>
                <a:t>         For </a:t>
              </a:r>
              <a:r>
                <a:rPr lang="en-US" altLang="zh-CN" sz="2000" b="1" i="1" dirty="0">
                  <a:solidFill>
                    <a:srgbClr val="FF0000"/>
                  </a:solidFill>
                  <a:latin typeface="Times New Roman" panose="02020603050405020304" pitchFamily="18" charset="0"/>
                </a:rPr>
                <a:t>r </a:t>
              </a:r>
              <a:r>
                <a:rPr lang="en-US" altLang="zh-CN" sz="2000" b="1" dirty="0">
                  <a:solidFill>
                    <a:srgbClr val="FF0000"/>
                  </a:solidFill>
                  <a:latin typeface="Times New Roman" panose="02020603050405020304" pitchFamily="18" charset="0"/>
                </a:rPr>
                <a:t>&lt; </a:t>
              </a:r>
              <a:r>
                <a:rPr lang="en-US" altLang="zh-CN" sz="2000" b="1" i="1" dirty="0">
                  <a:solidFill>
                    <a:srgbClr val="FF0000"/>
                  </a:solidFill>
                  <a:latin typeface="Times New Roman" panose="02020603050405020304" pitchFamily="18" charset="0"/>
                </a:rPr>
                <a:t>a</a:t>
              </a:r>
              <a:r>
                <a:rPr lang="en-US" altLang="zh-CN" sz="2000" dirty="0">
                  <a:solidFill>
                    <a:srgbClr val="0000FF"/>
                  </a:solidFill>
                  <a:latin typeface="Times New Roman" panose="02020603050405020304" pitchFamily="18" charset="0"/>
                </a:rPr>
                <a:t> </a:t>
              </a:r>
              <a:r>
                <a:rPr lang="en-US" altLang="zh-CN" sz="2000" b="1" dirty="0">
                  <a:solidFill>
                    <a:srgbClr val="0000FF"/>
                  </a:solidFill>
                  <a:latin typeface="Times New Roman" panose="02020603050405020304" pitchFamily="18" charset="0"/>
                </a:rPr>
                <a:t>, the charge                   </a:t>
              </a:r>
              <a:r>
                <a:rPr lang="en-US" altLang="zh-CN" sz="2000" b="1" dirty="0">
                  <a:solidFill>
                    <a:srgbClr val="0000FF"/>
                  </a:solidFill>
                  <a:latin typeface="Times New Roman" panose="02020603050405020304" pitchFamily="18" charset="0"/>
                  <a:ea typeface="楷体_GB2312" pitchFamily="49" charset="-122"/>
                </a:rPr>
                <a:t>, and the electric field intensity</a:t>
              </a:r>
              <a:r>
                <a:rPr lang="en-US" altLang="zh-CN" sz="2000" b="1" dirty="0">
                  <a:solidFill>
                    <a:srgbClr val="0000FF"/>
                  </a:solidFill>
                  <a:latin typeface="楷体_GB2312" pitchFamily="49" charset="-122"/>
                  <a:ea typeface="楷体_GB2312" pitchFamily="49" charset="-122"/>
                </a:rPr>
                <a:t> </a:t>
              </a:r>
              <a:r>
                <a:rPr lang="en-US" altLang="zh-CN" sz="2000" b="1" dirty="0">
                  <a:solidFill>
                    <a:srgbClr val="0000FF"/>
                  </a:solidFill>
                  <a:latin typeface="Times New Roman" panose="02020603050405020304" pitchFamily="18" charset="0"/>
                  <a:ea typeface="楷体_GB2312" pitchFamily="49" charset="-122"/>
                </a:rPr>
                <a:t>is</a:t>
              </a:r>
              <a:r>
                <a:rPr lang="en-US" altLang="zh-CN" sz="2000" b="1" dirty="0">
                  <a:solidFill>
                    <a:srgbClr val="0000FF"/>
                  </a:solidFill>
                  <a:latin typeface="楷体_GB2312" pitchFamily="49" charset="-122"/>
                  <a:ea typeface="楷体_GB2312" pitchFamily="49" charset="-122"/>
                </a:rPr>
                <a:t>  </a:t>
              </a:r>
            </a:p>
          </p:txBody>
        </p:sp>
        <p:graphicFrame>
          <p:nvGraphicFramePr>
            <p:cNvPr id="27657" name="Object 6"/>
            <p:cNvGraphicFramePr>
              <a:graphicFrameLocks noChangeAspect="1"/>
            </p:cNvGraphicFramePr>
            <p:nvPr/>
          </p:nvGraphicFramePr>
          <p:xfrm>
            <a:off x="2496" y="3016"/>
            <a:ext cx="687" cy="238"/>
          </p:xfrm>
          <a:graphic>
            <a:graphicData uri="http://schemas.openxmlformats.org/presentationml/2006/ole">
              <mc:AlternateContent xmlns:mc="http://schemas.openxmlformats.org/markup-compatibility/2006">
                <mc:Choice xmlns:v="urn:schemas-microsoft-com:vml" Requires="v">
                  <p:oleObj r:id="rId4" imgW="660400" imgH="228600" progId="Equation.3">
                    <p:embed/>
                  </p:oleObj>
                </mc:Choice>
                <mc:Fallback>
                  <p:oleObj r:id="rId4" imgW="660400" imgH="228600" progId="Equation.3">
                    <p:embed/>
                    <p:pic>
                      <p:nvPicPr>
                        <p:cNvPr id="27657" name="Object 6"/>
                        <p:cNvPicPr/>
                        <p:nvPr/>
                      </p:nvPicPr>
                      <p:blipFill>
                        <a:blip r:embed="rId5"/>
                        <a:stretch>
                          <a:fillRect/>
                        </a:stretch>
                      </p:blipFill>
                      <p:spPr>
                        <a:xfrm>
                          <a:off x="2496" y="3016"/>
                          <a:ext cx="687" cy="238"/>
                        </a:xfrm>
                        <a:prstGeom prst="rect">
                          <a:avLst/>
                        </a:prstGeom>
                        <a:noFill/>
                        <a:ln w="38100">
                          <a:noFill/>
                          <a:miter/>
                        </a:ln>
                      </p:spPr>
                    </p:pic>
                  </p:oleObj>
                </mc:Fallback>
              </mc:AlternateContent>
            </a:graphicData>
          </a:graphic>
        </p:graphicFrame>
      </p:grpSp>
      <p:graphicFrame>
        <p:nvGraphicFramePr>
          <p:cNvPr id="210951" name="Object 7"/>
          <p:cNvGraphicFramePr>
            <a:graphicFrameLocks noChangeAspect="1"/>
          </p:cNvGraphicFramePr>
          <p:nvPr/>
        </p:nvGraphicFramePr>
        <p:xfrm>
          <a:off x="3635375" y="5300663"/>
          <a:ext cx="1584325" cy="987425"/>
        </p:xfrm>
        <a:graphic>
          <a:graphicData uri="http://schemas.openxmlformats.org/presentationml/2006/ole">
            <mc:AlternateContent xmlns:mc="http://schemas.openxmlformats.org/markup-compatibility/2006">
              <mc:Choice xmlns:v="urn:schemas-microsoft-com:vml" Requires="v">
                <p:oleObj r:id="rId6" imgW="685800" imgH="431800" progId="Equation.3">
                  <p:embed/>
                </p:oleObj>
              </mc:Choice>
              <mc:Fallback>
                <p:oleObj r:id="rId6" imgW="685800" imgH="431800" progId="Equation.3">
                  <p:embed/>
                  <p:pic>
                    <p:nvPicPr>
                      <p:cNvPr id="210951" name="Object 7"/>
                      <p:cNvPicPr/>
                      <p:nvPr/>
                    </p:nvPicPr>
                    <p:blipFill>
                      <a:blip r:embed="rId7"/>
                      <a:stretch>
                        <a:fillRect/>
                      </a:stretch>
                    </p:blipFill>
                    <p:spPr>
                      <a:xfrm>
                        <a:off x="3635375" y="5300663"/>
                        <a:ext cx="1584325" cy="987425"/>
                      </a:xfrm>
                      <a:prstGeom prst="rect">
                        <a:avLst/>
                      </a:prstGeom>
                      <a:noFill/>
                      <a:ln w="38100">
                        <a:noFill/>
                        <a:miter/>
                      </a:ln>
                    </p:spPr>
                  </p:pic>
                </p:oleObj>
              </mc:Fallback>
            </mc:AlternateContent>
          </a:graphicData>
        </a:graphic>
      </p:graphicFrame>
      <p:sp>
        <p:nvSpPr>
          <p:cNvPr id="210952" name="Text Box 8"/>
          <p:cNvSpPr txBox="1"/>
          <p:nvPr/>
        </p:nvSpPr>
        <p:spPr>
          <a:xfrm>
            <a:off x="609600" y="228600"/>
            <a:ext cx="80010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宋体" panose="02010600030101010101" pitchFamily="2" charset="-122"/>
              </a:rPr>
              <a:t>    </a:t>
            </a:r>
            <a:r>
              <a:rPr lang="en-US" altLang="zh-CN" sz="2000" b="1" dirty="0">
                <a:solidFill>
                  <a:srgbClr val="0000FF"/>
                </a:solidFill>
                <a:latin typeface="Times New Roman" panose="02020603050405020304" pitchFamily="18" charset="0"/>
              </a:rPr>
              <a:t>Construct a cylindrical </a:t>
            </a:r>
            <a:r>
              <a:rPr lang="en-US" altLang="zh-CN" sz="2000" b="1" dirty="0">
                <a:solidFill>
                  <a:srgbClr val="FF0000"/>
                </a:solidFill>
                <a:latin typeface="Times New Roman" panose="02020603050405020304" pitchFamily="18" charset="0"/>
              </a:rPr>
              <a:t>Gaussian surface</a:t>
            </a:r>
            <a:r>
              <a:rPr lang="en-US" altLang="zh-CN" sz="2000" b="1" dirty="0">
                <a:solidFill>
                  <a:srgbClr val="0000FF"/>
                </a:solidFill>
                <a:latin typeface="Times New Roman" panose="02020603050405020304" pitchFamily="18" charset="0"/>
              </a:rPr>
              <a:t> of radius </a:t>
            </a:r>
            <a:r>
              <a:rPr lang="en-US" altLang="zh-CN" sz="2000" b="1" i="1" dirty="0">
                <a:solidFill>
                  <a:srgbClr val="000000"/>
                </a:solidFill>
                <a:latin typeface="Times New Roman" panose="02020603050405020304" pitchFamily="18" charset="0"/>
              </a:rPr>
              <a:t>r</a:t>
            </a:r>
            <a:r>
              <a:rPr lang="en-US" altLang="zh-CN" sz="2000" dirty="0">
                <a:solidFill>
                  <a:srgbClr val="000000"/>
                </a:solidFill>
                <a:latin typeface="Times New Roman" panose="02020603050405020304" pitchFamily="18" charset="0"/>
              </a:rPr>
              <a:t> </a:t>
            </a:r>
            <a:r>
              <a:rPr lang="en-US" altLang="zh-CN" sz="2000" b="1" dirty="0">
                <a:solidFill>
                  <a:srgbClr val="0000FF"/>
                </a:solidFill>
                <a:latin typeface="Times New Roman" panose="02020603050405020304" pitchFamily="18" charset="0"/>
              </a:rPr>
              <a:t>and length </a:t>
            </a:r>
            <a:r>
              <a:rPr lang="en-US" altLang="zh-CN" sz="2000" b="1" i="1" dirty="0">
                <a:solidFill>
                  <a:srgbClr val="000000"/>
                </a:solidFill>
                <a:latin typeface="Times New Roman" panose="02020603050405020304" pitchFamily="18" charset="0"/>
              </a:rPr>
              <a:t>L</a:t>
            </a:r>
            <a:r>
              <a:rPr lang="en-US" altLang="zh-CN" sz="2000" b="1" dirty="0">
                <a:solidFill>
                  <a:srgbClr val="0000FF"/>
                </a:solidFill>
                <a:latin typeface="Times New Roman" panose="02020603050405020304" pitchFamily="18" charset="0"/>
              </a:rPr>
              <a:t>. Applying Gauss’ law, we have</a:t>
            </a:r>
            <a:endParaRPr lang="en-US" altLang="zh-CN" sz="2000" b="1" dirty="0">
              <a:solidFill>
                <a:srgbClr val="0000FF"/>
              </a:solidFill>
              <a:latin typeface="楷体_GB2312" pitchFamily="49" charset="-122"/>
              <a:ea typeface="楷体_GB2312" pitchFamily="49" charset="-122"/>
            </a:endParaRPr>
          </a:p>
        </p:txBody>
      </p:sp>
      <p:graphicFrame>
        <p:nvGraphicFramePr>
          <p:cNvPr id="210953" name="Object 9"/>
          <p:cNvGraphicFramePr>
            <a:graphicFrameLocks noChangeAspect="1"/>
          </p:cNvGraphicFramePr>
          <p:nvPr/>
        </p:nvGraphicFramePr>
        <p:xfrm>
          <a:off x="3708400" y="1125538"/>
          <a:ext cx="1625600" cy="771525"/>
        </p:xfrm>
        <a:graphic>
          <a:graphicData uri="http://schemas.openxmlformats.org/presentationml/2006/ole">
            <mc:AlternateContent xmlns:mc="http://schemas.openxmlformats.org/markup-compatibility/2006">
              <mc:Choice xmlns:v="urn:schemas-microsoft-com:vml" Requires="v">
                <p:oleObj r:id="rId8" imgW="901065" imgH="431800" progId="Equation.3">
                  <p:embed/>
                </p:oleObj>
              </mc:Choice>
              <mc:Fallback>
                <p:oleObj r:id="rId8" imgW="901065" imgH="431800" progId="Equation.3">
                  <p:embed/>
                  <p:pic>
                    <p:nvPicPr>
                      <p:cNvPr id="210953" name="Object 9"/>
                      <p:cNvPicPr/>
                      <p:nvPr/>
                    </p:nvPicPr>
                    <p:blipFill>
                      <a:blip r:embed="rId9"/>
                      <a:stretch>
                        <a:fillRect/>
                      </a:stretch>
                    </p:blipFill>
                    <p:spPr>
                      <a:xfrm>
                        <a:off x="3708400" y="1125538"/>
                        <a:ext cx="1625600" cy="7715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0952"/>
                                        </p:tgtEl>
                                        <p:attrNameLst>
                                          <p:attrName>style.visibility</p:attrName>
                                        </p:attrNameLst>
                                      </p:cBhvr>
                                      <p:to>
                                        <p:strVal val="visible"/>
                                      </p:to>
                                    </p:set>
                                    <p:anim calcmode="lin" valueType="num">
                                      <p:cBhvr additive="base">
                                        <p:cTn id="7" dur="500" fill="hold"/>
                                        <p:tgtEl>
                                          <p:spTgt spid="210952"/>
                                        </p:tgtEl>
                                        <p:attrNameLst>
                                          <p:attrName>ppt_x</p:attrName>
                                        </p:attrNameLst>
                                      </p:cBhvr>
                                      <p:tavLst>
                                        <p:tav tm="0">
                                          <p:val>
                                            <p:strVal val="#ppt_x"/>
                                          </p:val>
                                        </p:tav>
                                        <p:tav tm="100000">
                                          <p:val>
                                            <p:strVal val="#ppt_x"/>
                                          </p:val>
                                        </p:tav>
                                      </p:tavLst>
                                    </p:anim>
                                    <p:anim calcmode="lin" valueType="num">
                                      <p:cBhvr additive="base">
                                        <p:cTn id="8" dur="500" fill="hold"/>
                                        <p:tgtEl>
                                          <p:spTgt spid="21095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0953"/>
                                        </p:tgtEl>
                                        <p:attrNameLst>
                                          <p:attrName>style.visibility</p:attrName>
                                        </p:attrNameLst>
                                      </p:cBhvr>
                                      <p:to>
                                        <p:strVal val="visible"/>
                                      </p:to>
                                    </p:set>
                                    <p:anim calcmode="lin" valueType="num">
                                      <p:cBhvr additive="base">
                                        <p:cTn id="13" dur="500" fill="hold"/>
                                        <p:tgtEl>
                                          <p:spTgt spid="210953"/>
                                        </p:tgtEl>
                                        <p:attrNameLst>
                                          <p:attrName>ppt_x</p:attrName>
                                        </p:attrNameLst>
                                      </p:cBhvr>
                                      <p:tavLst>
                                        <p:tav tm="0">
                                          <p:val>
                                            <p:strVal val="#ppt_x"/>
                                          </p:val>
                                        </p:tav>
                                        <p:tav tm="100000">
                                          <p:val>
                                            <p:strVal val="#ppt_x"/>
                                          </p:val>
                                        </p:tav>
                                      </p:tavLst>
                                    </p:anim>
                                    <p:anim calcmode="lin" valueType="num">
                                      <p:cBhvr additive="base">
                                        <p:cTn id="14" dur="500" fill="hold"/>
                                        <p:tgtEl>
                                          <p:spTgt spid="2109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0946"/>
                                        </p:tgtEl>
                                        <p:attrNameLst>
                                          <p:attrName>style.visibility</p:attrName>
                                        </p:attrNameLst>
                                      </p:cBhvr>
                                      <p:to>
                                        <p:strVal val="visible"/>
                                      </p:to>
                                    </p:set>
                                    <p:anim calcmode="lin" valueType="num">
                                      <p:cBhvr additive="base">
                                        <p:cTn id="19" dur="500" fill="hold"/>
                                        <p:tgtEl>
                                          <p:spTgt spid="210946"/>
                                        </p:tgtEl>
                                        <p:attrNameLst>
                                          <p:attrName>ppt_x</p:attrName>
                                        </p:attrNameLst>
                                      </p:cBhvr>
                                      <p:tavLst>
                                        <p:tav tm="0">
                                          <p:val>
                                            <p:strVal val="#ppt_x"/>
                                          </p:val>
                                        </p:tav>
                                        <p:tav tm="100000">
                                          <p:val>
                                            <p:strVal val="#ppt_x"/>
                                          </p:val>
                                        </p:tav>
                                      </p:tavLst>
                                    </p:anim>
                                    <p:anim calcmode="lin" valueType="num">
                                      <p:cBhvr additive="base">
                                        <p:cTn id="20" dur="500" fill="hold"/>
                                        <p:tgtEl>
                                          <p:spTgt spid="2109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0947"/>
                                        </p:tgtEl>
                                        <p:attrNameLst>
                                          <p:attrName>style.visibility</p:attrName>
                                        </p:attrNameLst>
                                      </p:cBhvr>
                                      <p:to>
                                        <p:strVal val="visible"/>
                                      </p:to>
                                    </p:set>
                                    <p:anim calcmode="lin" valueType="num">
                                      <p:cBhvr additive="base">
                                        <p:cTn id="25" dur="500" fill="hold"/>
                                        <p:tgtEl>
                                          <p:spTgt spid="210947"/>
                                        </p:tgtEl>
                                        <p:attrNameLst>
                                          <p:attrName>ppt_x</p:attrName>
                                        </p:attrNameLst>
                                      </p:cBhvr>
                                      <p:tavLst>
                                        <p:tav tm="0">
                                          <p:val>
                                            <p:strVal val="#ppt_x"/>
                                          </p:val>
                                        </p:tav>
                                        <p:tav tm="100000">
                                          <p:val>
                                            <p:strVal val="#ppt_x"/>
                                          </p:val>
                                        </p:tav>
                                      </p:tavLst>
                                    </p:anim>
                                    <p:anim calcmode="lin" valueType="num">
                                      <p:cBhvr additive="base">
                                        <p:cTn id="26" dur="500" fill="hold"/>
                                        <p:tgtEl>
                                          <p:spTgt spid="21094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0948"/>
                                        </p:tgtEl>
                                        <p:attrNameLst>
                                          <p:attrName>style.visibility</p:attrName>
                                        </p:attrNameLst>
                                      </p:cBhvr>
                                      <p:to>
                                        <p:strVal val="visible"/>
                                      </p:to>
                                    </p:set>
                                    <p:anim calcmode="lin" valueType="num">
                                      <p:cBhvr additive="base">
                                        <p:cTn id="31" dur="500" fill="hold"/>
                                        <p:tgtEl>
                                          <p:spTgt spid="210948"/>
                                        </p:tgtEl>
                                        <p:attrNameLst>
                                          <p:attrName>ppt_x</p:attrName>
                                        </p:attrNameLst>
                                      </p:cBhvr>
                                      <p:tavLst>
                                        <p:tav tm="0">
                                          <p:val>
                                            <p:strVal val="#ppt_x"/>
                                          </p:val>
                                        </p:tav>
                                        <p:tav tm="100000">
                                          <p:val>
                                            <p:strVal val="#ppt_x"/>
                                          </p:val>
                                        </p:tav>
                                      </p:tavLst>
                                    </p:anim>
                                    <p:anim calcmode="lin" valueType="num">
                                      <p:cBhvr additive="base">
                                        <p:cTn id="32" dur="500" fill="hold"/>
                                        <p:tgtEl>
                                          <p:spTgt spid="21094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0951"/>
                                        </p:tgtEl>
                                        <p:attrNameLst>
                                          <p:attrName>style.visibility</p:attrName>
                                        </p:attrNameLst>
                                      </p:cBhvr>
                                      <p:to>
                                        <p:strVal val="visible"/>
                                      </p:to>
                                    </p:set>
                                    <p:anim calcmode="lin" valueType="num">
                                      <p:cBhvr additive="base">
                                        <p:cTn id="37" dur="500" fill="hold"/>
                                        <p:tgtEl>
                                          <p:spTgt spid="210951"/>
                                        </p:tgtEl>
                                        <p:attrNameLst>
                                          <p:attrName>ppt_x</p:attrName>
                                        </p:attrNameLst>
                                      </p:cBhvr>
                                      <p:tavLst>
                                        <p:tav tm="0">
                                          <p:val>
                                            <p:strVal val="#ppt_x"/>
                                          </p:val>
                                        </p:tav>
                                        <p:tav tm="100000">
                                          <p:val>
                                            <p:strVal val="#ppt_x"/>
                                          </p:val>
                                        </p:tav>
                                      </p:tavLst>
                                    </p:anim>
                                    <p:anim calcmode="lin" valueType="num">
                                      <p:cBhvr additive="base">
                                        <p:cTn id="38" dur="500" fill="hold"/>
                                        <p:tgtEl>
                                          <p:spTgt spid="2109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p:bldP spid="21095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1970" name="Object 2"/>
          <p:cNvGraphicFramePr>
            <a:graphicFrameLocks noChangeAspect="1"/>
          </p:cNvGraphicFramePr>
          <p:nvPr/>
        </p:nvGraphicFramePr>
        <p:xfrm>
          <a:off x="3563938" y="3789363"/>
          <a:ext cx="1584325" cy="822325"/>
        </p:xfrm>
        <a:graphic>
          <a:graphicData uri="http://schemas.openxmlformats.org/presentationml/2006/ole">
            <mc:AlternateContent xmlns:mc="http://schemas.openxmlformats.org/markup-compatibility/2006">
              <mc:Choice xmlns:v="urn:schemas-microsoft-com:vml" Requires="v">
                <p:oleObj r:id="rId2" imgW="837565" imgH="431800" progId="Equation.3">
                  <p:embed/>
                </p:oleObj>
              </mc:Choice>
              <mc:Fallback>
                <p:oleObj r:id="rId2" imgW="837565" imgH="431800" progId="Equation.3">
                  <p:embed/>
                  <p:pic>
                    <p:nvPicPr>
                      <p:cNvPr id="211970" name="Object 2"/>
                      <p:cNvPicPr/>
                      <p:nvPr/>
                    </p:nvPicPr>
                    <p:blipFill>
                      <a:blip r:embed="rId3"/>
                      <a:stretch>
                        <a:fillRect/>
                      </a:stretch>
                    </p:blipFill>
                    <p:spPr>
                      <a:xfrm>
                        <a:off x="3563938" y="3789363"/>
                        <a:ext cx="1584325" cy="822325"/>
                      </a:xfrm>
                      <a:prstGeom prst="rect">
                        <a:avLst/>
                      </a:prstGeom>
                      <a:noFill/>
                      <a:ln w="38100">
                        <a:noFill/>
                        <a:miter/>
                      </a:ln>
                    </p:spPr>
                  </p:pic>
                </p:oleObj>
              </mc:Fallback>
            </mc:AlternateContent>
          </a:graphicData>
        </a:graphic>
      </p:graphicFrame>
      <p:sp>
        <p:nvSpPr>
          <p:cNvPr id="211971" name="Text Box 3"/>
          <p:cNvSpPr txBox="1"/>
          <p:nvPr/>
        </p:nvSpPr>
        <p:spPr>
          <a:xfrm>
            <a:off x="971550" y="4508500"/>
            <a:ext cx="7848600" cy="1463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楷体_GB2312" pitchFamily="49" charset="-122"/>
                <a:ea typeface="楷体_GB2312" pitchFamily="49" charset="-122"/>
              </a:rPr>
              <a:t>    </a:t>
            </a:r>
            <a:r>
              <a:rPr lang="en-US" altLang="zh-CN" sz="2000" b="1" dirty="0">
                <a:solidFill>
                  <a:srgbClr val="0000FF"/>
                </a:solidFill>
                <a:latin typeface="Times New Roman" panose="02020603050405020304" pitchFamily="18" charset="0"/>
              </a:rPr>
              <a:t>For this example, it is </a:t>
            </a:r>
            <a:r>
              <a:rPr lang="en-US" altLang="zh-CN" sz="2000" b="1" dirty="0">
                <a:solidFill>
                  <a:srgbClr val="FF0000"/>
                </a:solidFill>
                <a:latin typeface="Times New Roman" panose="02020603050405020304" pitchFamily="18" charset="0"/>
              </a:rPr>
              <a:t>easy</a:t>
            </a:r>
            <a:r>
              <a:rPr lang="en-US" altLang="zh-CN" sz="2000" b="1" dirty="0">
                <a:solidFill>
                  <a:srgbClr val="0000FF"/>
                </a:solidFill>
                <a:latin typeface="Times New Roman" panose="02020603050405020304" pitchFamily="18" charset="0"/>
              </a:rPr>
              <a:t> to calculate the electric field intensity using  </a:t>
            </a:r>
            <a:r>
              <a:rPr lang="en-US" altLang="zh-CN" sz="2000" b="1" dirty="0">
                <a:solidFill>
                  <a:srgbClr val="FF0000"/>
                </a:solidFill>
                <a:latin typeface="Times New Roman" panose="02020603050405020304" pitchFamily="18" charset="0"/>
              </a:rPr>
              <a:t>Gauss’ law</a:t>
            </a:r>
            <a:r>
              <a:rPr lang="en-US" altLang="zh-CN" sz="2000" b="1" dirty="0">
                <a:solidFill>
                  <a:srgbClr val="0000FF"/>
                </a:solidFill>
                <a:latin typeface="Times New Roman" panose="02020603050405020304" pitchFamily="18" charset="0"/>
              </a:rPr>
              <a:t>.  If  we </a:t>
            </a:r>
            <a:r>
              <a:rPr lang="en-US" altLang="zh-CN" sz="2000" b="1" dirty="0">
                <a:solidFill>
                  <a:srgbClr val="FF0000"/>
                </a:solidFill>
                <a:latin typeface="Times New Roman" panose="02020603050405020304" pitchFamily="18" charset="0"/>
              </a:rPr>
              <a:t>directly</a:t>
            </a:r>
            <a:r>
              <a:rPr lang="en-US" altLang="zh-CN" sz="2000" b="1" dirty="0">
                <a:solidFill>
                  <a:srgbClr val="0000FF"/>
                </a:solidFill>
                <a:latin typeface="Times New Roman" panose="02020603050405020304" pitchFamily="18" charset="0"/>
              </a:rPr>
              <a:t> calculate  the electric field intensity from the distribution of the charge, it will be very </a:t>
            </a:r>
            <a:r>
              <a:rPr lang="en-US" altLang="zh-CN" sz="2000" b="1" dirty="0">
                <a:solidFill>
                  <a:srgbClr val="FF0000"/>
                </a:solidFill>
                <a:latin typeface="Times New Roman" panose="02020603050405020304" pitchFamily="18" charset="0"/>
              </a:rPr>
              <a:t>complicated</a:t>
            </a:r>
            <a:r>
              <a:rPr lang="en-US" altLang="zh-CN" sz="2000" b="1" dirty="0">
                <a:solidFill>
                  <a:srgbClr val="0000FF"/>
                </a:solidFill>
                <a:latin typeface="Times New Roman" panose="02020603050405020304" pitchFamily="18" charset="0"/>
              </a:rPr>
              <a:t>.</a:t>
            </a:r>
            <a:r>
              <a:rPr lang="en-US" altLang="zh-CN" sz="2000" b="1" dirty="0">
                <a:solidFill>
                  <a:srgbClr val="0000FF"/>
                </a:solidFill>
                <a:latin typeface="楷体_GB2312" pitchFamily="49" charset="-122"/>
                <a:ea typeface="楷体_GB2312" pitchFamily="49" charset="-122"/>
              </a:rPr>
              <a:t> </a:t>
            </a:r>
          </a:p>
        </p:txBody>
      </p:sp>
      <p:grpSp>
        <p:nvGrpSpPr>
          <p:cNvPr id="211972" name="Group 4"/>
          <p:cNvGrpSpPr/>
          <p:nvPr/>
        </p:nvGrpSpPr>
        <p:grpSpPr>
          <a:xfrm>
            <a:off x="1219200" y="381000"/>
            <a:ext cx="4724400" cy="549275"/>
            <a:chOff x="720" y="240"/>
            <a:chExt cx="2976" cy="346"/>
          </a:xfrm>
        </p:grpSpPr>
        <p:sp>
          <p:nvSpPr>
            <p:cNvPr id="28683" name="Text Box 5"/>
            <p:cNvSpPr txBox="1"/>
            <p:nvPr/>
          </p:nvSpPr>
          <p:spPr>
            <a:xfrm>
              <a:off x="720" y="240"/>
              <a:ext cx="2976" cy="3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When </a:t>
              </a:r>
              <a:r>
                <a:rPr lang="en-US" altLang="zh-CN" sz="2000" b="1" i="1" dirty="0">
                  <a:solidFill>
                    <a:srgbClr val="FF0000"/>
                  </a:solidFill>
                  <a:latin typeface="Times New Roman" panose="02020603050405020304" pitchFamily="18" charset="0"/>
                  <a:ea typeface="楷体_GB2312" pitchFamily="49" charset="-122"/>
                </a:rPr>
                <a:t>r </a:t>
              </a:r>
              <a:r>
                <a:rPr lang="en-US" altLang="zh-CN" sz="2000" b="1" dirty="0">
                  <a:solidFill>
                    <a:srgbClr val="FF0000"/>
                  </a:solidFill>
                  <a:latin typeface="Times New Roman" panose="02020603050405020304" pitchFamily="18" charset="0"/>
                  <a:ea typeface="楷体_GB2312" pitchFamily="49" charset="-122"/>
                </a:rPr>
                <a:t>&gt; </a:t>
              </a:r>
              <a:r>
                <a:rPr lang="en-US" altLang="zh-CN" sz="2000" b="1" i="1" dirty="0">
                  <a:solidFill>
                    <a:srgbClr val="FF0000"/>
                  </a:solidFill>
                  <a:latin typeface="Times New Roman" panose="02020603050405020304" pitchFamily="18" charset="0"/>
                  <a:ea typeface="楷体_GB2312" pitchFamily="49" charset="-122"/>
                </a:rPr>
                <a:t>a</a:t>
              </a:r>
              <a:r>
                <a:rPr lang="en-US" altLang="zh-CN" sz="2000" b="1" dirty="0">
                  <a:solidFill>
                    <a:srgbClr val="0000FF"/>
                  </a:solidFill>
                  <a:latin typeface="Times New Roman" panose="02020603050405020304" pitchFamily="18" charset="0"/>
                  <a:ea typeface="楷体_GB2312" pitchFamily="49" charset="-122"/>
                </a:rPr>
                <a:t>, the charge                , we have</a:t>
              </a:r>
              <a:r>
                <a:rPr lang="en-US" altLang="zh-CN" sz="2000" b="1" dirty="0">
                  <a:solidFill>
                    <a:srgbClr val="0000FF"/>
                  </a:solidFill>
                  <a:latin typeface="楷体_GB2312" pitchFamily="49" charset="-122"/>
                  <a:ea typeface="楷体_GB2312" pitchFamily="49" charset="-122"/>
                </a:rPr>
                <a:t>   </a:t>
              </a:r>
            </a:p>
          </p:txBody>
        </p:sp>
        <p:graphicFrame>
          <p:nvGraphicFramePr>
            <p:cNvPr id="28684" name="Object 6"/>
            <p:cNvGraphicFramePr>
              <a:graphicFrameLocks noChangeAspect="1"/>
            </p:cNvGraphicFramePr>
            <p:nvPr/>
          </p:nvGraphicFramePr>
          <p:xfrm>
            <a:off x="2352" y="336"/>
            <a:ext cx="624" cy="211"/>
          </p:xfrm>
          <a:graphic>
            <a:graphicData uri="http://schemas.openxmlformats.org/presentationml/2006/ole">
              <mc:AlternateContent xmlns:mc="http://schemas.openxmlformats.org/markup-compatibility/2006">
                <mc:Choice xmlns:v="urn:schemas-microsoft-com:vml" Requires="v">
                  <p:oleObj r:id="rId4" imgW="673100" imgH="228600" progId="Equation.3">
                    <p:embed/>
                  </p:oleObj>
                </mc:Choice>
                <mc:Fallback>
                  <p:oleObj r:id="rId4" imgW="673100" imgH="228600" progId="Equation.3">
                    <p:embed/>
                    <p:pic>
                      <p:nvPicPr>
                        <p:cNvPr id="28684" name="Object 6"/>
                        <p:cNvPicPr/>
                        <p:nvPr/>
                      </p:nvPicPr>
                      <p:blipFill>
                        <a:blip r:embed="rId5"/>
                        <a:stretch>
                          <a:fillRect/>
                        </a:stretch>
                      </p:blipFill>
                      <p:spPr>
                        <a:xfrm>
                          <a:off x="2352" y="336"/>
                          <a:ext cx="624" cy="211"/>
                        </a:xfrm>
                        <a:prstGeom prst="rect">
                          <a:avLst/>
                        </a:prstGeom>
                        <a:noFill/>
                        <a:ln w="38100">
                          <a:noFill/>
                          <a:miter/>
                        </a:ln>
                      </p:spPr>
                    </p:pic>
                  </p:oleObj>
                </mc:Fallback>
              </mc:AlternateContent>
            </a:graphicData>
          </a:graphic>
        </p:graphicFrame>
      </p:grpSp>
      <p:graphicFrame>
        <p:nvGraphicFramePr>
          <p:cNvPr id="211975" name="Object 7"/>
          <p:cNvGraphicFramePr>
            <a:graphicFrameLocks noChangeAspect="1"/>
          </p:cNvGraphicFramePr>
          <p:nvPr/>
        </p:nvGraphicFramePr>
        <p:xfrm>
          <a:off x="3635375" y="981075"/>
          <a:ext cx="1584325" cy="868363"/>
        </p:xfrm>
        <a:graphic>
          <a:graphicData uri="http://schemas.openxmlformats.org/presentationml/2006/ole">
            <mc:AlternateContent xmlns:mc="http://schemas.openxmlformats.org/markup-compatibility/2006">
              <mc:Choice xmlns:v="urn:schemas-microsoft-com:vml" Requires="v">
                <p:oleObj r:id="rId6" imgW="838200" imgH="457200" progId="Equation.3">
                  <p:embed/>
                </p:oleObj>
              </mc:Choice>
              <mc:Fallback>
                <p:oleObj r:id="rId6" imgW="838200" imgH="457200" progId="Equation.3">
                  <p:embed/>
                  <p:pic>
                    <p:nvPicPr>
                      <p:cNvPr id="211975" name="Object 7"/>
                      <p:cNvPicPr/>
                      <p:nvPr/>
                    </p:nvPicPr>
                    <p:blipFill>
                      <a:blip r:embed="rId7"/>
                      <a:stretch>
                        <a:fillRect/>
                      </a:stretch>
                    </p:blipFill>
                    <p:spPr>
                      <a:xfrm>
                        <a:off x="3635375" y="981075"/>
                        <a:ext cx="1584325" cy="868363"/>
                      </a:xfrm>
                      <a:prstGeom prst="rect">
                        <a:avLst/>
                      </a:prstGeom>
                      <a:noFill/>
                      <a:ln w="38100">
                        <a:noFill/>
                        <a:miter/>
                      </a:ln>
                    </p:spPr>
                  </p:pic>
                </p:oleObj>
              </mc:Fallback>
            </mc:AlternateContent>
          </a:graphicData>
        </a:graphic>
      </p:graphicFrame>
      <p:grpSp>
        <p:nvGrpSpPr>
          <p:cNvPr id="211976" name="Group 8"/>
          <p:cNvGrpSpPr/>
          <p:nvPr/>
        </p:nvGrpSpPr>
        <p:grpSpPr>
          <a:xfrm>
            <a:off x="762000" y="1752600"/>
            <a:ext cx="7620000" cy="1920875"/>
            <a:chOff x="480" y="1238"/>
            <a:chExt cx="4800" cy="1210"/>
          </a:xfrm>
        </p:grpSpPr>
        <p:sp>
          <p:nvSpPr>
            <p:cNvPr id="28679" name="Text Box 9"/>
            <p:cNvSpPr txBox="1"/>
            <p:nvPr/>
          </p:nvSpPr>
          <p:spPr>
            <a:xfrm>
              <a:off x="480" y="1238"/>
              <a:ext cx="4800" cy="12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50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0000FF"/>
                  </a:solidFill>
                  <a:latin typeface="Times New Roman" panose="02020603050405020304" pitchFamily="18" charset="0"/>
                </a:rPr>
                <a:t>where        can be considered as the charge per </a:t>
              </a:r>
              <a:r>
                <a:rPr lang="en-US" altLang="zh-CN" sz="2000" b="1" dirty="0">
                  <a:solidFill>
                    <a:srgbClr val="FF0000"/>
                  </a:solidFill>
                  <a:latin typeface="Times New Roman" panose="02020603050405020304" pitchFamily="18" charset="0"/>
                </a:rPr>
                <a:t>unit length</a:t>
              </a:r>
              <a:r>
                <a:rPr lang="en-US" altLang="zh-CN" sz="2000" b="1" dirty="0">
                  <a:solidFill>
                    <a:srgbClr val="0000FF"/>
                  </a:solidFill>
                  <a:latin typeface="Times New Roman" panose="02020603050405020304" pitchFamily="18" charset="0"/>
                </a:rPr>
                <a:t>, so that the electric field can be thought of as caused by a </a:t>
              </a:r>
              <a:r>
                <a:rPr lang="en-US" altLang="zh-CN" sz="2000" b="1" dirty="0">
                  <a:solidFill>
                    <a:srgbClr val="FF0000"/>
                  </a:solidFill>
                  <a:latin typeface="Times New Roman" panose="02020603050405020304" pitchFamily="18" charset="0"/>
                </a:rPr>
                <a:t>line</a:t>
              </a:r>
              <a:r>
                <a:rPr lang="en-US" altLang="zh-CN" sz="2000" b="1" dirty="0">
                  <a:solidFill>
                    <a:srgbClr val="0000FF"/>
                  </a:solidFill>
                  <a:latin typeface="Times New Roman" panose="02020603050405020304" pitchFamily="18" charset="0"/>
                </a:rPr>
                <a:t> charge with density            . In view of this we can derive the electric field intensity caused by an </a:t>
              </a:r>
              <a:r>
                <a:rPr lang="en-US" altLang="zh-CN" sz="2000" b="1" dirty="0">
                  <a:solidFill>
                    <a:srgbClr val="FF0000"/>
                  </a:solidFill>
                  <a:latin typeface="Times New Roman" panose="02020603050405020304" pitchFamily="18" charset="0"/>
                </a:rPr>
                <a:t>infinite line</a:t>
              </a:r>
              <a:r>
                <a:rPr lang="en-US" altLang="zh-CN" sz="2000" b="1" dirty="0">
                  <a:solidFill>
                    <a:srgbClr val="0000FF"/>
                  </a:solidFill>
                  <a:latin typeface="Times New Roman" panose="02020603050405020304" pitchFamily="18" charset="0"/>
                </a:rPr>
                <a:t> charge with line density      as</a:t>
              </a:r>
              <a:endParaRPr lang="en-US" altLang="zh-CN" sz="2000" b="1" dirty="0">
                <a:solidFill>
                  <a:srgbClr val="0000FF"/>
                </a:solidFill>
                <a:latin typeface="Times New Roman" panose="02020603050405020304" pitchFamily="18" charset="0"/>
                <a:ea typeface="楷体_GB2312" pitchFamily="49" charset="-122"/>
              </a:endParaRPr>
            </a:p>
          </p:txBody>
        </p:sp>
        <p:graphicFrame>
          <p:nvGraphicFramePr>
            <p:cNvPr id="28680" name="Object 10"/>
            <p:cNvGraphicFramePr>
              <a:graphicFrameLocks noChangeAspect="1"/>
            </p:cNvGraphicFramePr>
            <p:nvPr/>
          </p:nvGraphicFramePr>
          <p:xfrm>
            <a:off x="1352" y="1920"/>
            <a:ext cx="635" cy="228"/>
          </p:xfrm>
          <a:graphic>
            <a:graphicData uri="http://schemas.openxmlformats.org/presentationml/2006/ole">
              <mc:AlternateContent xmlns:mc="http://schemas.openxmlformats.org/markup-compatibility/2006">
                <mc:Choice xmlns:v="urn:schemas-microsoft-com:vml" Requires="v">
                  <p:oleObj r:id="rId8" imgW="660400" imgH="241300" progId="Equation.3">
                    <p:embed/>
                  </p:oleObj>
                </mc:Choice>
                <mc:Fallback>
                  <p:oleObj r:id="rId8" imgW="660400" imgH="241300" progId="Equation.3">
                    <p:embed/>
                    <p:pic>
                      <p:nvPicPr>
                        <p:cNvPr id="28680" name="Object 10"/>
                        <p:cNvPicPr/>
                        <p:nvPr/>
                      </p:nvPicPr>
                      <p:blipFill>
                        <a:blip r:embed="rId9"/>
                        <a:stretch>
                          <a:fillRect/>
                        </a:stretch>
                      </p:blipFill>
                      <p:spPr>
                        <a:xfrm>
                          <a:off x="1352" y="1920"/>
                          <a:ext cx="635" cy="228"/>
                        </a:xfrm>
                        <a:prstGeom prst="rect">
                          <a:avLst/>
                        </a:prstGeom>
                        <a:noFill/>
                        <a:ln w="38100">
                          <a:noFill/>
                          <a:miter/>
                        </a:ln>
                      </p:spPr>
                    </p:pic>
                  </p:oleObj>
                </mc:Fallback>
              </mc:AlternateContent>
            </a:graphicData>
          </a:graphic>
        </p:graphicFrame>
        <p:graphicFrame>
          <p:nvGraphicFramePr>
            <p:cNvPr id="28681" name="Object 11"/>
            <p:cNvGraphicFramePr>
              <a:graphicFrameLocks noChangeAspect="1"/>
            </p:cNvGraphicFramePr>
            <p:nvPr/>
          </p:nvGraphicFramePr>
          <p:xfrm>
            <a:off x="1296" y="1344"/>
            <a:ext cx="355" cy="216"/>
          </p:xfrm>
          <a:graphic>
            <a:graphicData uri="http://schemas.openxmlformats.org/presentationml/2006/ole">
              <mc:AlternateContent xmlns:mc="http://schemas.openxmlformats.org/markup-compatibility/2006">
                <mc:Choice xmlns:v="urn:schemas-microsoft-com:vml" Requires="v">
                  <p:oleObj r:id="rId10" imgW="368300" imgH="228600" progId="Equation.3">
                    <p:embed/>
                  </p:oleObj>
                </mc:Choice>
                <mc:Fallback>
                  <p:oleObj r:id="rId10" imgW="368300" imgH="228600" progId="Equation.3">
                    <p:embed/>
                    <p:pic>
                      <p:nvPicPr>
                        <p:cNvPr id="28681" name="Object 11"/>
                        <p:cNvPicPr/>
                        <p:nvPr/>
                      </p:nvPicPr>
                      <p:blipFill>
                        <a:blip r:embed="rId11"/>
                        <a:stretch>
                          <a:fillRect/>
                        </a:stretch>
                      </p:blipFill>
                      <p:spPr>
                        <a:xfrm>
                          <a:off x="1296" y="1344"/>
                          <a:ext cx="355" cy="216"/>
                        </a:xfrm>
                        <a:prstGeom prst="rect">
                          <a:avLst/>
                        </a:prstGeom>
                        <a:noFill/>
                        <a:ln w="38100">
                          <a:noFill/>
                          <a:miter/>
                        </a:ln>
                      </p:spPr>
                    </p:pic>
                  </p:oleObj>
                </mc:Fallback>
              </mc:AlternateContent>
            </a:graphicData>
          </a:graphic>
        </p:graphicFrame>
        <p:graphicFrame>
          <p:nvGraphicFramePr>
            <p:cNvPr id="28682" name="Object 12"/>
            <p:cNvGraphicFramePr>
              <a:graphicFrameLocks noChangeAspect="1"/>
            </p:cNvGraphicFramePr>
            <p:nvPr/>
          </p:nvGraphicFramePr>
          <p:xfrm>
            <a:off x="4560" y="2208"/>
            <a:ext cx="171" cy="216"/>
          </p:xfrm>
          <a:graphic>
            <a:graphicData uri="http://schemas.openxmlformats.org/presentationml/2006/ole">
              <mc:AlternateContent xmlns:mc="http://schemas.openxmlformats.org/markup-compatibility/2006">
                <mc:Choice xmlns:v="urn:schemas-microsoft-com:vml" Requires="v">
                  <p:oleObj r:id="rId12" imgW="177800" imgH="228600" progId="Equation.3">
                    <p:embed/>
                  </p:oleObj>
                </mc:Choice>
                <mc:Fallback>
                  <p:oleObj r:id="rId12" imgW="177800" imgH="228600" progId="Equation.3">
                    <p:embed/>
                    <p:pic>
                      <p:nvPicPr>
                        <p:cNvPr id="28682" name="Object 12"/>
                        <p:cNvPicPr/>
                        <p:nvPr/>
                      </p:nvPicPr>
                      <p:blipFill>
                        <a:blip r:embed="rId13"/>
                        <a:stretch>
                          <a:fillRect/>
                        </a:stretch>
                      </p:blipFill>
                      <p:spPr>
                        <a:xfrm>
                          <a:off x="4560" y="2208"/>
                          <a:ext cx="171" cy="21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1972"/>
                                        </p:tgtEl>
                                        <p:attrNameLst>
                                          <p:attrName>style.visibility</p:attrName>
                                        </p:attrNameLst>
                                      </p:cBhvr>
                                      <p:to>
                                        <p:strVal val="visible"/>
                                      </p:to>
                                    </p:set>
                                    <p:anim calcmode="lin" valueType="num">
                                      <p:cBhvr additive="base">
                                        <p:cTn id="7" dur="500" fill="hold"/>
                                        <p:tgtEl>
                                          <p:spTgt spid="211972"/>
                                        </p:tgtEl>
                                        <p:attrNameLst>
                                          <p:attrName>ppt_x</p:attrName>
                                        </p:attrNameLst>
                                      </p:cBhvr>
                                      <p:tavLst>
                                        <p:tav tm="0">
                                          <p:val>
                                            <p:strVal val="#ppt_x"/>
                                          </p:val>
                                        </p:tav>
                                        <p:tav tm="100000">
                                          <p:val>
                                            <p:strVal val="#ppt_x"/>
                                          </p:val>
                                        </p:tav>
                                      </p:tavLst>
                                    </p:anim>
                                    <p:anim calcmode="lin" valueType="num">
                                      <p:cBhvr additive="base">
                                        <p:cTn id="8" dur="500" fill="hold"/>
                                        <p:tgtEl>
                                          <p:spTgt spid="21197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1975"/>
                                        </p:tgtEl>
                                        <p:attrNameLst>
                                          <p:attrName>style.visibility</p:attrName>
                                        </p:attrNameLst>
                                      </p:cBhvr>
                                      <p:to>
                                        <p:strVal val="visible"/>
                                      </p:to>
                                    </p:set>
                                    <p:anim calcmode="lin" valueType="num">
                                      <p:cBhvr additive="base">
                                        <p:cTn id="13" dur="500" fill="hold"/>
                                        <p:tgtEl>
                                          <p:spTgt spid="211975"/>
                                        </p:tgtEl>
                                        <p:attrNameLst>
                                          <p:attrName>ppt_x</p:attrName>
                                        </p:attrNameLst>
                                      </p:cBhvr>
                                      <p:tavLst>
                                        <p:tav tm="0">
                                          <p:val>
                                            <p:strVal val="#ppt_x"/>
                                          </p:val>
                                        </p:tav>
                                        <p:tav tm="100000">
                                          <p:val>
                                            <p:strVal val="#ppt_x"/>
                                          </p:val>
                                        </p:tav>
                                      </p:tavLst>
                                    </p:anim>
                                    <p:anim calcmode="lin" valueType="num">
                                      <p:cBhvr additive="base">
                                        <p:cTn id="14" dur="500" fill="hold"/>
                                        <p:tgtEl>
                                          <p:spTgt spid="2119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1976"/>
                                        </p:tgtEl>
                                        <p:attrNameLst>
                                          <p:attrName>style.visibility</p:attrName>
                                        </p:attrNameLst>
                                      </p:cBhvr>
                                      <p:to>
                                        <p:strVal val="visible"/>
                                      </p:to>
                                    </p:set>
                                    <p:anim calcmode="lin" valueType="num">
                                      <p:cBhvr additive="base">
                                        <p:cTn id="19" dur="500" fill="hold"/>
                                        <p:tgtEl>
                                          <p:spTgt spid="211976"/>
                                        </p:tgtEl>
                                        <p:attrNameLst>
                                          <p:attrName>ppt_x</p:attrName>
                                        </p:attrNameLst>
                                      </p:cBhvr>
                                      <p:tavLst>
                                        <p:tav tm="0">
                                          <p:val>
                                            <p:strVal val="#ppt_x"/>
                                          </p:val>
                                        </p:tav>
                                        <p:tav tm="100000">
                                          <p:val>
                                            <p:strVal val="#ppt_x"/>
                                          </p:val>
                                        </p:tav>
                                      </p:tavLst>
                                    </p:anim>
                                    <p:anim calcmode="lin" valueType="num">
                                      <p:cBhvr additive="base">
                                        <p:cTn id="20" dur="500" fill="hold"/>
                                        <p:tgtEl>
                                          <p:spTgt spid="2119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1970"/>
                                        </p:tgtEl>
                                        <p:attrNameLst>
                                          <p:attrName>style.visibility</p:attrName>
                                        </p:attrNameLst>
                                      </p:cBhvr>
                                      <p:to>
                                        <p:strVal val="visible"/>
                                      </p:to>
                                    </p:set>
                                    <p:anim calcmode="lin" valueType="num">
                                      <p:cBhvr additive="base">
                                        <p:cTn id="25" dur="500" fill="hold"/>
                                        <p:tgtEl>
                                          <p:spTgt spid="211970"/>
                                        </p:tgtEl>
                                        <p:attrNameLst>
                                          <p:attrName>ppt_x</p:attrName>
                                        </p:attrNameLst>
                                      </p:cBhvr>
                                      <p:tavLst>
                                        <p:tav tm="0">
                                          <p:val>
                                            <p:strVal val="#ppt_x"/>
                                          </p:val>
                                        </p:tav>
                                        <p:tav tm="100000">
                                          <p:val>
                                            <p:strVal val="#ppt_x"/>
                                          </p:val>
                                        </p:tav>
                                      </p:tavLst>
                                    </p:anim>
                                    <p:anim calcmode="lin" valueType="num">
                                      <p:cBhvr additive="base">
                                        <p:cTn id="26" dur="500" fill="hold"/>
                                        <p:tgtEl>
                                          <p:spTgt spid="21197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1971"/>
                                        </p:tgtEl>
                                        <p:attrNameLst>
                                          <p:attrName>style.visibility</p:attrName>
                                        </p:attrNameLst>
                                      </p:cBhvr>
                                      <p:to>
                                        <p:strVal val="visible"/>
                                      </p:to>
                                    </p:set>
                                    <p:anim calcmode="lin" valueType="num">
                                      <p:cBhvr additive="base">
                                        <p:cTn id="31" dur="500" fill="hold"/>
                                        <p:tgtEl>
                                          <p:spTgt spid="211971"/>
                                        </p:tgtEl>
                                        <p:attrNameLst>
                                          <p:attrName>ppt_x</p:attrName>
                                        </p:attrNameLst>
                                      </p:cBhvr>
                                      <p:tavLst>
                                        <p:tav tm="0">
                                          <p:val>
                                            <p:strVal val="#ppt_x"/>
                                          </p:val>
                                        </p:tav>
                                        <p:tav tm="100000">
                                          <p:val>
                                            <p:strVal val="#ppt_x"/>
                                          </p:val>
                                        </p:tav>
                                      </p:tavLst>
                                    </p:anim>
                                    <p:anim calcmode="lin" valueType="num">
                                      <p:cBhvr additive="base">
                                        <p:cTn id="32" dur="500" fill="hold"/>
                                        <p:tgtEl>
                                          <p:spTgt spid="2119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p:nvPr/>
        </p:nvSpPr>
        <p:spPr>
          <a:xfrm>
            <a:off x="358775" y="476250"/>
            <a:ext cx="8785225"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rPr>
              <a:t>Example  7 </a:t>
            </a:r>
            <a:r>
              <a:rPr lang="en-US" altLang="zh-CN" sz="2400" b="1" dirty="0">
                <a:solidFill>
                  <a:srgbClr val="000000"/>
                </a:solidFill>
              </a:rPr>
              <a:t> Determine the electric field intensity of an infinite planar charge with a uniform surface charge density </a:t>
            </a:r>
            <a:r>
              <a:rPr lang="el-GR" altLang="zh-CN" sz="2400" b="1" dirty="0">
                <a:solidFill>
                  <a:srgbClr val="000000"/>
                </a:solidFill>
                <a:latin typeface="宋体" panose="02010600030101010101" pitchFamily="2" charset="-122"/>
              </a:rPr>
              <a:t>σ</a:t>
            </a:r>
            <a:r>
              <a:rPr lang="zh-CN" altLang="en-US" sz="2400" b="1" dirty="0">
                <a:solidFill>
                  <a:srgbClr val="000000"/>
                </a:solidFill>
                <a:sym typeface="Symbol" panose="05050102010706020507" pitchFamily="18" charset="2"/>
              </a:rPr>
              <a:t>。</a:t>
            </a:r>
          </a:p>
        </p:txBody>
      </p:sp>
      <p:grpSp>
        <p:nvGrpSpPr>
          <p:cNvPr id="247813" name="Group 5"/>
          <p:cNvGrpSpPr/>
          <p:nvPr/>
        </p:nvGrpSpPr>
        <p:grpSpPr>
          <a:xfrm>
            <a:off x="250825" y="1863725"/>
            <a:ext cx="8686800" cy="3581400"/>
            <a:chOff x="192" y="624"/>
            <a:chExt cx="5472" cy="2256"/>
          </a:xfrm>
        </p:grpSpPr>
        <p:sp>
          <p:nvSpPr>
            <p:cNvPr id="41990" name="Text Box 6"/>
            <p:cNvSpPr txBox="1"/>
            <p:nvPr/>
          </p:nvSpPr>
          <p:spPr>
            <a:xfrm>
              <a:off x="240" y="624"/>
              <a:ext cx="4944" cy="30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600" b="1" dirty="0">
                  <a:solidFill>
                    <a:srgbClr val="0000CC"/>
                  </a:solidFill>
                  <a:latin typeface="Times New Roman" panose="02020603050405020304" pitchFamily="18" charset="0"/>
                  <a:ea typeface="楷体_GB2312" pitchFamily="49" charset="-122"/>
                </a:rPr>
                <a:t>The collection of infinite uniform charged straight line</a:t>
              </a:r>
            </a:p>
          </p:txBody>
        </p:sp>
        <p:grpSp>
          <p:nvGrpSpPr>
            <p:cNvPr id="41991" name="Group 7"/>
            <p:cNvGrpSpPr/>
            <p:nvPr/>
          </p:nvGrpSpPr>
          <p:grpSpPr>
            <a:xfrm>
              <a:off x="192" y="1104"/>
              <a:ext cx="5472" cy="1776"/>
              <a:chOff x="192" y="1104"/>
              <a:chExt cx="5472" cy="1776"/>
            </a:xfrm>
          </p:grpSpPr>
          <p:grpSp>
            <p:nvGrpSpPr>
              <p:cNvPr id="41992" name="Group 8"/>
              <p:cNvGrpSpPr/>
              <p:nvPr/>
            </p:nvGrpSpPr>
            <p:grpSpPr>
              <a:xfrm>
                <a:off x="2736" y="1200"/>
                <a:ext cx="2928" cy="596"/>
                <a:chOff x="2496" y="1632"/>
                <a:chExt cx="2928" cy="596"/>
              </a:xfrm>
            </p:grpSpPr>
            <p:sp>
              <p:nvSpPr>
                <p:cNvPr id="42017" name="Text Box 9"/>
                <p:cNvSpPr txBox="1"/>
                <p:nvPr/>
              </p:nvSpPr>
              <p:spPr>
                <a:xfrm>
                  <a:off x="2496" y="1632"/>
                  <a:ext cx="2928" cy="59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solidFill>
                        <a:srgbClr val="000000"/>
                      </a:solidFill>
                      <a:latin typeface="Times New Roman" panose="02020603050405020304" pitchFamily="18" charset="0"/>
                      <a:ea typeface="楷体_GB2312" pitchFamily="49" charset="-122"/>
                    </a:rPr>
                    <a:t>      is normal to the infinite planar</a:t>
                  </a:r>
                </a:p>
              </p:txBody>
            </p:sp>
            <p:graphicFrame>
              <p:nvGraphicFramePr>
                <p:cNvPr id="42018" name="Object 10"/>
                <p:cNvGraphicFramePr>
                  <a:graphicFrameLocks noChangeAspect="1"/>
                </p:cNvGraphicFramePr>
                <p:nvPr/>
              </p:nvGraphicFramePr>
              <p:xfrm>
                <a:off x="2592" y="1632"/>
                <a:ext cx="346" cy="295"/>
              </p:xfrm>
              <a:graphic>
                <a:graphicData uri="http://schemas.openxmlformats.org/presentationml/2006/ole">
                  <mc:AlternateContent xmlns:mc="http://schemas.openxmlformats.org/markup-compatibility/2006">
                    <mc:Choice xmlns:v="urn:schemas-microsoft-com:vml" Requires="v">
                      <p:oleObj r:id="rId2" imgW="165100" imgH="203200" progId="Equation.3">
                        <p:embed/>
                      </p:oleObj>
                    </mc:Choice>
                    <mc:Fallback>
                      <p:oleObj r:id="rId2" imgW="165100" imgH="203200" progId="Equation.3">
                        <p:embed/>
                        <p:pic>
                          <p:nvPicPr>
                            <p:cNvPr id="42018" name="Object 10"/>
                            <p:cNvPicPr/>
                            <p:nvPr/>
                          </p:nvPicPr>
                          <p:blipFill>
                            <a:blip r:embed="rId3"/>
                            <a:stretch>
                              <a:fillRect/>
                            </a:stretch>
                          </p:blipFill>
                          <p:spPr>
                            <a:xfrm>
                              <a:off x="2592" y="1632"/>
                              <a:ext cx="346" cy="295"/>
                            </a:xfrm>
                            <a:prstGeom prst="rect">
                              <a:avLst/>
                            </a:prstGeom>
                            <a:noFill/>
                            <a:ln w="38100">
                              <a:noFill/>
                              <a:miter/>
                            </a:ln>
                          </p:spPr>
                        </p:pic>
                      </p:oleObj>
                    </mc:Fallback>
                  </mc:AlternateContent>
                </a:graphicData>
              </a:graphic>
            </p:graphicFrame>
          </p:grpSp>
          <p:grpSp>
            <p:nvGrpSpPr>
              <p:cNvPr id="41993" name="Group 11"/>
              <p:cNvGrpSpPr/>
              <p:nvPr/>
            </p:nvGrpSpPr>
            <p:grpSpPr>
              <a:xfrm>
                <a:off x="192" y="1104"/>
                <a:ext cx="2496" cy="1776"/>
                <a:chOff x="2640" y="2112"/>
                <a:chExt cx="2496" cy="1776"/>
              </a:xfrm>
            </p:grpSpPr>
            <p:sp>
              <p:nvSpPr>
                <p:cNvPr id="41994" name="Rectangle 12"/>
                <p:cNvSpPr/>
                <p:nvPr/>
              </p:nvSpPr>
              <p:spPr>
                <a:xfrm>
                  <a:off x="2640" y="2112"/>
                  <a:ext cx="2496" cy="177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41995" name="Group 13"/>
                <p:cNvGrpSpPr/>
                <p:nvPr/>
              </p:nvGrpSpPr>
              <p:grpSpPr>
                <a:xfrm>
                  <a:off x="2688" y="2256"/>
                  <a:ext cx="2300" cy="1536"/>
                  <a:chOff x="2688" y="2256"/>
                  <a:chExt cx="2300" cy="1536"/>
                </a:xfrm>
              </p:grpSpPr>
              <p:sp>
                <p:nvSpPr>
                  <p:cNvPr id="41996" name="Line 14"/>
                  <p:cNvSpPr/>
                  <p:nvPr/>
                </p:nvSpPr>
                <p:spPr>
                  <a:xfrm rot="130886">
                    <a:off x="4464" y="2784"/>
                    <a:ext cx="242" cy="192"/>
                  </a:xfrm>
                  <a:prstGeom prst="line">
                    <a:avLst/>
                  </a:prstGeom>
                  <a:ln w="38100" cap="rnd" cmpd="sng">
                    <a:solidFill>
                      <a:srgbClr val="000000"/>
                    </a:solidFill>
                    <a:prstDash val="sysDot"/>
                    <a:headEnd type="none" w="med" len="med"/>
                    <a:tailEnd type="none" w="med" len="med"/>
                  </a:ln>
                </p:spPr>
                <p:txBody>
                  <a:bodyPr/>
                  <a:lstStyle/>
                  <a:p>
                    <a:endParaRPr lang="zh-CN" altLang="en-US"/>
                  </a:p>
                </p:txBody>
              </p:sp>
              <p:sp>
                <p:nvSpPr>
                  <p:cNvPr id="41997" name="Line 15"/>
                  <p:cNvSpPr/>
                  <p:nvPr/>
                </p:nvSpPr>
                <p:spPr>
                  <a:xfrm flipV="1">
                    <a:off x="4464" y="2976"/>
                    <a:ext cx="258" cy="197"/>
                  </a:xfrm>
                  <a:prstGeom prst="line">
                    <a:avLst/>
                  </a:prstGeom>
                  <a:ln w="38100" cap="rnd" cmpd="sng">
                    <a:solidFill>
                      <a:srgbClr val="000000"/>
                    </a:solidFill>
                    <a:prstDash val="sysDot"/>
                    <a:headEnd type="none" w="med" len="med"/>
                    <a:tailEnd type="none" w="med" len="med"/>
                  </a:ln>
                </p:spPr>
                <p:txBody>
                  <a:bodyPr/>
                  <a:lstStyle/>
                  <a:p>
                    <a:endParaRPr lang="zh-CN" altLang="en-US"/>
                  </a:p>
                </p:txBody>
              </p:sp>
              <p:graphicFrame>
                <p:nvGraphicFramePr>
                  <p:cNvPr id="41998" name="Object 16"/>
                  <p:cNvGraphicFramePr>
                    <a:graphicFrameLocks noChangeAspect="1"/>
                  </p:cNvGraphicFramePr>
                  <p:nvPr/>
                </p:nvGraphicFramePr>
                <p:xfrm>
                  <a:off x="3600" y="2976"/>
                  <a:ext cx="186" cy="220"/>
                </p:xfrm>
                <a:graphic>
                  <a:graphicData uri="http://schemas.openxmlformats.org/presentationml/2006/ole">
                    <mc:AlternateContent xmlns:mc="http://schemas.openxmlformats.org/markup-compatibility/2006">
                      <mc:Choice xmlns:v="urn:schemas-microsoft-com:vml" Requires="v">
                        <p:oleObj r:id="rId4" imgW="127000" imgH="139700" progId="Equation.3">
                          <p:embed/>
                        </p:oleObj>
                      </mc:Choice>
                      <mc:Fallback>
                        <p:oleObj r:id="rId4" imgW="127000" imgH="139700" progId="Equation.3">
                          <p:embed/>
                          <p:pic>
                            <p:nvPicPr>
                              <p:cNvPr id="41998" name="Object 16"/>
                              <p:cNvPicPr/>
                              <p:nvPr/>
                            </p:nvPicPr>
                            <p:blipFill>
                              <a:blip r:embed="rId5"/>
                              <a:stretch>
                                <a:fillRect/>
                              </a:stretch>
                            </p:blipFill>
                            <p:spPr>
                              <a:xfrm>
                                <a:off x="3600" y="2976"/>
                                <a:ext cx="186" cy="220"/>
                              </a:xfrm>
                              <a:prstGeom prst="rect">
                                <a:avLst/>
                              </a:prstGeom>
                              <a:noFill/>
                              <a:ln w="38100">
                                <a:noFill/>
                                <a:miter/>
                              </a:ln>
                            </p:spPr>
                          </p:pic>
                        </p:oleObj>
                      </mc:Fallback>
                    </mc:AlternateContent>
                  </a:graphicData>
                </a:graphic>
              </p:graphicFrame>
              <p:graphicFrame>
                <p:nvGraphicFramePr>
                  <p:cNvPr id="41999" name="Object 17"/>
                  <p:cNvGraphicFramePr>
                    <a:graphicFrameLocks noChangeAspect="1"/>
                  </p:cNvGraphicFramePr>
                  <p:nvPr/>
                </p:nvGraphicFramePr>
                <p:xfrm>
                  <a:off x="3552" y="2348"/>
                  <a:ext cx="240" cy="223"/>
                </p:xfrm>
                <a:graphic>
                  <a:graphicData uri="http://schemas.openxmlformats.org/presentationml/2006/ole">
                    <mc:AlternateContent xmlns:mc="http://schemas.openxmlformats.org/markup-compatibility/2006">
                      <mc:Choice xmlns:v="urn:schemas-microsoft-com:vml" Requires="v">
                        <p:oleObj r:id="rId6" imgW="152400" imgH="139700" progId="Equation.3">
                          <p:embed/>
                        </p:oleObj>
                      </mc:Choice>
                      <mc:Fallback>
                        <p:oleObj r:id="rId6" imgW="152400" imgH="139700" progId="Equation.3">
                          <p:embed/>
                          <p:pic>
                            <p:nvPicPr>
                              <p:cNvPr id="41999" name="Object 17"/>
                              <p:cNvPicPr/>
                              <p:nvPr/>
                            </p:nvPicPr>
                            <p:blipFill>
                              <a:blip r:embed="rId7"/>
                              <a:stretch>
                                <a:fillRect/>
                              </a:stretch>
                            </p:blipFill>
                            <p:spPr>
                              <a:xfrm>
                                <a:off x="3552" y="2348"/>
                                <a:ext cx="240" cy="223"/>
                              </a:xfrm>
                              <a:prstGeom prst="rect">
                                <a:avLst/>
                              </a:prstGeom>
                              <a:noFill/>
                              <a:ln w="38100">
                                <a:noFill/>
                                <a:miter/>
                              </a:ln>
                            </p:spPr>
                          </p:pic>
                        </p:oleObj>
                      </mc:Fallback>
                    </mc:AlternateContent>
                  </a:graphicData>
                </a:graphic>
              </p:graphicFrame>
              <p:graphicFrame>
                <p:nvGraphicFramePr>
                  <p:cNvPr id="42000" name="Object 18"/>
                  <p:cNvGraphicFramePr>
                    <a:graphicFrameLocks noChangeAspect="1"/>
                  </p:cNvGraphicFramePr>
                  <p:nvPr/>
                </p:nvGraphicFramePr>
                <p:xfrm>
                  <a:off x="4800" y="2976"/>
                  <a:ext cx="188" cy="188"/>
                </p:xfrm>
                <a:graphic>
                  <a:graphicData uri="http://schemas.openxmlformats.org/presentationml/2006/ole">
                    <mc:AlternateContent xmlns:mc="http://schemas.openxmlformats.org/markup-compatibility/2006">
                      <mc:Choice xmlns:v="urn:schemas-microsoft-com:vml" Requires="v">
                        <p:oleObj r:id="rId8" imgW="139700" imgH="139700" progId="Equation.3">
                          <p:embed/>
                        </p:oleObj>
                      </mc:Choice>
                      <mc:Fallback>
                        <p:oleObj r:id="rId8" imgW="139700" imgH="139700" progId="Equation.3">
                          <p:embed/>
                          <p:pic>
                            <p:nvPicPr>
                              <p:cNvPr id="42000" name="Object 18"/>
                              <p:cNvPicPr/>
                              <p:nvPr/>
                            </p:nvPicPr>
                            <p:blipFill>
                              <a:blip r:embed="rId9"/>
                              <a:stretch>
                                <a:fillRect/>
                              </a:stretch>
                            </p:blipFill>
                            <p:spPr>
                              <a:xfrm>
                                <a:off x="4800" y="2976"/>
                                <a:ext cx="188" cy="188"/>
                              </a:xfrm>
                              <a:prstGeom prst="rect">
                                <a:avLst/>
                              </a:prstGeom>
                              <a:noFill/>
                              <a:ln w="38100">
                                <a:noFill/>
                                <a:miter/>
                              </a:ln>
                            </p:spPr>
                          </p:pic>
                        </p:oleObj>
                      </mc:Fallback>
                    </mc:AlternateContent>
                  </a:graphicData>
                </a:graphic>
              </p:graphicFrame>
              <p:sp>
                <p:nvSpPr>
                  <p:cNvPr id="42001" name="Rectangle 19"/>
                  <p:cNvSpPr/>
                  <p:nvPr/>
                </p:nvSpPr>
                <p:spPr>
                  <a:xfrm>
                    <a:off x="3792" y="2256"/>
                    <a:ext cx="48" cy="1536"/>
                  </a:xfrm>
                  <a:prstGeom prst="rect">
                    <a:avLst/>
                  </a:prstGeom>
                  <a:solidFill>
                    <a:srgbClr val="FF9966"/>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2002" name="Line 20"/>
                  <p:cNvSpPr/>
                  <p:nvPr/>
                </p:nvSpPr>
                <p:spPr>
                  <a:xfrm>
                    <a:off x="3360" y="2976"/>
                    <a:ext cx="1536" cy="0"/>
                  </a:xfrm>
                  <a:prstGeom prst="line">
                    <a:avLst/>
                  </a:prstGeom>
                  <a:ln w="28575" cap="flat" cmpd="sng">
                    <a:solidFill>
                      <a:schemeClr val="tx1"/>
                    </a:solidFill>
                    <a:prstDash val="solid"/>
                    <a:headEnd type="none" w="med" len="med"/>
                    <a:tailEnd type="triangle" w="med" len="med"/>
                  </a:ln>
                </p:spPr>
                <p:txBody>
                  <a:bodyPr/>
                  <a:lstStyle/>
                  <a:p>
                    <a:endParaRPr lang="zh-CN" altLang="en-US"/>
                  </a:p>
                </p:txBody>
              </p:sp>
              <p:sp>
                <p:nvSpPr>
                  <p:cNvPr id="42003" name="Oval 21"/>
                  <p:cNvSpPr/>
                  <p:nvPr/>
                </p:nvSpPr>
                <p:spPr>
                  <a:xfrm>
                    <a:off x="3792" y="2688"/>
                    <a:ext cx="48" cy="48"/>
                  </a:xfrm>
                  <a:prstGeom prst="ellipse">
                    <a:avLst/>
                  </a:prstGeom>
                  <a:solidFill>
                    <a:schemeClr val="accent1"/>
                  </a:solidFill>
                  <a:ln w="2857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2004" name="Oval 22"/>
                  <p:cNvSpPr/>
                  <p:nvPr/>
                </p:nvSpPr>
                <p:spPr>
                  <a:xfrm>
                    <a:off x="3792" y="3225"/>
                    <a:ext cx="48" cy="48"/>
                  </a:xfrm>
                  <a:prstGeom prst="ellipse">
                    <a:avLst/>
                  </a:prstGeom>
                  <a:solidFill>
                    <a:schemeClr val="accent1"/>
                  </a:solidFill>
                  <a:ln w="2857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2005" name="Line 23"/>
                  <p:cNvSpPr/>
                  <p:nvPr/>
                </p:nvSpPr>
                <p:spPr>
                  <a:xfrm>
                    <a:off x="3840" y="2736"/>
                    <a:ext cx="624" cy="480"/>
                  </a:xfrm>
                  <a:prstGeom prst="line">
                    <a:avLst/>
                  </a:prstGeom>
                  <a:ln w="28575" cap="flat" cmpd="sng">
                    <a:solidFill>
                      <a:srgbClr val="000099"/>
                    </a:solidFill>
                    <a:prstDash val="solid"/>
                    <a:headEnd type="none" w="med" len="med"/>
                    <a:tailEnd type="triangle" w="med" len="med"/>
                  </a:ln>
                </p:spPr>
                <p:txBody>
                  <a:bodyPr/>
                  <a:lstStyle/>
                  <a:p>
                    <a:endParaRPr lang="zh-CN" altLang="en-US"/>
                  </a:p>
                </p:txBody>
              </p:sp>
              <p:sp>
                <p:nvSpPr>
                  <p:cNvPr id="42006" name="Line 24"/>
                  <p:cNvSpPr/>
                  <p:nvPr/>
                </p:nvSpPr>
                <p:spPr>
                  <a:xfrm flipV="1">
                    <a:off x="3840" y="2736"/>
                    <a:ext cx="624" cy="528"/>
                  </a:xfrm>
                  <a:prstGeom prst="line">
                    <a:avLst/>
                  </a:prstGeom>
                  <a:ln w="28575" cap="flat" cmpd="sng">
                    <a:solidFill>
                      <a:srgbClr val="000099"/>
                    </a:solidFill>
                    <a:prstDash val="solid"/>
                    <a:headEnd type="none" w="med" len="med"/>
                    <a:tailEnd type="triangle" w="med" len="med"/>
                  </a:ln>
                </p:spPr>
                <p:txBody>
                  <a:bodyPr/>
                  <a:lstStyle/>
                  <a:p>
                    <a:endParaRPr lang="zh-CN" altLang="en-US"/>
                  </a:p>
                </p:txBody>
              </p:sp>
              <p:sp>
                <p:nvSpPr>
                  <p:cNvPr id="42007" name="Line 25"/>
                  <p:cNvSpPr/>
                  <p:nvPr/>
                </p:nvSpPr>
                <p:spPr>
                  <a:xfrm>
                    <a:off x="4176" y="2976"/>
                    <a:ext cx="528" cy="0"/>
                  </a:xfrm>
                  <a:prstGeom prst="line">
                    <a:avLst/>
                  </a:prstGeom>
                  <a:ln w="28575" cap="flat" cmpd="sng">
                    <a:solidFill>
                      <a:srgbClr val="FF3300"/>
                    </a:solidFill>
                    <a:prstDash val="solid"/>
                    <a:headEnd type="none" w="med" len="med"/>
                    <a:tailEnd type="triangle" w="med" len="med"/>
                  </a:ln>
                </p:spPr>
                <p:txBody>
                  <a:bodyPr/>
                  <a:lstStyle/>
                  <a:p>
                    <a:endParaRPr lang="zh-CN" altLang="en-US"/>
                  </a:p>
                </p:txBody>
              </p:sp>
              <p:graphicFrame>
                <p:nvGraphicFramePr>
                  <p:cNvPr id="42008" name="Object 26"/>
                  <p:cNvGraphicFramePr>
                    <a:graphicFrameLocks noChangeAspect="1"/>
                  </p:cNvGraphicFramePr>
                  <p:nvPr/>
                </p:nvGraphicFramePr>
                <p:xfrm>
                  <a:off x="4608" y="2688"/>
                  <a:ext cx="288" cy="255"/>
                </p:xfrm>
                <a:graphic>
                  <a:graphicData uri="http://schemas.openxmlformats.org/presentationml/2006/ole">
                    <mc:AlternateContent xmlns:mc="http://schemas.openxmlformats.org/markup-compatibility/2006">
                      <mc:Choice xmlns:v="urn:schemas-microsoft-com:vml" Requires="v">
                        <p:oleObj r:id="rId10" imgW="241300" imgH="215900" progId="Equation.3">
                          <p:embed/>
                        </p:oleObj>
                      </mc:Choice>
                      <mc:Fallback>
                        <p:oleObj r:id="rId10" imgW="241300" imgH="215900" progId="Equation.3">
                          <p:embed/>
                          <p:pic>
                            <p:nvPicPr>
                              <p:cNvPr id="42008" name="Object 26"/>
                              <p:cNvPicPr/>
                              <p:nvPr/>
                            </p:nvPicPr>
                            <p:blipFill>
                              <a:blip r:embed="rId11"/>
                              <a:stretch>
                                <a:fillRect/>
                              </a:stretch>
                            </p:blipFill>
                            <p:spPr>
                              <a:xfrm>
                                <a:off x="4608" y="2688"/>
                                <a:ext cx="288" cy="255"/>
                              </a:xfrm>
                              <a:prstGeom prst="rect">
                                <a:avLst/>
                              </a:prstGeom>
                              <a:noFill/>
                              <a:ln w="38100">
                                <a:noFill/>
                                <a:miter/>
                              </a:ln>
                            </p:spPr>
                          </p:pic>
                        </p:oleObj>
                      </mc:Fallback>
                    </mc:AlternateContent>
                  </a:graphicData>
                </a:graphic>
              </p:graphicFrame>
              <p:sp>
                <p:nvSpPr>
                  <p:cNvPr id="42009" name="Line 27"/>
                  <p:cNvSpPr/>
                  <p:nvPr/>
                </p:nvSpPr>
                <p:spPr>
                  <a:xfrm rot="-130886" flipH="1">
                    <a:off x="2928" y="2736"/>
                    <a:ext cx="242" cy="192"/>
                  </a:xfrm>
                  <a:prstGeom prst="line">
                    <a:avLst/>
                  </a:prstGeom>
                  <a:ln w="38100" cap="rnd" cmpd="sng">
                    <a:solidFill>
                      <a:srgbClr val="000000"/>
                    </a:solidFill>
                    <a:prstDash val="sysDot"/>
                    <a:headEnd type="none" w="med" len="med"/>
                    <a:tailEnd type="none" w="med" len="med"/>
                  </a:ln>
                </p:spPr>
                <p:txBody>
                  <a:bodyPr/>
                  <a:lstStyle/>
                  <a:p>
                    <a:endParaRPr lang="zh-CN" altLang="en-US"/>
                  </a:p>
                </p:txBody>
              </p:sp>
              <p:sp>
                <p:nvSpPr>
                  <p:cNvPr id="42010" name="Line 28"/>
                  <p:cNvSpPr/>
                  <p:nvPr/>
                </p:nvSpPr>
                <p:spPr>
                  <a:xfrm flipH="1" flipV="1">
                    <a:off x="2880" y="2976"/>
                    <a:ext cx="258" cy="197"/>
                  </a:xfrm>
                  <a:prstGeom prst="line">
                    <a:avLst/>
                  </a:prstGeom>
                  <a:ln w="38100" cap="rnd" cmpd="sng">
                    <a:solidFill>
                      <a:srgbClr val="000000"/>
                    </a:solidFill>
                    <a:prstDash val="sysDot"/>
                    <a:headEnd type="none" w="med" len="med"/>
                    <a:tailEnd type="none" w="med" len="med"/>
                  </a:ln>
                </p:spPr>
                <p:txBody>
                  <a:bodyPr/>
                  <a:lstStyle/>
                  <a:p>
                    <a:endParaRPr lang="zh-CN" altLang="en-US"/>
                  </a:p>
                </p:txBody>
              </p:sp>
              <p:sp>
                <p:nvSpPr>
                  <p:cNvPr id="42011" name="Line 29"/>
                  <p:cNvSpPr/>
                  <p:nvPr/>
                </p:nvSpPr>
                <p:spPr>
                  <a:xfrm flipH="1">
                    <a:off x="3168" y="2736"/>
                    <a:ext cx="624" cy="480"/>
                  </a:xfrm>
                  <a:prstGeom prst="line">
                    <a:avLst/>
                  </a:prstGeom>
                  <a:ln w="28575" cap="flat" cmpd="sng">
                    <a:solidFill>
                      <a:srgbClr val="000099"/>
                    </a:solidFill>
                    <a:prstDash val="solid"/>
                    <a:headEnd type="none" w="med" len="med"/>
                    <a:tailEnd type="triangle" w="med" len="med"/>
                  </a:ln>
                </p:spPr>
                <p:txBody>
                  <a:bodyPr/>
                  <a:lstStyle/>
                  <a:p>
                    <a:endParaRPr lang="zh-CN" altLang="en-US"/>
                  </a:p>
                </p:txBody>
              </p:sp>
              <p:sp>
                <p:nvSpPr>
                  <p:cNvPr id="42012" name="Line 30"/>
                  <p:cNvSpPr/>
                  <p:nvPr/>
                </p:nvSpPr>
                <p:spPr>
                  <a:xfrm flipH="1" flipV="1">
                    <a:off x="3168" y="2736"/>
                    <a:ext cx="624" cy="528"/>
                  </a:xfrm>
                  <a:prstGeom prst="line">
                    <a:avLst/>
                  </a:prstGeom>
                  <a:ln w="28575" cap="flat" cmpd="sng">
                    <a:solidFill>
                      <a:srgbClr val="000099"/>
                    </a:solidFill>
                    <a:prstDash val="solid"/>
                    <a:headEnd type="none" w="med" len="med"/>
                    <a:tailEnd type="triangle" w="med" len="med"/>
                  </a:ln>
                </p:spPr>
                <p:txBody>
                  <a:bodyPr/>
                  <a:lstStyle/>
                  <a:p>
                    <a:endParaRPr lang="zh-CN" altLang="en-US"/>
                  </a:p>
                </p:txBody>
              </p:sp>
              <p:sp>
                <p:nvSpPr>
                  <p:cNvPr id="42013" name="Line 31"/>
                  <p:cNvSpPr/>
                  <p:nvPr/>
                </p:nvSpPr>
                <p:spPr>
                  <a:xfrm flipH="1">
                    <a:off x="2880" y="2976"/>
                    <a:ext cx="528" cy="0"/>
                  </a:xfrm>
                  <a:prstGeom prst="line">
                    <a:avLst/>
                  </a:prstGeom>
                  <a:ln w="28575" cap="flat" cmpd="sng">
                    <a:solidFill>
                      <a:srgbClr val="FF3300"/>
                    </a:solidFill>
                    <a:prstDash val="solid"/>
                    <a:headEnd type="none" w="med" len="med"/>
                    <a:tailEnd type="triangle" w="med" len="med"/>
                  </a:ln>
                </p:spPr>
                <p:txBody>
                  <a:bodyPr/>
                  <a:lstStyle/>
                  <a:p>
                    <a:endParaRPr lang="zh-CN" altLang="en-US"/>
                  </a:p>
                </p:txBody>
              </p:sp>
              <p:graphicFrame>
                <p:nvGraphicFramePr>
                  <p:cNvPr id="42014" name="Object 32"/>
                  <p:cNvGraphicFramePr>
                    <a:graphicFrameLocks noChangeAspect="1"/>
                  </p:cNvGraphicFramePr>
                  <p:nvPr/>
                </p:nvGraphicFramePr>
                <p:xfrm>
                  <a:off x="2688" y="2640"/>
                  <a:ext cx="336" cy="257"/>
                </p:xfrm>
                <a:graphic>
                  <a:graphicData uri="http://schemas.openxmlformats.org/presentationml/2006/ole">
                    <mc:AlternateContent xmlns:mc="http://schemas.openxmlformats.org/markup-compatibility/2006">
                      <mc:Choice xmlns:v="urn:schemas-microsoft-com:vml" Requires="v">
                        <p:oleObj r:id="rId12" imgW="279400" imgH="215900" progId="Equation.3">
                          <p:embed/>
                        </p:oleObj>
                      </mc:Choice>
                      <mc:Fallback>
                        <p:oleObj r:id="rId12" imgW="279400" imgH="215900" progId="Equation.3">
                          <p:embed/>
                          <p:pic>
                            <p:nvPicPr>
                              <p:cNvPr id="42014" name="Object 32"/>
                              <p:cNvPicPr/>
                              <p:nvPr/>
                            </p:nvPicPr>
                            <p:blipFill>
                              <a:blip r:embed="rId13"/>
                              <a:stretch>
                                <a:fillRect/>
                              </a:stretch>
                            </p:blipFill>
                            <p:spPr>
                              <a:xfrm>
                                <a:off x="2688" y="2640"/>
                                <a:ext cx="336" cy="257"/>
                              </a:xfrm>
                              <a:prstGeom prst="rect">
                                <a:avLst/>
                              </a:prstGeom>
                              <a:noFill/>
                              <a:ln w="38100">
                                <a:noFill/>
                                <a:miter/>
                              </a:ln>
                            </p:spPr>
                          </p:pic>
                        </p:oleObj>
                      </mc:Fallback>
                    </mc:AlternateContent>
                  </a:graphicData>
                </a:graphic>
              </p:graphicFrame>
              <p:graphicFrame>
                <p:nvGraphicFramePr>
                  <p:cNvPr id="42015" name="Object 33"/>
                  <p:cNvGraphicFramePr>
                    <a:graphicFrameLocks noChangeAspect="1"/>
                  </p:cNvGraphicFramePr>
                  <p:nvPr/>
                </p:nvGraphicFramePr>
                <p:xfrm>
                  <a:off x="4080" y="3072"/>
                  <a:ext cx="196" cy="181"/>
                </p:xfrm>
                <a:graphic>
                  <a:graphicData uri="http://schemas.openxmlformats.org/presentationml/2006/ole">
                    <mc:AlternateContent xmlns:mc="http://schemas.openxmlformats.org/markup-compatibility/2006">
                      <mc:Choice xmlns:v="urn:schemas-microsoft-com:vml" Requires="v">
                        <p:oleObj r:id="rId14" imgW="165100" imgH="152400" progId="Equation.3">
                          <p:embed/>
                        </p:oleObj>
                      </mc:Choice>
                      <mc:Fallback>
                        <p:oleObj r:id="rId14" imgW="165100" imgH="152400" progId="Equation.3">
                          <p:embed/>
                          <p:pic>
                            <p:nvPicPr>
                              <p:cNvPr id="42015" name="Object 33"/>
                              <p:cNvPicPr/>
                              <p:nvPr/>
                            </p:nvPicPr>
                            <p:blipFill>
                              <a:blip r:embed="rId15"/>
                              <a:stretch>
                                <a:fillRect/>
                              </a:stretch>
                            </p:blipFill>
                            <p:spPr>
                              <a:xfrm>
                                <a:off x="4080" y="3072"/>
                                <a:ext cx="196" cy="181"/>
                              </a:xfrm>
                              <a:prstGeom prst="rect">
                                <a:avLst/>
                              </a:prstGeom>
                              <a:noFill/>
                              <a:ln w="38100">
                                <a:noFill/>
                                <a:miter/>
                              </a:ln>
                            </p:spPr>
                          </p:pic>
                        </p:oleObj>
                      </mc:Fallback>
                    </mc:AlternateContent>
                  </a:graphicData>
                </a:graphic>
              </p:graphicFrame>
              <p:graphicFrame>
                <p:nvGraphicFramePr>
                  <p:cNvPr id="42016" name="Object 34"/>
                  <p:cNvGraphicFramePr>
                    <a:graphicFrameLocks noChangeAspect="1"/>
                  </p:cNvGraphicFramePr>
                  <p:nvPr/>
                </p:nvGraphicFramePr>
                <p:xfrm>
                  <a:off x="3312" y="3024"/>
                  <a:ext cx="227" cy="196"/>
                </p:xfrm>
                <a:graphic>
                  <a:graphicData uri="http://schemas.openxmlformats.org/presentationml/2006/ole">
                    <mc:AlternateContent xmlns:mc="http://schemas.openxmlformats.org/markup-compatibility/2006">
                      <mc:Choice xmlns:v="urn:schemas-microsoft-com:vml" Requires="v">
                        <p:oleObj r:id="rId16" imgW="190500" imgH="165100" progId="Equation.3">
                          <p:embed/>
                        </p:oleObj>
                      </mc:Choice>
                      <mc:Fallback>
                        <p:oleObj r:id="rId16" imgW="190500" imgH="165100" progId="Equation.3">
                          <p:embed/>
                          <p:pic>
                            <p:nvPicPr>
                              <p:cNvPr id="42016" name="Object 34"/>
                              <p:cNvPicPr/>
                              <p:nvPr/>
                            </p:nvPicPr>
                            <p:blipFill>
                              <a:blip r:embed="rId17"/>
                              <a:stretch>
                                <a:fillRect/>
                              </a:stretch>
                            </p:blipFill>
                            <p:spPr>
                              <a:xfrm>
                                <a:off x="3312" y="3024"/>
                                <a:ext cx="227" cy="196"/>
                              </a:xfrm>
                              <a:prstGeom prst="rect">
                                <a:avLst/>
                              </a:prstGeom>
                              <a:noFill/>
                              <a:ln w="38100">
                                <a:noFill/>
                                <a:miter/>
                              </a:ln>
                            </p:spPr>
                          </p:pic>
                        </p:oleObj>
                      </mc:Fallback>
                    </mc:AlternateContent>
                  </a:graphicData>
                </a:graphic>
              </p:graphicFrame>
            </p:grpSp>
          </p:grpSp>
        </p:grpSp>
      </p:grpSp>
      <p:sp>
        <p:nvSpPr>
          <p:cNvPr id="247843" name="Text Box 35"/>
          <p:cNvSpPr>
            <a:spLocks noGrp="1"/>
          </p:cNvSpPr>
          <p:nvPr>
            <p:ph idx="1" hasCustomPrompt="1"/>
          </p:nvPr>
        </p:nvSpPr>
        <p:spPr>
          <a:xfrm>
            <a:off x="395288" y="5661025"/>
            <a:ext cx="4176712" cy="720725"/>
          </a:xfrm>
        </p:spPr>
        <p:txBody>
          <a:bodyPr vert="horz" wrap="square" lIns="91440" tIns="45720" rIns="91440" bIns="45720" anchor="t" anchorCtr="0"/>
          <a:lstStyle/>
          <a:p>
            <a:pPr eaLnBrk="1" hangingPunct="1">
              <a:lnSpc>
                <a:spcPct val="80000"/>
              </a:lnSpc>
              <a:spcBef>
                <a:spcPct val="50000"/>
              </a:spcBef>
              <a:buClrTx/>
              <a:buSzTx/>
              <a:buFontTx/>
              <a:buNone/>
            </a:pPr>
            <a:r>
              <a:rPr lang="en-US" altLang="zh-CN" sz="2800" b="1" dirty="0">
                <a:solidFill>
                  <a:srgbClr val="000000"/>
                </a:solidFill>
              </a:rPr>
              <a:t>    </a:t>
            </a:r>
            <a:r>
              <a:rPr lang="en-US" altLang="zh-CN" sz="2800" b="1" dirty="0">
                <a:solidFill>
                  <a:srgbClr val="FF0000"/>
                </a:solidFill>
              </a:rPr>
              <a:t>How to build the Gaussian surface?</a:t>
            </a:r>
          </a:p>
        </p:txBody>
      </p:sp>
      <p:pic>
        <p:nvPicPr>
          <p:cNvPr id="247844" name="Picture 36" descr="ctu-27"/>
          <p:cNvPicPr>
            <a:picLocks noChangeAspect="1"/>
          </p:cNvPicPr>
          <p:nvPr/>
        </p:nvPicPr>
        <p:blipFill>
          <a:blip r:embed="rId18"/>
          <a:stretch>
            <a:fillRect/>
          </a:stretch>
        </p:blipFill>
        <p:spPr>
          <a:xfrm>
            <a:off x="5580063" y="3860800"/>
            <a:ext cx="2971800" cy="27289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7813"/>
                                        </p:tgtEl>
                                        <p:attrNameLst>
                                          <p:attrName>style.visibility</p:attrName>
                                        </p:attrNameLst>
                                      </p:cBhvr>
                                      <p:to>
                                        <p:strVal val="visible"/>
                                      </p:to>
                                    </p:set>
                                    <p:animEffect transition="in" filter="blinds(horizontal)">
                                      <p:cBhvr>
                                        <p:cTn id="7" dur="500"/>
                                        <p:tgtEl>
                                          <p:spTgt spid="2478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47843"/>
                                        </p:tgtEl>
                                        <p:attrNameLst>
                                          <p:attrName>style.visibility</p:attrName>
                                        </p:attrNameLst>
                                      </p:cBhvr>
                                      <p:to>
                                        <p:strVal val="visible"/>
                                      </p:to>
                                    </p:set>
                                    <p:animEffect transition="in" filter="blinds(vertical)">
                                      <p:cBhvr>
                                        <p:cTn id="12" dur="500"/>
                                        <p:tgtEl>
                                          <p:spTgt spid="24784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47844"/>
                                        </p:tgtEl>
                                        <p:attrNameLst>
                                          <p:attrName>style.visibility</p:attrName>
                                        </p:attrNameLst>
                                      </p:cBhvr>
                                      <p:to>
                                        <p:strVal val="visible"/>
                                      </p:to>
                                    </p:set>
                                    <p:anim calcmode="lin" valueType="num">
                                      <p:cBhvr additive="base">
                                        <p:cTn id="17" dur="500" fill="hold"/>
                                        <p:tgtEl>
                                          <p:spTgt spid="247844"/>
                                        </p:tgtEl>
                                        <p:attrNameLst>
                                          <p:attrName>ppt_x</p:attrName>
                                        </p:attrNameLst>
                                      </p:cBhvr>
                                      <p:tavLst>
                                        <p:tav tm="0">
                                          <p:val>
                                            <p:strVal val="1+#ppt_w/2"/>
                                          </p:val>
                                        </p:tav>
                                        <p:tav tm="100000">
                                          <p:val>
                                            <p:strVal val="#ppt_x"/>
                                          </p:val>
                                        </p:tav>
                                      </p:tavLst>
                                    </p:anim>
                                    <p:anim calcmode="lin" valueType="num">
                                      <p:cBhvr additive="base">
                                        <p:cTn id="18" dur="500" fill="hold"/>
                                        <p:tgtEl>
                                          <p:spTgt spid="2478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4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Rot="1"/>
          </p:cNvSpPr>
          <p:nvPr>
            <p:ph idx="1" hasCustomPrompt="1"/>
          </p:nvPr>
        </p:nvSpPr>
        <p:spPr>
          <a:xfrm>
            <a:off x="250825" y="188913"/>
            <a:ext cx="5616575" cy="576262"/>
          </a:xfrm>
        </p:spPr>
        <p:txBody>
          <a:bodyPr vert="horz" wrap="square" lIns="91440" tIns="45720" rIns="91440" bIns="45720" anchor="t" anchorCtr="0"/>
          <a:lstStyle/>
          <a:p>
            <a:pPr eaLnBrk="1" hangingPunct="1">
              <a:lnSpc>
                <a:spcPct val="90000"/>
              </a:lnSpc>
              <a:buNone/>
            </a:pPr>
            <a:r>
              <a:rPr lang="en-US" altLang="zh-CN" sz="2800" b="1" dirty="0">
                <a:solidFill>
                  <a:srgbClr val="0000CC"/>
                </a:solidFill>
                <a:latin typeface="Times New Roman" panose="02020603050405020304" pitchFamily="18" charset="0"/>
              </a:rPr>
              <a:t>Build the Gaussian surface</a:t>
            </a:r>
            <a:r>
              <a:rPr lang="en-US" altLang="zh-CN" dirty="0">
                <a:solidFill>
                  <a:srgbClr val="0000CC"/>
                </a:solidFill>
              </a:rPr>
              <a:t> </a:t>
            </a:r>
          </a:p>
        </p:txBody>
      </p:sp>
      <p:grpSp>
        <p:nvGrpSpPr>
          <p:cNvPr id="43011" name="Group 9"/>
          <p:cNvGrpSpPr/>
          <p:nvPr/>
        </p:nvGrpSpPr>
        <p:grpSpPr>
          <a:xfrm>
            <a:off x="5770563" y="2349500"/>
            <a:ext cx="2401887" cy="2400300"/>
            <a:chOff x="2976" y="1392"/>
            <a:chExt cx="2364" cy="2400"/>
          </a:xfrm>
        </p:grpSpPr>
        <p:grpSp>
          <p:nvGrpSpPr>
            <p:cNvPr id="43039" name="Group 10"/>
            <p:cNvGrpSpPr/>
            <p:nvPr/>
          </p:nvGrpSpPr>
          <p:grpSpPr>
            <a:xfrm>
              <a:off x="2976" y="1392"/>
              <a:ext cx="2364" cy="2400"/>
              <a:chOff x="2976" y="1392"/>
              <a:chExt cx="2364" cy="2400"/>
            </a:xfrm>
          </p:grpSpPr>
          <p:sp>
            <p:nvSpPr>
              <p:cNvPr id="43044" name="Rectangle 11"/>
              <p:cNvSpPr/>
              <p:nvPr/>
            </p:nvSpPr>
            <p:spPr>
              <a:xfrm>
                <a:off x="2976" y="1392"/>
                <a:ext cx="2364" cy="2400"/>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3045" name="AutoShape 12"/>
              <p:cNvSpPr/>
              <p:nvPr/>
            </p:nvSpPr>
            <p:spPr>
              <a:xfrm rot="-6038622">
                <a:off x="3715" y="1827"/>
                <a:ext cx="618" cy="1723"/>
              </a:xfrm>
              <a:prstGeom prst="can">
                <a:avLst>
                  <a:gd name="adj" fmla="val 45083"/>
                </a:avLst>
              </a:prstGeom>
              <a:solidFill>
                <a:srgbClr val="FF9966"/>
              </a:solidFill>
              <a:ln w="381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3046" name="Line 13"/>
              <p:cNvSpPr/>
              <p:nvPr/>
            </p:nvSpPr>
            <p:spPr>
              <a:xfrm flipV="1">
                <a:off x="3107" y="2427"/>
                <a:ext cx="2195" cy="424"/>
              </a:xfrm>
              <a:prstGeom prst="line">
                <a:avLst/>
              </a:prstGeom>
              <a:ln w="28575" cap="flat" cmpd="sng">
                <a:solidFill>
                  <a:srgbClr val="000099"/>
                </a:solidFill>
                <a:prstDash val="lgDash"/>
                <a:headEnd type="none" w="med" len="med"/>
                <a:tailEnd type="triangle" w="med" len="med"/>
              </a:ln>
            </p:spPr>
            <p:txBody>
              <a:bodyPr/>
              <a:lstStyle/>
              <a:p>
                <a:endParaRPr lang="zh-CN" altLang="en-US"/>
              </a:p>
            </p:txBody>
          </p:sp>
          <p:graphicFrame>
            <p:nvGraphicFramePr>
              <p:cNvPr id="43047" name="Object 14"/>
              <p:cNvGraphicFramePr>
                <a:graphicFrameLocks noChangeAspect="1"/>
              </p:cNvGraphicFramePr>
              <p:nvPr/>
            </p:nvGraphicFramePr>
            <p:xfrm>
              <a:off x="5040" y="2544"/>
              <a:ext cx="299" cy="279"/>
            </p:xfrm>
            <a:graphic>
              <a:graphicData uri="http://schemas.openxmlformats.org/presentationml/2006/ole">
                <mc:AlternateContent xmlns:mc="http://schemas.openxmlformats.org/markup-compatibility/2006">
                  <mc:Choice xmlns:v="urn:schemas-microsoft-com:vml" Requires="v">
                    <p:oleObj r:id="rId2" imgW="127000" imgH="139700" progId="Equation.3">
                      <p:embed/>
                    </p:oleObj>
                  </mc:Choice>
                  <mc:Fallback>
                    <p:oleObj r:id="rId2" imgW="127000" imgH="139700" progId="Equation.3">
                      <p:embed/>
                      <p:pic>
                        <p:nvPicPr>
                          <p:cNvPr id="43047" name="Object 14"/>
                          <p:cNvPicPr/>
                          <p:nvPr/>
                        </p:nvPicPr>
                        <p:blipFill>
                          <a:blip r:embed="rId3"/>
                          <a:stretch>
                            <a:fillRect/>
                          </a:stretch>
                        </p:blipFill>
                        <p:spPr>
                          <a:xfrm>
                            <a:off x="5040" y="2544"/>
                            <a:ext cx="299" cy="279"/>
                          </a:xfrm>
                          <a:prstGeom prst="rect">
                            <a:avLst/>
                          </a:prstGeom>
                          <a:noFill/>
                          <a:ln w="38100">
                            <a:noFill/>
                            <a:miter/>
                          </a:ln>
                        </p:spPr>
                      </p:pic>
                    </p:oleObj>
                  </mc:Fallback>
                </mc:AlternateContent>
              </a:graphicData>
            </a:graphic>
          </p:graphicFrame>
          <p:graphicFrame>
            <p:nvGraphicFramePr>
              <p:cNvPr id="43048" name="Object 15"/>
              <p:cNvGraphicFramePr>
                <a:graphicFrameLocks noChangeAspect="1"/>
              </p:cNvGraphicFramePr>
              <p:nvPr/>
            </p:nvGraphicFramePr>
            <p:xfrm>
              <a:off x="3895" y="2663"/>
              <a:ext cx="299" cy="278"/>
            </p:xfrm>
            <a:graphic>
              <a:graphicData uri="http://schemas.openxmlformats.org/presentationml/2006/ole">
                <mc:AlternateContent xmlns:mc="http://schemas.openxmlformats.org/markup-compatibility/2006">
                  <mc:Choice xmlns:v="urn:schemas-microsoft-com:vml" Requires="v">
                    <p:oleObj r:id="rId4" imgW="127000" imgH="139700" progId="Equation.3">
                      <p:embed/>
                    </p:oleObj>
                  </mc:Choice>
                  <mc:Fallback>
                    <p:oleObj r:id="rId4" imgW="127000" imgH="139700" progId="Equation.3">
                      <p:embed/>
                      <p:pic>
                        <p:nvPicPr>
                          <p:cNvPr id="43048" name="Object 15"/>
                          <p:cNvPicPr/>
                          <p:nvPr/>
                        </p:nvPicPr>
                        <p:blipFill>
                          <a:blip r:embed="rId5"/>
                          <a:stretch>
                            <a:fillRect/>
                          </a:stretch>
                        </p:blipFill>
                        <p:spPr>
                          <a:xfrm>
                            <a:off x="3895" y="2663"/>
                            <a:ext cx="299" cy="278"/>
                          </a:xfrm>
                          <a:prstGeom prst="rect">
                            <a:avLst/>
                          </a:prstGeom>
                          <a:noFill/>
                          <a:ln w="38100">
                            <a:noFill/>
                            <a:miter/>
                          </a:ln>
                        </p:spPr>
                      </p:pic>
                    </p:oleObj>
                  </mc:Fallback>
                </mc:AlternateContent>
              </a:graphicData>
            </a:graphic>
          </p:graphicFrame>
          <p:sp>
            <p:nvSpPr>
              <p:cNvPr id="43049" name="Line 16"/>
              <p:cNvSpPr/>
              <p:nvPr/>
            </p:nvSpPr>
            <p:spPr>
              <a:xfrm>
                <a:off x="4008" y="2663"/>
                <a:ext cx="0" cy="47"/>
              </a:xfrm>
              <a:prstGeom prst="line">
                <a:avLst/>
              </a:prstGeom>
              <a:ln w="38100" cap="flat" cmpd="sng">
                <a:solidFill>
                  <a:schemeClr val="accent2"/>
                </a:solidFill>
                <a:prstDash val="solid"/>
                <a:headEnd type="none" w="med" len="med"/>
                <a:tailEnd type="none" w="med" len="med"/>
              </a:ln>
            </p:spPr>
            <p:txBody>
              <a:bodyPr/>
              <a:lstStyle/>
              <a:p>
                <a:endParaRPr lang="zh-CN" altLang="en-US"/>
              </a:p>
            </p:txBody>
          </p:sp>
          <p:grpSp>
            <p:nvGrpSpPr>
              <p:cNvPr id="43050" name="Group 17"/>
              <p:cNvGrpSpPr/>
              <p:nvPr/>
            </p:nvGrpSpPr>
            <p:grpSpPr>
              <a:xfrm flipH="1">
                <a:off x="3624" y="1533"/>
                <a:ext cx="829" cy="2218"/>
                <a:chOff x="714" y="844"/>
                <a:chExt cx="1059" cy="2838"/>
              </a:xfrm>
            </p:grpSpPr>
            <p:sp>
              <p:nvSpPr>
                <p:cNvPr id="43061" name="Line 18"/>
                <p:cNvSpPr/>
                <p:nvPr/>
              </p:nvSpPr>
              <p:spPr>
                <a:xfrm>
                  <a:off x="714" y="1200"/>
                  <a:ext cx="0" cy="2389"/>
                </a:xfrm>
                <a:prstGeom prst="line">
                  <a:avLst/>
                </a:prstGeom>
                <a:ln w="38100" cap="flat" cmpd="sng">
                  <a:solidFill>
                    <a:srgbClr val="000000"/>
                  </a:solidFill>
                  <a:prstDash val="solid"/>
                  <a:headEnd type="none" w="med" len="med"/>
                  <a:tailEnd type="none" w="med" len="med"/>
                </a:ln>
              </p:spPr>
              <p:txBody>
                <a:bodyPr/>
                <a:lstStyle/>
                <a:p>
                  <a:endParaRPr lang="zh-CN" altLang="en-US"/>
                </a:p>
              </p:txBody>
            </p:sp>
            <p:sp>
              <p:nvSpPr>
                <p:cNvPr id="43062" name="Line 19"/>
                <p:cNvSpPr/>
                <p:nvPr/>
              </p:nvSpPr>
              <p:spPr>
                <a:xfrm>
                  <a:off x="1772" y="945"/>
                  <a:ext cx="0" cy="2389"/>
                </a:xfrm>
                <a:prstGeom prst="line">
                  <a:avLst/>
                </a:prstGeom>
                <a:ln w="38100" cap="flat" cmpd="sng">
                  <a:solidFill>
                    <a:srgbClr val="000000"/>
                  </a:solidFill>
                  <a:prstDash val="solid"/>
                  <a:headEnd type="none" w="med" len="med"/>
                  <a:tailEnd type="none" w="med" len="med"/>
                </a:ln>
              </p:spPr>
              <p:txBody>
                <a:bodyPr/>
                <a:lstStyle/>
                <a:p>
                  <a:endParaRPr lang="zh-CN" altLang="en-US"/>
                </a:p>
              </p:txBody>
            </p:sp>
            <p:sp>
              <p:nvSpPr>
                <p:cNvPr id="43063" name="Freeform 20"/>
                <p:cNvSpPr/>
                <p:nvPr/>
              </p:nvSpPr>
              <p:spPr>
                <a:xfrm>
                  <a:off x="714" y="844"/>
                  <a:ext cx="1055" cy="446"/>
                </a:xfrm>
                <a:custGeom>
                  <a:avLst/>
                  <a:gdLst/>
                  <a:ahLst/>
                  <a:cxnLst>
                    <a:cxn ang="0">
                      <a:pos x="0" y="345"/>
                    </a:cxn>
                    <a:cxn ang="0">
                      <a:pos x="165" y="387"/>
                    </a:cxn>
                    <a:cxn ang="0">
                      <a:pos x="238" y="428"/>
                    </a:cxn>
                    <a:cxn ang="0">
                      <a:pos x="289" y="325"/>
                    </a:cxn>
                    <a:cxn ang="0">
                      <a:pos x="300" y="294"/>
                    </a:cxn>
                    <a:cxn ang="0">
                      <a:pos x="310" y="263"/>
                    </a:cxn>
                    <a:cxn ang="0">
                      <a:pos x="310" y="170"/>
                    </a:cxn>
                    <a:cxn ang="0">
                      <a:pos x="351" y="159"/>
                    </a:cxn>
                    <a:cxn ang="0">
                      <a:pos x="476" y="170"/>
                    </a:cxn>
                    <a:cxn ang="0">
                      <a:pos x="496" y="232"/>
                    </a:cxn>
                    <a:cxn ang="0">
                      <a:pos x="527" y="242"/>
                    </a:cxn>
                    <a:cxn ang="0">
                      <a:pos x="651" y="273"/>
                    </a:cxn>
                    <a:cxn ang="0">
                      <a:pos x="755" y="139"/>
                    </a:cxn>
                    <a:cxn ang="0">
                      <a:pos x="765" y="97"/>
                    </a:cxn>
                    <a:cxn ang="0">
                      <a:pos x="827" y="56"/>
                    </a:cxn>
                    <a:cxn ang="0">
                      <a:pos x="869" y="118"/>
                    </a:cxn>
                    <a:cxn ang="0">
                      <a:pos x="889" y="149"/>
                    </a:cxn>
                    <a:cxn ang="0">
                      <a:pos x="982" y="4"/>
                    </a:cxn>
                    <a:cxn ang="0">
                      <a:pos x="1034" y="46"/>
                    </a:cxn>
                    <a:cxn ang="0">
                      <a:pos x="1055" y="108"/>
                    </a:cxn>
                  </a:cxnLst>
                  <a:rect l="0" t="0" r="0" b="0"/>
                  <a:pathLst>
                    <a:path w="1055" h="446">
                      <a:moveTo>
                        <a:pt x="0" y="345"/>
                      </a:moveTo>
                      <a:cubicBezTo>
                        <a:pt x="146" y="368"/>
                        <a:pt x="97" y="341"/>
                        <a:pt x="165" y="387"/>
                      </a:cubicBezTo>
                      <a:cubicBezTo>
                        <a:pt x="182" y="435"/>
                        <a:pt x="188" y="446"/>
                        <a:pt x="238" y="428"/>
                      </a:cubicBezTo>
                      <a:cubicBezTo>
                        <a:pt x="283" y="368"/>
                        <a:pt x="262" y="405"/>
                        <a:pt x="289" y="325"/>
                      </a:cubicBezTo>
                      <a:cubicBezTo>
                        <a:pt x="292" y="315"/>
                        <a:pt x="296" y="304"/>
                        <a:pt x="300" y="294"/>
                      </a:cubicBezTo>
                      <a:cubicBezTo>
                        <a:pt x="303" y="284"/>
                        <a:pt x="310" y="263"/>
                        <a:pt x="310" y="263"/>
                      </a:cubicBezTo>
                      <a:cubicBezTo>
                        <a:pt x="304" y="236"/>
                        <a:pt x="288" y="197"/>
                        <a:pt x="310" y="170"/>
                      </a:cubicBezTo>
                      <a:cubicBezTo>
                        <a:pt x="319" y="159"/>
                        <a:pt x="337" y="163"/>
                        <a:pt x="351" y="159"/>
                      </a:cubicBezTo>
                      <a:cubicBezTo>
                        <a:pt x="393" y="163"/>
                        <a:pt x="439" y="151"/>
                        <a:pt x="476" y="170"/>
                      </a:cubicBezTo>
                      <a:cubicBezTo>
                        <a:pt x="495" y="180"/>
                        <a:pt x="475" y="225"/>
                        <a:pt x="496" y="232"/>
                      </a:cubicBezTo>
                      <a:cubicBezTo>
                        <a:pt x="506" y="235"/>
                        <a:pt x="517" y="239"/>
                        <a:pt x="527" y="242"/>
                      </a:cubicBezTo>
                      <a:cubicBezTo>
                        <a:pt x="566" y="299"/>
                        <a:pt x="585" y="284"/>
                        <a:pt x="651" y="273"/>
                      </a:cubicBezTo>
                      <a:cubicBezTo>
                        <a:pt x="684" y="224"/>
                        <a:pt x="719" y="186"/>
                        <a:pt x="755" y="139"/>
                      </a:cubicBezTo>
                      <a:cubicBezTo>
                        <a:pt x="758" y="125"/>
                        <a:pt x="756" y="108"/>
                        <a:pt x="765" y="97"/>
                      </a:cubicBezTo>
                      <a:cubicBezTo>
                        <a:pt x="781" y="78"/>
                        <a:pt x="827" y="56"/>
                        <a:pt x="827" y="56"/>
                      </a:cubicBezTo>
                      <a:cubicBezTo>
                        <a:pt x="841" y="77"/>
                        <a:pt x="855" y="97"/>
                        <a:pt x="869" y="118"/>
                      </a:cubicBezTo>
                      <a:cubicBezTo>
                        <a:pt x="876" y="128"/>
                        <a:pt x="889" y="149"/>
                        <a:pt x="889" y="149"/>
                      </a:cubicBezTo>
                      <a:cubicBezTo>
                        <a:pt x="996" y="132"/>
                        <a:pt x="971" y="120"/>
                        <a:pt x="982" y="4"/>
                      </a:cubicBezTo>
                      <a:cubicBezTo>
                        <a:pt x="1036" y="17"/>
                        <a:pt x="1019" y="0"/>
                        <a:pt x="1034" y="46"/>
                      </a:cubicBezTo>
                      <a:cubicBezTo>
                        <a:pt x="1041" y="67"/>
                        <a:pt x="1055" y="108"/>
                        <a:pt x="1055" y="108"/>
                      </a:cubicBezTo>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3064" name="Freeform 21"/>
                <p:cNvSpPr/>
                <p:nvPr/>
              </p:nvSpPr>
              <p:spPr>
                <a:xfrm>
                  <a:off x="718" y="3236"/>
                  <a:ext cx="1055" cy="446"/>
                </a:xfrm>
                <a:custGeom>
                  <a:avLst/>
                  <a:gdLst/>
                  <a:ahLst/>
                  <a:cxnLst>
                    <a:cxn ang="0">
                      <a:pos x="0" y="345"/>
                    </a:cxn>
                    <a:cxn ang="0">
                      <a:pos x="165" y="387"/>
                    </a:cxn>
                    <a:cxn ang="0">
                      <a:pos x="238" y="428"/>
                    </a:cxn>
                    <a:cxn ang="0">
                      <a:pos x="289" y="325"/>
                    </a:cxn>
                    <a:cxn ang="0">
                      <a:pos x="300" y="294"/>
                    </a:cxn>
                    <a:cxn ang="0">
                      <a:pos x="310" y="263"/>
                    </a:cxn>
                    <a:cxn ang="0">
                      <a:pos x="310" y="170"/>
                    </a:cxn>
                    <a:cxn ang="0">
                      <a:pos x="351" y="159"/>
                    </a:cxn>
                    <a:cxn ang="0">
                      <a:pos x="476" y="170"/>
                    </a:cxn>
                    <a:cxn ang="0">
                      <a:pos x="496" y="232"/>
                    </a:cxn>
                    <a:cxn ang="0">
                      <a:pos x="527" y="242"/>
                    </a:cxn>
                    <a:cxn ang="0">
                      <a:pos x="651" y="273"/>
                    </a:cxn>
                    <a:cxn ang="0">
                      <a:pos x="755" y="139"/>
                    </a:cxn>
                    <a:cxn ang="0">
                      <a:pos x="765" y="97"/>
                    </a:cxn>
                    <a:cxn ang="0">
                      <a:pos x="827" y="56"/>
                    </a:cxn>
                    <a:cxn ang="0">
                      <a:pos x="869" y="118"/>
                    </a:cxn>
                    <a:cxn ang="0">
                      <a:pos x="889" y="149"/>
                    </a:cxn>
                    <a:cxn ang="0">
                      <a:pos x="982" y="4"/>
                    </a:cxn>
                    <a:cxn ang="0">
                      <a:pos x="1034" y="46"/>
                    </a:cxn>
                    <a:cxn ang="0">
                      <a:pos x="1055" y="108"/>
                    </a:cxn>
                  </a:cxnLst>
                  <a:rect l="0" t="0" r="0" b="0"/>
                  <a:pathLst>
                    <a:path w="1055" h="446">
                      <a:moveTo>
                        <a:pt x="0" y="345"/>
                      </a:moveTo>
                      <a:cubicBezTo>
                        <a:pt x="146" y="368"/>
                        <a:pt x="97" y="341"/>
                        <a:pt x="165" y="387"/>
                      </a:cubicBezTo>
                      <a:cubicBezTo>
                        <a:pt x="182" y="435"/>
                        <a:pt x="188" y="446"/>
                        <a:pt x="238" y="428"/>
                      </a:cubicBezTo>
                      <a:cubicBezTo>
                        <a:pt x="283" y="368"/>
                        <a:pt x="262" y="405"/>
                        <a:pt x="289" y="325"/>
                      </a:cubicBezTo>
                      <a:cubicBezTo>
                        <a:pt x="292" y="315"/>
                        <a:pt x="296" y="304"/>
                        <a:pt x="300" y="294"/>
                      </a:cubicBezTo>
                      <a:cubicBezTo>
                        <a:pt x="303" y="284"/>
                        <a:pt x="310" y="263"/>
                        <a:pt x="310" y="263"/>
                      </a:cubicBezTo>
                      <a:cubicBezTo>
                        <a:pt x="304" y="236"/>
                        <a:pt x="288" y="197"/>
                        <a:pt x="310" y="170"/>
                      </a:cubicBezTo>
                      <a:cubicBezTo>
                        <a:pt x="319" y="159"/>
                        <a:pt x="337" y="163"/>
                        <a:pt x="351" y="159"/>
                      </a:cubicBezTo>
                      <a:cubicBezTo>
                        <a:pt x="393" y="163"/>
                        <a:pt x="439" y="151"/>
                        <a:pt x="476" y="170"/>
                      </a:cubicBezTo>
                      <a:cubicBezTo>
                        <a:pt x="495" y="180"/>
                        <a:pt x="475" y="225"/>
                        <a:pt x="496" y="232"/>
                      </a:cubicBezTo>
                      <a:cubicBezTo>
                        <a:pt x="506" y="235"/>
                        <a:pt x="517" y="239"/>
                        <a:pt x="527" y="242"/>
                      </a:cubicBezTo>
                      <a:cubicBezTo>
                        <a:pt x="566" y="299"/>
                        <a:pt x="585" y="284"/>
                        <a:pt x="651" y="273"/>
                      </a:cubicBezTo>
                      <a:cubicBezTo>
                        <a:pt x="684" y="224"/>
                        <a:pt x="719" y="186"/>
                        <a:pt x="755" y="139"/>
                      </a:cubicBezTo>
                      <a:cubicBezTo>
                        <a:pt x="758" y="125"/>
                        <a:pt x="756" y="108"/>
                        <a:pt x="765" y="97"/>
                      </a:cubicBezTo>
                      <a:cubicBezTo>
                        <a:pt x="781" y="78"/>
                        <a:pt x="827" y="56"/>
                        <a:pt x="827" y="56"/>
                      </a:cubicBezTo>
                      <a:cubicBezTo>
                        <a:pt x="841" y="77"/>
                        <a:pt x="855" y="97"/>
                        <a:pt x="869" y="118"/>
                      </a:cubicBezTo>
                      <a:cubicBezTo>
                        <a:pt x="876" y="128"/>
                        <a:pt x="889" y="149"/>
                        <a:pt x="889" y="149"/>
                      </a:cubicBezTo>
                      <a:cubicBezTo>
                        <a:pt x="996" y="132"/>
                        <a:pt x="971" y="120"/>
                        <a:pt x="982" y="4"/>
                      </a:cubicBezTo>
                      <a:cubicBezTo>
                        <a:pt x="1036" y="17"/>
                        <a:pt x="1019" y="0"/>
                        <a:pt x="1034" y="46"/>
                      </a:cubicBezTo>
                      <a:cubicBezTo>
                        <a:pt x="1041" y="67"/>
                        <a:pt x="1055" y="108"/>
                        <a:pt x="1055" y="108"/>
                      </a:cubicBezTo>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43051" name="Line 22"/>
              <p:cNvSpPr/>
              <p:nvPr/>
            </p:nvSpPr>
            <p:spPr>
              <a:xfrm>
                <a:off x="4450" y="2214"/>
                <a:ext cx="0" cy="704"/>
              </a:xfrm>
              <a:prstGeom prst="line">
                <a:avLst/>
              </a:prstGeom>
              <a:ln w="38100" cap="flat" cmpd="sng">
                <a:solidFill>
                  <a:srgbClr val="000000"/>
                </a:solidFill>
                <a:prstDash val="solid"/>
                <a:headEnd type="none" w="med" len="med"/>
                <a:tailEnd type="none" w="med" len="med"/>
              </a:ln>
            </p:spPr>
            <p:txBody>
              <a:bodyPr/>
              <a:lstStyle/>
              <a:p>
                <a:endParaRPr lang="zh-CN" altLang="en-US"/>
              </a:p>
            </p:txBody>
          </p:sp>
          <p:sp>
            <p:nvSpPr>
              <p:cNvPr id="43052" name="Arc 23"/>
              <p:cNvSpPr/>
              <p:nvPr/>
            </p:nvSpPr>
            <p:spPr>
              <a:xfrm rot="-3067705" flipH="1">
                <a:off x="4546" y="2338"/>
                <a:ext cx="398" cy="463"/>
              </a:xfrm>
              <a:custGeom>
                <a:avLst/>
                <a:gdLst/>
                <a:ahLst/>
                <a:cxnLst>
                  <a:cxn ang="0">
                    <a:pos x="0" y="0"/>
                  </a:cxn>
                  <a:cxn ang="0">
                    <a:pos x="0" y="0"/>
                  </a:cxn>
                  <a:cxn ang="0">
                    <a:pos x="0" y="0"/>
                  </a:cxn>
                </a:cxnLst>
                <a:rect l="0" t="0" r="0" b="0"/>
                <a:pathLst>
                  <a:path w="21600" h="22694" fill="none">
                    <a:moveTo>
                      <a:pt x="-1" y="0"/>
                    </a:moveTo>
                    <a:cubicBezTo>
                      <a:pt x="11929" y="0"/>
                      <a:pt x="21600" y="9670"/>
                      <a:pt x="21600" y="21600"/>
                    </a:cubicBezTo>
                    <a:cubicBezTo>
                      <a:pt x="21600" y="21964"/>
                      <a:pt x="21590" y="22329"/>
                      <a:pt x="21572" y="22694"/>
                    </a:cubicBezTo>
                  </a:path>
                  <a:path w="21600" h="22694" stroke="0">
                    <a:moveTo>
                      <a:pt x="-1" y="0"/>
                    </a:moveTo>
                    <a:cubicBezTo>
                      <a:pt x="11929" y="0"/>
                      <a:pt x="21600" y="9670"/>
                      <a:pt x="21600" y="21600"/>
                    </a:cubicBezTo>
                    <a:cubicBezTo>
                      <a:pt x="21600" y="21964"/>
                      <a:pt x="21590" y="22329"/>
                      <a:pt x="21572" y="22694"/>
                    </a:cubicBezTo>
                    <a:lnTo>
                      <a:pt x="0" y="21600"/>
                    </a:lnTo>
                    <a:lnTo>
                      <a:pt x="-1" y="0"/>
                    </a:lnTo>
                    <a:close/>
                  </a:path>
                </a:pathLst>
              </a:custGeom>
              <a:noFill/>
              <a:ln w="38100" cap="rnd" cmpd="sng">
                <a:solidFill>
                  <a:srgbClr val="000000">
                    <a:alpha val="100000"/>
                  </a:srgbClr>
                </a:solidFill>
                <a:prstDash val="sysDot"/>
                <a:round/>
                <a:headEnd type="none" w="med" len="med"/>
                <a:tailEnd type="none" w="med" len="med"/>
              </a:ln>
            </p:spPr>
            <p:txBody>
              <a:bodyPr/>
              <a:lstStyle/>
              <a:p>
                <a:endParaRPr lang="zh-CN" altLang="en-US"/>
              </a:p>
            </p:txBody>
          </p:sp>
          <p:sp>
            <p:nvSpPr>
              <p:cNvPr id="43053" name="Arc 24"/>
              <p:cNvSpPr/>
              <p:nvPr/>
            </p:nvSpPr>
            <p:spPr>
              <a:xfrm rot="-3067705" flipH="1">
                <a:off x="3800" y="2448"/>
                <a:ext cx="428" cy="464"/>
              </a:xfrm>
              <a:custGeom>
                <a:avLst/>
                <a:gdLst/>
                <a:ahLst/>
                <a:cxnLst>
                  <a:cxn ang="0">
                    <a:pos x="0" y="0"/>
                  </a:cxn>
                  <a:cxn ang="0">
                    <a:pos x="0" y="0"/>
                  </a:cxn>
                  <a:cxn ang="0">
                    <a:pos x="0" y="0"/>
                  </a:cxn>
                </a:cxnLst>
                <a:rect l="0" t="0" r="0" b="0"/>
                <a:pathLst>
                  <a:path w="21600" h="22694" fill="none">
                    <a:moveTo>
                      <a:pt x="-1" y="0"/>
                    </a:moveTo>
                    <a:cubicBezTo>
                      <a:pt x="11929" y="0"/>
                      <a:pt x="21600" y="9670"/>
                      <a:pt x="21600" y="21600"/>
                    </a:cubicBezTo>
                    <a:cubicBezTo>
                      <a:pt x="21600" y="21964"/>
                      <a:pt x="21590" y="22329"/>
                      <a:pt x="21572" y="22694"/>
                    </a:cubicBezTo>
                  </a:path>
                  <a:path w="21600" h="22694" stroke="0">
                    <a:moveTo>
                      <a:pt x="-1" y="0"/>
                    </a:moveTo>
                    <a:cubicBezTo>
                      <a:pt x="11929" y="0"/>
                      <a:pt x="21600" y="9670"/>
                      <a:pt x="21600" y="21600"/>
                    </a:cubicBezTo>
                    <a:cubicBezTo>
                      <a:pt x="21600" y="21964"/>
                      <a:pt x="21590" y="22329"/>
                      <a:pt x="21572" y="22694"/>
                    </a:cubicBezTo>
                    <a:lnTo>
                      <a:pt x="0" y="21600"/>
                    </a:lnTo>
                    <a:lnTo>
                      <a:pt x="-1" y="0"/>
                    </a:lnTo>
                    <a:close/>
                  </a:path>
                </a:pathLst>
              </a:custGeom>
              <a:noFill/>
              <a:ln w="38100" cap="rnd" cmpd="sng">
                <a:solidFill>
                  <a:srgbClr val="000000">
                    <a:alpha val="100000"/>
                  </a:srgbClr>
                </a:solidFill>
                <a:prstDash val="sysDot"/>
                <a:round/>
                <a:headEnd type="none" w="med" len="med"/>
                <a:tailEnd type="none" w="med" len="med"/>
              </a:ln>
            </p:spPr>
            <p:txBody>
              <a:bodyPr/>
              <a:lstStyle/>
              <a:p>
                <a:endParaRPr lang="zh-CN" altLang="en-US"/>
              </a:p>
            </p:txBody>
          </p:sp>
          <p:sp>
            <p:nvSpPr>
              <p:cNvPr id="43054" name="Freeform 25"/>
              <p:cNvSpPr/>
              <p:nvPr/>
            </p:nvSpPr>
            <p:spPr>
              <a:xfrm>
                <a:off x="4008" y="2371"/>
                <a:ext cx="168" cy="606"/>
              </a:xfrm>
              <a:custGeom>
                <a:avLst/>
                <a:gdLst/>
                <a:ahLst/>
                <a:cxnLst>
                  <a:cxn ang="0">
                    <a:pos x="0" y="0"/>
                  </a:cxn>
                  <a:cxn ang="0">
                    <a:pos x="2" y="2"/>
                  </a:cxn>
                  <a:cxn ang="0">
                    <a:pos x="5" y="8"/>
                  </a:cxn>
                  <a:cxn ang="0">
                    <a:pos x="5" y="13"/>
                  </a:cxn>
                  <a:cxn ang="0">
                    <a:pos x="5" y="18"/>
                  </a:cxn>
                  <a:cxn ang="0">
                    <a:pos x="4" y="23"/>
                  </a:cxn>
                  <a:cxn ang="0">
                    <a:pos x="2" y="25"/>
                  </a:cxn>
                </a:cxnLst>
                <a:rect l="0" t="0" r="0" b="0"/>
                <a:pathLst>
                  <a:path w="216" h="775">
                    <a:moveTo>
                      <a:pt x="0" y="0"/>
                    </a:moveTo>
                    <a:cubicBezTo>
                      <a:pt x="27" y="17"/>
                      <a:pt x="54" y="34"/>
                      <a:pt x="83" y="72"/>
                    </a:cubicBezTo>
                    <a:cubicBezTo>
                      <a:pt x="112" y="110"/>
                      <a:pt x="155" y="168"/>
                      <a:pt x="176" y="227"/>
                    </a:cubicBezTo>
                    <a:cubicBezTo>
                      <a:pt x="197" y="286"/>
                      <a:pt x="202" y="369"/>
                      <a:pt x="207" y="424"/>
                    </a:cubicBezTo>
                    <a:cubicBezTo>
                      <a:pt x="212" y="479"/>
                      <a:pt x="216" y="510"/>
                      <a:pt x="207" y="558"/>
                    </a:cubicBezTo>
                    <a:cubicBezTo>
                      <a:pt x="198" y="606"/>
                      <a:pt x="174" y="677"/>
                      <a:pt x="155" y="713"/>
                    </a:cubicBezTo>
                    <a:cubicBezTo>
                      <a:pt x="136" y="749"/>
                      <a:pt x="114" y="762"/>
                      <a:pt x="93" y="775"/>
                    </a:cubicBezTo>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3055" name="Line 26"/>
              <p:cNvSpPr/>
              <p:nvPr/>
            </p:nvSpPr>
            <p:spPr>
              <a:xfrm flipH="1">
                <a:off x="3036" y="2736"/>
                <a:ext cx="324" cy="77"/>
              </a:xfrm>
              <a:prstGeom prst="line">
                <a:avLst/>
              </a:prstGeom>
              <a:ln w="38100" cap="flat" cmpd="sng">
                <a:solidFill>
                  <a:srgbClr val="FF3300"/>
                </a:solidFill>
                <a:prstDash val="solid"/>
                <a:headEnd type="none" w="med" len="med"/>
                <a:tailEnd type="triangle" w="med" len="med"/>
              </a:ln>
            </p:spPr>
            <p:txBody>
              <a:bodyPr/>
              <a:lstStyle/>
              <a:p>
                <a:endParaRPr lang="zh-CN" altLang="en-US"/>
              </a:p>
            </p:txBody>
          </p:sp>
          <p:sp>
            <p:nvSpPr>
              <p:cNvPr id="43056" name="Line 27"/>
              <p:cNvSpPr/>
              <p:nvPr/>
            </p:nvSpPr>
            <p:spPr>
              <a:xfrm flipV="1">
                <a:off x="4752" y="2352"/>
                <a:ext cx="384" cy="95"/>
              </a:xfrm>
              <a:prstGeom prst="line">
                <a:avLst/>
              </a:prstGeom>
              <a:ln w="38100" cap="flat" cmpd="sng">
                <a:solidFill>
                  <a:srgbClr val="FF3300"/>
                </a:solidFill>
                <a:prstDash val="solid"/>
                <a:headEnd type="none" w="med" len="med"/>
                <a:tailEnd type="triangle" w="med" len="med"/>
              </a:ln>
            </p:spPr>
            <p:txBody>
              <a:bodyPr/>
              <a:lstStyle/>
              <a:p>
                <a:endParaRPr lang="zh-CN" altLang="en-US"/>
              </a:p>
            </p:txBody>
          </p:sp>
          <p:graphicFrame>
            <p:nvGraphicFramePr>
              <p:cNvPr id="43057" name="Object 28"/>
              <p:cNvGraphicFramePr>
                <a:graphicFrameLocks noChangeAspect="1"/>
              </p:cNvGraphicFramePr>
              <p:nvPr/>
            </p:nvGraphicFramePr>
            <p:xfrm>
              <a:off x="5040" y="2016"/>
              <a:ext cx="218" cy="271"/>
            </p:xfrm>
            <a:graphic>
              <a:graphicData uri="http://schemas.openxmlformats.org/presentationml/2006/ole">
                <mc:AlternateContent xmlns:mc="http://schemas.openxmlformats.org/markup-compatibility/2006">
                  <mc:Choice xmlns:v="urn:schemas-microsoft-com:vml" Requires="v">
                    <p:oleObj r:id="rId6" imgW="139700" imgH="177800" progId="Equation.3">
                      <p:embed/>
                    </p:oleObj>
                  </mc:Choice>
                  <mc:Fallback>
                    <p:oleObj r:id="rId6" imgW="139700" imgH="177800" progId="Equation.3">
                      <p:embed/>
                      <p:pic>
                        <p:nvPicPr>
                          <p:cNvPr id="43057" name="Object 28"/>
                          <p:cNvPicPr/>
                          <p:nvPr/>
                        </p:nvPicPr>
                        <p:blipFill>
                          <a:blip r:embed="rId7"/>
                          <a:stretch>
                            <a:fillRect/>
                          </a:stretch>
                        </p:blipFill>
                        <p:spPr>
                          <a:xfrm>
                            <a:off x="5040" y="2016"/>
                            <a:ext cx="218" cy="271"/>
                          </a:xfrm>
                          <a:prstGeom prst="rect">
                            <a:avLst/>
                          </a:prstGeom>
                          <a:noFill/>
                          <a:ln w="38100">
                            <a:noFill/>
                            <a:miter/>
                          </a:ln>
                        </p:spPr>
                      </p:pic>
                    </p:oleObj>
                  </mc:Fallback>
                </mc:AlternateContent>
              </a:graphicData>
            </a:graphic>
          </p:graphicFrame>
          <p:graphicFrame>
            <p:nvGraphicFramePr>
              <p:cNvPr id="43058" name="Object 29"/>
              <p:cNvGraphicFramePr>
                <a:graphicFrameLocks noChangeAspect="1"/>
              </p:cNvGraphicFramePr>
              <p:nvPr/>
            </p:nvGraphicFramePr>
            <p:xfrm>
              <a:off x="2976" y="2832"/>
              <a:ext cx="268" cy="339"/>
            </p:xfrm>
            <a:graphic>
              <a:graphicData uri="http://schemas.openxmlformats.org/presentationml/2006/ole">
                <mc:AlternateContent xmlns:mc="http://schemas.openxmlformats.org/markup-compatibility/2006">
                  <mc:Choice xmlns:v="urn:schemas-microsoft-com:vml" Requires="v">
                    <p:oleObj r:id="rId6" imgW="139700" imgH="177800" progId="Equation.3">
                      <p:embed/>
                    </p:oleObj>
                  </mc:Choice>
                  <mc:Fallback>
                    <p:oleObj r:id="rId6" imgW="139700" imgH="177800" progId="Equation.3">
                      <p:embed/>
                      <p:pic>
                        <p:nvPicPr>
                          <p:cNvPr id="43058" name="Object 29"/>
                          <p:cNvPicPr/>
                          <p:nvPr/>
                        </p:nvPicPr>
                        <p:blipFill>
                          <a:blip r:embed="rId7"/>
                          <a:stretch>
                            <a:fillRect/>
                          </a:stretch>
                        </p:blipFill>
                        <p:spPr>
                          <a:xfrm>
                            <a:off x="2976" y="2832"/>
                            <a:ext cx="268" cy="339"/>
                          </a:xfrm>
                          <a:prstGeom prst="rect">
                            <a:avLst/>
                          </a:prstGeom>
                          <a:noFill/>
                          <a:ln w="38100">
                            <a:noFill/>
                            <a:miter/>
                          </a:ln>
                        </p:spPr>
                      </p:pic>
                    </p:oleObj>
                  </mc:Fallback>
                </mc:AlternateContent>
              </a:graphicData>
            </a:graphic>
          </p:graphicFrame>
          <p:graphicFrame>
            <p:nvGraphicFramePr>
              <p:cNvPr id="43059" name="Object 30"/>
              <p:cNvGraphicFramePr>
                <a:graphicFrameLocks noChangeAspect="1"/>
              </p:cNvGraphicFramePr>
              <p:nvPr/>
            </p:nvGraphicFramePr>
            <p:xfrm>
              <a:off x="3696" y="1920"/>
              <a:ext cx="696" cy="368"/>
            </p:xfrm>
            <a:graphic>
              <a:graphicData uri="http://schemas.openxmlformats.org/presentationml/2006/ole">
                <mc:AlternateContent xmlns:mc="http://schemas.openxmlformats.org/markup-compatibility/2006">
                  <mc:Choice xmlns:v="urn:schemas-microsoft-com:vml" Requires="v">
                    <p:oleObj r:id="rId8" imgW="405765" imgH="215900" progId="Equation.3">
                      <p:embed/>
                    </p:oleObj>
                  </mc:Choice>
                  <mc:Fallback>
                    <p:oleObj r:id="rId8" imgW="405765" imgH="215900" progId="Equation.3">
                      <p:embed/>
                      <p:pic>
                        <p:nvPicPr>
                          <p:cNvPr id="43059" name="Object 30"/>
                          <p:cNvPicPr/>
                          <p:nvPr/>
                        </p:nvPicPr>
                        <p:blipFill>
                          <a:blip r:embed="rId9"/>
                          <a:stretch>
                            <a:fillRect/>
                          </a:stretch>
                        </p:blipFill>
                        <p:spPr>
                          <a:xfrm>
                            <a:off x="3696" y="1920"/>
                            <a:ext cx="696" cy="368"/>
                          </a:xfrm>
                          <a:prstGeom prst="rect">
                            <a:avLst/>
                          </a:prstGeom>
                          <a:noFill/>
                          <a:ln w="38100">
                            <a:noFill/>
                            <a:miter/>
                          </a:ln>
                        </p:spPr>
                      </p:pic>
                    </p:oleObj>
                  </mc:Fallback>
                </mc:AlternateContent>
              </a:graphicData>
            </a:graphic>
          </p:graphicFrame>
          <p:graphicFrame>
            <p:nvGraphicFramePr>
              <p:cNvPr id="43060" name="Object 31"/>
              <p:cNvGraphicFramePr>
                <a:graphicFrameLocks noChangeAspect="1"/>
              </p:cNvGraphicFramePr>
              <p:nvPr/>
            </p:nvGraphicFramePr>
            <p:xfrm>
              <a:off x="3840" y="2400"/>
              <a:ext cx="321" cy="315"/>
            </p:xfrm>
            <a:graphic>
              <a:graphicData uri="http://schemas.openxmlformats.org/presentationml/2006/ole">
                <mc:AlternateContent xmlns:mc="http://schemas.openxmlformats.org/markup-compatibility/2006">
                  <mc:Choice xmlns:v="urn:schemas-microsoft-com:vml" Requires="v">
                    <p:oleObj r:id="rId10" imgW="241300" imgH="177800" progId="Equation.3">
                      <p:embed/>
                    </p:oleObj>
                  </mc:Choice>
                  <mc:Fallback>
                    <p:oleObj r:id="rId10" imgW="241300" imgH="177800" progId="Equation.3">
                      <p:embed/>
                      <p:pic>
                        <p:nvPicPr>
                          <p:cNvPr id="43060" name="Object 31"/>
                          <p:cNvPicPr/>
                          <p:nvPr/>
                        </p:nvPicPr>
                        <p:blipFill>
                          <a:blip r:embed="rId11"/>
                          <a:stretch>
                            <a:fillRect/>
                          </a:stretch>
                        </p:blipFill>
                        <p:spPr>
                          <a:xfrm>
                            <a:off x="3840" y="2400"/>
                            <a:ext cx="321" cy="315"/>
                          </a:xfrm>
                          <a:prstGeom prst="rect">
                            <a:avLst/>
                          </a:prstGeom>
                          <a:noFill/>
                          <a:ln w="38100">
                            <a:noFill/>
                            <a:miter/>
                          </a:ln>
                        </p:spPr>
                      </p:pic>
                    </p:oleObj>
                  </mc:Fallback>
                </mc:AlternateContent>
              </a:graphicData>
            </a:graphic>
          </p:graphicFrame>
        </p:grpSp>
        <p:sp>
          <p:nvSpPr>
            <p:cNvPr id="43040" name="Rectangle 32"/>
            <p:cNvSpPr/>
            <p:nvPr/>
          </p:nvSpPr>
          <p:spPr>
            <a:xfrm>
              <a:off x="3504" y="2544"/>
              <a:ext cx="192" cy="48"/>
            </a:xfrm>
            <a:prstGeom prst="rect">
              <a:avLst/>
            </a:prstGeom>
            <a:solidFill>
              <a:srgbClr val="FF9966"/>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3041" name="Rectangle 33"/>
            <p:cNvSpPr/>
            <p:nvPr/>
          </p:nvSpPr>
          <p:spPr>
            <a:xfrm>
              <a:off x="3504" y="2688"/>
              <a:ext cx="192" cy="48"/>
            </a:xfrm>
            <a:prstGeom prst="rect">
              <a:avLst/>
            </a:prstGeom>
            <a:solidFill>
              <a:srgbClr val="FF9966"/>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3042" name="Rectangle 34"/>
            <p:cNvSpPr/>
            <p:nvPr/>
          </p:nvSpPr>
          <p:spPr>
            <a:xfrm>
              <a:off x="3504" y="2832"/>
              <a:ext cx="192" cy="48"/>
            </a:xfrm>
            <a:prstGeom prst="rect">
              <a:avLst/>
            </a:prstGeom>
            <a:solidFill>
              <a:srgbClr val="FF9966"/>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3043" name="Rectangle 35"/>
            <p:cNvSpPr/>
            <p:nvPr/>
          </p:nvSpPr>
          <p:spPr>
            <a:xfrm>
              <a:off x="3552" y="2976"/>
              <a:ext cx="192" cy="48"/>
            </a:xfrm>
            <a:prstGeom prst="rect">
              <a:avLst/>
            </a:prstGeom>
            <a:solidFill>
              <a:srgbClr val="FF9966"/>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48868" name="Group 36"/>
          <p:cNvGrpSpPr/>
          <p:nvPr/>
        </p:nvGrpSpPr>
        <p:grpSpPr>
          <a:xfrm>
            <a:off x="1403350" y="765175"/>
            <a:ext cx="6121400" cy="1871663"/>
            <a:chOff x="161" y="240"/>
            <a:chExt cx="4814" cy="1717"/>
          </a:xfrm>
        </p:grpSpPr>
        <p:graphicFrame>
          <p:nvGraphicFramePr>
            <p:cNvPr id="43033" name="Object 37"/>
            <p:cNvGraphicFramePr>
              <a:graphicFrameLocks noChangeAspect="1"/>
            </p:cNvGraphicFramePr>
            <p:nvPr/>
          </p:nvGraphicFramePr>
          <p:xfrm>
            <a:off x="161" y="875"/>
            <a:ext cx="4814" cy="1082"/>
          </p:xfrm>
          <a:graphic>
            <a:graphicData uri="http://schemas.openxmlformats.org/presentationml/2006/ole">
              <mc:AlternateContent xmlns:mc="http://schemas.openxmlformats.org/markup-compatibility/2006">
                <mc:Choice xmlns:v="urn:schemas-microsoft-com:vml" Requires="v">
                  <p:oleObj r:id="rId12" imgW="2971800" imgH="635000" progId="Equation.DSMT4">
                    <p:embed/>
                  </p:oleObj>
                </mc:Choice>
                <mc:Fallback>
                  <p:oleObj r:id="rId12" imgW="2971800" imgH="635000" progId="Equation.DSMT4">
                    <p:embed/>
                    <p:pic>
                      <p:nvPicPr>
                        <p:cNvPr id="43033" name="Object 37"/>
                        <p:cNvPicPr/>
                        <p:nvPr/>
                      </p:nvPicPr>
                      <p:blipFill>
                        <a:blip r:embed="rId13"/>
                        <a:stretch>
                          <a:fillRect/>
                        </a:stretch>
                      </p:blipFill>
                      <p:spPr>
                        <a:xfrm>
                          <a:off x="161" y="875"/>
                          <a:ext cx="4814" cy="1082"/>
                        </a:xfrm>
                        <a:prstGeom prst="rect">
                          <a:avLst/>
                        </a:prstGeom>
                        <a:noFill/>
                        <a:ln w="38100">
                          <a:noFill/>
                          <a:miter/>
                        </a:ln>
                      </p:spPr>
                    </p:pic>
                  </p:oleObj>
                </mc:Fallback>
              </mc:AlternateContent>
            </a:graphicData>
          </a:graphic>
        </p:graphicFrame>
        <p:grpSp>
          <p:nvGrpSpPr>
            <p:cNvPr id="43034" name="Group 38"/>
            <p:cNvGrpSpPr/>
            <p:nvPr/>
          </p:nvGrpSpPr>
          <p:grpSpPr>
            <a:xfrm>
              <a:off x="585" y="240"/>
              <a:ext cx="3999" cy="649"/>
              <a:chOff x="585" y="240"/>
              <a:chExt cx="3999" cy="649"/>
            </a:xfrm>
          </p:grpSpPr>
          <p:grpSp>
            <p:nvGrpSpPr>
              <p:cNvPr id="43035" name="Group 39"/>
              <p:cNvGrpSpPr/>
              <p:nvPr/>
            </p:nvGrpSpPr>
            <p:grpSpPr>
              <a:xfrm>
                <a:off x="1313" y="240"/>
                <a:ext cx="3271" cy="627"/>
                <a:chOff x="1313" y="240"/>
                <a:chExt cx="3271" cy="627"/>
              </a:xfrm>
            </p:grpSpPr>
            <p:graphicFrame>
              <p:nvGraphicFramePr>
                <p:cNvPr id="43037" name="Object 40"/>
                <p:cNvGraphicFramePr>
                  <a:graphicFrameLocks noChangeAspect="1"/>
                </p:cNvGraphicFramePr>
                <p:nvPr/>
              </p:nvGraphicFramePr>
              <p:xfrm>
                <a:off x="1313" y="250"/>
                <a:ext cx="3271" cy="617"/>
              </p:xfrm>
              <a:graphic>
                <a:graphicData uri="http://schemas.openxmlformats.org/presentationml/2006/ole">
                  <mc:AlternateContent xmlns:mc="http://schemas.openxmlformats.org/markup-compatibility/2006">
                    <mc:Choice xmlns:v="urn:schemas-microsoft-com:vml" Requires="v">
                      <p:oleObj r:id="rId14" imgW="2108200" imgH="381000" progId="Equation.DSMT4">
                        <p:embed/>
                      </p:oleObj>
                    </mc:Choice>
                    <mc:Fallback>
                      <p:oleObj r:id="rId14" imgW="2108200" imgH="381000" progId="Equation.DSMT4">
                        <p:embed/>
                        <p:pic>
                          <p:nvPicPr>
                            <p:cNvPr id="43037" name="Object 40"/>
                            <p:cNvPicPr/>
                            <p:nvPr/>
                          </p:nvPicPr>
                          <p:blipFill>
                            <a:blip r:embed="rId15"/>
                            <a:stretch>
                              <a:fillRect/>
                            </a:stretch>
                          </p:blipFill>
                          <p:spPr>
                            <a:xfrm>
                              <a:off x="1313" y="250"/>
                              <a:ext cx="3271" cy="617"/>
                            </a:xfrm>
                            <a:prstGeom prst="rect">
                              <a:avLst/>
                            </a:prstGeom>
                            <a:noFill/>
                            <a:ln w="38100">
                              <a:noFill/>
                              <a:miter/>
                            </a:ln>
                          </p:spPr>
                        </p:pic>
                      </p:oleObj>
                    </mc:Fallback>
                  </mc:AlternateContent>
                </a:graphicData>
              </a:graphic>
            </p:graphicFrame>
            <p:sp>
              <p:nvSpPr>
                <p:cNvPr id="43038" name="Rectangle 41"/>
                <p:cNvSpPr/>
                <p:nvPr/>
              </p:nvSpPr>
              <p:spPr>
                <a:xfrm>
                  <a:off x="1330" y="240"/>
                  <a:ext cx="160" cy="57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aphicFrame>
            <p:nvGraphicFramePr>
              <p:cNvPr id="43036" name="Object 42"/>
              <p:cNvGraphicFramePr>
                <a:graphicFrameLocks noChangeAspect="1"/>
              </p:cNvGraphicFramePr>
              <p:nvPr/>
            </p:nvGraphicFramePr>
            <p:xfrm>
              <a:off x="585" y="240"/>
              <a:ext cx="861" cy="649"/>
            </p:xfrm>
            <a:graphic>
              <a:graphicData uri="http://schemas.openxmlformats.org/presentationml/2006/ole">
                <mc:AlternateContent xmlns:mc="http://schemas.openxmlformats.org/markup-compatibility/2006">
                  <mc:Choice xmlns:v="urn:schemas-microsoft-com:vml" Requires="v">
                    <p:oleObj r:id="rId16" imgW="495300" imgH="381000" progId="Equation.3">
                      <p:embed/>
                    </p:oleObj>
                  </mc:Choice>
                  <mc:Fallback>
                    <p:oleObj r:id="rId16" imgW="495300" imgH="381000" progId="Equation.3">
                      <p:embed/>
                      <p:pic>
                        <p:nvPicPr>
                          <p:cNvPr id="43036" name="Object 42"/>
                          <p:cNvPicPr/>
                          <p:nvPr/>
                        </p:nvPicPr>
                        <p:blipFill>
                          <a:blip r:embed="rId17"/>
                          <a:stretch>
                            <a:fillRect/>
                          </a:stretch>
                        </p:blipFill>
                        <p:spPr>
                          <a:xfrm>
                            <a:off x="585" y="240"/>
                            <a:ext cx="861" cy="649"/>
                          </a:xfrm>
                          <a:prstGeom prst="rect">
                            <a:avLst/>
                          </a:prstGeom>
                          <a:noFill/>
                          <a:ln w="38100">
                            <a:noFill/>
                            <a:miter/>
                          </a:ln>
                        </p:spPr>
                      </p:pic>
                    </p:oleObj>
                  </mc:Fallback>
                </mc:AlternateContent>
              </a:graphicData>
            </a:graphic>
          </p:graphicFrame>
        </p:grpSp>
      </p:grpSp>
      <p:grpSp>
        <p:nvGrpSpPr>
          <p:cNvPr id="248875" name="Group 43"/>
          <p:cNvGrpSpPr/>
          <p:nvPr/>
        </p:nvGrpSpPr>
        <p:grpSpPr>
          <a:xfrm>
            <a:off x="611188" y="2636838"/>
            <a:ext cx="3673475" cy="2076450"/>
            <a:chOff x="298" y="2640"/>
            <a:chExt cx="2309" cy="1490"/>
          </a:xfrm>
        </p:grpSpPr>
        <p:graphicFrame>
          <p:nvGraphicFramePr>
            <p:cNvPr id="43031" name="Object 44"/>
            <p:cNvGraphicFramePr>
              <a:graphicFrameLocks noChangeAspect="1"/>
            </p:cNvGraphicFramePr>
            <p:nvPr/>
          </p:nvGraphicFramePr>
          <p:xfrm>
            <a:off x="298" y="3024"/>
            <a:ext cx="2309" cy="1106"/>
          </p:xfrm>
          <a:graphic>
            <a:graphicData uri="http://schemas.openxmlformats.org/presentationml/2006/ole">
              <mc:AlternateContent xmlns:mc="http://schemas.openxmlformats.org/markup-compatibility/2006">
                <mc:Choice xmlns:v="urn:schemas-microsoft-com:vml" Requires="v">
                  <p:oleObj r:id="rId18" imgW="1308100" imgH="736600" progId="Equation.DSMT4">
                    <p:embed/>
                  </p:oleObj>
                </mc:Choice>
                <mc:Fallback>
                  <p:oleObj r:id="rId18" imgW="1308100" imgH="736600" progId="Equation.DSMT4">
                    <p:embed/>
                    <p:pic>
                      <p:nvPicPr>
                        <p:cNvPr id="43031" name="Object 44"/>
                        <p:cNvPicPr/>
                        <p:nvPr/>
                      </p:nvPicPr>
                      <p:blipFill>
                        <a:blip r:embed="rId19"/>
                        <a:stretch>
                          <a:fillRect/>
                        </a:stretch>
                      </p:blipFill>
                      <p:spPr>
                        <a:xfrm>
                          <a:off x="298" y="3024"/>
                          <a:ext cx="2309" cy="1106"/>
                        </a:xfrm>
                        <a:prstGeom prst="rect">
                          <a:avLst/>
                        </a:prstGeom>
                        <a:noFill/>
                        <a:ln w="38100">
                          <a:noFill/>
                          <a:miter/>
                        </a:ln>
                      </p:spPr>
                    </p:pic>
                  </p:oleObj>
                </mc:Fallback>
              </mc:AlternateContent>
            </a:graphicData>
          </a:graphic>
        </p:graphicFrame>
        <p:sp>
          <p:nvSpPr>
            <p:cNvPr id="43032" name="Text Box 45"/>
            <p:cNvSpPr txBox="1"/>
            <p:nvPr/>
          </p:nvSpPr>
          <p:spPr>
            <a:xfrm>
              <a:off x="384" y="2640"/>
              <a:ext cx="1488" cy="3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Gauss’s Law</a:t>
              </a:r>
              <a:r>
                <a:rPr lang="zh-CN" altLang="en-US" sz="2400" b="1" dirty="0">
                  <a:solidFill>
                    <a:srgbClr val="0000CC"/>
                  </a:solidFill>
                  <a:latin typeface="Times New Roman" panose="02020603050405020304" pitchFamily="18" charset="0"/>
                  <a:ea typeface="楷体_GB2312" pitchFamily="49" charset="-122"/>
                </a:rPr>
                <a:t>：</a:t>
              </a:r>
            </a:p>
          </p:txBody>
        </p:sp>
      </p:grpSp>
      <p:grpSp>
        <p:nvGrpSpPr>
          <p:cNvPr id="248878" name="Group 46"/>
          <p:cNvGrpSpPr/>
          <p:nvPr/>
        </p:nvGrpSpPr>
        <p:grpSpPr>
          <a:xfrm>
            <a:off x="468313" y="4797425"/>
            <a:ext cx="7875587" cy="1919288"/>
            <a:chOff x="288" y="96"/>
            <a:chExt cx="5280" cy="1344"/>
          </a:xfrm>
        </p:grpSpPr>
        <p:grpSp>
          <p:nvGrpSpPr>
            <p:cNvPr id="43015" name="Group 47"/>
            <p:cNvGrpSpPr/>
            <p:nvPr/>
          </p:nvGrpSpPr>
          <p:grpSpPr>
            <a:xfrm>
              <a:off x="288" y="96"/>
              <a:ext cx="1920" cy="1344"/>
              <a:chOff x="288" y="96"/>
              <a:chExt cx="1920" cy="1344"/>
            </a:xfrm>
          </p:grpSpPr>
          <p:sp>
            <p:nvSpPr>
              <p:cNvPr id="43020" name="Rectangle 48"/>
              <p:cNvSpPr/>
              <p:nvPr/>
            </p:nvSpPr>
            <p:spPr>
              <a:xfrm>
                <a:off x="288" y="96"/>
                <a:ext cx="1920" cy="1344"/>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43021" name="Group 49"/>
              <p:cNvGrpSpPr/>
              <p:nvPr/>
            </p:nvGrpSpPr>
            <p:grpSpPr>
              <a:xfrm>
                <a:off x="425" y="138"/>
                <a:ext cx="1771" cy="1302"/>
                <a:chOff x="425" y="138"/>
                <a:chExt cx="1771" cy="1302"/>
              </a:xfrm>
            </p:grpSpPr>
            <p:sp>
              <p:nvSpPr>
                <p:cNvPr id="43022" name="Line 50"/>
                <p:cNvSpPr/>
                <p:nvPr/>
              </p:nvSpPr>
              <p:spPr>
                <a:xfrm flipH="1" flipV="1">
                  <a:off x="1202" y="222"/>
                  <a:ext cx="0" cy="1218"/>
                </a:xfrm>
                <a:prstGeom prst="line">
                  <a:avLst/>
                </a:prstGeom>
                <a:ln w="28575" cap="flat" cmpd="sng">
                  <a:solidFill>
                    <a:schemeClr val="tx1"/>
                  </a:solidFill>
                  <a:prstDash val="solid"/>
                  <a:headEnd type="none" w="med" len="med"/>
                  <a:tailEnd type="triangle" w="med" len="med"/>
                </a:ln>
              </p:spPr>
              <p:txBody>
                <a:bodyPr/>
                <a:lstStyle/>
                <a:p>
                  <a:endParaRPr lang="zh-CN" altLang="en-US"/>
                </a:p>
              </p:txBody>
            </p:sp>
            <p:sp>
              <p:nvSpPr>
                <p:cNvPr id="43023" name="Line 51"/>
                <p:cNvSpPr/>
                <p:nvPr/>
              </p:nvSpPr>
              <p:spPr>
                <a:xfrm>
                  <a:off x="425" y="768"/>
                  <a:ext cx="1554" cy="0"/>
                </a:xfrm>
                <a:prstGeom prst="line">
                  <a:avLst/>
                </a:prstGeom>
                <a:ln w="28575" cap="flat" cmpd="sng">
                  <a:solidFill>
                    <a:schemeClr val="tx1"/>
                  </a:solidFill>
                  <a:prstDash val="solid"/>
                  <a:headEnd type="none" w="med" len="med"/>
                  <a:tailEnd type="triangle" w="med" len="med"/>
                </a:ln>
              </p:spPr>
              <p:txBody>
                <a:bodyPr/>
                <a:lstStyle/>
                <a:p>
                  <a:endParaRPr lang="zh-CN" altLang="en-US"/>
                </a:p>
              </p:txBody>
            </p:sp>
            <p:sp>
              <p:nvSpPr>
                <p:cNvPr id="43024" name="Line 52"/>
                <p:cNvSpPr/>
                <p:nvPr/>
              </p:nvSpPr>
              <p:spPr>
                <a:xfrm>
                  <a:off x="1202" y="474"/>
                  <a:ext cx="594"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43025" name="Line 53"/>
                <p:cNvSpPr/>
                <p:nvPr/>
              </p:nvSpPr>
              <p:spPr>
                <a:xfrm>
                  <a:off x="608" y="1062"/>
                  <a:ext cx="594"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graphicFrame>
              <p:nvGraphicFramePr>
                <p:cNvPr id="43026" name="Object 54"/>
                <p:cNvGraphicFramePr>
                  <a:graphicFrameLocks noChangeAspect="1"/>
                </p:cNvGraphicFramePr>
                <p:nvPr/>
              </p:nvGraphicFramePr>
              <p:xfrm>
                <a:off x="876" y="258"/>
                <a:ext cx="305" cy="425"/>
              </p:xfrm>
              <a:graphic>
                <a:graphicData uri="http://schemas.openxmlformats.org/presentationml/2006/ole">
                  <mc:AlternateContent xmlns:mc="http://schemas.openxmlformats.org/markup-compatibility/2006">
                    <mc:Choice xmlns:v="urn:schemas-microsoft-com:vml" Requires="v">
                      <p:oleObj r:id="rId20" imgW="292100" imgH="444500" progId="Equation.3">
                        <p:embed/>
                      </p:oleObj>
                    </mc:Choice>
                    <mc:Fallback>
                      <p:oleObj r:id="rId20" imgW="292100" imgH="444500" progId="Equation.3">
                        <p:embed/>
                        <p:pic>
                          <p:nvPicPr>
                            <p:cNvPr id="43026" name="Object 54"/>
                            <p:cNvPicPr/>
                            <p:nvPr/>
                          </p:nvPicPr>
                          <p:blipFill>
                            <a:blip r:embed="rId21"/>
                            <a:stretch>
                              <a:fillRect/>
                            </a:stretch>
                          </p:blipFill>
                          <p:spPr>
                            <a:xfrm>
                              <a:off x="876" y="258"/>
                              <a:ext cx="305" cy="425"/>
                            </a:xfrm>
                            <a:prstGeom prst="rect">
                              <a:avLst/>
                            </a:prstGeom>
                            <a:noFill/>
                            <a:ln w="38100">
                              <a:noFill/>
                              <a:miter/>
                            </a:ln>
                          </p:spPr>
                        </p:pic>
                      </p:oleObj>
                    </mc:Fallback>
                  </mc:AlternateContent>
                </a:graphicData>
              </a:graphic>
            </p:graphicFrame>
            <p:graphicFrame>
              <p:nvGraphicFramePr>
                <p:cNvPr id="43027" name="Object 55"/>
                <p:cNvGraphicFramePr>
                  <a:graphicFrameLocks noChangeAspect="1"/>
                </p:cNvGraphicFramePr>
                <p:nvPr/>
              </p:nvGraphicFramePr>
              <p:xfrm>
                <a:off x="1200" y="864"/>
                <a:ext cx="423" cy="426"/>
              </p:xfrm>
              <a:graphic>
                <a:graphicData uri="http://schemas.openxmlformats.org/presentationml/2006/ole">
                  <mc:AlternateContent xmlns:mc="http://schemas.openxmlformats.org/markup-compatibility/2006">
                    <mc:Choice xmlns:v="urn:schemas-microsoft-com:vml" Requires="v">
                      <p:oleObj r:id="rId22" imgW="405765" imgH="443865" progId="Equation.3">
                        <p:embed/>
                      </p:oleObj>
                    </mc:Choice>
                    <mc:Fallback>
                      <p:oleObj r:id="rId22" imgW="405765" imgH="443865" progId="Equation.3">
                        <p:embed/>
                        <p:pic>
                          <p:nvPicPr>
                            <p:cNvPr id="43027" name="Object 55"/>
                            <p:cNvPicPr/>
                            <p:nvPr/>
                          </p:nvPicPr>
                          <p:blipFill>
                            <a:blip r:embed="rId23"/>
                            <a:stretch>
                              <a:fillRect/>
                            </a:stretch>
                          </p:blipFill>
                          <p:spPr>
                            <a:xfrm>
                              <a:off x="1200" y="864"/>
                              <a:ext cx="423" cy="426"/>
                            </a:xfrm>
                            <a:prstGeom prst="rect">
                              <a:avLst/>
                            </a:prstGeom>
                            <a:noFill/>
                            <a:ln w="38100">
                              <a:noFill/>
                              <a:miter/>
                            </a:ln>
                          </p:spPr>
                        </p:pic>
                      </p:oleObj>
                    </mc:Fallback>
                  </mc:AlternateContent>
                </a:graphicData>
              </a:graphic>
            </p:graphicFrame>
            <p:graphicFrame>
              <p:nvGraphicFramePr>
                <p:cNvPr id="43028" name="Object 56"/>
                <p:cNvGraphicFramePr>
                  <a:graphicFrameLocks noChangeAspect="1"/>
                </p:cNvGraphicFramePr>
                <p:nvPr/>
              </p:nvGraphicFramePr>
              <p:xfrm>
                <a:off x="1967" y="642"/>
                <a:ext cx="229" cy="210"/>
              </p:xfrm>
              <a:graphic>
                <a:graphicData uri="http://schemas.openxmlformats.org/presentationml/2006/ole">
                  <mc:AlternateContent xmlns:mc="http://schemas.openxmlformats.org/markup-compatibility/2006">
                    <mc:Choice xmlns:v="urn:schemas-microsoft-com:vml" Requires="v">
                      <p:oleObj r:id="rId24" imgW="139700" imgH="139700" progId="Equation.3">
                        <p:embed/>
                      </p:oleObj>
                    </mc:Choice>
                    <mc:Fallback>
                      <p:oleObj r:id="rId24" imgW="139700" imgH="139700" progId="Equation.3">
                        <p:embed/>
                        <p:pic>
                          <p:nvPicPr>
                            <p:cNvPr id="43028" name="Object 56"/>
                            <p:cNvPicPr/>
                            <p:nvPr/>
                          </p:nvPicPr>
                          <p:blipFill>
                            <a:blip r:embed="rId25"/>
                            <a:stretch>
                              <a:fillRect/>
                            </a:stretch>
                          </p:blipFill>
                          <p:spPr>
                            <a:xfrm>
                              <a:off x="1967" y="642"/>
                              <a:ext cx="229" cy="210"/>
                            </a:xfrm>
                            <a:prstGeom prst="rect">
                              <a:avLst/>
                            </a:prstGeom>
                            <a:noFill/>
                            <a:ln w="38100">
                              <a:noFill/>
                              <a:miter/>
                            </a:ln>
                          </p:spPr>
                        </p:pic>
                      </p:oleObj>
                    </mc:Fallback>
                  </mc:AlternateContent>
                </a:graphicData>
              </a:graphic>
            </p:graphicFrame>
            <p:graphicFrame>
              <p:nvGraphicFramePr>
                <p:cNvPr id="43029" name="Object 57"/>
                <p:cNvGraphicFramePr>
                  <a:graphicFrameLocks noChangeAspect="1"/>
                </p:cNvGraphicFramePr>
                <p:nvPr/>
              </p:nvGraphicFramePr>
              <p:xfrm>
                <a:off x="966" y="768"/>
                <a:ext cx="205" cy="210"/>
              </p:xfrm>
              <a:graphic>
                <a:graphicData uri="http://schemas.openxmlformats.org/presentationml/2006/ole">
                  <mc:AlternateContent xmlns:mc="http://schemas.openxmlformats.org/markup-compatibility/2006">
                    <mc:Choice xmlns:v="urn:schemas-microsoft-com:vml" Requires="v">
                      <p:oleObj r:id="rId26" imgW="127000" imgH="139700" progId="Equation.3">
                        <p:embed/>
                      </p:oleObj>
                    </mc:Choice>
                    <mc:Fallback>
                      <p:oleObj r:id="rId26" imgW="127000" imgH="139700" progId="Equation.3">
                        <p:embed/>
                        <p:pic>
                          <p:nvPicPr>
                            <p:cNvPr id="43029" name="Object 57"/>
                            <p:cNvPicPr/>
                            <p:nvPr/>
                          </p:nvPicPr>
                          <p:blipFill>
                            <a:blip r:embed="rId5"/>
                            <a:stretch>
                              <a:fillRect/>
                            </a:stretch>
                          </p:blipFill>
                          <p:spPr>
                            <a:xfrm>
                              <a:off x="966" y="768"/>
                              <a:ext cx="205" cy="210"/>
                            </a:xfrm>
                            <a:prstGeom prst="rect">
                              <a:avLst/>
                            </a:prstGeom>
                            <a:noFill/>
                            <a:ln w="38100">
                              <a:noFill/>
                              <a:miter/>
                            </a:ln>
                          </p:spPr>
                        </p:pic>
                      </p:oleObj>
                    </mc:Fallback>
                  </mc:AlternateContent>
                </a:graphicData>
              </a:graphic>
            </p:graphicFrame>
            <p:graphicFrame>
              <p:nvGraphicFramePr>
                <p:cNvPr id="43030" name="Object 58"/>
                <p:cNvGraphicFramePr>
                  <a:graphicFrameLocks noChangeAspect="1"/>
                </p:cNvGraphicFramePr>
                <p:nvPr/>
              </p:nvGraphicFramePr>
              <p:xfrm>
                <a:off x="1210" y="138"/>
                <a:ext cx="230" cy="210"/>
              </p:xfrm>
              <a:graphic>
                <a:graphicData uri="http://schemas.openxmlformats.org/presentationml/2006/ole">
                  <mc:AlternateContent xmlns:mc="http://schemas.openxmlformats.org/markup-compatibility/2006">
                    <mc:Choice xmlns:v="urn:schemas-microsoft-com:vml" Requires="v">
                      <p:oleObj r:id="rId27" imgW="165100" imgH="165100" progId="Equation.3">
                        <p:embed/>
                      </p:oleObj>
                    </mc:Choice>
                    <mc:Fallback>
                      <p:oleObj r:id="rId27" imgW="165100" imgH="165100" progId="Equation.3">
                        <p:embed/>
                        <p:pic>
                          <p:nvPicPr>
                            <p:cNvPr id="43030" name="Object 58"/>
                            <p:cNvPicPr/>
                            <p:nvPr/>
                          </p:nvPicPr>
                          <p:blipFill>
                            <a:blip r:embed="rId28"/>
                            <a:stretch>
                              <a:fillRect/>
                            </a:stretch>
                          </p:blipFill>
                          <p:spPr>
                            <a:xfrm>
                              <a:off x="1210" y="138"/>
                              <a:ext cx="230" cy="210"/>
                            </a:xfrm>
                            <a:prstGeom prst="rect">
                              <a:avLst/>
                            </a:prstGeom>
                            <a:noFill/>
                            <a:ln w="38100">
                              <a:noFill/>
                              <a:miter/>
                            </a:ln>
                          </p:spPr>
                        </p:pic>
                      </p:oleObj>
                    </mc:Fallback>
                  </mc:AlternateContent>
                </a:graphicData>
              </a:graphic>
            </p:graphicFrame>
          </p:grpSp>
        </p:grpSp>
        <p:grpSp>
          <p:nvGrpSpPr>
            <p:cNvPr id="43016" name="Group 59"/>
            <p:cNvGrpSpPr/>
            <p:nvPr/>
          </p:nvGrpSpPr>
          <p:grpSpPr>
            <a:xfrm>
              <a:off x="2376" y="229"/>
              <a:ext cx="3192" cy="939"/>
              <a:chOff x="2376" y="229"/>
              <a:chExt cx="3192" cy="939"/>
            </a:xfrm>
          </p:grpSpPr>
          <p:graphicFrame>
            <p:nvGraphicFramePr>
              <p:cNvPr id="43017" name="Object 60"/>
              <p:cNvGraphicFramePr>
                <a:graphicFrameLocks noChangeAspect="1"/>
              </p:cNvGraphicFramePr>
              <p:nvPr/>
            </p:nvGraphicFramePr>
            <p:xfrm>
              <a:off x="2376" y="229"/>
              <a:ext cx="1008" cy="780"/>
            </p:xfrm>
            <a:graphic>
              <a:graphicData uri="http://schemas.openxmlformats.org/presentationml/2006/ole">
                <mc:AlternateContent xmlns:mc="http://schemas.openxmlformats.org/markup-compatibility/2006">
                  <mc:Choice xmlns:v="urn:schemas-microsoft-com:vml" Requires="v">
                    <p:oleObj r:id="rId29" imgW="571500" imgH="444500" progId="Equation.3">
                      <p:embed/>
                    </p:oleObj>
                  </mc:Choice>
                  <mc:Fallback>
                    <p:oleObj r:id="rId29" imgW="571500" imgH="444500" progId="Equation.3">
                      <p:embed/>
                      <p:pic>
                        <p:nvPicPr>
                          <p:cNvPr id="43017" name="Object 60"/>
                          <p:cNvPicPr/>
                          <p:nvPr/>
                        </p:nvPicPr>
                        <p:blipFill>
                          <a:blip r:embed="rId30"/>
                          <a:stretch>
                            <a:fillRect/>
                          </a:stretch>
                        </p:blipFill>
                        <p:spPr>
                          <a:xfrm>
                            <a:off x="2376" y="229"/>
                            <a:ext cx="1008" cy="780"/>
                          </a:xfrm>
                          <a:prstGeom prst="rect">
                            <a:avLst/>
                          </a:prstGeom>
                          <a:noFill/>
                          <a:ln w="38100">
                            <a:noFill/>
                            <a:miter/>
                          </a:ln>
                        </p:spPr>
                      </p:pic>
                    </p:oleObj>
                  </mc:Fallback>
                </mc:AlternateContent>
              </a:graphicData>
            </a:graphic>
          </p:graphicFrame>
          <p:sp>
            <p:nvSpPr>
              <p:cNvPr id="43018" name="Text Box 61"/>
              <p:cNvSpPr txBox="1"/>
              <p:nvPr/>
            </p:nvSpPr>
            <p:spPr>
              <a:xfrm>
                <a:off x="3648" y="336"/>
                <a:ext cx="1920" cy="83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The direction of  E depends on the sign of the charge</a:t>
                </a:r>
              </a:p>
            </p:txBody>
          </p:sp>
          <p:graphicFrame>
            <p:nvGraphicFramePr>
              <p:cNvPr id="43019" name="Object 62"/>
              <p:cNvGraphicFramePr>
                <a:graphicFrameLocks noChangeAspect="1"/>
              </p:cNvGraphicFramePr>
              <p:nvPr/>
            </p:nvGraphicFramePr>
            <p:xfrm>
              <a:off x="4740" y="348"/>
              <a:ext cx="216" cy="339"/>
            </p:xfrm>
            <a:graphic>
              <a:graphicData uri="http://schemas.openxmlformats.org/presentationml/2006/ole">
                <mc:AlternateContent xmlns:mc="http://schemas.openxmlformats.org/markup-compatibility/2006">
                  <mc:Choice xmlns:v="urn:schemas-microsoft-com:vml" Requires="v">
                    <p:oleObj r:id="rId31" imgW="114300" imgH="177800" progId="Equation.DSMT4">
                      <p:embed/>
                    </p:oleObj>
                  </mc:Choice>
                  <mc:Fallback>
                    <p:oleObj r:id="rId31" imgW="114300" imgH="177800" progId="Equation.DSMT4">
                      <p:embed/>
                      <p:pic>
                        <p:nvPicPr>
                          <p:cNvPr id="43019" name="Object 62"/>
                          <p:cNvPicPr/>
                          <p:nvPr/>
                        </p:nvPicPr>
                        <p:blipFill>
                          <a:blip r:embed="rId32"/>
                          <a:stretch>
                            <a:fillRect/>
                          </a:stretch>
                        </p:blipFill>
                        <p:spPr>
                          <a:xfrm>
                            <a:off x="4740" y="348"/>
                            <a:ext cx="216" cy="339"/>
                          </a:xfrm>
                          <a:prstGeom prst="rect">
                            <a:avLst/>
                          </a:prstGeom>
                          <a:no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8868"/>
                                        </p:tgtEl>
                                        <p:attrNameLst>
                                          <p:attrName>style.visibility</p:attrName>
                                        </p:attrNameLst>
                                      </p:cBhvr>
                                      <p:to>
                                        <p:strVal val="visible"/>
                                      </p:to>
                                    </p:set>
                                    <p:animEffect transition="in" filter="blinds(horizontal)">
                                      <p:cBhvr>
                                        <p:cTn id="7" dur="500"/>
                                        <p:tgtEl>
                                          <p:spTgt spid="2488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8875"/>
                                        </p:tgtEl>
                                        <p:attrNameLst>
                                          <p:attrName>style.visibility</p:attrName>
                                        </p:attrNameLst>
                                      </p:cBhvr>
                                      <p:to>
                                        <p:strVal val="visible"/>
                                      </p:to>
                                    </p:set>
                                    <p:animEffect transition="in" filter="blinds(horizontal)">
                                      <p:cBhvr>
                                        <p:cTn id="12" dur="500"/>
                                        <p:tgtEl>
                                          <p:spTgt spid="2488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8878"/>
                                        </p:tgtEl>
                                        <p:attrNameLst>
                                          <p:attrName>style.visibility</p:attrName>
                                        </p:attrNameLst>
                                      </p:cBhvr>
                                      <p:to>
                                        <p:strVal val="visible"/>
                                      </p:to>
                                    </p:set>
                                    <p:animEffect transition="in" filter="dissolve">
                                      <p:cBhvr>
                                        <p:cTn id="17" dur="500"/>
                                        <p:tgtEl>
                                          <p:spTgt spid="248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Rot="1"/>
          </p:cNvSpPr>
          <p:nvPr>
            <p:ph type="body" sz="half" idx="1" hasCustomPrompt="1"/>
          </p:nvPr>
        </p:nvSpPr>
        <p:spPr>
          <a:xfrm>
            <a:off x="250825" y="908050"/>
            <a:ext cx="5881370" cy="660400"/>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800" b="1" dirty="0">
                <a:solidFill>
                  <a:srgbClr val="000000"/>
                </a:solidFill>
              </a:rPr>
              <a:t>Electric Potential (scalar field)</a:t>
            </a:r>
            <a:endParaRPr lang="zh-CN" altLang="en-US" sz="2800" b="1" dirty="0">
              <a:solidFill>
                <a:srgbClr val="000000"/>
              </a:solidFill>
            </a:endParaRPr>
          </a:p>
        </p:txBody>
      </p:sp>
      <p:graphicFrame>
        <p:nvGraphicFramePr>
          <p:cNvPr id="44035" name="Object 6"/>
          <p:cNvGraphicFramePr>
            <a:graphicFrameLocks noGrp="1" noChangeAspect="1"/>
          </p:cNvGraphicFramePr>
          <p:nvPr>
            <p:ph sz="quarter" idx="2" hasCustomPrompt="1"/>
          </p:nvPr>
        </p:nvGraphicFramePr>
        <p:xfrm>
          <a:off x="1908175" y="1492250"/>
          <a:ext cx="2087563" cy="522288"/>
        </p:xfrm>
        <a:graphic>
          <a:graphicData uri="http://schemas.openxmlformats.org/presentationml/2006/ole">
            <mc:AlternateContent xmlns:mc="http://schemas.openxmlformats.org/markup-compatibility/2006">
              <mc:Choice xmlns:v="urn:schemas-microsoft-com:vml" Requires="v">
                <p:oleObj r:id="rId2" imgW="812165" imgH="203200" progId="Equation.DSMT4">
                  <p:embed/>
                </p:oleObj>
              </mc:Choice>
              <mc:Fallback>
                <p:oleObj r:id="rId2" imgW="812165" imgH="203200" progId="Equation.DSMT4">
                  <p:embed/>
                  <p:pic>
                    <p:nvPicPr>
                      <p:cNvPr id="44035" name="Object 6"/>
                      <p:cNvPicPr/>
                      <p:nvPr/>
                    </p:nvPicPr>
                    <p:blipFill>
                      <a:blip r:embed="rId3"/>
                      <a:srcRect/>
                      <a:stretch>
                        <a:fillRect/>
                      </a:stretch>
                    </p:blipFill>
                    <p:spPr>
                      <a:xfrm>
                        <a:off x="1908175" y="1492250"/>
                        <a:ext cx="2087563" cy="522288"/>
                      </a:xfrm>
                      <a:prstGeom prst="rect">
                        <a:avLst/>
                      </a:prstGeom>
                      <a:noFill/>
                      <a:ln w="38100">
                        <a:miter/>
                      </a:ln>
                    </p:spPr>
                  </p:pic>
                </p:oleObj>
              </mc:Fallback>
            </mc:AlternateContent>
          </a:graphicData>
        </a:graphic>
      </p:graphicFrame>
      <p:sp>
        <p:nvSpPr>
          <p:cNvPr id="222212" name="Rectangle 4"/>
          <p:cNvSpPr>
            <a:spLocks noChangeArrowheads="1"/>
          </p:cNvSpPr>
          <p:nvPr/>
        </p:nvSpPr>
        <p:spPr bwMode="auto">
          <a:xfrm>
            <a:off x="468313" y="260350"/>
            <a:ext cx="8281988" cy="7921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3.5 Electric Potential</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
        <p:nvSpPr>
          <p:cNvPr id="222213" name="Rectangle 5"/>
          <p:cNvSpPr/>
          <p:nvPr/>
        </p:nvSpPr>
        <p:spPr>
          <a:xfrm>
            <a:off x="684213" y="2055813"/>
            <a:ext cx="68913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rPr>
              <a:t>We can define a scalar electric potential </a:t>
            </a:r>
            <a:r>
              <a:rPr lang="en-US" altLang="zh-CN" sz="2400" b="1" i="1" dirty="0">
                <a:solidFill>
                  <a:srgbClr val="000000"/>
                </a:solidFill>
                <a:sym typeface="Symbol" panose="05050102010706020507" pitchFamily="18" charset="2"/>
              </a:rPr>
              <a:t></a:t>
            </a:r>
            <a:r>
              <a:rPr lang="en-US" altLang="zh-CN" sz="2400" b="1" dirty="0">
                <a:solidFill>
                  <a:srgbClr val="0000CC"/>
                </a:solidFill>
                <a:latin typeface="Times New Roman" panose="02020603050405020304" pitchFamily="18" charset="0"/>
              </a:rPr>
              <a:t> such that</a:t>
            </a:r>
          </a:p>
        </p:txBody>
      </p:sp>
      <p:graphicFrame>
        <p:nvGraphicFramePr>
          <p:cNvPr id="44038" name="Object 9"/>
          <p:cNvGraphicFramePr>
            <a:graphicFrameLocks noGrp="1" noChangeAspect="1"/>
          </p:cNvGraphicFramePr>
          <p:nvPr>
            <p:ph sz="quarter" idx="3" hasCustomPrompt="1"/>
          </p:nvPr>
        </p:nvGraphicFramePr>
        <p:xfrm>
          <a:off x="5580063" y="1412875"/>
          <a:ext cx="1439862" cy="509588"/>
        </p:xfrm>
        <a:graphic>
          <a:graphicData uri="http://schemas.openxmlformats.org/presentationml/2006/ole">
            <mc:AlternateContent xmlns:mc="http://schemas.openxmlformats.org/markup-compatibility/2006">
              <mc:Choice xmlns:v="urn:schemas-microsoft-com:vml" Requires="v">
                <p:oleObj r:id="rId4" imgW="609600" imgH="215900" progId="Equation.DSMT4">
                  <p:embed/>
                </p:oleObj>
              </mc:Choice>
              <mc:Fallback>
                <p:oleObj r:id="rId4" imgW="609600" imgH="215900" progId="Equation.DSMT4">
                  <p:embed/>
                  <p:pic>
                    <p:nvPicPr>
                      <p:cNvPr id="44038" name="Object 9"/>
                      <p:cNvPicPr/>
                      <p:nvPr/>
                    </p:nvPicPr>
                    <p:blipFill>
                      <a:blip r:embed="rId5"/>
                      <a:srcRect/>
                      <a:stretch>
                        <a:fillRect/>
                      </a:stretch>
                    </p:blipFill>
                    <p:spPr>
                      <a:xfrm>
                        <a:off x="5580063" y="1412875"/>
                        <a:ext cx="1439862" cy="509588"/>
                      </a:xfrm>
                      <a:prstGeom prst="rect">
                        <a:avLst/>
                      </a:prstGeom>
                      <a:noFill/>
                      <a:ln w="38100">
                        <a:miter/>
                      </a:ln>
                    </p:spPr>
                  </p:pic>
                </p:oleObj>
              </mc:Fallback>
            </mc:AlternateContent>
          </a:graphicData>
        </a:graphic>
      </p:graphicFrame>
      <p:grpSp>
        <p:nvGrpSpPr>
          <p:cNvPr id="222220" name="Group 12"/>
          <p:cNvGrpSpPr/>
          <p:nvPr/>
        </p:nvGrpSpPr>
        <p:grpSpPr>
          <a:xfrm>
            <a:off x="2843213" y="2565400"/>
            <a:ext cx="2257425" cy="534988"/>
            <a:chOff x="1837" y="1007"/>
            <a:chExt cx="1422" cy="337"/>
          </a:xfrm>
        </p:grpSpPr>
        <p:graphicFrame>
          <p:nvGraphicFramePr>
            <p:cNvPr id="44047" name="Object 13"/>
            <p:cNvGraphicFramePr>
              <a:graphicFrameLocks noChangeAspect="1"/>
            </p:cNvGraphicFramePr>
            <p:nvPr/>
          </p:nvGraphicFramePr>
          <p:xfrm>
            <a:off x="2381" y="1007"/>
            <a:ext cx="878" cy="337"/>
          </p:xfrm>
          <a:graphic>
            <a:graphicData uri="http://schemas.openxmlformats.org/presentationml/2006/ole">
              <mc:AlternateContent xmlns:mc="http://schemas.openxmlformats.org/markup-compatibility/2006">
                <mc:Choice xmlns:v="urn:schemas-microsoft-com:vml" Requires="v">
                  <p:oleObj r:id="rId6" imgW="445770" imgH="109855" progId="Equation.DSMT4">
                    <p:embed/>
                  </p:oleObj>
                </mc:Choice>
                <mc:Fallback>
                  <p:oleObj r:id="rId6" imgW="445770" imgH="109855" progId="Equation.DSMT4">
                    <p:embed/>
                    <p:pic>
                      <p:nvPicPr>
                        <p:cNvPr id="44047" name="Object 13"/>
                        <p:cNvPicPr/>
                        <p:nvPr/>
                      </p:nvPicPr>
                      <p:blipFill>
                        <a:blip r:embed="rId7">
                          <a:clrChange>
                            <a:clrFrom>
                              <a:srgbClr val="000000"/>
                            </a:clrFrom>
                            <a:clrTo>
                              <a:srgbClr val="000000"/>
                            </a:clrTo>
                          </a:clrChange>
                        </a:blip>
                        <a:stretch>
                          <a:fillRect/>
                        </a:stretch>
                      </p:blipFill>
                      <p:spPr>
                        <a:xfrm>
                          <a:off x="2381" y="1007"/>
                          <a:ext cx="878" cy="337"/>
                        </a:xfrm>
                        <a:prstGeom prst="rect">
                          <a:avLst/>
                        </a:prstGeom>
                        <a:noFill/>
                        <a:ln w="38100">
                          <a:noFill/>
                          <a:miter/>
                        </a:ln>
                      </p:spPr>
                    </p:pic>
                  </p:oleObj>
                </mc:Fallback>
              </mc:AlternateContent>
            </a:graphicData>
          </a:graphic>
        </p:graphicFrame>
        <p:sp>
          <p:nvSpPr>
            <p:cNvPr id="44048" name="AutoShape 14"/>
            <p:cNvSpPr/>
            <p:nvPr/>
          </p:nvSpPr>
          <p:spPr>
            <a:xfrm>
              <a:off x="1837" y="1111"/>
              <a:ext cx="408" cy="182"/>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sp>
        <p:nvSpPr>
          <p:cNvPr id="44040" name="Rectangle 15"/>
          <p:cNvSpPr/>
          <p:nvPr/>
        </p:nvSpPr>
        <p:spPr>
          <a:xfrm>
            <a:off x="4427538" y="1485900"/>
            <a:ext cx="6762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rPr>
              <a:t>and</a:t>
            </a:r>
          </a:p>
        </p:txBody>
      </p:sp>
      <p:sp>
        <p:nvSpPr>
          <p:cNvPr id="44041" name="Rectangle 16"/>
          <p:cNvSpPr/>
          <p:nvPr/>
        </p:nvSpPr>
        <p:spPr>
          <a:xfrm>
            <a:off x="684213" y="1485900"/>
            <a:ext cx="8270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rPr>
              <a:t>since</a:t>
            </a:r>
          </a:p>
        </p:txBody>
      </p:sp>
      <p:sp>
        <p:nvSpPr>
          <p:cNvPr id="222226" name="Rectangle 18"/>
          <p:cNvSpPr/>
          <p:nvPr/>
        </p:nvSpPr>
        <p:spPr>
          <a:xfrm>
            <a:off x="611188" y="3116263"/>
            <a:ext cx="79724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rPr>
              <a:t>Advantage</a:t>
            </a: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change the vector problem into scalar problem</a:t>
            </a:r>
          </a:p>
        </p:txBody>
      </p:sp>
      <p:sp>
        <p:nvSpPr>
          <p:cNvPr id="222236" name="Text Box 28"/>
          <p:cNvSpPr txBox="1"/>
          <p:nvPr/>
        </p:nvSpPr>
        <p:spPr>
          <a:xfrm>
            <a:off x="323850" y="3716338"/>
            <a:ext cx="8064500" cy="15700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50000"/>
              </a:spcBef>
              <a:buClrTx/>
              <a:buSzTx/>
              <a:buFontTx/>
              <a:buNone/>
            </a:pPr>
            <a:r>
              <a:rPr lang="en-US" altLang="zh-CN" sz="2400" b="1" dirty="0">
                <a:solidFill>
                  <a:srgbClr val="0000FF"/>
                </a:solidFill>
                <a:latin typeface="Times New Roman" panose="02020603050405020304" pitchFamily="18" charset="0"/>
                <a:ea typeface="楷体_GB2312" pitchFamily="49" charset="-122"/>
              </a:rPr>
              <a:t>    </a:t>
            </a:r>
            <a:r>
              <a:rPr lang="en-US" altLang="zh-CN" sz="2400" b="1" dirty="0">
                <a:solidFill>
                  <a:srgbClr val="0000FF"/>
                </a:solidFill>
                <a:latin typeface="Times New Roman" panose="02020603050405020304" pitchFamily="18" charset="0"/>
              </a:rPr>
              <a:t>The </a:t>
            </a:r>
            <a:r>
              <a:rPr lang="en-US" altLang="zh-CN" sz="2400" b="1" dirty="0">
                <a:solidFill>
                  <a:srgbClr val="FF0000"/>
                </a:solidFill>
                <a:latin typeface="Times New Roman" panose="02020603050405020304" pitchFamily="18" charset="0"/>
              </a:rPr>
              <a:t>physical meaning</a:t>
            </a:r>
            <a:r>
              <a:rPr lang="en-US" altLang="zh-CN" sz="2400" b="1" dirty="0">
                <a:solidFill>
                  <a:srgbClr val="0000FF"/>
                </a:solidFill>
                <a:latin typeface="Times New Roman" panose="02020603050405020304" pitchFamily="18" charset="0"/>
              </a:rPr>
              <a:t> of the electric potential </a:t>
            </a:r>
            <a:r>
              <a:rPr lang="en-US" altLang="zh-CN" sz="2400" b="1" i="1" dirty="0">
                <a:solidFill>
                  <a:srgbClr val="000000"/>
                </a:solidFill>
                <a:latin typeface="Times New Roman" panose="02020603050405020304" pitchFamily="18" charset="0"/>
                <a:sym typeface="Symbol" panose="05050102010706020507" pitchFamily="18" charset="2"/>
              </a:rPr>
              <a:t></a:t>
            </a:r>
            <a:r>
              <a:rPr lang="en-US" altLang="zh-CN" sz="2400" b="1" dirty="0">
                <a:solidFill>
                  <a:srgbClr val="0000FF"/>
                </a:solidFill>
                <a:latin typeface="Times New Roman" panose="02020603050405020304" pitchFamily="18" charset="0"/>
                <a:sym typeface="Symbol" panose="05050102010706020507" pitchFamily="18" charset="2"/>
              </a:rPr>
              <a:t> </a:t>
            </a:r>
            <a:r>
              <a:rPr lang="en-US" altLang="zh-CN" sz="2400" b="1" dirty="0">
                <a:solidFill>
                  <a:srgbClr val="0000FF"/>
                </a:solidFill>
                <a:latin typeface="Times New Roman" panose="02020603050405020304" pitchFamily="18" charset="0"/>
              </a:rPr>
              <a:t>at a point is the amount of </a:t>
            </a:r>
            <a:r>
              <a:rPr lang="en-US" altLang="zh-CN" sz="2400" b="1" dirty="0">
                <a:solidFill>
                  <a:srgbClr val="0000FF"/>
                </a:solidFill>
                <a:latin typeface="Times New Roman" panose="02020603050405020304" pitchFamily="18" charset="0"/>
                <a:hlinkClick r:id="rId8" tooltip="Work (physics)"/>
              </a:rPr>
              <a:t>work</a:t>
            </a:r>
            <a:r>
              <a:rPr lang="en-US" altLang="zh-CN" sz="2400" b="1" dirty="0">
                <a:solidFill>
                  <a:srgbClr val="0000FF"/>
                </a:solidFill>
                <a:latin typeface="Times New Roman" panose="02020603050405020304" pitchFamily="18" charset="0"/>
              </a:rPr>
              <a:t> needed to move a unit of </a:t>
            </a:r>
            <a:r>
              <a:rPr lang="en-US" altLang="zh-CN" sz="2400" b="1" dirty="0">
                <a:solidFill>
                  <a:srgbClr val="0000FF"/>
                </a:solidFill>
                <a:latin typeface="Times New Roman" panose="02020603050405020304" pitchFamily="18" charset="0"/>
                <a:hlinkClick r:id="rId9" tooltip="Electric charge"/>
              </a:rPr>
              <a:t>positive charge</a:t>
            </a:r>
            <a:r>
              <a:rPr lang="en-US" altLang="zh-CN" sz="2400" b="1" dirty="0">
                <a:solidFill>
                  <a:srgbClr val="0000FF"/>
                </a:solidFill>
                <a:latin typeface="Times New Roman" panose="02020603050405020304" pitchFamily="18" charset="0"/>
              </a:rPr>
              <a:t> from a reference point to a specific point inside the field without producing an acceleration., Hence</a:t>
            </a:r>
          </a:p>
        </p:txBody>
      </p:sp>
      <p:graphicFrame>
        <p:nvGraphicFramePr>
          <p:cNvPr id="222237" name="Object 29"/>
          <p:cNvGraphicFramePr>
            <a:graphicFrameLocks noChangeAspect="1"/>
          </p:cNvGraphicFramePr>
          <p:nvPr/>
        </p:nvGraphicFramePr>
        <p:xfrm>
          <a:off x="2835275" y="5245100"/>
          <a:ext cx="1079500" cy="989013"/>
        </p:xfrm>
        <a:graphic>
          <a:graphicData uri="http://schemas.openxmlformats.org/presentationml/2006/ole">
            <mc:AlternateContent xmlns:mc="http://schemas.openxmlformats.org/markup-compatibility/2006">
              <mc:Choice xmlns:v="urn:schemas-microsoft-com:vml" Requires="v">
                <p:oleObj r:id="rId10" imgW="457200" imgH="419100" progId="Equation.3">
                  <p:embed/>
                </p:oleObj>
              </mc:Choice>
              <mc:Fallback>
                <p:oleObj r:id="rId10" imgW="457200" imgH="419100" progId="Equation.3">
                  <p:embed/>
                  <p:pic>
                    <p:nvPicPr>
                      <p:cNvPr id="222237" name="Object 29"/>
                      <p:cNvPicPr/>
                      <p:nvPr/>
                    </p:nvPicPr>
                    <p:blipFill>
                      <a:blip r:embed="rId11"/>
                      <a:stretch>
                        <a:fillRect/>
                      </a:stretch>
                    </p:blipFill>
                    <p:spPr>
                      <a:xfrm>
                        <a:off x="2835275" y="5245100"/>
                        <a:ext cx="1079500" cy="989013"/>
                      </a:xfrm>
                      <a:prstGeom prst="rect">
                        <a:avLst/>
                      </a:prstGeom>
                      <a:noFill/>
                      <a:ln w="38100">
                        <a:noFill/>
                        <a:miter/>
                      </a:ln>
                    </p:spPr>
                  </p:pic>
                </p:oleObj>
              </mc:Fallback>
            </mc:AlternateContent>
          </a:graphicData>
        </a:graphic>
      </p:graphicFrame>
      <p:sp>
        <p:nvSpPr>
          <p:cNvPr id="222239" name="Text Box 31"/>
          <p:cNvSpPr txBox="1"/>
          <p:nvPr/>
        </p:nvSpPr>
        <p:spPr>
          <a:xfrm>
            <a:off x="4318000" y="5318125"/>
            <a:ext cx="4392613" cy="639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400" b="1" dirty="0">
                <a:solidFill>
                  <a:srgbClr val="0000FF"/>
                </a:solidFill>
                <a:latin typeface="Times New Roman" panose="02020603050405020304" pitchFamily="18" charset="0"/>
                <a:ea typeface="楷体_GB2312" pitchFamily="49" charset="-122"/>
              </a:rPr>
              <a:t>( </a:t>
            </a:r>
            <a:r>
              <a:rPr lang="en-US" altLang="zh-CN" sz="2400" b="1" i="1" dirty="0">
                <a:solidFill>
                  <a:srgbClr val="000000"/>
                </a:solidFill>
                <a:latin typeface="Times New Roman" panose="02020603050405020304" pitchFamily="18" charset="0"/>
                <a:ea typeface="楷体_GB2312" pitchFamily="49" charset="-122"/>
              </a:rPr>
              <a:t>q </a:t>
            </a:r>
            <a:r>
              <a:rPr lang="en-US" altLang="zh-CN" sz="2400" b="1" dirty="0">
                <a:solidFill>
                  <a:srgbClr val="0000FF"/>
                </a:solidFill>
                <a:latin typeface="Times New Roman" panose="02020603050405020304" pitchFamily="18" charset="0"/>
                <a:ea typeface="楷体_GB2312" pitchFamily="49" charset="-122"/>
              </a:rPr>
              <a:t> is the amount of the charge)</a:t>
            </a:r>
          </a:p>
        </p:txBody>
      </p:sp>
      <p:pic>
        <p:nvPicPr>
          <p:cNvPr id="11" name="Picture 2"/>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8021638" y="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2213"/>
                                        </p:tgtEl>
                                        <p:attrNameLst>
                                          <p:attrName>style.visibility</p:attrName>
                                        </p:attrNameLst>
                                      </p:cBhvr>
                                      <p:to>
                                        <p:strVal val="visible"/>
                                      </p:to>
                                    </p:set>
                                    <p:animEffect transition="in" filter="dissolve">
                                      <p:cBhvr>
                                        <p:cTn id="7" dur="500"/>
                                        <p:tgtEl>
                                          <p:spTgt spid="22221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2220"/>
                                        </p:tgtEl>
                                        <p:attrNameLst>
                                          <p:attrName>style.visibility</p:attrName>
                                        </p:attrNameLst>
                                      </p:cBhvr>
                                      <p:to>
                                        <p:strVal val="visible"/>
                                      </p:to>
                                    </p:set>
                                    <p:animEffect transition="in" filter="wipe(up)">
                                      <p:cBhvr>
                                        <p:cTn id="11" dur="2000"/>
                                        <p:tgtEl>
                                          <p:spTgt spid="22222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22226"/>
                                        </p:tgtEl>
                                        <p:attrNameLst>
                                          <p:attrName>style.visibility</p:attrName>
                                        </p:attrNameLst>
                                      </p:cBhvr>
                                      <p:to>
                                        <p:strVal val="visible"/>
                                      </p:to>
                                    </p:set>
                                    <p:animEffect transition="in" filter="dissolve">
                                      <p:cBhvr>
                                        <p:cTn id="16" dur="500"/>
                                        <p:tgtEl>
                                          <p:spTgt spid="22222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22236"/>
                                        </p:tgtEl>
                                        <p:attrNameLst>
                                          <p:attrName>style.visibility</p:attrName>
                                        </p:attrNameLst>
                                      </p:cBhvr>
                                      <p:to>
                                        <p:strVal val="visible"/>
                                      </p:to>
                                    </p:set>
                                    <p:anim calcmode="lin" valueType="num">
                                      <p:cBhvr additive="base">
                                        <p:cTn id="21" dur="500" fill="hold"/>
                                        <p:tgtEl>
                                          <p:spTgt spid="222236"/>
                                        </p:tgtEl>
                                        <p:attrNameLst>
                                          <p:attrName>ppt_x</p:attrName>
                                        </p:attrNameLst>
                                      </p:cBhvr>
                                      <p:tavLst>
                                        <p:tav tm="0">
                                          <p:val>
                                            <p:strVal val="#ppt_x"/>
                                          </p:val>
                                        </p:tav>
                                        <p:tav tm="100000">
                                          <p:val>
                                            <p:strVal val="#ppt_x"/>
                                          </p:val>
                                        </p:tav>
                                      </p:tavLst>
                                    </p:anim>
                                    <p:anim calcmode="lin" valueType="num">
                                      <p:cBhvr additive="base">
                                        <p:cTn id="22" dur="500" fill="hold"/>
                                        <p:tgtEl>
                                          <p:spTgt spid="22223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22237"/>
                                        </p:tgtEl>
                                        <p:attrNameLst>
                                          <p:attrName>style.visibility</p:attrName>
                                        </p:attrNameLst>
                                      </p:cBhvr>
                                      <p:to>
                                        <p:strVal val="visible"/>
                                      </p:to>
                                    </p:set>
                                    <p:anim calcmode="lin" valueType="num">
                                      <p:cBhvr additive="base">
                                        <p:cTn id="27" dur="500" fill="hold"/>
                                        <p:tgtEl>
                                          <p:spTgt spid="222237"/>
                                        </p:tgtEl>
                                        <p:attrNameLst>
                                          <p:attrName>ppt_x</p:attrName>
                                        </p:attrNameLst>
                                      </p:cBhvr>
                                      <p:tavLst>
                                        <p:tav tm="0">
                                          <p:val>
                                            <p:strVal val="#ppt_x"/>
                                          </p:val>
                                        </p:tav>
                                        <p:tav tm="100000">
                                          <p:val>
                                            <p:strVal val="#ppt_x"/>
                                          </p:val>
                                        </p:tav>
                                      </p:tavLst>
                                    </p:anim>
                                    <p:anim calcmode="lin" valueType="num">
                                      <p:cBhvr additive="base">
                                        <p:cTn id="28" dur="500" fill="hold"/>
                                        <p:tgtEl>
                                          <p:spTgt spid="22223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222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3" grpId="0"/>
      <p:bldP spid="222226" grpId="0"/>
      <p:bldP spid="222236" grpId="0"/>
      <p:bldP spid="22223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p:nvPr/>
        </p:nvSpPr>
        <p:spPr>
          <a:xfrm>
            <a:off x="990600" y="3644900"/>
            <a:ext cx="7162800" cy="2667000"/>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75459" name="Text Box 3"/>
          <p:cNvSpPr txBox="1"/>
          <p:nvPr/>
        </p:nvSpPr>
        <p:spPr>
          <a:xfrm>
            <a:off x="4129088" y="4527550"/>
            <a:ext cx="454025" cy="4032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grpSp>
        <p:nvGrpSpPr>
          <p:cNvPr id="275460" name="Group 4"/>
          <p:cNvGrpSpPr/>
          <p:nvPr/>
        </p:nvGrpSpPr>
        <p:grpSpPr>
          <a:xfrm>
            <a:off x="3659188" y="4038600"/>
            <a:ext cx="1295400" cy="1295400"/>
            <a:chOff x="2400" y="2880"/>
            <a:chExt cx="816" cy="816"/>
          </a:xfrm>
        </p:grpSpPr>
        <p:sp>
          <p:nvSpPr>
            <p:cNvPr id="45115" name="Line 5"/>
            <p:cNvSpPr/>
            <p:nvPr/>
          </p:nvSpPr>
          <p:spPr>
            <a:xfrm>
              <a:off x="2803" y="2880"/>
              <a:ext cx="0" cy="371"/>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16" name="Line 6"/>
            <p:cNvSpPr/>
            <p:nvPr/>
          </p:nvSpPr>
          <p:spPr>
            <a:xfrm rot="1943376">
              <a:off x="2919" y="2914"/>
              <a:ext cx="6" cy="382"/>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17" name="Line 7"/>
            <p:cNvSpPr/>
            <p:nvPr/>
          </p:nvSpPr>
          <p:spPr>
            <a:xfrm rot="-1901017" flipH="1">
              <a:off x="2689" y="2918"/>
              <a:ext cx="2" cy="371"/>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18" name="Line 8"/>
            <p:cNvSpPr/>
            <p:nvPr/>
          </p:nvSpPr>
          <p:spPr>
            <a:xfrm rot="3712782">
              <a:off x="2998" y="3004"/>
              <a:ext cx="8" cy="372"/>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19" name="Line 9"/>
            <p:cNvSpPr/>
            <p:nvPr/>
          </p:nvSpPr>
          <p:spPr>
            <a:xfrm rot="5400000" flipV="1">
              <a:off x="2585" y="3107"/>
              <a:ext cx="0" cy="371"/>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20" name="Line 10"/>
            <p:cNvSpPr/>
            <p:nvPr/>
          </p:nvSpPr>
          <p:spPr>
            <a:xfrm rot="-3757973">
              <a:off x="2608" y="3008"/>
              <a:ext cx="0" cy="370"/>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21" name="Line 11"/>
            <p:cNvSpPr/>
            <p:nvPr/>
          </p:nvSpPr>
          <p:spPr>
            <a:xfrm rot="5400000" flipV="1">
              <a:off x="3030" y="3107"/>
              <a:ext cx="0" cy="371"/>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122" name="Line 12"/>
            <p:cNvSpPr/>
            <p:nvPr/>
          </p:nvSpPr>
          <p:spPr>
            <a:xfrm rot="2773671" flipV="1">
              <a:off x="2563" y="3223"/>
              <a:ext cx="90" cy="367"/>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23" name="Line 13"/>
            <p:cNvSpPr/>
            <p:nvPr/>
          </p:nvSpPr>
          <p:spPr>
            <a:xfrm rot="-5400000">
              <a:off x="2532" y="3383"/>
              <a:ext cx="318" cy="201"/>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24" name="Line 14"/>
            <p:cNvSpPr/>
            <p:nvPr/>
          </p:nvSpPr>
          <p:spPr>
            <a:xfrm rot="-5400000">
              <a:off x="2623" y="3516"/>
              <a:ext cx="360" cy="0"/>
            </a:xfrm>
            <a:prstGeom prst="line">
              <a:avLst/>
            </a:prstGeom>
            <a:ln w="28575" cap="flat" cmpd="sng">
              <a:solidFill>
                <a:srgbClr val="FF0000"/>
              </a:solidFill>
              <a:prstDash val="solid"/>
              <a:headEnd type="triangle" w="sm" len="med"/>
              <a:tailEnd type="none" w="sm" len="med"/>
            </a:ln>
          </p:spPr>
          <p:txBody>
            <a:bodyPr/>
            <a:lstStyle/>
            <a:p>
              <a:endParaRPr lang="zh-CN" altLang="en-US"/>
            </a:p>
          </p:txBody>
        </p:sp>
        <p:sp>
          <p:nvSpPr>
            <p:cNvPr id="45125" name="Line 15"/>
            <p:cNvSpPr/>
            <p:nvPr/>
          </p:nvSpPr>
          <p:spPr>
            <a:xfrm>
              <a:off x="2834" y="3314"/>
              <a:ext cx="329" cy="159"/>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126" name="Line 16"/>
            <p:cNvSpPr/>
            <p:nvPr/>
          </p:nvSpPr>
          <p:spPr>
            <a:xfrm>
              <a:off x="2824" y="3325"/>
              <a:ext cx="191" cy="307"/>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grpSp>
      <p:grpSp>
        <p:nvGrpSpPr>
          <p:cNvPr id="275473" name="Group 17"/>
          <p:cNvGrpSpPr/>
          <p:nvPr/>
        </p:nvGrpSpPr>
        <p:grpSpPr>
          <a:xfrm>
            <a:off x="3860800" y="4260850"/>
            <a:ext cx="874713" cy="858838"/>
            <a:chOff x="2527" y="3020"/>
            <a:chExt cx="551" cy="541"/>
          </a:xfrm>
        </p:grpSpPr>
        <p:sp>
          <p:nvSpPr>
            <p:cNvPr id="45112" name="Oval 18"/>
            <p:cNvSpPr/>
            <p:nvPr/>
          </p:nvSpPr>
          <p:spPr>
            <a:xfrm>
              <a:off x="2697" y="3185"/>
              <a:ext cx="212" cy="212"/>
            </a:xfrm>
            <a:prstGeom prst="ellipse">
              <a:avLst/>
            </a:prstGeom>
            <a:noFill/>
            <a:ln w="28575" cap="flat" cmpd="sng">
              <a:solidFill>
                <a:srgbClr val="0000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5113" name="Oval 19"/>
            <p:cNvSpPr/>
            <p:nvPr/>
          </p:nvSpPr>
          <p:spPr>
            <a:xfrm>
              <a:off x="2623" y="3100"/>
              <a:ext cx="349" cy="381"/>
            </a:xfrm>
            <a:prstGeom prst="ellipse">
              <a:avLst/>
            </a:prstGeom>
            <a:noFill/>
            <a:ln w="28575" cap="flat" cmpd="sng">
              <a:solidFill>
                <a:srgbClr val="0000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5114" name="Oval 20"/>
            <p:cNvSpPr/>
            <p:nvPr/>
          </p:nvSpPr>
          <p:spPr>
            <a:xfrm>
              <a:off x="2527" y="3020"/>
              <a:ext cx="551" cy="541"/>
            </a:xfrm>
            <a:prstGeom prst="ellipse">
              <a:avLst/>
            </a:prstGeom>
            <a:noFill/>
            <a:ln w="28575" cap="flat" cmpd="sng">
              <a:solidFill>
                <a:srgbClr val="0000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75477" name="Group 21"/>
          <p:cNvGrpSpPr/>
          <p:nvPr/>
        </p:nvGrpSpPr>
        <p:grpSpPr>
          <a:xfrm>
            <a:off x="5792788" y="4114800"/>
            <a:ext cx="1676400" cy="1165225"/>
            <a:chOff x="3744" y="2928"/>
            <a:chExt cx="1056" cy="734"/>
          </a:xfrm>
        </p:grpSpPr>
        <p:grpSp>
          <p:nvGrpSpPr>
            <p:cNvPr id="45098" name="Group 22"/>
            <p:cNvGrpSpPr/>
            <p:nvPr/>
          </p:nvGrpSpPr>
          <p:grpSpPr>
            <a:xfrm>
              <a:off x="3744" y="2928"/>
              <a:ext cx="1056" cy="200"/>
              <a:chOff x="3744" y="2928"/>
              <a:chExt cx="1056" cy="200"/>
            </a:xfrm>
          </p:grpSpPr>
          <p:sp>
            <p:nvSpPr>
              <p:cNvPr id="45106" name="Rectangle 23"/>
              <p:cNvSpPr/>
              <p:nvPr/>
            </p:nvSpPr>
            <p:spPr>
              <a:xfrm>
                <a:off x="3744" y="3011"/>
                <a:ext cx="1056" cy="67"/>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5107" name="Text Box 24"/>
              <p:cNvSpPr txBox="1"/>
              <p:nvPr/>
            </p:nvSpPr>
            <p:spPr>
              <a:xfrm>
                <a:off x="4516" y="2928"/>
                <a:ext cx="274" cy="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45108" name="Text Box 25"/>
              <p:cNvSpPr txBox="1"/>
              <p:nvPr/>
            </p:nvSpPr>
            <p:spPr>
              <a:xfrm>
                <a:off x="4333" y="2928"/>
                <a:ext cx="274" cy="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45109" name="Text Box 26"/>
              <p:cNvSpPr txBox="1"/>
              <p:nvPr/>
            </p:nvSpPr>
            <p:spPr>
              <a:xfrm>
                <a:off x="3962" y="2928"/>
                <a:ext cx="274" cy="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45110" name="Text Box 27"/>
              <p:cNvSpPr txBox="1"/>
              <p:nvPr/>
            </p:nvSpPr>
            <p:spPr>
              <a:xfrm>
                <a:off x="3774" y="2928"/>
                <a:ext cx="275" cy="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45111" name="Text Box 28"/>
              <p:cNvSpPr txBox="1"/>
              <p:nvPr/>
            </p:nvSpPr>
            <p:spPr>
              <a:xfrm>
                <a:off x="4150" y="2928"/>
                <a:ext cx="274" cy="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grpSp>
        <p:grpSp>
          <p:nvGrpSpPr>
            <p:cNvPr id="45099" name="Group 29"/>
            <p:cNvGrpSpPr/>
            <p:nvPr/>
          </p:nvGrpSpPr>
          <p:grpSpPr>
            <a:xfrm>
              <a:off x="3744" y="3470"/>
              <a:ext cx="1056" cy="192"/>
              <a:chOff x="3744" y="3470"/>
              <a:chExt cx="1056" cy="192"/>
            </a:xfrm>
          </p:grpSpPr>
          <p:sp>
            <p:nvSpPr>
              <p:cNvPr id="45100" name="Rectangle 30"/>
              <p:cNvSpPr/>
              <p:nvPr/>
            </p:nvSpPr>
            <p:spPr>
              <a:xfrm>
                <a:off x="3744" y="3529"/>
                <a:ext cx="1056" cy="67"/>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5101" name="Text Box 31"/>
              <p:cNvSpPr txBox="1"/>
              <p:nvPr/>
            </p:nvSpPr>
            <p:spPr>
              <a:xfrm>
                <a:off x="3780" y="3470"/>
                <a:ext cx="254" cy="19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45102" name="Text Box 32"/>
              <p:cNvSpPr txBox="1"/>
              <p:nvPr/>
            </p:nvSpPr>
            <p:spPr>
              <a:xfrm>
                <a:off x="3976" y="3470"/>
                <a:ext cx="254" cy="19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45103" name="Text Box 33"/>
              <p:cNvSpPr txBox="1"/>
              <p:nvPr/>
            </p:nvSpPr>
            <p:spPr>
              <a:xfrm>
                <a:off x="4537" y="3470"/>
                <a:ext cx="254" cy="19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45104" name="Text Box 34"/>
              <p:cNvSpPr txBox="1"/>
              <p:nvPr/>
            </p:nvSpPr>
            <p:spPr>
              <a:xfrm>
                <a:off x="4156" y="3470"/>
                <a:ext cx="253" cy="19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sp>
            <p:nvSpPr>
              <p:cNvPr id="45105" name="Text Box 35"/>
              <p:cNvSpPr txBox="1"/>
              <p:nvPr/>
            </p:nvSpPr>
            <p:spPr>
              <a:xfrm>
                <a:off x="4351" y="3470"/>
                <a:ext cx="254" cy="19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200" dirty="0">
                    <a:solidFill>
                      <a:srgbClr val="0000FF"/>
                    </a:solidFill>
                    <a:latin typeface="Times New Roman" panose="02020603050405020304" pitchFamily="18" charset="0"/>
                    <a:sym typeface="Webdings" panose="05030102010509060703" pitchFamily="18" charset="2"/>
                  </a:rPr>
                  <a:t></a:t>
                </a:r>
                <a:endParaRPr lang="en-US" altLang="zh-CN" sz="1200" dirty="0">
                  <a:solidFill>
                    <a:srgbClr val="0000FF"/>
                  </a:solidFill>
                  <a:latin typeface="Times New Roman" panose="02020603050405020304" pitchFamily="18" charset="0"/>
                </a:endParaRPr>
              </a:p>
            </p:txBody>
          </p:sp>
        </p:grpSp>
      </p:grpSp>
      <p:grpSp>
        <p:nvGrpSpPr>
          <p:cNvPr id="275492" name="Group 36"/>
          <p:cNvGrpSpPr/>
          <p:nvPr/>
        </p:nvGrpSpPr>
        <p:grpSpPr>
          <a:xfrm>
            <a:off x="5792788" y="4471988"/>
            <a:ext cx="1676400" cy="477837"/>
            <a:chOff x="3744" y="3153"/>
            <a:chExt cx="1056" cy="301"/>
          </a:xfrm>
        </p:grpSpPr>
        <p:sp>
          <p:nvSpPr>
            <p:cNvPr id="45094" name="Line 37"/>
            <p:cNvSpPr/>
            <p:nvPr/>
          </p:nvSpPr>
          <p:spPr>
            <a:xfrm>
              <a:off x="3744" y="3153"/>
              <a:ext cx="1056" cy="0"/>
            </a:xfrm>
            <a:prstGeom prst="line">
              <a:avLst/>
            </a:prstGeom>
            <a:ln w="28575" cap="flat" cmpd="sng">
              <a:solidFill>
                <a:srgbClr val="0000FF"/>
              </a:solidFill>
              <a:prstDash val="dash"/>
              <a:headEnd type="none" w="med" len="med"/>
              <a:tailEnd type="none" w="med" len="med"/>
            </a:ln>
          </p:spPr>
          <p:txBody>
            <a:bodyPr/>
            <a:lstStyle/>
            <a:p>
              <a:endParaRPr lang="zh-CN" altLang="en-US"/>
            </a:p>
          </p:txBody>
        </p:sp>
        <p:sp>
          <p:nvSpPr>
            <p:cNvPr id="45095" name="Line 38"/>
            <p:cNvSpPr/>
            <p:nvPr/>
          </p:nvSpPr>
          <p:spPr>
            <a:xfrm>
              <a:off x="3744" y="3254"/>
              <a:ext cx="1056" cy="0"/>
            </a:xfrm>
            <a:prstGeom prst="line">
              <a:avLst/>
            </a:prstGeom>
            <a:ln w="28575" cap="flat" cmpd="sng">
              <a:solidFill>
                <a:srgbClr val="0000FF"/>
              </a:solidFill>
              <a:prstDash val="dash"/>
              <a:headEnd type="none" w="med" len="med"/>
              <a:tailEnd type="none" w="med" len="med"/>
            </a:ln>
          </p:spPr>
          <p:txBody>
            <a:bodyPr/>
            <a:lstStyle/>
            <a:p>
              <a:endParaRPr lang="zh-CN" altLang="en-US"/>
            </a:p>
          </p:txBody>
        </p:sp>
        <p:sp>
          <p:nvSpPr>
            <p:cNvPr id="45096" name="Line 39"/>
            <p:cNvSpPr/>
            <p:nvPr/>
          </p:nvSpPr>
          <p:spPr>
            <a:xfrm>
              <a:off x="3744" y="3354"/>
              <a:ext cx="1056" cy="0"/>
            </a:xfrm>
            <a:prstGeom prst="line">
              <a:avLst/>
            </a:prstGeom>
            <a:ln w="28575" cap="flat" cmpd="sng">
              <a:solidFill>
                <a:srgbClr val="0000FF"/>
              </a:solidFill>
              <a:prstDash val="dash"/>
              <a:headEnd type="none" w="med" len="med"/>
              <a:tailEnd type="none" w="med" len="med"/>
            </a:ln>
          </p:spPr>
          <p:txBody>
            <a:bodyPr/>
            <a:lstStyle/>
            <a:p>
              <a:endParaRPr lang="zh-CN" altLang="en-US"/>
            </a:p>
          </p:txBody>
        </p:sp>
        <p:sp>
          <p:nvSpPr>
            <p:cNvPr id="45097" name="Line 40"/>
            <p:cNvSpPr/>
            <p:nvPr/>
          </p:nvSpPr>
          <p:spPr>
            <a:xfrm>
              <a:off x="3744" y="3454"/>
              <a:ext cx="1056" cy="0"/>
            </a:xfrm>
            <a:prstGeom prst="line">
              <a:avLst/>
            </a:prstGeom>
            <a:ln w="28575" cap="flat" cmpd="sng">
              <a:solidFill>
                <a:srgbClr val="0000FF"/>
              </a:solidFill>
              <a:prstDash val="dash"/>
              <a:headEnd type="none" w="med" len="med"/>
              <a:tailEnd type="none" w="med" len="med"/>
            </a:ln>
          </p:spPr>
          <p:txBody>
            <a:bodyPr/>
            <a:lstStyle/>
            <a:p>
              <a:endParaRPr lang="zh-CN" altLang="en-US"/>
            </a:p>
          </p:txBody>
        </p:sp>
      </p:grpSp>
      <p:grpSp>
        <p:nvGrpSpPr>
          <p:cNvPr id="275497" name="Group 41"/>
          <p:cNvGrpSpPr/>
          <p:nvPr/>
        </p:nvGrpSpPr>
        <p:grpSpPr>
          <a:xfrm>
            <a:off x="1524000" y="4046538"/>
            <a:ext cx="1285875" cy="1363662"/>
            <a:chOff x="1055" y="2885"/>
            <a:chExt cx="810" cy="859"/>
          </a:xfrm>
        </p:grpSpPr>
        <p:grpSp>
          <p:nvGrpSpPr>
            <p:cNvPr id="45088" name="Group 42"/>
            <p:cNvGrpSpPr/>
            <p:nvPr/>
          </p:nvGrpSpPr>
          <p:grpSpPr>
            <a:xfrm>
              <a:off x="1055" y="2885"/>
              <a:ext cx="810" cy="859"/>
              <a:chOff x="1055" y="2885"/>
              <a:chExt cx="810" cy="859"/>
            </a:xfrm>
          </p:grpSpPr>
          <p:sp>
            <p:nvSpPr>
              <p:cNvPr id="45090" name="Freeform 43"/>
              <p:cNvSpPr/>
              <p:nvPr/>
            </p:nvSpPr>
            <p:spPr>
              <a:xfrm rot="-406078">
                <a:off x="1100" y="2885"/>
                <a:ext cx="765" cy="525"/>
              </a:xfrm>
              <a:custGeom>
                <a:avLst/>
                <a:gdLst/>
                <a:ahLst/>
                <a:cxnLst>
                  <a:cxn ang="0">
                    <a:pos x="0" y="0"/>
                  </a:cxn>
                  <a:cxn ang="0">
                    <a:pos x="1" y="1"/>
                  </a:cxn>
                  <a:cxn ang="0">
                    <a:pos x="1" y="1"/>
                  </a:cxn>
                </a:cxnLst>
                <a:rect l="0" t="0" r="0" b="0"/>
                <a:pathLst>
                  <a:path w="1260" h="1000">
                    <a:moveTo>
                      <a:pt x="0" y="0"/>
                    </a:moveTo>
                    <a:cubicBezTo>
                      <a:pt x="235" y="56"/>
                      <a:pt x="470" y="113"/>
                      <a:pt x="680" y="280"/>
                    </a:cubicBezTo>
                    <a:cubicBezTo>
                      <a:pt x="890" y="447"/>
                      <a:pt x="1075" y="723"/>
                      <a:pt x="1260" y="1000"/>
                    </a:cubicBezTo>
                  </a:path>
                </a:pathLst>
              </a:custGeom>
              <a:noFill/>
              <a:ln w="28575" cap="flat" cmpd="sng">
                <a:solidFill>
                  <a:srgbClr val="0000FF">
                    <a:alpha val="100000"/>
                  </a:srgbClr>
                </a:solidFill>
                <a:prstDash val="dash"/>
                <a:round/>
                <a:headEnd type="none" w="med" len="med"/>
                <a:tailEnd type="none" w="med" len="med"/>
              </a:ln>
            </p:spPr>
            <p:txBody>
              <a:bodyPr/>
              <a:lstStyle/>
              <a:p>
                <a:endParaRPr lang="zh-CN" altLang="en-US"/>
              </a:p>
            </p:txBody>
          </p:sp>
          <p:sp>
            <p:nvSpPr>
              <p:cNvPr id="45091" name="Freeform 44"/>
              <p:cNvSpPr/>
              <p:nvPr/>
            </p:nvSpPr>
            <p:spPr>
              <a:xfrm rot="-267824">
                <a:off x="1055" y="3218"/>
                <a:ext cx="504" cy="312"/>
              </a:xfrm>
              <a:custGeom>
                <a:avLst/>
                <a:gdLst/>
                <a:ahLst/>
                <a:cxnLst>
                  <a:cxn ang="0">
                    <a:pos x="0" y="0"/>
                  </a:cxn>
                  <a:cxn ang="0">
                    <a:pos x="0" y="0"/>
                  </a:cxn>
                  <a:cxn ang="0">
                    <a:pos x="0" y="0"/>
                  </a:cxn>
                </a:cxnLst>
                <a:rect l="0" t="0" r="0" b="0"/>
                <a:pathLst>
                  <a:path w="1260" h="1000">
                    <a:moveTo>
                      <a:pt x="0" y="0"/>
                    </a:moveTo>
                    <a:cubicBezTo>
                      <a:pt x="235" y="56"/>
                      <a:pt x="470" y="113"/>
                      <a:pt x="680" y="280"/>
                    </a:cubicBezTo>
                    <a:cubicBezTo>
                      <a:pt x="890" y="447"/>
                      <a:pt x="1075" y="723"/>
                      <a:pt x="1260" y="1000"/>
                    </a:cubicBezTo>
                  </a:path>
                </a:pathLst>
              </a:custGeom>
              <a:noFill/>
              <a:ln w="28575" cap="flat" cmpd="sng">
                <a:solidFill>
                  <a:srgbClr val="0000FF">
                    <a:alpha val="100000"/>
                  </a:srgbClr>
                </a:solidFill>
                <a:prstDash val="dash"/>
                <a:round/>
                <a:headEnd type="none" w="med" len="med"/>
                <a:tailEnd type="none" w="med" len="med"/>
              </a:ln>
            </p:spPr>
            <p:txBody>
              <a:bodyPr/>
              <a:lstStyle/>
              <a:p>
                <a:endParaRPr lang="zh-CN" altLang="en-US"/>
              </a:p>
            </p:txBody>
          </p:sp>
          <p:sp>
            <p:nvSpPr>
              <p:cNvPr id="45092" name="Freeform 45"/>
              <p:cNvSpPr/>
              <p:nvPr/>
            </p:nvSpPr>
            <p:spPr>
              <a:xfrm rot="-158687">
                <a:off x="1064" y="3416"/>
                <a:ext cx="408" cy="256"/>
              </a:xfrm>
              <a:custGeom>
                <a:avLst/>
                <a:gdLst/>
                <a:ahLst/>
                <a:cxnLst>
                  <a:cxn ang="0">
                    <a:pos x="0" y="0"/>
                  </a:cxn>
                  <a:cxn ang="0">
                    <a:pos x="0" y="0"/>
                  </a:cxn>
                  <a:cxn ang="0">
                    <a:pos x="0" y="0"/>
                  </a:cxn>
                </a:cxnLst>
                <a:rect l="0" t="0" r="0" b="0"/>
                <a:pathLst>
                  <a:path w="1260" h="1000">
                    <a:moveTo>
                      <a:pt x="0" y="0"/>
                    </a:moveTo>
                    <a:cubicBezTo>
                      <a:pt x="235" y="56"/>
                      <a:pt x="470" y="113"/>
                      <a:pt x="680" y="280"/>
                    </a:cubicBezTo>
                    <a:cubicBezTo>
                      <a:pt x="890" y="447"/>
                      <a:pt x="1075" y="723"/>
                      <a:pt x="1260" y="1000"/>
                    </a:cubicBezTo>
                  </a:path>
                </a:pathLst>
              </a:custGeom>
              <a:noFill/>
              <a:ln w="28575" cap="flat" cmpd="sng">
                <a:solidFill>
                  <a:srgbClr val="0000FF">
                    <a:alpha val="100000"/>
                  </a:srgbClr>
                </a:solidFill>
                <a:prstDash val="dash"/>
                <a:round/>
                <a:headEnd type="none" w="med" len="med"/>
                <a:tailEnd type="none" w="med" len="med"/>
              </a:ln>
            </p:spPr>
            <p:txBody>
              <a:bodyPr/>
              <a:lstStyle/>
              <a:p>
                <a:endParaRPr lang="zh-CN" altLang="en-US"/>
              </a:p>
            </p:txBody>
          </p:sp>
          <p:sp>
            <p:nvSpPr>
              <p:cNvPr id="45093" name="Freeform 46"/>
              <p:cNvSpPr/>
              <p:nvPr/>
            </p:nvSpPr>
            <p:spPr>
              <a:xfrm rot="-224239">
                <a:off x="1056" y="3544"/>
                <a:ext cx="280" cy="200"/>
              </a:xfrm>
              <a:custGeom>
                <a:avLst/>
                <a:gdLst/>
                <a:ahLst/>
                <a:cxnLst>
                  <a:cxn ang="0">
                    <a:pos x="0" y="0"/>
                  </a:cxn>
                  <a:cxn ang="0">
                    <a:pos x="0" y="0"/>
                  </a:cxn>
                  <a:cxn ang="0">
                    <a:pos x="0" y="0"/>
                  </a:cxn>
                </a:cxnLst>
                <a:rect l="0" t="0" r="0" b="0"/>
                <a:pathLst>
                  <a:path w="1260" h="1000">
                    <a:moveTo>
                      <a:pt x="0" y="0"/>
                    </a:moveTo>
                    <a:cubicBezTo>
                      <a:pt x="235" y="56"/>
                      <a:pt x="470" y="113"/>
                      <a:pt x="680" y="280"/>
                    </a:cubicBezTo>
                    <a:cubicBezTo>
                      <a:pt x="890" y="447"/>
                      <a:pt x="1075" y="723"/>
                      <a:pt x="1260" y="1000"/>
                    </a:cubicBezTo>
                  </a:path>
                </a:pathLst>
              </a:custGeom>
              <a:noFill/>
              <a:ln w="28575" cap="flat" cmpd="sng">
                <a:solidFill>
                  <a:srgbClr val="0000FF">
                    <a:alpha val="100000"/>
                  </a:srgbClr>
                </a:solidFill>
                <a:prstDash val="dash"/>
                <a:round/>
                <a:headEnd type="none" w="med" len="med"/>
                <a:tailEnd type="none" w="med" len="med"/>
              </a:ln>
            </p:spPr>
            <p:txBody>
              <a:bodyPr/>
              <a:lstStyle/>
              <a:p>
                <a:endParaRPr lang="zh-CN" altLang="en-US"/>
              </a:p>
            </p:txBody>
          </p:sp>
        </p:grpSp>
        <p:sp>
          <p:nvSpPr>
            <p:cNvPr id="45089" name="Text Box 47"/>
            <p:cNvSpPr txBox="1"/>
            <p:nvPr/>
          </p:nvSpPr>
          <p:spPr>
            <a:xfrm>
              <a:off x="1520" y="3424"/>
              <a:ext cx="216" cy="2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i="1" dirty="0">
                  <a:latin typeface="Times New Roman" panose="02020603050405020304" pitchFamily="18" charset="0"/>
                  <a:sym typeface="Symbol" panose="05050102010706020507" pitchFamily="18" charset="2"/>
                </a:rPr>
                <a:t></a:t>
              </a:r>
              <a:endParaRPr lang="en-US" altLang="zh-CN" sz="1600" i="1" dirty="0">
                <a:latin typeface="Times New Roman" panose="02020603050405020304" pitchFamily="18" charset="0"/>
              </a:endParaRPr>
            </a:p>
          </p:txBody>
        </p:sp>
      </p:grpSp>
      <p:grpSp>
        <p:nvGrpSpPr>
          <p:cNvPr id="275504" name="Group 48"/>
          <p:cNvGrpSpPr/>
          <p:nvPr/>
        </p:nvGrpSpPr>
        <p:grpSpPr>
          <a:xfrm>
            <a:off x="2820988" y="5461000"/>
            <a:ext cx="2741612" cy="342900"/>
            <a:chOff x="1777" y="3440"/>
            <a:chExt cx="1727" cy="216"/>
          </a:xfrm>
        </p:grpSpPr>
        <p:sp>
          <p:nvSpPr>
            <p:cNvPr id="45086" name="Line 49"/>
            <p:cNvSpPr/>
            <p:nvPr/>
          </p:nvSpPr>
          <p:spPr>
            <a:xfrm flipV="1">
              <a:off x="1777" y="3568"/>
              <a:ext cx="288" cy="0"/>
            </a:xfrm>
            <a:prstGeom prst="line">
              <a:avLst/>
            </a:prstGeom>
            <a:ln w="28575" cap="flat" cmpd="sng">
              <a:solidFill>
                <a:srgbClr val="FF0000"/>
              </a:solidFill>
              <a:prstDash val="solid"/>
              <a:headEnd type="none" w="med" len="med"/>
              <a:tailEnd type="none" w="med" len="med"/>
            </a:ln>
          </p:spPr>
          <p:txBody>
            <a:bodyPr/>
            <a:lstStyle/>
            <a:p>
              <a:endParaRPr lang="zh-CN" altLang="en-US"/>
            </a:p>
          </p:txBody>
        </p:sp>
        <p:sp>
          <p:nvSpPr>
            <p:cNvPr id="45087" name="Text Box 50"/>
            <p:cNvSpPr txBox="1"/>
            <p:nvPr/>
          </p:nvSpPr>
          <p:spPr>
            <a:xfrm>
              <a:off x="2073" y="3440"/>
              <a:ext cx="1431" cy="21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b="1" dirty="0">
                  <a:solidFill>
                    <a:srgbClr val="FF0000"/>
                  </a:solidFill>
                  <a:latin typeface="Times New Roman" panose="02020603050405020304" pitchFamily="18" charset="0"/>
                </a:rPr>
                <a:t>Electric field lines</a:t>
              </a:r>
            </a:p>
          </p:txBody>
        </p:sp>
      </p:grpSp>
      <p:grpSp>
        <p:nvGrpSpPr>
          <p:cNvPr id="275507" name="Group 51"/>
          <p:cNvGrpSpPr/>
          <p:nvPr/>
        </p:nvGrpSpPr>
        <p:grpSpPr>
          <a:xfrm>
            <a:off x="2819400" y="5867400"/>
            <a:ext cx="3238500" cy="381000"/>
            <a:chOff x="1776" y="3696"/>
            <a:chExt cx="2040" cy="240"/>
          </a:xfrm>
        </p:grpSpPr>
        <p:sp>
          <p:nvSpPr>
            <p:cNvPr id="45084" name="Line 52"/>
            <p:cNvSpPr/>
            <p:nvPr/>
          </p:nvSpPr>
          <p:spPr>
            <a:xfrm>
              <a:off x="1776" y="3824"/>
              <a:ext cx="264" cy="0"/>
            </a:xfrm>
            <a:prstGeom prst="line">
              <a:avLst/>
            </a:prstGeom>
            <a:ln w="28575" cap="flat" cmpd="sng">
              <a:solidFill>
                <a:srgbClr val="0000FF"/>
              </a:solidFill>
              <a:prstDash val="dash"/>
              <a:headEnd type="none" w="med" len="med"/>
              <a:tailEnd type="none" w="med" len="med"/>
            </a:ln>
          </p:spPr>
          <p:txBody>
            <a:bodyPr/>
            <a:lstStyle/>
            <a:p>
              <a:endParaRPr lang="zh-CN" altLang="en-US"/>
            </a:p>
          </p:txBody>
        </p:sp>
        <p:sp>
          <p:nvSpPr>
            <p:cNvPr id="45085" name="Text Box 53"/>
            <p:cNvSpPr txBox="1"/>
            <p:nvPr/>
          </p:nvSpPr>
          <p:spPr>
            <a:xfrm>
              <a:off x="2056" y="3696"/>
              <a:ext cx="1760" cy="24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b="1" dirty="0">
                  <a:solidFill>
                    <a:srgbClr val="0000FF"/>
                  </a:solidFill>
                  <a:latin typeface="Times New Roman" panose="02020603050405020304" pitchFamily="18" charset="0"/>
                </a:rPr>
                <a:t>Equipotential surfaces</a:t>
              </a:r>
            </a:p>
          </p:txBody>
        </p:sp>
      </p:grpSp>
      <p:grpSp>
        <p:nvGrpSpPr>
          <p:cNvPr id="275510" name="Group 54"/>
          <p:cNvGrpSpPr/>
          <p:nvPr/>
        </p:nvGrpSpPr>
        <p:grpSpPr>
          <a:xfrm>
            <a:off x="6008688" y="4340225"/>
            <a:ext cx="1181100" cy="735013"/>
            <a:chOff x="3880" y="3070"/>
            <a:chExt cx="744" cy="463"/>
          </a:xfrm>
        </p:grpSpPr>
        <p:sp>
          <p:nvSpPr>
            <p:cNvPr id="45079" name="Line 55"/>
            <p:cNvSpPr/>
            <p:nvPr/>
          </p:nvSpPr>
          <p:spPr>
            <a:xfrm>
              <a:off x="3880" y="3080"/>
              <a:ext cx="0" cy="451"/>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080" name="Line 56"/>
            <p:cNvSpPr/>
            <p:nvPr/>
          </p:nvSpPr>
          <p:spPr>
            <a:xfrm>
              <a:off x="4071" y="3078"/>
              <a:ext cx="0" cy="451"/>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081" name="Line 57"/>
            <p:cNvSpPr/>
            <p:nvPr/>
          </p:nvSpPr>
          <p:spPr>
            <a:xfrm flipH="1">
              <a:off x="4442" y="3082"/>
              <a:ext cx="0" cy="451"/>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082" name="Line 58"/>
            <p:cNvSpPr/>
            <p:nvPr/>
          </p:nvSpPr>
          <p:spPr>
            <a:xfrm>
              <a:off x="4624" y="3070"/>
              <a:ext cx="0" cy="459"/>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sp>
          <p:nvSpPr>
            <p:cNvPr id="45083" name="Line 59"/>
            <p:cNvSpPr/>
            <p:nvPr/>
          </p:nvSpPr>
          <p:spPr>
            <a:xfrm>
              <a:off x="4255" y="3078"/>
              <a:ext cx="0" cy="451"/>
            </a:xfrm>
            <a:prstGeom prst="line">
              <a:avLst/>
            </a:prstGeom>
            <a:ln w="28575" cap="flat" cmpd="sng">
              <a:solidFill>
                <a:srgbClr val="FF0000"/>
              </a:solidFill>
              <a:prstDash val="solid"/>
              <a:headEnd type="none" w="sm" len="med"/>
              <a:tailEnd type="triangle" w="sm" len="med"/>
            </a:ln>
          </p:spPr>
          <p:txBody>
            <a:bodyPr/>
            <a:lstStyle/>
            <a:p>
              <a:endParaRPr lang="zh-CN" altLang="en-US"/>
            </a:p>
          </p:txBody>
        </p:sp>
      </p:grpSp>
      <p:grpSp>
        <p:nvGrpSpPr>
          <p:cNvPr id="275516" name="Group 60"/>
          <p:cNvGrpSpPr/>
          <p:nvPr/>
        </p:nvGrpSpPr>
        <p:grpSpPr>
          <a:xfrm>
            <a:off x="1525588" y="3886200"/>
            <a:ext cx="1295400" cy="1371600"/>
            <a:chOff x="1056" y="2784"/>
            <a:chExt cx="816" cy="864"/>
          </a:xfrm>
        </p:grpSpPr>
        <p:sp>
          <p:nvSpPr>
            <p:cNvPr id="45074" name="Line 61"/>
            <p:cNvSpPr/>
            <p:nvPr/>
          </p:nvSpPr>
          <p:spPr>
            <a:xfrm flipV="1">
              <a:off x="1344" y="3176"/>
              <a:ext cx="96" cy="144"/>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45075" name="Text Box 62"/>
            <p:cNvSpPr txBox="1"/>
            <p:nvPr/>
          </p:nvSpPr>
          <p:spPr>
            <a:xfrm>
              <a:off x="1368" y="3152"/>
              <a:ext cx="216" cy="2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E</a:t>
              </a:r>
            </a:p>
          </p:txBody>
        </p:sp>
        <p:sp>
          <p:nvSpPr>
            <p:cNvPr id="45076" name="Freeform 63"/>
            <p:cNvSpPr/>
            <p:nvPr/>
          </p:nvSpPr>
          <p:spPr>
            <a:xfrm>
              <a:off x="1200" y="2832"/>
              <a:ext cx="336" cy="768"/>
            </a:xfrm>
            <a:custGeom>
              <a:avLst/>
              <a:gdLst/>
              <a:ahLst/>
              <a:cxnLst>
                <a:cxn ang="0">
                  <a:pos x="0" y="4355"/>
                </a:cxn>
                <a:cxn ang="0">
                  <a:pos x="418" y="3729"/>
                </a:cxn>
                <a:cxn ang="0">
                  <a:pos x="1254" y="2495"/>
                </a:cxn>
                <a:cxn ang="0">
                  <a:pos x="2085" y="939"/>
                </a:cxn>
                <a:cxn ang="0">
                  <a:pos x="2492" y="0"/>
                </a:cxn>
              </a:cxnLst>
              <a:rect l="0" t="0" r="0" b="0"/>
              <a:pathLst>
                <a:path w="288" h="672">
                  <a:moveTo>
                    <a:pt x="0" y="672"/>
                  </a:moveTo>
                  <a:cubicBezTo>
                    <a:pt x="12" y="648"/>
                    <a:pt x="24" y="624"/>
                    <a:pt x="48" y="576"/>
                  </a:cubicBezTo>
                  <a:cubicBezTo>
                    <a:pt x="72" y="528"/>
                    <a:pt x="112" y="456"/>
                    <a:pt x="144" y="384"/>
                  </a:cubicBezTo>
                  <a:cubicBezTo>
                    <a:pt x="176" y="312"/>
                    <a:pt x="216" y="208"/>
                    <a:pt x="240" y="144"/>
                  </a:cubicBezTo>
                  <a:cubicBezTo>
                    <a:pt x="264" y="80"/>
                    <a:pt x="280" y="24"/>
                    <a:pt x="288" y="0"/>
                  </a:cubicBezTo>
                </a:path>
              </a:pathLst>
            </a:custGeom>
            <a:noFill/>
            <a:ln w="28575" cap="flat" cmpd="sng">
              <a:solidFill>
                <a:srgbClr val="FF0000">
                  <a:alpha val="100000"/>
                </a:srgbClr>
              </a:solidFill>
              <a:prstDash val="solid"/>
              <a:round/>
              <a:headEnd type="none" w="med" len="med"/>
              <a:tailEnd type="triangle" w="sm" len="med"/>
            </a:ln>
          </p:spPr>
          <p:txBody>
            <a:bodyPr/>
            <a:lstStyle/>
            <a:p>
              <a:endParaRPr lang="zh-CN" altLang="en-US"/>
            </a:p>
          </p:txBody>
        </p:sp>
        <p:sp>
          <p:nvSpPr>
            <p:cNvPr id="45077" name="Freeform 64"/>
            <p:cNvSpPr/>
            <p:nvPr/>
          </p:nvSpPr>
          <p:spPr>
            <a:xfrm>
              <a:off x="1056" y="2784"/>
              <a:ext cx="152" cy="768"/>
            </a:xfrm>
            <a:custGeom>
              <a:avLst/>
              <a:gdLst/>
              <a:ahLst/>
              <a:cxnLst>
                <a:cxn ang="0">
                  <a:pos x="0" y="768"/>
                </a:cxn>
                <a:cxn ang="0">
                  <a:pos x="48" y="624"/>
                </a:cxn>
                <a:cxn ang="0">
                  <a:pos x="96" y="432"/>
                </a:cxn>
                <a:cxn ang="0">
                  <a:pos x="144" y="144"/>
                </a:cxn>
                <a:cxn ang="0">
                  <a:pos x="144" y="0"/>
                </a:cxn>
              </a:cxnLst>
              <a:rect l="0" t="0" r="0" b="0"/>
              <a:pathLst>
                <a:path w="152" h="768">
                  <a:moveTo>
                    <a:pt x="0" y="768"/>
                  </a:moveTo>
                  <a:cubicBezTo>
                    <a:pt x="16" y="724"/>
                    <a:pt x="32" y="680"/>
                    <a:pt x="48" y="624"/>
                  </a:cubicBezTo>
                  <a:cubicBezTo>
                    <a:pt x="64" y="568"/>
                    <a:pt x="80" y="512"/>
                    <a:pt x="96" y="432"/>
                  </a:cubicBezTo>
                  <a:cubicBezTo>
                    <a:pt x="112" y="352"/>
                    <a:pt x="136" y="216"/>
                    <a:pt x="144" y="144"/>
                  </a:cubicBezTo>
                  <a:cubicBezTo>
                    <a:pt x="152" y="72"/>
                    <a:pt x="148" y="36"/>
                    <a:pt x="144" y="0"/>
                  </a:cubicBezTo>
                </a:path>
              </a:pathLst>
            </a:custGeom>
            <a:noFill/>
            <a:ln w="28575" cap="flat" cmpd="sng">
              <a:solidFill>
                <a:srgbClr val="FF0000">
                  <a:alpha val="100000"/>
                </a:srgbClr>
              </a:solidFill>
              <a:prstDash val="solid"/>
              <a:round/>
              <a:headEnd type="none" w="med" len="med"/>
              <a:tailEnd type="triangle" w="sm" len="med"/>
            </a:ln>
          </p:spPr>
          <p:txBody>
            <a:bodyPr/>
            <a:lstStyle/>
            <a:p>
              <a:endParaRPr lang="zh-CN" altLang="en-US"/>
            </a:p>
          </p:txBody>
        </p:sp>
        <p:sp>
          <p:nvSpPr>
            <p:cNvPr id="45078" name="Freeform 65"/>
            <p:cNvSpPr/>
            <p:nvPr/>
          </p:nvSpPr>
          <p:spPr>
            <a:xfrm>
              <a:off x="1248" y="2976"/>
              <a:ext cx="624" cy="672"/>
            </a:xfrm>
            <a:custGeom>
              <a:avLst/>
              <a:gdLst/>
              <a:ahLst/>
              <a:cxnLst>
                <a:cxn ang="0">
                  <a:pos x="0" y="1765"/>
                </a:cxn>
                <a:cxn ang="0">
                  <a:pos x="96" y="1492"/>
                </a:cxn>
                <a:cxn ang="0">
                  <a:pos x="240" y="1087"/>
                </a:cxn>
                <a:cxn ang="0">
                  <a:pos x="480" y="407"/>
                </a:cxn>
                <a:cxn ang="0">
                  <a:pos x="624" y="0"/>
                </a:cxn>
              </a:cxnLst>
              <a:rect l="0" t="0" r="0" b="0"/>
              <a:pathLst>
                <a:path w="624" h="624">
                  <a:moveTo>
                    <a:pt x="0" y="624"/>
                  </a:moveTo>
                  <a:cubicBezTo>
                    <a:pt x="28" y="596"/>
                    <a:pt x="56" y="568"/>
                    <a:pt x="96" y="528"/>
                  </a:cubicBezTo>
                  <a:cubicBezTo>
                    <a:pt x="136" y="488"/>
                    <a:pt x="176" y="448"/>
                    <a:pt x="240" y="384"/>
                  </a:cubicBezTo>
                  <a:cubicBezTo>
                    <a:pt x="304" y="320"/>
                    <a:pt x="416" y="208"/>
                    <a:pt x="480" y="144"/>
                  </a:cubicBezTo>
                  <a:cubicBezTo>
                    <a:pt x="544" y="80"/>
                    <a:pt x="584" y="40"/>
                    <a:pt x="624" y="0"/>
                  </a:cubicBezTo>
                </a:path>
              </a:pathLst>
            </a:custGeom>
            <a:noFill/>
            <a:ln w="28575" cap="flat" cmpd="sng">
              <a:solidFill>
                <a:srgbClr val="FF0000">
                  <a:alpha val="100000"/>
                </a:srgbClr>
              </a:solidFill>
              <a:prstDash val="solid"/>
              <a:round/>
              <a:headEnd type="none" w="med" len="med"/>
              <a:tailEnd type="triangle" w="sm" len="med"/>
            </a:ln>
          </p:spPr>
          <p:txBody>
            <a:bodyPr/>
            <a:lstStyle/>
            <a:p>
              <a:endParaRPr lang="zh-CN" altLang="en-US"/>
            </a:p>
          </p:txBody>
        </p:sp>
      </p:grpSp>
      <p:sp>
        <p:nvSpPr>
          <p:cNvPr id="45069" name="Rectangle 70"/>
          <p:cNvSpPr>
            <a:spLocks noRot="1"/>
          </p:cNvSpPr>
          <p:nvPr/>
        </p:nvSpPr>
        <p:spPr>
          <a:xfrm>
            <a:off x="250825" y="333375"/>
            <a:ext cx="6553200" cy="660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Equipotential surfaces</a:t>
            </a:r>
            <a:endParaRPr lang="el-GR" altLang="zh-CN" sz="2800" dirty="0">
              <a:sym typeface="Symbol" panose="05050102010706020507" pitchFamily="18" charset="2"/>
            </a:endParaRPr>
          </a:p>
        </p:txBody>
      </p:sp>
      <p:sp>
        <p:nvSpPr>
          <p:cNvPr id="45070" name="Text Box 71"/>
          <p:cNvSpPr txBox="1"/>
          <p:nvPr/>
        </p:nvSpPr>
        <p:spPr>
          <a:xfrm>
            <a:off x="323850" y="765175"/>
            <a:ext cx="7920038"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50000"/>
              </a:lnSpc>
              <a:spcBef>
                <a:spcPct val="50000"/>
              </a:spcBef>
              <a:buClrTx/>
              <a:buSzTx/>
              <a:buFontTx/>
              <a:buNone/>
            </a:pPr>
            <a:r>
              <a:rPr lang="en-US" altLang="zh-CN" sz="2000" b="1" dirty="0">
                <a:solidFill>
                  <a:srgbClr val="0000FF"/>
                </a:solidFill>
                <a:ea typeface="楷体_GB2312" pitchFamily="49" charset="-122"/>
              </a:rPr>
              <a:t>     </a:t>
            </a:r>
            <a:r>
              <a:rPr lang="en-US" altLang="zh-CN" sz="2000" b="1" dirty="0">
                <a:solidFill>
                  <a:srgbClr val="FF0000"/>
                </a:solidFill>
              </a:rPr>
              <a:t>Equipotential surfaces</a:t>
            </a:r>
            <a:r>
              <a:rPr lang="en-US" altLang="zh-CN" sz="2000" b="1" dirty="0">
                <a:solidFill>
                  <a:srgbClr val="0000FF"/>
                </a:solidFill>
              </a:rPr>
              <a:t> are the surfaces on which the electric potential are equalized, and the equation is</a:t>
            </a:r>
          </a:p>
        </p:txBody>
      </p:sp>
      <p:graphicFrame>
        <p:nvGraphicFramePr>
          <p:cNvPr id="45071" name="Object 72"/>
          <p:cNvGraphicFramePr>
            <a:graphicFrameLocks noChangeAspect="1"/>
          </p:cNvGraphicFramePr>
          <p:nvPr/>
        </p:nvGraphicFramePr>
        <p:xfrm>
          <a:off x="5867400" y="1268413"/>
          <a:ext cx="2089150" cy="492125"/>
        </p:xfrm>
        <a:graphic>
          <a:graphicData uri="http://schemas.openxmlformats.org/presentationml/2006/ole">
            <mc:AlternateContent xmlns:mc="http://schemas.openxmlformats.org/markup-compatibility/2006">
              <mc:Choice xmlns:v="urn:schemas-microsoft-com:vml" Requires="v">
                <p:oleObj r:id="rId2" imgW="862965" imgH="203200" progId="Equation.3">
                  <p:embed/>
                </p:oleObj>
              </mc:Choice>
              <mc:Fallback>
                <p:oleObj r:id="rId2" imgW="862965" imgH="203200" progId="Equation.3">
                  <p:embed/>
                  <p:pic>
                    <p:nvPicPr>
                      <p:cNvPr id="45071" name="Object 72"/>
                      <p:cNvPicPr/>
                      <p:nvPr/>
                    </p:nvPicPr>
                    <p:blipFill>
                      <a:blip r:embed="rId3"/>
                      <a:stretch>
                        <a:fillRect/>
                      </a:stretch>
                    </p:blipFill>
                    <p:spPr>
                      <a:xfrm>
                        <a:off x="5867400" y="1268413"/>
                        <a:ext cx="2089150" cy="492125"/>
                      </a:xfrm>
                      <a:prstGeom prst="rect">
                        <a:avLst/>
                      </a:prstGeom>
                      <a:noFill/>
                      <a:ln w="38100">
                        <a:noFill/>
                        <a:miter/>
                      </a:ln>
                    </p:spPr>
                  </p:pic>
                </p:oleObj>
              </mc:Fallback>
            </mc:AlternateContent>
          </a:graphicData>
        </a:graphic>
      </p:graphicFrame>
      <p:sp>
        <p:nvSpPr>
          <p:cNvPr id="275529" name="Text Box 73"/>
          <p:cNvSpPr txBox="1"/>
          <p:nvPr/>
        </p:nvSpPr>
        <p:spPr>
          <a:xfrm>
            <a:off x="395288" y="1844675"/>
            <a:ext cx="8064500" cy="885825"/>
          </a:xfrm>
          <a:prstGeom prst="rect">
            <a:avLst/>
          </a:prstGeom>
          <a:noFill/>
          <a:ln w="9525">
            <a:noFill/>
          </a:ln>
        </p:spPr>
        <p:txBody>
          <a:bodyPr l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000" b="1" dirty="0">
                <a:solidFill>
                  <a:srgbClr val="000000"/>
                </a:solidFill>
              </a:rPr>
              <a:t>The electric field lines are</a:t>
            </a:r>
            <a:r>
              <a:rPr lang="en-US" altLang="zh-CN" sz="2000" b="1" dirty="0">
                <a:solidFill>
                  <a:srgbClr val="0000FF"/>
                </a:solidFill>
              </a:rPr>
              <a:t> </a:t>
            </a:r>
            <a:r>
              <a:rPr lang="en-US" altLang="zh-CN" sz="2000" b="1" dirty="0">
                <a:solidFill>
                  <a:srgbClr val="FF0000"/>
                </a:solidFill>
              </a:rPr>
              <a:t>perpendicular </a:t>
            </a:r>
            <a:r>
              <a:rPr lang="en-US" altLang="zh-CN" sz="2000" b="1" dirty="0">
                <a:solidFill>
                  <a:srgbClr val="000000"/>
                </a:solidFill>
              </a:rPr>
              <a:t>to the equipotential surfaces everywhere.</a:t>
            </a:r>
          </a:p>
        </p:txBody>
      </p:sp>
      <p:sp>
        <p:nvSpPr>
          <p:cNvPr id="275530" name="Text Box 74"/>
          <p:cNvSpPr txBox="1"/>
          <p:nvPr/>
        </p:nvSpPr>
        <p:spPr>
          <a:xfrm>
            <a:off x="395288" y="2781300"/>
            <a:ext cx="8137525" cy="885825"/>
          </a:xfrm>
          <a:prstGeom prst="rect">
            <a:avLst/>
          </a:prstGeom>
          <a:noFill/>
          <a:ln w="9525">
            <a:noFill/>
          </a:ln>
        </p:spPr>
        <p:txBody>
          <a:bodyPr l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000" b="1" dirty="0">
                <a:solidFill>
                  <a:srgbClr val="000000"/>
                </a:solidFill>
              </a:rPr>
              <a:t>The distribution</a:t>
            </a:r>
            <a:r>
              <a:rPr lang="en-US" altLang="zh-CN" sz="2000" b="1" dirty="0">
                <a:solidFill>
                  <a:srgbClr val="0000FF"/>
                </a:solidFill>
              </a:rPr>
              <a:t> </a:t>
            </a:r>
            <a:r>
              <a:rPr lang="en-US" altLang="zh-CN" sz="2000" b="1" dirty="0">
                <a:solidFill>
                  <a:srgbClr val="FF0000"/>
                </a:solidFill>
              </a:rPr>
              <a:t>density</a:t>
            </a:r>
            <a:r>
              <a:rPr lang="en-US" altLang="zh-CN" sz="2000" b="1" dirty="0">
                <a:solidFill>
                  <a:srgbClr val="0000FF"/>
                </a:solidFill>
              </a:rPr>
              <a:t> </a:t>
            </a:r>
            <a:r>
              <a:rPr lang="en-US" altLang="zh-CN" sz="2000" b="1" dirty="0">
                <a:solidFill>
                  <a:srgbClr val="000000"/>
                </a:solidFill>
              </a:rPr>
              <a:t>of equipotential surfaces can indicate the</a:t>
            </a:r>
            <a:r>
              <a:rPr lang="en-US" altLang="zh-CN" sz="2000" b="1" dirty="0">
                <a:solidFill>
                  <a:srgbClr val="FF0000"/>
                </a:solidFill>
              </a:rPr>
              <a:t> intensity </a:t>
            </a:r>
            <a:r>
              <a:rPr lang="en-US" altLang="zh-CN" sz="2000" b="1" dirty="0">
                <a:solidFill>
                  <a:srgbClr val="000000"/>
                </a:solidFill>
              </a:rPr>
              <a:t>of the electric field.</a:t>
            </a:r>
            <a:r>
              <a:rPr lang="en-US" altLang="zh-CN" sz="2000" dirty="0">
                <a:solidFill>
                  <a:srgbClr val="0000FF"/>
                </a:solidFill>
              </a:rPr>
              <a:t> </a:t>
            </a:r>
            <a:endParaRPr lang="en-US" altLang="zh-CN" sz="2000" b="1" dirty="0">
              <a:solidFill>
                <a:srgbClr val="000000"/>
              </a:solidFill>
              <a:latin typeface="仿宋_GB2312" pitchFamily="49" charset="-122"/>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5529"/>
                                        </p:tgtEl>
                                        <p:attrNameLst>
                                          <p:attrName>style.visibility</p:attrName>
                                        </p:attrNameLst>
                                      </p:cBhvr>
                                      <p:to>
                                        <p:strVal val="visible"/>
                                      </p:to>
                                    </p:set>
                                    <p:animEffect transition="in" filter="dissolve">
                                      <p:cBhvr>
                                        <p:cTn id="7" dur="500"/>
                                        <p:tgtEl>
                                          <p:spTgt spid="2755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5530"/>
                                        </p:tgtEl>
                                        <p:attrNameLst>
                                          <p:attrName>style.visibility</p:attrName>
                                        </p:attrNameLst>
                                      </p:cBhvr>
                                      <p:to>
                                        <p:strVal val="visible"/>
                                      </p:to>
                                    </p:set>
                                    <p:animEffect transition="in" filter="dissolve">
                                      <p:cBhvr>
                                        <p:cTn id="12" dur="500"/>
                                        <p:tgtEl>
                                          <p:spTgt spid="27553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754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5504"/>
                                        </p:tgtEl>
                                        <p:attrNameLst>
                                          <p:attrName>style.visibility</p:attrName>
                                        </p:attrNameLst>
                                      </p:cBhvr>
                                      <p:to>
                                        <p:strVal val="visible"/>
                                      </p:to>
                                    </p:set>
                                    <p:anim calcmode="lin" valueType="num">
                                      <p:cBhvr additive="base">
                                        <p:cTn id="21" dur="500" fill="hold"/>
                                        <p:tgtEl>
                                          <p:spTgt spid="275504"/>
                                        </p:tgtEl>
                                        <p:attrNameLst>
                                          <p:attrName>ppt_x</p:attrName>
                                        </p:attrNameLst>
                                      </p:cBhvr>
                                      <p:tavLst>
                                        <p:tav tm="0">
                                          <p:val>
                                            <p:strVal val="#ppt_x"/>
                                          </p:val>
                                        </p:tav>
                                        <p:tav tm="100000">
                                          <p:val>
                                            <p:strVal val="#ppt_x"/>
                                          </p:val>
                                        </p:tav>
                                      </p:tavLst>
                                    </p:anim>
                                    <p:anim calcmode="lin" valueType="num">
                                      <p:cBhvr additive="base">
                                        <p:cTn id="22" dur="500" fill="hold"/>
                                        <p:tgtEl>
                                          <p:spTgt spid="27550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75507"/>
                                        </p:tgtEl>
                                        <p:attrNameLst>
                                          <p:attrName>style.visibility</p:attrName>
                                        </p:attrNameLst>
                                      </p:cBhvr>
                                      <p:to>
                                        <p:strVal val="visible"/>
                                      </p:to>
                                    </p:set>
                                    <p:anim calcmode="lin" valueType="num">
                                      <p:cBhvr additive="base">
                                        <p:cTn id="27" dur="500" fill="hold"/>
                                        <p:tgtEl>
                                          <p:spTgt spid="275507"/>
                                        </p:tgtEl>
                                        <p:attrNameLst>
                                          <p:attrName>ppt_x</p:attrName>
                                        </p:attrNameLst>
                                      </p:cBhvr>
                                      <p:tavLst>
                                        <p:tav tm="0">
                                          <p:val>
                                            <p:strVal val="#ppt_x"/>
                                          </p:val>
                                        </p:tav>
                                        <p:tav tm="100000">
                                          <p:val>
                                            <p:strVal val="#ppt_x"/>
                                          </p:val>
                                        </p:tav>
                                      </p:tavLst>
                                    </p:anim>
                                    <p:anim calcmode="lin" valueType="num">
                                      <p:cBhvr additive="base">
                                        <p:cTn id="28" dur="500" fill="hold"/>
                                        <p:tgtEl>
                                          <p:spTgt spid="27550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2755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27549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27545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2754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27547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2754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2755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275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p:bldP spid="275529" grpId="0"/>
      <p:bldP spid="2755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ext Box 2"/>
          <p:cNvSpPr txBox="1"/>
          <p:nvPr/>
        </p:nvSpPr>
        <p:spPr>
          <a:xfrm>
            <a:off x="179388" y="2852738"/>
            <a:ext cx="3168650"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ea typeface="楷体_GB2312" pitchFamily="49" charset="-122"/>
              </a:rPr>
              <a:t>In the homogeneous medium</a:t>
            </a:r>
          </a:p>
        </p:txBody>
      </p:sp>
      <p:grpSp>
        <p:nvGrpSpPr>
          <p:cNvPr id="252932" name="Group 4"/>
          <p:cNvGrpSpPr/>
          <p:nvPr/>
        </p:nvGrpSpPr>
        <p:grpSpPr>
          <a:xfrm>
            <a:off x="5364163" y="5445125"/>
            <a:ext cx="2879725" cy="576263"/>
            <a:chOff x="295" y="2069"/>
            <a:chExt cx="1814" cy="363"/>
          </a:xfrm>
        </p:grpSpPr>
        <p:sp>
          <p:nvSpPr>
            <p:cNvPr id="46125" name="Text Box 5"/>
            <p:cNvSpPr txBox="1"/>
            <p:nvPr/>
          </p:nvSpPr>
          <p:spPr>
            <a:xfrm>
              <a:off x="295" y="2069"/>
              <a:ext cx="1814" cy="35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ea typeface="楷体_GB2312" pitchFamily="49" charset="-122"/>
                </a:rPr>
                <a:t>     When</a:t>
              </a:r>
              <a:r>
                <a:rPr lang="zh-CN" altLang="en-US" sz="2400" b="1" dirty="0">
                  <a:solidFill>
                    <a:srgbClr val="000000"/>
                  </a:solidFill>
                  <a:ea typeface="楷体_GB2312" pitchFamily="49" charset="-122"/>
                </a:rPr>
                <a:t>，</a:t>
              </a:r>
            </a:p>
          </p:txBody>
        </p:sp>
        <p:graphicFrame>
          <p:nvGraphicFramePr>
            <p:cNvPr id="46126" name="Object 6"/>
            <p:cNvGraphicFramePr>
              <a:graphicFrameLocks noChangeAspect="1"/>
            </p:cNvGraphicFramePr>
            <p:nvPr/>
          </p:nvGraphicFramePr>
          <p:xfrm>
            <a:off x="1474" y="2127"/>
            <a:ext cx="590" cy="305"/>
          </p:xfrm>
          <a:graphic>
            <a:graphicData uri="http://schemas.openxmlformats.org/presentationml/2006/ole">
              <mc:AlternateContent xmlns:mc="http://schemas.openxmlformats.org/markup-compatibility/2006">
                <mc:Choice xmlns:v="urn:schemas-microsoft-com:vml" Requires="v">
                  <p:oleObj r:id="rId2" imgW="237490" imgH="74930" progId="Equation.DSMT4">
                    <p:embed/>
                  </p:oleObj>
                </mc:Choice>
                <mc:Fallback>
                  <p:oleObj r:id="rId2" imgW="237490" imgH="74930" progId="Equation.DSMT4">
                    <p:embed/>
                    <p:pic>
                      <p:nvPicPr>
                        <p:cNvPr id="46126" name="Object 6"/>
                        <p:cNvPicPr/>
                        <p:nvPr/>
                      </p:nvPicPr>
                      <p:blipFill>
                        <a:blip r:embed="rId3">
                          <a:clrChange>
                            <a:clrFrom>
                              <a:srgbClr val="000000"/>
                            </a:clrFrom>
                            <a:clrTo>
                              <a:srgbClr val="000000"/>
                            </a:clrTo>
                          </a:clrChange>
                        </a:blip>
                        <a:stretch>
                          <a:fillRect/>
                        </a:stretch>
                      </p:blipFill>
                      <p:spPr>
                        <a:xfrm>
                          <a:off x="1474" y="2127"/>
                          <a:ext cx="590" cy="305"/>
                        </a:xfrm>
                        <a:prstGeom prst="rect">
                          <a:avLst/>
                        </a:prstGeom>
                        <a:noFill/>
                        <a:ln w="38100">
                          <a:noFill/>
                          <a:miter/>
                        </a:ln>
                      </p:spPr>
                    </p:pic>
                  </p:oleObj>
                </mc:Fallback>
              </mc:AlternateContent>
            </a:graphicData>
          </a:graphic>
        </p:graphicFrame>
      </p:grpSp>
      <p:graphicFrame>
        <p:nvGraphicFramePr>
          <p:cNvPr id="252935" name="Object 7"/>
          <p:cNvGraphicFramePr>
            <a:graphicFrameLocks noChangeAspect="1"/>
          </p:cNvGraphicFramePr>
          <p:nvPr/>
        </p:nvGraphicFramePr>
        <p:xfrm>
          <a:off x="3851275" y="2924175"/>
          <a:ext cx="2146300" cy="1206500"/>
        </p:xfrm>
        <a:graphic>
          <a:graphicData uri="http://schemas.openxmlformats.org/presentationml/2006/ole">
            <mc:AlternateContent xmlns:mc="http://schemas.openxmlformats.org/markup-compatibility/2006">
              <mc:Choice xmlns:v="urn:schemas-microsoft-com:vml" Requires="v">
                <p:oleObj r:id="rId4" imgW="688975" imgH="353060" progId="Equation.DSMT4">
                  <p:embed/>
                </p:oleObj>
              </mc:Choice>
              <mc:Fallback>
                <p:oleObj r:id="rId4" imgW="688975" imgH="353060" progId="Equation.DSMT4">
                  <p:embed/>
                  <p:pic>
                    <p:nvPicPr>
                      <p:cNvPr id="252935" name="Object 7"/>
                      <p:cNvPicPr/>
                      <p:nvPr/>
                    </p:nvPicPr>
                    <p:blipFill>
                      <a:blip r:embed="rId5">
                        <a:clrChange>
                          <a:clrFrom>
                            <a:srgbClr val="000000"/>
                          </a:clrFrom>
                          <a:clrTo>
                            <a:srgbClr val="000000"/>
                          </a:clrTo>
                        </a:clrChange>
                      </a:blip>
                      <a:stretch>
                        <a:fillRect/>
                      </a:stretch>
                    </p:blipFill>
                    <p:spPr>
                      <a:xfrm>
                        <a:off x="3851275" y="2924175"/>
                        <a:ext cx="2146300" cy="1206500"/>
                      </a:xfrm>
                      <a:prstGeom prst="rect">
                        <a:avLst/>
                      </a:prstGeom>
                      <a:noFill/>
                      <a:ln w="38100">
                        <a:noFill/>
                        <a:miter/>
                      </a:ln>
                    </p:spPr>
                  </p:pic>
                </p:oleObj>
              </mc:Fallback>
            </mc:AlternateContent>
          </a:graphicData>
        </a:graphic>
      </p:graphicFrame>
      <p:grpSp>
        <p:nvGrpSpPr>
          <p:cNvPr id="252936" name="Group 8"/>
          <p:cNvGrpSpPr/>
          <p:nvPr/>
        </p:nvGrpSpPr>
        <p:grpSpPr>
          <a:xfrm>
            <a:off x="5292725" y="4730750"/>
            <a:ext cx="2735263" cy="569913"/>
            <a:chOff x="2971" y="1393"/>
            <a:chExt cx="1723" cy="359"/>
          </a:xfrm>
        </p:grpSpPr>
        <p:graphicFrame>
          <p:nvGraphicFramePr>
            <p:cNvPr id="46123" name="Object 9"/>
            <p:cNvGraphicFramePr>
              <a:graphicFrameLocks noChangeAspect="1"/>
            </p:cNvGraphicFramePr>
            <p:nvPr/>
          </p:nvGraphicFramePr>
          <p:xfrm>
            <a:off x="3379" y="1393"/>
            <a:ext cx="1315" cy="359"/>
          </p:xfrm>
          <a:graphic>
            <a:graphicData uri="http://schemas.openxmlformats.org/presentationml/2006/ole">
              <mc:AlternateContent xmlns:mc="http://schemas.openxmlformats.org/markup-compatibility/2006">
                <mc:Choice xmlns:v="urn:schemas-microsoft-com:vml" Requires="v">
                  <p:oleObj r:id="rId6" imgW="630555" imgH="104140" progId="Equation.DSMT4">
                    <p:embed/>
                  </p:oleObj>
                </mc:Choice>
                <mc:Fallback>
                  <p:oleObj r:id="rId6" imgW="630555" imgH="104140" progId="Equation.DSMT4">
                    <p:embed/>
                    <p:pic>
                      <p:nvPicPr>
                        <p:cNvPr id="46123" name="Object 9"/>
                        <p:cNvPicPr/>
                        <p:nvPr/>
                      </p:nvPicPr>
                      <p:blipFill>
                        <a:blip r:embed="rId7">
                          <a:clrChange>
                            <a:clrFrom>
                              <a:srgbClr val="000000"/>
                            </a:clrFrom>
                            <a:clrTo>
                              <a:srgbClr val="000000"/>
                            </a:clrTo>
                          </a:clrChange>
                        </a:blip>
                        <a:stretch>
                          <a:fillRect/>
                        </a:stretch>
                      </p:blipFill>
                      <p:spPr>
                        <a:xfrm>
                          <a:off x="3379" y="1393"/>
                          <a:ext cx="1315" cy="359"/>
                        </a:xfrm>
                        <a:prstGeom prst="rect">
                          <a:avLst/>
                        </a:prstGeom>
                        <a:noFill/>
                        <a:ln w="38100">
                          <a:noFill/>
                          <a:miter/>
                        </a:ln>
                      </p:spPr>
                    </p:pic>
                  </p:oleObj>
                </mc:Fallback>
              </mc:AlternateContent>
            </a:graphicData>
          </a:graphic>
        </p:graphicFrame>
        <p:sp>
          <p:nvSpPr>
            <p:cNvPr id="46124" name="AutoShape 10"/>
            <p:cNvSpPr/>
            <p:nvPr/>
          </p:nvSpPr>
          <p:spPr>
            <a:xfrm>
              <a:off x="2971" y="1480"/>
              <a:ext cx="363" cy="137"/>
            </a:xfrm>
            <a:prstGeom prst="rightArrow">
              <a:avLst>
                <a:gd name="adj1" fmla="val 50000"/>
                <a:gd name="adj2" fmla="val 66240"/>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52939" name="Group 11"/>
          <p:cNvGrpSpPr/>
          <p:nvPr/>
        </p:nvGrpSpPr>
        <p:grpSpPr>
          <a:xfrm>
            <a:off x="5292725" y="6115050"/>
            <a:ext cx="1895475" cy="554038"/>
            <a:chOff x="2109" y="2083"/>
            <a:chExt cx="1420" cy="349"/>
          </a:xfrm>
        </p:grpSpPr>
        <p:graphicFrame>
          <p:nvGraphicFramePr>
            <p:cNvPr id="46121" name="Object 12"/>
            <p:cNvGraphicFramePr>
              <a:graphicFrameLocks noChangeAspect="1"/>
            </p:cNvGraphicFramePr>
            <p:nvPr/>
          </p:nvGraphicFramePr>
          <p:xfrm>
            <a:off x="2608" y="2083"/>
            <a:ext cx="921" cy="349"/>
          </p:xfrm>
          <a:graphic>
            <a:graphicData uri="http://schemas.openxmlformats.org/presentationml/2006/ole">
              <mc:AlternateContent xmlns:mc="http://schemas.openxmlformats.org/markup-compatibility/2006">
                <mc:Choice xmlns:v="urn:schemas-microsoft-com:vml" Requires="v">
                  <p:oleObj r:id="rId8" imgW="382270" imgH="104140" progId="Equation.DSMT4">
                    <p:embed/>
                  </p:oleObj>
                </mc:Choice>
                <mc:Fallback>
                  <p:oleObj r:id="rId8" imgW="382270" imgH="104140" progId="Equation.DSMT4">
                    <p:embed/>
                    <p:pic>
                      <p:nvPicPr>
                        <p:cNvPr id="46121" name="Object 12"/>
                        <p:cNvPicPr/>
                        <p:nvPr/>
                      </p:nvPicPr>
                      <p:blipFill>
                        <a:blip r:embed="rId9">
                          <a:clrChange>
                            <a:clrFrom>
                              <a:srgbClr val="000000"/>
                            </a:clrFrom>
                            <a:clrTo>
                              <a:srgbClr val="000000"/>
                            </a:clrTo>
                          </a:clrChange>
                        </a:blip>
                        <a:stretch>
                          <a:fillRect/>
                        </a:stretch>
                      </p:blipFill>
                      <p:spPr>
                        <a:xfrm>
                          <a:off x="2608" y="2083"/>
                          <a:ext cx="921" cy="349"/>
                        </a:xfrm>
                        <a:prstGeom prst="rect">
                          <a:avLst/>
                        </a:prstGeom>
                        <a:noFill/>
                        <a:ln w="38100">
                          <a:noFill/>
                          <a:miter/>
                        </a:ln>
                      </p:spPr>
                    </p:pic>
                  </p:oleObj>
                </mc:Fallback>
              </mc:AlternateContent>
            </a:graphicData>
          </a:graphic>
        </p:graphicFrame>
        <p:sp>
          <p:nvSpPr>
            <p:cNvPr id="46122" name="AutoShape 13"/>
            <p:cNvSpPr/>
            <p:nvPr/>
          </p:nvSpPr>
          <p:spPr>
            <a:xfrm>
              <a:off x="2109" y="2206"/>
              <a:ext cx="454" cy="136"/>
            </a:xfrm>
            <a:prstGeom prst="rightArrow">
              <a:avLst>
                <a:gd name="adj1" fmla="val 50000"/>
                <a:gd name="adj2" fmla="val 83455"/>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52942" name="Group 14"/>
          <p:cNvGrpSpPr/>
          <p:nvPr/>
        </p:nvGrpSpPr>
        <p:grpSpPr>
          <a:xfrm>
            <a:off x="5940425" y="3644900"/>
            <a:ext cx="2590800" cy="1655763"/>
            <a:chOff x="3379" y="709"/>
            <a:chExt cx="1632" cy="1043"/>
          </a:xfrm>
        </p:grpSpPr>
        <p:grpSp>
          <p:nvGrpSpPr>
            <p:cNvPr id="46117" name="Group 15"/>
            <p:cNvGrpSpPr/>
            <p:nvPr/>
          </p:nvGrpSpPr>
          <p:grpSpPr>
            <a:xfrm>
              <a:off x="3651" y="709"/>
              <a:ext cx="1360" cy="680"/>
              <a:chOff x="3651" y="800"/>
              <a:chExt cx="1360" cy="680"/>
            </a:xfrm>
          </p:grpSpPr>
          <p:sp>
            <p:nvSpPr>
              <p:cNvPr id="46119" name="Text Box 16"/>
              <p:cNvSpPr txBox="1"/>
              <p:nvPr/>
            </p:nvSpPr>
            <p:spPr>
              <a:xfrm>
                <a:off x="3651" y="800"/>
                <a:ext cx="1360" cy="206"/>
              </a:xfrm>
              <a:prstGeom prst="rect">
                <a:avLst/>
              </a:prstGeom>
              <a:solidFill>
                <a:srgbClr val="CCFFFF"/>
              </a:solidFill>
              <a:ln w="2222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400" b="1" dirty="0">
                    <a:solidFill>
                      <a:srgbClr val="990000"/>
                    </a:solidFill>
                    <a:latin typeface="Times New Roman" panose="02020603050405020304" pitchFamily="18" charset="0"/>
                  </a:rPr>
                  <a:t>Scalar poisson equation</a:t>
                </a:r>
              </a:p>
            </p:txBody>
          </p:sp>
          <p:sp>
            <p:nvSpPr>
              <p:cNvPr id="46120" name="Line 17"/>
              <p:cNvSpPr/>
              <p:nvPr/>
            </p:nvSpPr>
            <p:spPr>
              <a:xfrm flipH="1">
                <a:off x="3969" y="1071"/>
                <a:ext cx="317" cy="409"/>
              </a:xfrm>
              <a:prstGeom prst="line">
                <a:avLst/>
              </a:prstGeom>
              <a:ln w="28575" cap="flat" cmpd="sng">
                <a:solidFill>
                  <a:srgbClr val="FF0000"/>
                </a:solidFill>
                <a:prstDash val="solid"/>
                <a:headEnd type="none" w="med" len="med"/>
                <a:tailEnd type="triangle" w="med" len="med"/>
              </a:ln>
            </p:spPr>
            <p:txBody>
              <a:bodyPr/>
              <a:lstStyle/>
              <a:p>
                <a:endParaRPr lang="zh-CN" altLang="en-US"/>
              </a:p>
            </p:txBody>
          </p:sp>
        </p:grpSp>
        <p:sp>
          <p:nvSpPr>
            <p:cNvPr id="46118" name="Rectangle 18"/>
            <p:cNvSpPr/>
            <p:nvPr/>
          </p:nvSpPr>
          <p:spPr>
            <a:xfrm>
              <a:off x="3379" y="1389"/>
              <a:ext cx="1315" cy="363"/>
            </a:xfrm>
            <a:prstGeom prst="rect">
              <a:avLst/>
            </a:prstGeom>
            <a:noFill/>
            <a:ln w="19050" cap="flat" cmpd="sng">
              <a:solidFill>
                <a:srgbClr val="FF6600"/>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52947" name="Group 19"/>
          <p:cNvGrpSpPr/>
          <p:nvPr/>
        </p:nvGrpSpPr>
        <p:grpSpPr>
          <a:xfrm>
            <a:off x="6011863" y="6092825"/>
            <a:ext cx="3132137" cy="723900"/>
            <a:chOff x="2608" y="2478"/>
            <a:chExt cx="2767" cy="456"/>
          </a:xfrm>
        </p:grpSpPr>
        <p:grpSp>
          <p:nvGrpSpPr>
            <p:cNvPr id="46113" name="Group 20"/>
            <p:cNvGrpSpPr/>
            <p:nvPr/>
          </p:nvGrpSpPr>
          <p:grpSpPr>
            <a:xfrm>
              <a:off x="3606" y="2478"/>
              <a:ext cx="1769" cy="456"/>
              <a:chOff x="3515" y="2069"/>
              <a:chExt cx="1769" cy="456"/>
            </a:xfrm>
          </p:grpSpPr>
          <p:sp>
            <p:nvSpPr>
              <p:cNvPr id="46115" name="Text Box 21"/>
              <p:cNvSpPr txBox="1"/>
              <p:nvPr/>
            </p:nvSpPr>
            <p:spPr>
              <a:xfrm>
                <a:off x="3970" y="2069"/>
                <a:ext cx="1314" cy="456"/>
              </a:xfrm>
              <a:prstGeom prst="rect">
                <a:avLst/>
              </a:prstGeom>
              <a:solidFill>
                <a:srgbClr val="CCFFFF"/>
              </a:solidFill>
              <a:ln w="2222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2000" b="1" dirty="0">
                    <a:solidFill>
                      <a:srgbClr val="990000"/>
                    </a:solidFill>
                    <a:latin typeface="Verdana" panose="020B0604030504040204" pitchFamily="34" charset="0"/>
                  </a:rPr>
                  <a:t>Laplace equation</a:t>
                </a:r>
              </a:p>
            </p:txBody>
          </p:sp>
          <p:sp>
            <p:nvSpPr>
              <p:cNvPr id="46116" name="Line 22"/>
              <p:cNvSpPr/>
              <p:nvPr/>
            </p:nvSpPr>
            <p:spPr>
              <a:xfrm flipH="1">
                <a:off x="3515" y="2206"/>
                <a:ext cx="454" cy="45"/>
              </a:xfrm>
              <a:prstGeom prst="line">
                <a:avLst/>
              </a:prstGeom>
              <a:ln w="28575" cap="flat" cmpd="sng">
                <a:solidFill>
                  <a:srgbClr val="FF0000"/>
                </a:solidFill>
                <a:prstDash val="solid"/>
                <a:headEnd type="none" w="med" len="med"/>
                <a:tailEnd type="triangle" w="med" len="med"/>
              </a:ln>
            </p:spPr>
            <p:txBody>
              <a:bodyPr/>
              <a:lstStyle/>
              <a:p>
                <a:endParaRPr lang="zh-CN" altLang="en-US"/>
              </a:p>
            </p:txBody>
          </p:sp>
        </p:grpSp>
        <p:sp>
          <p:nvSpPr>
            <p:cNvPr id="46114" name="Rectangle 23"/>
            <p:cNvSpPr/>
            <p:nvPr/>
          </p:nvSpPr>
          <p:spPr>
            <a:xfrm>
              <a:off x="2608" y="2478"/>
              <a:ext cx="998" cy="363"/>
            </a:xfrm>
            <a:prstGeom prst="rect">
              <a:avLst/>
            </a:prstGeom>
            <a:noFill/>
            <a:ln w="19050" cap="flat" cmpd="sng">
              <a:solidFill>
                <a:srgbClr val="FF6600"/>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252952" name="Group 24"/>
          <p:cNvGrpSpPr/>
          <p:nvPr/>
        </p:nvGrpSpPr>
        <p:grpSpPr>
          <a:xfrm>
            <a:off x="107950" y="4292600"/>
            <a:ext cx="4968875" cy="2449513"/>
            <a:chOff x="340" y="2523"/>
            <a:chExt cx="3130" cy="1543"/>
          </a:xfrm>
        </p:grpSpPr>
        <p:sp>
          <p:nvSpPr>
            <p:cNvPr id="46104" name="Rectangle 25"/>
            <p:cNvSpPr/>
            <p:nvPr/>
          </p:nvSpPr>
          <p:spPr>
            <a:xfrm>
              <a:off x="340" y="2523"/>
              <a:ext cx="3130" cy="816"/>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6105" name="Rectangle 26"/>
            <p:cNvSpPr/>
            <p:nvPr/>
          </p:nvSpPr>
          <p:spPr>
            <a:xfrm>
              <a:off x="340" y="3340"/>
              <a:ext cx="3130" cy="726"/>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6106" name="Text Box 27"/>
            <p:cNvSpPr txBox="1"/>
            <p:nvPr/>
          </p:nvSpPr>
          <p:spPr>
            <a:xfrm>
              <a:off x="385" y="3430"/>
              <a:ext cx="72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Sub-2</a:t>
              </a:r>
            </a:p>
          </p:txBody>
        </p:sp>
        <p:sp>
          <p:nvSpPr>
            <p:cNvPr id="46107" name="Text Box 28"/>
            <p:cNvSpPr txBox="1"/>
            <p:nvPr/>
          </p:nvSpPr>
          <p:spPr>
            <a:xfrm>
              <a:off x="385" y="2976"/>
              <a:ext cx="59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Sub-1</a:t>
              </a:r>
            </a:p>
          </p:txBody>
        </p:sp>
        <p:graphicFrame>
          <p:nvGraphicFramePr>
            <p:cNvPr id="46108" name="Object 29"/>
            <p:cNvGraphicFramePr>
              <a:graphicFrameLocks noChangeAspect="1"/>
            </p:cNvGraphicFramePr>
            <p:nvPr/>
          </p:nvGraphicFramePr>
          <p:xfrm>
            <a:off x="930" y="3430"/>
            <a:ext cx="182" cy="266"/>
          </p:xfrm>
          <a:graphic>
            <a:graphicData uri="http://schemas.openxmlformats.org/presentationml/2006/ole">
              <mc:AlternateContent xmlns:mc="http://schemas.openxmlformats.org/markup-compatibility/2006">
                <mc:Choice xmlns:v="urn:schemas-microsoft-com:vml" Requires="v">
                  <p:oleObj r:id="rId10" imgW="165100" imgH="215900" progId="Equation.3">
                    <p:embed/>
                  </p:oleObj>
                </mc:Choice>
                <mc:Fallback>
                  <p:oleObj r:id="rId10" imgW="165100" imgH="215900" progId="Equation.3">
                    <p:embed/>
                    <p:pic>
                      <p:nvPicPr>
                        <p:cNvPr id="46108" name="Object 29"/>
                        <p:cNvPicPr/>
                        <p:nvPr/>
                      </p:nvPicPr>
                      <p:blipFill>
                        <a:blip r:embed="rId11"/>
                        <a:stretch>
                          <a:fillRect/>
                        </a:stretch>
                      </p:blipFill>
                      <p:spPr>
                        <a:xfrm>
                          <a:off x="930" y="3430"/>
                          <a:ext cx="182" cy="266"/>
                        </a:xfrm>
                        <a:prstGeom prst="rect">
                          <a:avLst/>
                        </a:prstGeom>
                        <a:noFill/>
                        <a:ln w="38100">
                          <a:noFill/>
                          <a:miter/>
                        </a:ln>
                      </p:spPr>
                    </p:pic>
                  </p:oleObj>
                </mc:Fallback>
              </mc:AlternateContent>
            </a:graphicData>
          </a:graphic>
        </p:graphicFrame>
        <p:graphicFrame>
          <p:nvGraphicFramePr>
            <p:cNvPr id="46109" name="Object 30"/>
            <p:cNvGraphicFramePr>
              <a:graphicFrameLocks noChangeAspect="1"/>
            </p:cNvGraphicFramePr>
            <p:nvPr/>
          </p:nvGraphicFramePr>
          <p:xfrm>
            <a:off x="930" y="2976"/>
            <a:ext cx="188" cy="263"/>
          </p:xfrm>
          <a:graphic>
            <a:graphicData uri="http://schemas.openxmlformats.org/presentationml/2006/ole">
              <mc:AlternateContent xmlns:mc="http://schemas.openxmlformats.org/markup-compatibility/2006">
                <mc:Choice xmlns:v="urn:schemas-microsoft-com:vml" Requires="v">
                  <p:oleObj r:id="rId12" imgW="152400" imgH="215900" progId="Equation.3">
                    <p:embed/>
                  </p:oleObj>
                </mc:Choice>
                <mc:Fallback>
                  <p:oleObj r:id="rId12" imgW="152400" imgH="215900" progId="Equation.3">
                    <p:embed/>
                    <p:pic>
                      <p:nvPicPr>
                        <p:cNvPr id="46109" name="Object 30"/>
                        <p:cNvPicPr/>
                        <p:nvPr/>
                      </p:nvPicPr>
                      <p:blipFill>
                        <a:blip r:embed="rId13"/>
                        <a:stretch>
                          <a:fillRect/>
                        </a:stretch>
                      </p:blipFill>
                      <p:spPr>
                        <a:xfrm>
                          <a:off x="930" y="2976"/>
                          <a:ext cx="188" cy="263"/>
                        </a:xfrm>
                        <a:prstGeom prst="rect">
                          <a:avLst/>
                        </a:prstGeom>
                        <a:noFill/>
                        <a:ln w="38100">
                          <a:noFill/>
                          <a:miter/>
                        </a:ln>
                      </p:spPr>
                    </p:pic>
                  </p:oleObj>
                </mc:Fallback>
              </mc:AlternateContent>
            </a:graphicData>
          </a:graphic>
        </p:graphicFrame>
        <p:graphicFrame>
          <p:nvGraphicFramePr>
            <p:cNvPr id="46110" name="Object 31"/>
            <p:cNvGraphicFramePr>
              <a:graphicFrameLocks noChangeAspect="1"/>
            </p:cNvGraphicFramePr>
            <p:nvPr/>
          </p:nvGraphicFramePr>
          <p:xfrm>
            <a:off x="431" y="3702"/>
            <a:ext cx="983" cy="314"/>
          </p:xfrm>
          <a:graphic>
            <a:graphicData uri="http://schemas.openxmlformats.org/presentationml/2006/ole">
              <mc:AlternateContent xmlns:mc="http://schemas.openxmlformats.org/markup-compatibility/2006">
                <mc:Choice xmlns:v="urn:schemas-microsoft-com:vml" Requires="v">
                  <p:oleObj r:id="rId14" imgW="698500" imgH="254000" progId="Equation.DSMT4">
                    <p:embed/>
                  </p:oleObj>
                </mc:Choice>
                <mc:Fallback>
                  <p:oleObj r:id="rId14" imgW="698500" imgH="254000" progId="Equation.DSMT4">
                    <p:embed/>
                    <p:pic>
                      <p:nvPicPr>
                        <p:cNvPr id="46110" name="Object 31"/>
                        <p:cNvPicPr/>
                        <p:nvPr/>
                      </p:nvPicPr>
                      <p:blipFill>
                        <a:blip r:embed="rId15"/>
                        <a:stretch>
                          <a:fillRect/>
                        </a:stretch>
                      </p:blipFill>
                      <p:spPr>
                        <a:xfrm>
                          <a:off x="431" y="3702"/>
                          <a:ext cx="983" cy="314"/>
                        </a:xfrm>
                        <a:prstGeom prst="rect">
                          <a:avLst/>
                        </a:prstGeom>
                        <a:noFill/>
                        <a:ln w="38100">
                          <a:noFill/>
                          <a:miter/>
                        </a:ln>
                      </p:spPr>
                    </p:pic>
                  </p:oleObj>
                </mc:Fallback>
              </mc:AlternateContent>
            </a:graphicData>
          </a:graphic>
        </p:graphicFrame>
        <p:graphicFrame>
          <p:nvGraphicFramePr>
            <p:cNvPr id="46111" name="Object 32"/>
            <p:cNvGraphicFramePr>
              <a:graphicFrameLocks noChangeAspect="1"/>
            </p:cNvGraphicFramePr>
            <p:nvPr/>
          </p:nvGraphicFramePr>
          <p:xfrm>
            <a:off x="431" y="2614"/>
            <a:ext cx="1029" cy="280"/>
          </p:xfrm>
          <a:graphic>
            <a:graphicData uri="http://schemas.openxmlformats.org/presentationml/2006/ole">
              <mc:AlternateContent xmlns:mc="http://schemas.openxmlformats.org/markup-compatibility/2006">
                <mc:Choice xmlns:v="urn:schemas-microsoft-com:vml" Requires="v">
                  <p:oleObj r:id="rId16" imgW="673100" imgH="254000" progId="Equation.DSMT4">
                    <p:embed/>
                  </p:oleObj>
                </mc:Choice>
                <mc:Fallback>
                  <p:oleObj r:id="rId16" imgW="673100" imgH="254000" progId="Equation.DSMT4">
                    <p:embed/>
                    <p:pic>
                      <p:nvPicPr>
                        <p:cNvPr id="46111" name="Object 32"/>
                        <p:cNvPicPr/>
                        <p:nvPr/>
                      </p:nvPicPr>
                      <p:blipFill>
                        <a:blip r:embed="rId17"/>
                        <a:stretch>
                          <a:fillRect/>
                        </a:stretch>
                      </p:blipFill>
                      <p:spPr>
                        <a:xfrm>
                          <a:off x="431" y="2614"/>
                          <a:ext cx="1029" cy="280"/>
                        </a:xfrm>
                        <a:prstGeom prst="rect">
                          <a:avLst/>
                        </a:prstGeom>
                        <a:noFill/>
                        <a:ln w="38100">
                          <a:noFill/>
                          <a:miter/>
                        </a:ln>
                      </p:spPr>
                    </p:pic>
                  </p:oleObj>
                </mc:Fallback>
              </mc:AlternateContent>
            </a:graphicData>
          </a:graphic>
        </p:graphicFrame>
        <p:sp>
          <p:nvSpPr>
            <p:cNvPr id="46112" name="Rectangle 33"/>
            <p:cNvSpPr/>
            <p:nvPr/>
          </p:nvSpPr>
          <p:spPr>
            <a:xfrm>
              <a:off x="340" y="2523"/>
              <a:ext cx="3130" cy="1543"/>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aphicFrame>
        <p:nvGraphicFramePr>
          <p:cNvPr id="252962" name="Object 34"/>
          <p:cNvGraphicFramePr>
            <a:graphicFrameLocks noGrp="1" noChangeAspect="1"/>
          </p:cNvGraphicFramePr>
          <p:nvPr>
            <p:ph sz="quarter" idx="1" hasCustomPrompt="1"/>
          </p:nvPr>
        </p:nvGraphicFramePr>
        <p:xfrm>
          <a:off x="2195513" y="5876925"/>
          <a:ext cx="1008062" cy="425450"/>
        </p:xfrm>
        <a:graphic>
          <a:graphicData uri="http://schemas.openxmlformats.org/presentationml/2006/ole">
            <mc:AlternateContent xmlns:mc="http://schemas.openxmlformats.org/markup-compatibility/2006">
              <mc:Choice xmlns:v="urn:schemas-microsoft-com:vml" Requires="v">
                <p:oleObj r:id="rId18" imgW="571500" imgH="241300" progId="Equation.DSMT4">
                  <p:embed/>
                </p:oleObj>
              </mc:Choice>
              <mc:Fallback>
                <p:oleObj r:id="rId18" imgW="571500" imgH="241300" progId="Equation.DSMT4">
                  <p:embed/>
                  <p:pic>
                    <p:nvPicPr>
                      <p:cNvPr id="252962" name="Object 34"/>
                      <p:cNvPicPr/>
                      <p:nvPr/>
                    </p:nvPicPr>
                    <p:blipFill>
                      <a:blip r:embed="rId19"/>
                      <a:srcRect/>
                      <a:stretch>
                        <a:fillRect/>
                      </a:stretch>
                    </p:blipFill>
                    <p:spPr>
                      <a:xfrm>
                        <a:off x="2195513" y="5876925"/>
                        <a:ext cx="1008062" cy="425450"/>
                      </a:xfrm>
                      <a:prstGeom prst="rect">
                        <a:avLst/>
                      </a:prstGeom>
                      <a:noFill/>
                      <a:ln w="38100">
                        <a:miter/>
                      </a:ln>
                    </p:spPr>
                  </p:pic>
                </p:oleObj>
              </mc:Fallback>
            </mc:AlternateContent>
          </a:graphicData>
        </a:graphic>
      </p:graphicFrame>
      <p:graphicFrame>
        <p:nvGraphicFramePr>
          <p:cNvPr id="252965" name="Object 37"/>
          <p:cNvGraphicFramePr>
            <a:graphicFrameLocks noGrp="1" noChangeAspect="1"/>
          </p:cNvGraphicFramePr>
          <p:nvPr>
            <p:ph sz="quarter" idx="2" hasCustomPrompt="1"/>
          </p:nvPr>
        </p:nvGraphicFramePr>
        <p:xfrm>
          <a:off x="3779838" y="4652963"/>
          <a:ext cx="850900" cy="241300"/>
        </p:xfrm>
        <a:graphic>
          <a:graphicData uri="http://schemas.openxmlformats.org/presentationml/2006/ole">
            <mc:AlternateContent xmlns:mc="http://schemas.openxmlformats.org/markup-compatibility/2006">
              <mc:Choice xmlns:v="urn:schemas-microsoft-com:vml" Requires="v">
                <p:oleObj r:id="rId20" imgW="850265" imgH="241300" progId="Equation.DSMT4">
                  <p:embed/>
                </p:oleObj>
              </mc:Choice>
              <mc:Fallback>
                <p:oleObj r:id="rId20" imgW="850265" imgH="241300" progId="Equation.DSMT4">
                  <p:embed/>
                  <p:pic>
                    <p:nvPicPr>
                      <p:cNvPr id="252965" name="Object 37"/>
                      <p:cNvPicPr/>
                      <p:nvPr/>
                    </p:nvPicPr>
                    <p:blipFill>
                      <a:blip r:embed="rId21"/>
                      <a:srcRect/>
                      <a:stretch>
                        <a:fillRect/>
                      </a:stretch>
                    </p:blipFill>
                    <p:spPr>
                      <a:xfrm>
                        <a:off x="3779838" y="4652963"/>
                        <a:ext cx="850900" cy="241300"/>
                      </a:xfrm>
                      <a:prstGeom prst="rect">
                        <a:avLst/>
                      </a:prstGeom>
                      <a:noFill/>
                      <a:ln w="38100">
                        <a:miter/>
                      </a:ln>
                    </p:spPr>
                  </p:pic>
                </p:oleObj>
              </mc:Fallback>
            </mc:AlternateContent>
          </a:graphicData>
        </a:graphic>
      </p:graphicFrame>
      <p:graphicFrame>
        <p:nvGraphicFramePr>
          <p:cNvPr id="252963" name="Object 35"/>
          <p:cNvGraphicFramePr>
            <a:graphicFrameLocks noGrp="1" noChangeAspect="1"/>
          </p:cNvGraphicFramePr>
          <p:nvPr>
            <p:ph sz="quarter" idx="3" hasCustomPrompt="1"/>
          </p:nvPr>
        </p:nvGraphicFramePr>
        <p:xfrm>
          <a:off x="2106613" y="4967288"/>
          <a:ext cx="1169987" cy="482600"/>
        </p:xfrm>
        <a:graphic>
          <a:graphicData uri="http://schemas.openxmlformats.org/presentationml/2006/ole">
            <mc:AlternateContent xmlns:mc="http://schemas.openxmlformats.org/markup-compatibility/2006">
              <mc:Choice xmlns:v="urn:schemas-microsoft-com:vml" Requires="v">
                <p:oleObj r:id="rId22" imgW="584200" imgH="241300" progId="Equation.DSMT4">
                  <p:embed/>
                </p:oleObj>
              </mc:Choice>
              <mc:Fallback>
                <p:oleObj r:id="rId22" imgW="584200" imgH="241300" progId="Equation.DSMT4">
                  <p:embed/>
                  <p:pic>
                    <p:nvPicPr>
                      <p:cNvPr id="252963" name="Object 35"/>
                      <p:cNvPicPr/>
                      <p:nvPr/>
                    </p:nvPicPr>
                    <p:blipFill>
                      <a:blip r:embed="rId23"/>
                      <a:srcRect/>
                      <a:stretch>
                        <a:fillRect/>
                      </a:stretch>
                    </p:blipFill>
                    <p:spPr>
                      <a:xfrm>
                        <a:off x="2106613" y="4967288"/>
                        <a:ext cx="1169987" cy="482600"/>
                      </a:xfrm>
                      <a:prstGeom prst="rect">
                        <a:avLst/>
                      </a:prstGeom>
                      <a:noFill/>
                      <a:ln w="38100">
                        <a:miter/>
                      </a:ln>
                    </p:spPr>
                  </p:pic>
                </p:oleObj>
              </mc:Fallback>
            </mc:AlternateContent>
          </a:graphicData>
        </a:graphic>
      </p:graphicFrame>
      <p:sp>
        <p:nvSpPr>
          <p:cNvPr id="252964" name="Freeform 36"/>
          <p:cNvSpPr/>
          <p:nvPr/>
        </p:nvSpPr>
        <p:spPr>
          <a:xfrm>
            <a:off x="3492500" y="4364038"/>
            <a:ext cx="1584325" cy="9366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Lst>
            <a:rect l="0" t="0" r="0" b="0"/>
            <a:pathLst>
              <a:path w="612" h="356">
                <a:moveTo>
                  <a:pt x="156" y="18"/>
                </a:moveTo>
                <a:cubicBezTo>
                  <a:pt x="384" y="33"/>
                  <a:pt x="352" y="19"/>
                  <a:pt x="485" y="55"/>
                </a:cubicBezTo>
                <a:cubicBezTo>
                  <a:pt x="541" y="138"/>
                  <a:pt x="612" y="322"/>
                  <a:pt x="476" y="356"/>
                </a:cubicBezTo>
                <a:cubicBezTo>
                  <a:pt x="369" y="353"/>
                  <a:pt x="262" y="355"/>
                  <a:pt x="156" y="347"/>
                </a:cubicBezTo>
                <a:cubicBezTo>
                  <a:pt x="137" y="346"/>
                  <a:pt x="101" y="329"/>
                  <a:pt x="101" y="329"/>
                </a:cubicBezTo>
                <a:cubicBezTo>
                  <a:pt x="79" y="309"/>
                  <a:pt x="62" y="291"/>
                  <a:pt x="37" y="274"/>
                </a:cubicBezTo>
                <a:cubicBezTo>
                  <a:pt x="31" y="265"/>
                  <a:pt x="23" y="257"/>
                  <a:pt x="18" y="247"/>
                </a:cubicBezTo>
                <a:cubicBezTo>
                  <a:pt x="10" y="229"/>
                  <a:pt x="0" y="192"/>
                  <a:pt x="0" y="192"/>
                </a:cubicBezTo>
                <a:cubicBezTo>
                  <a:pt x="3" y="149"/>
                  <a:pt x="1" y="106"/>
                  <a:pt x="9" y="64"/>
                </a:cubicBezTo>
                <a:cubicBezTo>
                  <a:pt x="21" y="0"/>
                  <a:pt x="118" y="13"/>
                  <a:pt x="156" y="18"/>
                </a:cubicBezTo>
                <a:close/>
              </a:path>
            </a:pathLst>
          </a:custGeom>
          <a:gradFill rotWithShape="0">
            <a:gsLst>
              <a:gs pos="0">
                <a:srgbClr val="3D3D3D">
                  <a:alpha val="100000"/>
                </a:srgbClr>
              </a:gs>
              <a:gs pos="100000">
                <a:srgbClr val="909090">
                  <a:alpha val="100000"/>
                </a:srgbClr>
              </a:gs>
            </a:gsLst>
            <a:lin ang="18900000" scaled="1"/>
            <a:tileRect/>
          </a:gradFill>
          <a:ln w="19050">
            <a:noFill/>
          </a:ln>
        </p:spPr>
        <p:txBody>
          <a:bodyPr/>
          <a:lstStyle/>
          <a:p>
            <a:endParaRPr lang="zh-CN" altLang="en-US"/>
          </a:p>
        </p:txBody>
      </p:sp>
      <p:sp>
        <p:nvSpPr>
          <p:cNvPr id="252966" name="Text Box 38"/>
          <p:cNvSpPr txBox="1"/>
          <p:nvPr/>
        </p:nvSpPr>
        <p:spPr>
          <a:xfrm>
            <a:off x="3708400" y="4733925"/>
            <a:ext cx="1296988"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chemeClr val="bg1"/>
                </a:solidFill>
                <a:latin typeface="Times New Roman" panose="02020603050405020304" pitchFamily="18" charset="0"/>
                <a:ea typeface="楷体_GB2312" pitchFamily="49" charset="-122"/>
              </a:rPr>
              <a:t>Charge</a:t>
            </a:r>
          </a:p>
        </p:txBody>
      </p:sp>
      <p:sp>
        <p:nvSpPr>
          <p:cNvPr id="46095" name="Rectangle 39"/>
          <p:cNvSpPr>
            <a:spLocks noRot="1"/>
          </p:cNvSpPr>
          <p:nvPr/>
        </p:nvSpPr>
        <p:spPr>
          <a:xfrm>
            <a:off x="0" y="404813"/>
            <a:ext cx="6553200" cy="660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The relationship between E and </a:t>
            </a:r>
            <a:r>
              <a:rPr lang="en-US" altLang="zh-CN" sz="2800" b="1" i="1" dirty="0">
                <a:solidFill>
                  <a:srgbClr val="000000"/>
                </a:solidFill>
                <a:sym typeface="Symbol" panose="05050102010706020507" pitchFamily="18" charset="2"/>
              </a:rPr>
              <a:t></a:t>
            </a:r>
            <a:r>
              <a:rPr lang="en-US" altLang="zh-CN" sz="2800" dirty="0">
                <a:sym typeface="Symbol" panose="05050102010706020507" pitchFamily="18" charset="2"/>
              </a:rPr>
              <a:t> </a:t>
            </a:r>
            <a:endParaRPr lang="el-GR" altLang="zh-CN" sz="2800" dirty="0">
              <a:sym typeface="Symbol" panose="05050102010706020507" pitchFamily="18" charset="2"/>
            </a:endParaRPr>
          </a:p>
        </p:txBody>
      </p:sp>
      <p:sp>
        <p:nvSpPr>
          <p:cNvPr id="46096" name="Text Box 40"/>
          <p:cNvSpPr txBox="1"/>
          <p:nvPr/>
        </p:nvSpPr>
        <p:spPr>
          <a:xfrm>
            <a:off x="395288" y="908050"/>
            <a:ext cx="1727200" cy="566738"/>
          </a:xfrm>
          <a:prstGeom prst="rect">
            <a:avLst/>
          </a:prstGeom>
          <a:noFill/>
          <a:ln w="9525">
            <a:noFill/>
          </a:ln>
        </p:spPr>
        <p:txBody>
          <a:bodyPr l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00"/>
                </a:solidFill>
                <a:latin typeface="Times New Roman" panose="02020603050405020304" pitchFamily="18" charset="0"/>
                <a:ea typeface="仿宋_GB2312" pitchFamily="49" charset="-122"/>
              </a:rPr>
              <a:t>Find </a:t>
            </a:r>
            <a:r>
              <a:rPr lang="en-US" altLang="zh-CN" sz="2400" b="1" i="1" dirty="0">
                <a:solidFill>
                  <a:srgbClr val="000000"/>
                </a:solidFill>
                <a:latin typeface="Times New Roman" panose="02020603050405020304" pitchFamily="18" charset="0"/>
                <a:sym typeface="Symbol" panose="05050102010706020507" pitchFamily="18" charset="2"/>
              </a:rPr>
              <a:t></a:t>
            </a:r>
            <a:r>
              <a:rPr lang="en-US" altLang="zh-CN" sz="2400" b="1" dirty="0">
                <a:solidFill>
                  <a:srgbClr val="000000"/>
                </a:solidFill>
                <a:latin typeface="仿宋_GB2312" pitchFamily="49" charset="-122"/>
                <a:ea typeface="仿宋_GB2312" pitchFamily="49" charset="-122"/>
              </a:rPr>
              <a:t> </a:t>
            </a:r>
          </a:p>
        </p:txBody>
      </p:sp>
      <p:graphicFrame>
        <p:nvGraphicFramePr>
          <p:cNvPr id="252969" name="Object 41"/>
          <p:cNvGraphicFramePr>
            <a:graphicFrameLocks noGrp="1" noChangeAspect="1"/>
          </p:cNvGraphicFramePr>
          <p:nvPr>
            <p:ph sz="quarter" idx="4" hasCustomPrompt="1"/>
          </p:nvPr>
        </p:nvGraphicFramePr>
        <p:xfrm>
          <a:off x="2124075" y="908050"/>
          <a:ext cx="3600450" cy="627063"/>
        </p:xfrm>
        <a:graphic>
          <a:graphicData uri="http://schemas.openxmlformats.org/presentationml/2006/ole">
            <mc:AlternateContent xmlns:mc="http://schemas.openxmlformats.org/markup-compatibility/2006">
              <mc:Choice xmlns:v="urn:schemas-microsoft-com:vml" Requires="v">
                <p:oleObj r:id="rId24" imgW="1151890" imgH="109855" progId="Equation.DSMT4">
                  <p:embed/>
                </p:oleObj>
              </mc:Choice>
              <mc:Fallback>
                <p:oleObj r:id="rId24" imgW="1151890" imgH="109855" progId="Equation.DSMT4">
                  <p:embed/>
                  <p:pic>
                    <p:nvPicPr>
                      <p:cNvPr id="252969" name="Object 41"/>
                      <p:cNvPicPr/>
                      <p:nvPr/>
                    </p:nvPicPr>
                    <p:blipFill>
                      <a:blip r:embed="rId25">
                        <a:clrChange>
                          <a:clrFrom>
                            <a:srgbClr val="000000"/>
                          </a:clrFrom>
                          <a:clrTo>
                            <a:srgbClr val="000000"/>
                          </a:clrTo>
                        </a:clrChange>
                      </a:blip>
                      <a:srcRect/>
                      <a:stretch>
                        <a:fillRect/>
                      </a:stretch>
                    </p:blipFill>
                    <p:spPr>
                      <a:xfrm>
                        <a:off x="2124075" y="908050"/>
                        <a:ext cx="3600450" cy="627063"/>
                      </a:xfrm>
                      <a:prstGeom prst="rect">
                        <a:avLst/>
                      </a:prstGeom>
                      <a:noFill/>
                      <a:ln w="38100">
                        <a:miter/>
                      </a:ln>
                    </p:spPr>
                  </p:pic>
                </p:oleObj>
              </mc:Fallback>
            </mc:AlternateContent>
          </a:graphicData>
        </a:graphic>
      </p:graphicFrame>
      <p:sp>
        <p:nvSpPr>
          <p:cNvPr id="252972" name="AutoShape 44"/>
          <p:cNvSpPr/>
          <p:nvPr/>
        </p:nvSpPr>
        <p:spPr>
          <a:xfrm>
            <a:off x="6011863" y="1052513"/>
            <a:ext cx="647700" cy="288925"/>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252973" name="Object 45"/>
          <p:cNvGraphicFramePr>
            <a:graphicFrameLocks noChangeAspect="1"/>
          </p:cNvGraphicFramePr>
          <p:nvPr/>
        </p:nvGraphicFramePr>
        <p:xfrm>
          <a:off x="6948488" y="908050"/>
          <a:ext cx="1868487" cy="582613"/>
        </p:xfrm>
        <a:graphic>
          <a:graphicData uri="http://schemas.openxmlformats.org/presentationml/2006/ole">
            <mc:AlternateContent xmlns:mc="http://schemas.openxmlformats.org/markup-compatibility/2006">
              <mc:Choice xmlns:v="urn:schemas-microsoft-com:vml" Requires="v">
                <p:oleObj r:id="rId26" imgW="624840" imgH="144780" progId="Equation.DSMT4">
                  <p:embed/>
                </p:oleObj>
              </mc:Choice>
              <mc:Fallback>
                <p:oleObj r:id="rId26" imgW="624840" imgH="144780" progId="Equation.DSMT4">
                  <p:embed/>
                  <p:pic>
                    <p:nvPicPr>
                      <p:cNvPr id="252973" name="Object 45"/>
                      <p:cNvPicPr/>
                      <p:nvPr/>
                    </p:nvPicPr>
                    <p:blipFill>
                      <a:blip r:embed="rId27">
                        <a:clrChange>
                          <a:clrFrom>
                            <a:srgbClr val="000000"/>
                          </a:clrFrom>
                          <a:clrTo>
                            <a:srgbClr val="000000"/>
                          </a:clrTo>
                        </a:clrChange>
                      </a:blip>
                      <a:stretch>
                        <a:fillRect/>
                      </a:stretch>
                    </p:blipFill>
                    <p:spPr>
                      <a:xfrm>
                        <a:off x="6948488" y="908050"/>
                        <a:ext cx="1868487" cy="582613"/>
                      </a:xfrm>
                      <a:prstGeom prst="rect">
                        <a:avLst/>
                      </a:prstGeom>
                      <a:noFill/>
                      <a:ln w="38100">
                        <a:noFill/>
                        <a:miter/>
                      </a:ln>
                    </p:spPr>
                  </p:pic>
                </p:oleObj>
              </mc:Fallback>
            </mc:AlternateContent>
          </a:graphicData>
        </a:graphic>
      </p:graphicFrame>
      <p:sp>
        <p:nvSpPr>
          <p:cNvPr id="46100" name="Text Box 46"/>
          <p:cNvSpPr txBox="1"/>
          <p:nvPr/>
        </p:nvSpPr>
        <p:spPr>
          <a:xfrm>
            <a:off x="395288" y="1412875"/>
            <a:ext cx="1727200" cy="566738"/>
          </a:xfrm>
          <a:prstGeom prst="rect">
            <a:avLst/>
          </a:prstGeom>
          <a:noFill/>
          <a:ln w="9525">
            <a:noFill/>
          </a:ln>
        </p:spPr>
        <p:txBody>
          <a:bodyPr l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00"/>
                </a:solidFill>
                <a:latin typeface="Times New Roman" panose="02020603050405020304" pitchFamily="18" charset="0"/>
                <a:ea typeface="仿宋_GB2312" pitchFamily="49" charset="-122"/>
              </a:rPr>
              <a:t>Find </a:t>
            </a:r>
            <a:r>
              <a:rPr lang="en-US" altLang="zh-CN" sz="2400" b="1" i="1" dirty="0">
                <a:solidFill>
                  <a:srgbClr val="000000"/>
                </a:solidFill>
                <a:latin typeface="Times New Roman" panose="02020603050405020304" pitchFamily="18" charset="0"/>
                <a:ea typeface="仿宋_GB2312" pitchFamily="49" charset="-122"/>
              </a:rPr>
              <a:t>E</a:t>
            </a:r>
            <a:r>
              <a:rPr lang="en-US" altLang="zh-CN" sz="2400" b="1" dirty="0">
                <a:solidFill>
                  <a:srgbClr val="000000"/>
                </a:solidFill>
                <a:latin typeface="仿宋_GB2312" pitchFamily="49" charset="-122"/>
                <a:ea typeface="仿宋_GB2312" pitchFamily="49" charset="-122"/>
              </a:rPr>
              <a:t> </a:t>
            </a:r>
          </a:p>
        </p:txBody>
      </p:sp>
      <p:graphicFrame>
        <p:nvGraphicFramePr>
          <p:cNvPr id="252975" name="Object 47"/>
          <p:cNvGraphicFramePr>
            <a:graphicFrameLocks noChangeAspect="1"/>
          </p:cNvGraphicFramePr>
          <p:nvPr/>
        </p:nvGraphicFramePr>
        <p:xfrm>
          <a:off x="2124075" y="1484313"/>
          <a:ext cx="1393825" cy="534987"/>
        </p:xfrm>
        <a:graphic>
          <a:graphicData uri="http://schemas.openxmlformats.org/presentationml/2006/ole">
            <mc:AlternateContent xmlns:mc="http://schemas.openxmlformats.org/markup-compatibility/2006">
              <mc:Choice xmlns:v="urn:schemas-microsoft-com:vml" Requires="v">
                <p:oleObj r:id="rId28" imgW="445770" imgH="109855" progId="Equation.DSMT4">
                  <p:embed/>
                </p:oleObj>
              </mc:Choice>
              <mc:Fallback>
                <p:oleObj r:id="rId28" imgW="445770" imgH="109855" progId="Equation.DSMT4">
                  <p:embed/>
                  <p:pic>
                    <p:nvPicPr>
                      <p:cNvPr id="252975" name="Object 47"/>
                      <p:cNvPicPr/>
                      <p:nvPr/>
                    </p:nvPicPr>
                    <p:blipFill>
                      <a:blip r:embed="rId29">
                        <a:clrChange>
                          <a:clrFrom>
                            <a:srgbClr val="000000"/>
                          </a:clrFrom>
                          <a:clrTo>
                            <a:srgbClr val="000000"/>
                          </a:clrTo>
                        </a:clrChange>
                      </a:blip>
                      <a:stretch>
                        <a:fillRect/>
                      </a:stretch>
                    </p:blipFill>
                    <p:spPr>
                      <a:xfrm>
                        <a:off x="2124075" y="1484313"/>
                        <a:ext cx="1393825" cy="534987"/>
                      </a:xfrm>
                      <a:prstGeom prst="rect">
                        <a:avLst/>
                      </a:prstGeom>
                      <a:noFill/>
                      <a:ln w="38100">
                        <a:noFill/>
                        <a:miter/>
                      </a:ln>
                    </p:spPr>
                  </p:pic>
                </p:oleObj>
              </mc:Fallback>
            </mc:AlternateContent>
          </a:graphicData>
        </a:graphic>
      </p:graphicFrame>
      <p:sp>
        <p:nvSpPr>
          <p:cNvPr id="252976" name="Rectangle 48"/>
          <p:cNvSpPr>
            <a:spLocks noRot="1"/>
          </p:cNvSpPr>
          <p:nvPr/>
        </p:nvSpPr>
        <p:spPr>
          <a:xfrm>
            <a:off x="34925" y="2205038"/>
            <a:ext cx="6553200" cy="660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The differential</a:t>
            </a:r>
            <a:r>
              <a:rPr lang="en-US" altLang="zh-CN" sz="2800" dirty="0">
                <a:solidFill>
                  <a:srgbClr val="000000"/>
                </a:solidFill>
              </a:rPr>
              <a:t> </a:t>
            </a:r>
            <a:r>
              <a:rPr lang="en-US" altLang="zh-CN" sz="2800" b="1" dirty="0">
                <a:solidFill>
                  <a:srgbClr val="000000"/>
                </a:solidFill>
              </a:rPr>
              <a:t>equation of </a:t>
            </a:r>
            <a:r>
              <a:rPr lang="en-US" altLang="zh-CN" sz="2800" b="1" i="1" dirty="0">
                <a:solidFill>
                  <a:srgbClr val="000000"/>
                </a:solidFill>
                <a:sym typeface="Symbol" panose="05050102010706020507" pitchFamily="18" charset="2"/>
              </a:rPr>
              <a:t></a:t>
            </a:r>
            <a:r>
              <a:rPr lang="en-US" altLang="zh-CN" sz="2800" dirty="0">
                <a:sym typeface="Symbol" panose="05050102010706020507" pitchFamily="18" charset="2"/>
              </a:rPr>
              <a:t> </a:t>
            </a:r>
            <a:endParaRPr lang="el-GR" altLang="zh-CN" sz="2800" dirty="0">
              <a:sym typeface="Symbol" panose="05050102010706020507" pitchFamily="18" charset="2"/>
            </a:endParaRPr>
          </a:p>
        </p:txBody>
      </p:sp>
      <p:graphicFrame>
        <p:nvGraphicFramePr>
          <p:cNvPr id="252977" name="Object 49"/>
          <p:cNvGraphicFramePr>
            <a:graphicFrameLocks noChangeAspect="1"/>
          </p:cNvGraphicFramePr>
          <p:nvPr/>
        </p:nvGraphicFramePr>
        <p:xfrm>
          <a:off x="3492500" y="4508500"/>
          <a:ext cx="1441450" cy="407988"/>
        </p:xfrm>
        <a:graphic>
          <a:graphicData uri="http://schemas.openxmlformats.org/presentationml/2006/ole">
            <mc:AlternateContent xmlns:mc="http://schemas.openxmlformats.org/markup-compatibility/2006">
              <mc:Choice xmlns:v="urn:schemas-microsoft-com:vml" Requires="v">
                <p:oleObj r:id="rId20" imgW="850265" imgH="241300" progId="Equation.DSMT4">
                  <p:embed/>
                </p:oleObj>
              </mc:Choice>
              <mc:Fallback>
                <p:oleObj r:id="rId20" imgW="850265" imgH="241300" progId="Equation.DSMT4">
                  <p:embed/>
                  <p:pic>
                    <p:nvPicPr>
                      <p:cNvPr id="252977" name="Object 49"/>
                      <p:cNvPicPr/>
                      <p:nvPr/>
                    </p:nvPicPr>
                    <p:blipFill>
                      <a:blip r:embed="rId21"/>
                      <a:stretch>
                        <a:fillRect/>
                      </a:stretch>
                    </p:blipFill>
                    <p:spPr>
                      <a:xfrm>
                        <a:off x="3492500" y="4508500"/>
                        <a:ext cx="1441450" cy="407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52969"/>
                                        </p:tgtEl>
                                        <p:attrNameLst>
                                          <p:attrName>style.visibility</p:attrName>
                                        </p:attrNameLst>
                                      </p:cBhvr>
                                      <p:to>
                                        <p:strVal val="visible"/>
                                      </p:to>
                                    </p:set>
                                    <p:animEffect transition="in" filter="wipe(up)">
                                      <p:cBhvr>
                                        <p:cTn id="7" dur="500"/>
                                        <p:tgtEl>
                                          <p:spTgt spid="25296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52972"/>
                                        </p:tgtEl>
                                        <p:attrNameLst>
                                          <p:attrName>style.visibility</p:attrName>
                                        </p:attrNameLst>
                                      </p:cBhvr>
                                      <p:to>
                                        <p:strVal val="visible"/>
                                      </p:to>
                                    </p:set>
                                    <p:animEffect transition="in" filter="fade">
                                      <p:cBhvr>
                                        <p:cTn id="12" dur="1000"/>
                                        <p:tgtEl>
                                          <p:spTgt spid="252972"/>
                                        </p:tgtEl>
                                      </p:cBhvr>
                                    </p:animEffect>
                                    <p:anim calcmode="lin" valueType="num">
                                      <p:cBhvr>
                                        <p:cTn id="13" dur="1000" fill="hold"/>
                                        <p:tgtEl>
                                          <p:spTgt spid="252972"/>
                                        </p:tgtEl>
                                        <p:attrNameLst>
                                          <p:attrName>ppt_x</p:attrName>
                                        </p:attrNameLst>
                                      </p:cBhvr>
                                      <p:tavLst>
                                        <p:tav tm="0">
                                          <p:val>
                                            <p:strVal val="#ppt_x"/>
                                          </p:val>
                                        </p:tav>
                                        <p:tav tm="100000">
                                          <p:val>
                                            <p:strVal val="#ppt_x"/>
                                          </p:val>
                                        </p:tav>
                                      </p:tavLst>
                                    </p:anim>
                                    <p:anim calcmode="lin" valueType="num">
                                      <p:cBhvr>
                                        <p:cTn id="14" dur="1000" fill="hold"/>
                                        <p:tgtEl>
                                          <p:spTgt spid="25297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52973"/>
                                        </p:tgtEl>
                                        <p:attrNameLst>
                                          <p:attrName>style.visibility</p:attrName>
                                        </p:attrNameLst>
                                      </p:cBhvr>
                                      <p:to>
                                        <p:strVal val="visible"/>
                                      </p:to>
                                    </p:set>
                                    <p:animEffect transition="in" filter="blinds(horizontal)">
                                      <p:cBhvr>
                                        <p:cTn id="19" dur="500"/>
                                        <p:tgtEl>
                                          <p:spTgt spid="25297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52975"/>
                                        </p:tgtEl>
                                        <p:attrNameLst>
                                          <p:attrName>style.visibility</p:attrName>
                                        </p:attrNameLst>
                                      </p:cBhvr>
                                      <p:to>
                                        <p:strVal val="visible"/>
                                      </p:to>
                                    </p:set>
                                    <p:animEffect transition="in" filter="blinds(horizontal)">
                                      <p:cBhvr>
                                        <p:cTn id="24" dur="500"/>
                                        <p:tgtEl>
                                          <p:spTgt spid="25297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52976"/>
                                        </p:tgtEl>
                                        <p:attrNameLst>
                                          <p:attrName>style.visibility</p:attrName>
                                        </p:attrNameLst>
                                      </p:cBhvr>
                                      <p:to>
                                        <p:strVal val="visible"/>
                                      </p:to>
                                    </p:set>
                                    <p:animEffect transition="in" filter="dissolve">
                                      <p:cBhvr>
                                        <p:cTn id="29" dur="500"/>
                                        <p:tgtEl>
                                          <p:spTgt spid="25297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52952"/>
                                        </p:tgtEl>
                                        <p:attrNameLst>
                                          <p:attrName>style.visibility</p:attrName>
                                        </p:attrNameLst>
                                      </p:cBhvr>
                                      <p:to>
                                        <p:strVal val="visible"/>
                                      </p:to>
                                    </p:set>
                                    <p:animEffect transition="in" filter="blinds(horizontal)">
                                      <p:cBhvr>
                                        <p:cTn id="34" dur="500"/>
                                        <p:tgtEl>
                                          <p:spTgt spid="252952"/>
                                        </p:tgtEl>
                                      </p:cBhvr>
                                    </p:animEffect>
                                  </p:childTnLst>
                                </p:cTn>
                              </p:par>
                              <p:par>
                                <p:cTn id="35" presetID="3" presetClass="entr" presetSubtype="10" fill="hold" nodeType="withEffect">
                                  <p:stCondLst>
                                    <p:cond delay="0"/>
                                  </p:stCondLst>
                                  <p:childTnLst>
                                    <p:set>
                                      <p:cBhvr>
                                        <p:cTn id="36" dur="1" fill="hold">
                                          <p:stCondLst>
                                            <p:cond delay="0"/>
                                          </p:stCondLst>
                                        </p:cTn>
                                        <p:tgtEl>
                                          <p:spTgt spid="252962"/>
                                        </p:tgtEl>
                                        <p:attrNameLst>
                                          <p:attrName>style.visibility</p:attrName>
                                        </p:attrNameLst>
                                      </p:cBhvr>
                                      <p:to>
                                        <p:strVal val="visible"/>
                                      </p:to>
                                    </p:set>
                                    <p:animEffect transition="in" filter="blinds(horizontal)">
                                      <p:cBhvr>
                                        <p:cTn id="37" dur="500"/>
                                        <p:tgtEl>
                                          <p:spTgt spid="252962"/>
                                        </p:tgtEl>
                                      </p:cBhvr>
                                    </p:animEffect>
                                  </p:childTnLst>
                                </p:cTn>
                              </p:par>
                              <p:par>
                                <p:cTn id="38" presetID="3" presetClass="entr" presetSubtype="10" fill="hold" nodeType="withEffect">
                                  <p:stCondLst>
                                    <p:cond delay="0"/>
                                  </p:stCondLst>
                                  <p:childTnLst>
                                    <p:set>
                                      <p:cBhvr>
                                        <p:cTn id="39" dur="1" fill="hold">
                                          <p:stCondLst>
                                            <p:cond delay="0"/>
                                          </p:stCondLst>
                                        </p:cTn>
                                        <p:tgtEl>
                                          <p:spTgt spid="252963"/>
                                        </p:tgtEl>
                                        <p:attrNameLst>
                                          <p:attrName>style.visibility</p:attrName>
                                        </p:attrNameLst>
                                      </p:cBhvr>
                                      <p:to>
                                        <p:strVal val="visible"/>
                                      </p:to>
                                    </p:set>
                                    <p:animEffect transition="in" filter="blinds(horizontal)">
                                      <p:cBhvr>
                                        <p:cTn id="40" dur="500"/>
                                        <p:tgtEl>
                                          <p:spTgt spid="252963"/>
                                        </p:tgtEl>
                                      </p:cBhvr>
                                    </p:animEffect>
                                  </p:childTnLst>
                                </p:cTn>
                              </p:par>
                              <p:par>
                                <p:cTn id="41" presetID="3" presetClass="entr" presetSubtype="10" fill="hold" nodeType="withEffect">
                                  <p:stCondLst>
                                    <p:cond delay="0"/>
                                  </p:stCondLst>
                                  <p:childTnLst>
                                    <p:set>
                                      <p:cBhvr>
                                        <p:cTn id="42" dur="1" fill="hold">
                                          <p:stCondLst>
                                            <p:cond delay="0"/>
                                          </p:stCondLst>
                                        </p:cTn>
                                        <p:tgtEl>
                                          <p:spTgt spid="252965"/>
                                        </p:tgtEl>
                                        <p:attrNameLst>
                                          <p:attrName>style.visibility</p:attrName>
                                        </p:attrNameLst>
                                      </p:cBhvr>
                                      <p:to>
                                        <p:strVal val="visible"/>
                                      </p:to>
                                    </p:set>
                                    <p:animEffect transition="in" filter="blinds(horizontal)">
                                      <p:cBhvr>
                                        <p:cTn id="43" dur="500"/>
                                        <p:tgtEl>
                                          <p:spTgt spid="252965"/>
                                        </p:tgtEl>
                                      </p:cBhvr>
                                    </p:animEffect>
                                  </p:childTnLst>
                                </p:cTn>
                              </p:par>
                              <p:par>
                                <p:cTn id="44" presetID="3" presetClass="entr" presetSubtype="10" fill="hold" nodeType="withEffect">
                                  <p:stCondLst>
                                    <p:cond delay="0"/>
                                  </p:stCondLst>
                                  <p:childTnLst>
                                    <p:set>
                                      <p:cBhvr>
                                        <p:cTn id="45" dur="1" fill="hold">
                                          <p:stCondLst>
                                            <p:cond delay="0"/>
                                          </p:stCondLst>
                                        </p:cTn>
                                        <p:tgtEl>
                                          <p:spTgt spid="252964"/>
                                        </p:tgtEl>
                                        <p:attrNameLst>
                                          <p:attrName>style.visibility</p:attrName>
                                        </p:attrNameLst>
                                      </p:cBhvr>
                                      <p:to>
                                        <p:strVal val="visible"/>
                                      </p:to>
                                    </p:set>
                                    <p:animEffect transition="in" filter="blinds(horizontal)">
                                      <p:cBhvr>
                                        <p:cTn id="46" dur="500"/>
                                        <p:tgtEl>
                                          <p:spTgt spid="252964"/>
                                        </p:tgtEl>
                                      </p:cBhvr>
                                    </p:animEffect>
                                  </p:childTnLst>
                                </p:cTn>
                              </p:par>
                              <p:par>
                                <p:cTn id="47" presetID="3" presetClass="entr" presetSubtype="10" fill="hold" nodeType="withEffect">
                                  <p:stCondLst>
                                    <p:cond delay="0"/>
                                  </p:stCondLst>
                                  <p:childTnLst>
                                    <p:set>
                                      <p:cBhvr>
                                        <p:cTn id="48" dur="1" fill="hold">
                                          <p:stCondLst>
                                            <p:cond delay="0"/>
                                          </p:stCondLst>
                                        </p:cTn>
                                        <p:tgtEl>
                                          <p:spTgt spid="252977"/>
                                        </p:tgtEl>
                                        <p:attrNameLst>
                                          <p:attrName>style.visibility</p:attrName>
                                        </p:attrNameLst>
                                      </p:cBhvr>
                                      <p:to>
                                        <p:strVal val="visible"/>
                                      </p:to>
                                    </p:set>
                                    <p:animEffect transition="in" filter="blinds(horizontal)">
                                      <p:cBhvr>
                                        <p:cTn id="49" dur="500"/>
                                        <p:tgtEl>
                                          <p:spTgt spid="25297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52966"/>
                                        </p:tgtEl>
                                        <p:attrNameLst>
                                          <p:attrName>style.visibility</p:attrName>
                                        </p:attrNameLst>
                                      </p:cBhvr>
                                      <p:to>
                                        <p:strVal val="visible"/>
                                      </p:to>
                                    </p:set>
                                    <p:animEffect transition="in" filter="wipe(left)">
                                      <p:cBhvr>
                                        <p:cTn id="54" dur="500"/>
                                        <p:tgtEl>
                                          <p:spTgt spid="25296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52930"/>
                                        </p:tgtEl>
                                        <p:attrNameLst>
                                          <p:attrName>style.visibility</p:attrName>
                                        </p:attrNameLst>
                                      </p:cBhvr>
                                      <p:to>
                                        <p:strVal val="visible"/>
                                      </p:to>
                                    </p:set>
                                    <p:animEffect transition="in" filter="wipe(left)">
                                      <p:cBhvr>
                                        <p:cTn id="59" dur="500"/>
                                        <p:tgtEl>
                                          <p:spTgt spid="252930"/>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252935"/>
                                        </p:tgtEl>
                                        <p:attrNameLst>
                                          <p:attrName>style.visibility</p:attrName>
                                        </p:attrNameLst>
                                      </p:cBhvr>
                                      <p:to>
                                        <p:strVal val="visible"/>
                                      </p:to>
                                    </p:set>
                                    <p:animEffect transition="in" filter="wipe(left)">
                                      <p:cBhvr>
                                        <p:cTn id="63" dur="2000"/>
                                        <p:tgtEl>
                                          <p:spTgt spid="252935"/>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252942"/>
                                        </p:tgtEl>
                                        <p:attrNameLst>
                                          <p:attrName>style.visibility</p:attrName>
                                        </p:attrNameLst>
                                      </p:cBhvr>
                                      <p:to>
                                        <p:strVal val="visible"/>
                                      </p:to>
                                    </p:set>
                                    <p:animEffect transition="in" filter="blinds(horizontal)">
                                      <p:cBhvr>
                                        <p:cTn id="68" dur="500"/>
                                        <p:tgtEl>
                                          <p:spTgt spid="252942"/>
                                        </p:tgtEl>
                                      </p:cBhvr>
                                    </p:animEffect>
                                  </p:childTnLst>
                                </p:cTn>
                              </p:par>
                              <p:par>
                                <p:cTn id="69" presetID="3" presetClass="entr" presetSubtype="10" fill="hold" nodeType="withEffect">
                                  <p:stCondLst>
                                    <p:cond delay="0"/>
                                  </p:stCondLst>
                                  <p:childTnLst>
                                    <p:set>
                                      <p:cBhvr>
                                        <p:cTn id="70" dur="1" fill="hold">
                                          <p:stCondLst>
                                            <p:cond delay="0"/>
                                          </p:stCondLst>
                                        </p:cTn>
                                        <p:tgtEl>
                                          <p:spTgt spid="252936"/>
                                        </p:tgtEl>
                                        <p:attrNameLst>
                                          <p:attrName>style.visibility</p:attrName>
                                        </p:attrNameLst>
                                      </p:cBhvr>
                                      <p:to>
                                        <p:strVal val="visible"/>
                                      </p:to>
                                    </p:set>
                                    <p:animEffect transition="in" filter="blinds(horizontal)">
                                      <p:cBhvr>
                                        <p:cTn id="71" dur="500"/>
                                        <p:tgtEl>
                                          <p:spTgt spid="252936"/>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52932"/>
                                        </p:tgtEl>
                                        <p:attrNameLst>
                                          <p:attrName>style.visibility</p:attrName>
                                        </p:attrNameLst>
                                      </p:cBhvr>
                                      <p:to>
                                        <p:strVal val="visible"/>
                                      </p:to>
                                    </p:set>
                                    <p:animEffect transition="in" filter="blinds(horizontal)">
                                      <p:cBhvr>
                                        <p:cTn id="76" dur="500"/>
                                        <p:tgtEl>
                                          <p:spTgt spid="252932"/>
                                        </p:tgtEl>
                                      </p:cBhvr>
                                    </p:animEffect>
                                  </p:childTnLst>
                                </p:cTn>
                              </p:par>
                              <p:par>
                                <p:cTn id="77" presetID="3" presetClass="entr" presetSubtype="10" fill="hold" nodeType="withEffect">
                                  <p:stCondLst>
                                    <p:cond delay="0"/>
                                  </p:stCondLst>
                                  <p:childTnLst>
                                    <p:set>
                                      <p:cBhvr>
                                        <p:cTn id="78" dur="1" fill="hold">
                                          <p:stCondLst>
                                            <p:cond delay="0"/>
                                          </p:stCondLst>
                                        </p:cTn>
                                        <p:tgtEl>
                                          <p:spTgt spid="252939"/>
                                        </p:tgtEl>
                                        <p:attrNameLst>
                                          <p:attrName>style.visibility</p:attrName>
                                        </p:attrNameLst>
                                      </p:cBhvr>
                                      <p:to>
                                        <p:strVal val="visible"/>
                                      </p:to>
                                    </p:set>
                                    <p:animEffect transition="in" filter="blinds(horizontal)">
                                      <p:cBhvr>
                                        <p:cTn id="79" dur="500"/>
                                        <p:tgtEl>
                                          <p:spTgt spid="252939"/>
                                        </p:tgtEl>
                                      </p:cBhvr>
                                    </p:animEffect>
                                  </p:childTnLst>
                                </p:cTn>
                              </p:par>
                              <p:par>
                                <p:cTn id="80" presetID="3" presetClass="entr" presetSubtype="10" fill="hold" nodeType="withEffect">
                                  <p:stCondLst>
                                    <p:cond delay="0"/>
                                  </p:stCondLst>
                                  <p:childTnLst>
                                    <p:set>
                                      <p:cBhvr>
                                        <p:cTn id="81" dur="1" fill="hold">
                                          <p:stCondLst>
                                            <p:cond delay="0"/>
                                          </p:stCondLst>
                                        </p:cTn>
                                        <p:tgtEl>
                                          <p:spTgt spid="252947"/>
                                        </p:tgtEl>
                                        <p:attrNameLst>
                                          <p:attrName>style.visibility</p:attrName>
                                        </p:attrNameLst>
                                      </p:cBhvr>
                                      <p:to>
                                        <p:strVal val="visible"/>
                                      </p:to>
                                    </p:set>
                                    <p:animEffect transition="in" filter="blinds(horizontal)">
                                      <p:cBhvr>
                                        <p:cTn id="82" dur="500"/>
                                        <p:tgtEl>
                                          <p:spTgt spid="25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p:bldP spid="25297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3955" name="Object 3"/>
          <p:cNvGraphicFramePr>
            <a:graphicFrameLocks noChangeAspect="1"/>
          </p:cNvGraphicFramePr>
          <p:nvPr/>
        </p:nvGraphicFramePr>
        <p:xfrm>
          <a:off x="175895" y="3522345"/>
          <a:ext cx="3702685" cy="1290955"/>
        </p:xfrm>
        <a:graphic>
          <a:graphicData uri="http://schemas.openxmlformats.org/presentationml/2006/ole">
            <mc:AlternateContent xmlns:mc="http://schemas.openxmlformats.org/markup-compatibility/2006">
              <mc:Choice xmlns:v="urn:schemas-microsoft-com:vml" Requires="v">
                <p:oleObj r:id="rId2" imgW="1397000" imgH="393700" progId="Equation.DSMT4">
                  <p:embed/>
                </p:oleObj>
              </mc:Choice>
              <mc:Fallback>
                <p:oleObj r:id="rId2" imgW="1397000" imgH="393700" progId="Equation.DSMT4">
                  <p:embed/>
                  <p:pic>
                    <p:nvPicPr>
                      <p:cNvPr id="253955" name="Object 3"/>
                      <p:cNvPicPr/>
                      <p:nvPr/>
                    </p:nvPicPr>
                    <p:blipFill>
                      <a:blip r:embed="rId3">
                        <a:clrChange>
                          <a:clrFrom>
                            <a:srgbClr val="000000"/>
                          </a:clrFrom>
                          <a:clrTo>
                            <a:srgbClr val="000000"/>
                          </a:clrTo>
                        </a:clrChange>
                      </a:blip>
                      <a:stretch>
                        <a:fillRect/>
                      </a:stretch>
                    </p:blipFill>
                    <p:spPr>
                      <a:xfrm>
                        <a:off x="175895" y="3522345"/>
                        <a:ext cx="3702685" cy="1290955"/>
                      </a:xfrm>
                      <a:prstGeom prst="rect">
                        <a:avLst/>
                      </a:prstGeom>
                      <a:noFill/>
                      <a:ln w="38100">
                        <a:noFill/>
                        <a:miter/>
                      </a:ln>
                    </p:spPr>
                  </p:pic>
                </p:oleObj>
              </mc:Fallback>
            </mc:AlternateContent>
          </a:graphicData>
        </a:graphic>
      </p:graphicFrame>
      <p:grpSp>
        <p:nvGrpSpPr>
          <p:cNvPr id="47107" name="Group 4"/>
          <p:cNvGrpSpPr/>
          <p:nvPr/>
        </p:nvGrpSpPr>
        <p:grpSpPr>
          <a:xfrm>
            <a:off x="3995738" y="3716338"/>
            <a:ext cx="4968875" cy="2449512"/>
            <a:chOff x="2517" y="2024"/>
            <a:chExt cx="3130" cy="1543"/>
          </a:xfrm>
        </p:grpSpPr>
        <p:sp>
          <p:nvSpPr>
            <p:cNvPr id="47127" name="Rectangle 5"/>
            <p:cNvSpPr/>
            <p:nvPr/>
          </p:nvSpPr>
          <p:spPr>
            <a:xfrm>
              <a:off x="2517" y="2024"/>
              <a:ext cx="3130" cy="1542"/>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47128" name="Text Box 6"/>
            <p:cNvSpPr txBox="1"/>
            <p:nvPr/>
          </p:nvSpPr>
          <p:spPr>
            <a:xfrm>
              <a:off x="2563" y="3204"/>
              <a:ext cx="59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a:t>
              </a:r>
            </a:p>
          </p:txBody>
        </p:sp>
        <p:graphicFrame>
          <p:nvGraphicFramePr>
            <p:cNvPr id="47129" name="Object 7"/>
            <p:cNvGraphicFramePr>
              <a:graphicFrameLocks noChangeAspect="1"/>
            </p:cNvGraphicFramePr>
            <p:nvPr/>
          </p:nvGraphicFramePr>
          <p:xfrm>
            <a:off x="3107" y="3249"/>
            <a:ext cx="156" cy="170"/>
          </p:xfrm>
          <a:graphic>
            <a:graphicData uri="http://schemas.openxmlformats.org/presentationml/2006/ole">
              <mc:AlternateContent xmlns:mc="http://schemas.openxmlformats.org/markup-compatibility/2006">
                <mc:Choice xmlns:v="urn:schemas-microsoft-com:vml" Requires="v">
                  <p:oleObj r:id="rId4" imgW="127000" imgH="139700" progId="Equation.DSMT4">
                    <p:embed/>
                  </p:oleObj>
                </mc:Choice>
                <mc:Fallback>
                  <p:oleObj r:id="rId4" imgW="127000" imgH="139700" progId="Equation.DSMT4">
                    <p:embed/>
                    <p:pic>
                      <p:nvPicPr>
                        <p:cNvPr id="47129" name="Object 7"/>
                        <p:cNvPicPr/>
                        <p:nvPr/>
                      </p:nvPicPr>
                      <p:blipFill>
                        <a:blip r:embed="rId5"/>
                        <a:stretch>
                          <a:fillRect/>
                        </a:stretch>
                      </p:blipFill>
                      <p:spPr>
                        <a:xfrm>
                          <a:off x="3107" y="3249"/>
                          <a:ext cx="156" cy="170"/>
                        </a:xfrm>
                        <a:prstGeom prst="rect">
                          <a:avLst/>
                        </a:prstGeom>
                        <a:noFill/>
                        <a:ln w="38100">
                          <a:noFill/>
                          <a:miter/>
                        </a:ln>
                      </p:spPr>
                    </p:pic>
                  </p:oleObj>
                </mc:Fallback>
              </mc:AlternateContent>
            </a:graphicData>
          </a:graphic>
        </p:graphicFrame>
        <p:graphicFrame>
          <p:nvGraphicFramePr>
            <p:cNvPr id="47130" name="Object 8"/>
            <p:cNvGraphicFramePr>
              <a:graphicFrameLocks noChangeAspect="1"/>
            </p:cNvGraphicFramePr>
            <p:nvPr/>
          </p:nvGraphicFramePr>
          <p:xfrm>
            <a:off x="2637" y="2115"/>
            <a:ext cx="971" cy="280"/>
          </p:xfrm>
          <a:graphic>
            <a:graphicData uri="http://schemas.openxmlformats.org/presentationml/2006/ole">
              <mc:AlternateContent xmlns:mc="http://schemas.openxmlformats.org/markup-compatibility/2006">
                <mc:Choice xmlns:v="urn:schemas-microsoft-com:vml" Requires="v">
                  <p:oleObj r:id="rId6" imgW="635000" imgH="254000" progId="Equation.DSMT4">
                    <p:embed/>
                  </p:oleObj>
                </mc:Choice>
                <mc:Fallback>
                  <p:oleObj r:id="rId6" imgW="635000" imgH="254000" progId="Equation.DSMT4">
                    <p:embed/>
                    <p:pic>
                      <p:nvPicPr>
                        <p:cNvPr id="47130" name="Object 8"/>
                        <p:cNvPicPr/>
                        <p:nvPr/>
                      </p:nvPicPr>
                      <p:blipFill>
                        <a:blip r:embed="rId7"/>
                        <a:stretch>
                          <a:fillRect/>
                        </a:stretch>
                      </p:blipFill>
                      <p:spPr>
                        <a:xfrm>
                          <a:off x="2637" y="2115"/>
                          <a:ext cx="971" cy="280"/>
                        </a:xfrm>
                        <a:prstGeom prst="rect">
                          <a:avLst/>
                        </a:prstGeom>
                        <a:noFill/>
                        <a:ln w="38100">
                          <a:noFill/>
                          <a:miter/>
                        </a:ln>
                      </p:spPr>
                    </p:pic>
                  </p:oleObj>
                </mc:Fallback>
              </mc:AlternateContent>
            </a:graphicData>
          </a:graphic>
        </p:graphicFrame>
        <p:sp>
          <p:nvSpPr>
            <p:cNvPr id="47131" name="Rectangle 9"/>
            <p:cNvSpPr/>
            <p:nvPr/>
          </p:nvSpPr>
          <p:spPr>
            <a:xfrm>
              <a:off x="2517" y="2024"/>
              <a:ext cx="3130" cy="1543"/>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aphicFrame>
        <p:nvGraphicFramePr>
          <p:cNvPr id="47108" name="Object 10"/>
          <p:cNvGraphicFramePr>
            <a:graphicFrameLocks noGrp="1" noChangeAspect="1"/>
          </p:cNvGraphicFramePr>
          <p:nvPr>
            <p:ph sz="quarter" idx="1" hasCustomPrompt="1"/>
          </p:nvPr>
        </p:nvGraphicFramePr>
        <p:xfrm>
          <a:off x="4164013" y="4505325"/>
          <a:ext cx="1344612" cy="508000"/>
        </p:xfrm>
        <a:graphic>
          <a:graphicData uri="http://schemas.openxmlformats.org/presentationml/2006/ole">
            <mc:AlternateContent xmlns:mc="http://schemas.openxmlformats.org/markup-compatibility/2006">
              <mc:Choice xmlns:v="urn:schemas-microsoft-com:vml" Requires="v">
                <p:oleObj r:id="rId8" imgW="571500" imgH="241300" progId="Equation.DSMT4">
                  <p:embed/>
                </p:oleObj>
              </mc:Choice>
              <mc:Fallback>
                <p:oleObj r:id="rId8" imgW="571500" imgH="241300" progId="Equation.DSMT4">
                  <p:embed/>
                  <p:pic>
                    <p:nvPicPr>
                      <p:cNvPr id="47108" name="Object 10"/>
                      <p:cNvPicPr/>
                      <p:nvPr/>
                    </p:nvPicPr>
                    <p:blipFill>
                      <a:blip r:embed="rId9"/>
                      <a:srcRect/>
                      <a:stretch>
                        <a:fillRect/>
                      </a:stretch>
                    </p:blipFill>
                    <p:spPr>
                      <a:xfrm>
                        <a:off x="4164013" y="4505325"/>
                        <a:ext cx="1344612" cy="508000"/>
                      </a:xfrm>
                      <a:prstGeom prst="rect">
                        <a:avLst/>
                      </a:prstGeom>
                      <a:noFill/>
                      <a:ln w="38100">
                        <a:miter/>
                      </a:ln>
                    </p:spPr>
                  </p:pic>
                </p:oleObj>
              </mc:Fallback>
            </mc:AlternateContent>
          </a:graphicData>
        </a:graphic>
      </p:graphicFrame>
      <p:graphicFrame>
        <p:nvGraphicFramePr>
          <p:cNvPr id="47109" name="Object 11"/>
          <p:cNvGraphicFramePr>
            <a:graphicFrameLocks noGrp="1" noChangeAspect="1"/>
          </p:cNvGraphicFramePr>
          <p:nvPr>
            <p:ph sz="quarter" idx="2" hasCustomPrompt="1"/>
          </p:nvPr>
        </p:nvGraphicFramePr>
        <p:xfrm>
          <a:off x="7380288" y="4289425"/>
          <a:ext cx="896937" cy="434975"/>
        </p:xfrm>
        <a:graphic>
          <a:graphicData uri="http://schemas.openxmlformats.org/presentationml/2006/ole">
            <mc:AlternateContent xmlns:mc="http://schemas.openxmlformats.org/markup-compatibility/2006">
              <mc:Choice xmlns:v="urn:schemas-microsoft-com:vml" Requires="v">
                <p:oleObj r:id="rId10" imgW="444500" imgH="241300" progId="Equation.DSMT4">
                  <p:embed/>
                </p:oleObj>
              </mc:Choice>
              <mc:Fallback>
                <p:oleObj r:id="rId10" imgW="444500" imgH="241300" progId="Equation.DSMT4">
                  <p:embed/>
                  <p:pic>
                    <p:nvPicPr>
                      <p:cNvPr id="47109" name="Object 11"/>
                      <p:cNvPicPr/>
                      <p:nvPr/>
                    </p:nvPicPr>
                    <p:blipFill>
                      <a:blip r:embed="rId11"/>
                      <a:srcRect/>
                      <a:stretch>
                        <a:fillRect/>
                      </a:stretch>
                    </p:blipFill>
                    <p:spPr>
                      <a:xfrm>
                        <a:off x="7380288" y="4289425"/>
                        <a:ext cx="896937" cy="434975"/>
                      </a:xfrm>
                      <a:prstGeom prst="rect">
                        <a:avLst/>
                      </a:prstGeom>
                      <a:noFill/>
                      <a:ln w="38100">
                        <a:miter/>
                      </a:ln>
                    </p:spPr>
                  </p:pic>
                </p:oleObj>
              </mc:Fallback>
            </mc:AlternateContent>
          </a:graphicData>
        </a:graphic>
      </p:graphicFrame>
      <p:graphicFrame>
        <p:nvGraphicFramePr>
          <p:cNvPr id="47110" name="Object 12"/>
          <p:cNvGraphicFramePr>
            <a:graphicFrameLocks noGrp="1" noChangeAspect="1"/>
          </p:cNvGraphicFramePr>
          <p:nvPr>
            <p:ph sz="quarter" idx="3" hasCustomPrompt="1"/>
          </p:nvPr>
        </p:nvGraphicFramePr>
        <p:xfrm>
          <a:off x="7226300" y="4675188"/>
          <a:ext cx="225425" cy="266700"/>
        </p:xfrm>
        <a:graphic>
          <a:graphicData uri="http://schemas.openxmlformats.org/presentationml/2006/ole">
            <mc:AlternateContent xmlns:mc="http://schemas.openxmlformats.org/markup-compatibility/2006">
              <mc:Choice xmlns:v="urn:schemas-microsoft-com:vml" Requires="v">
                <p:oleObj r:id="rId12" imgW="152400" imgH="203200" progId="Equation.DSMT4">
                  <p:embed/>
                </p:oleObj>
              </mc:Choice>
              <mc:Fallback>
                <p:oleObj r:id="rId12" imgW="152400" imgH="203200" progId="Equation.DSMT4">
                  <p:embed/>
                  <p:pic>
                    <p:nvPicPr>
                      <p:cNvPr id="47110" name="Object 12"/>
                      <p:cNvPicPr/>
                      <p:nvPr/>
                    </p:nvPicPr>
                    <p:blipFill>
                      <a:blip r:embed="rId13"/>
                      <a:srcRect/>
                      <a:stretch>
                        <a:fillRect/>
                      </a:stretch>
                    </p:blipFill>
                    <p:spPr>
                      <a:xfrm>
                        <a:off x="7226300" y="4675188"/>
                        <a:ext cx="225425" cy="266700"/>
                      </a:xfrm>
                      <a:prstGeom prst="rect">
                        <a:avLst/>
                      </a:prstGeom>
                      <a:noFill/>
                      <a:ln w="38100">
                        <a:miter/>
                      </a:ln>
                    </p:spPr>
                  </p:pic>
                </p:oleObj>
              </mc:Fallback>
            </mc:AlternateContent>
          </a:graphicData>
        </a:graphic>
      </p:graphicFrame>
      <p:sp>
        <p:nvSpPr>
          <p:cNvPr id="47111" name="Text Box 13"/>
          <p:cNvSpPr txBox="1"/>
          <p:nvPr/>
        </p:nvSpPr>
        <p:spPr>
          <a:xfrm>
            <a:off x="395288" y="1557338"/>
            <a:ext cx="3240087" cy="608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latin typeface="仿宋_GB2312" pitchFamily="49" charset="-122"/>
                <a:ea typeface="仿宋_GB2312" pitchFamily="49" charset="-122"/>
              </a:rPr>
              <a:t> </a:t>
            </a:r>
            <a:r>
              <a:rPr lang="en-US" altLang="zh-CN" sz="2600" b="1" dirty="0">
                <a:solidFill>
                  <a:srgbClr val="0000CC"/>
                </a:solidFill>
                <a:latin typeface="Times New Roman" panose="02020603050405020304" pitchFamily="18" charset="0"/>
                <a:ea typeface="仿宋_GB2312" pitchFamily="49" charset="-122"/>
              </a:rPr>
              <a:t>With point charge</a:t>
            </a:r>
          </a:p>
        </p:txBody>
      </p:sp>
      <p:sp>
        <p:nvSpPr>
          <p:cNvPr id="47112" name="Line 14"/>
          <p:cNvSpPr/>
          <p:nvPr/>
        </p:nvSpPr>
        <p:spPr>
          <a:xfrm flipH="1">
            <a:off x="6300788" y="5156200"/>
            <a:ext cx="576262" cy="360363"/>
          </a:xfrm>
          <a:prstGeom prst="line">
            <a:avLst/>
          </a:prstGeom>
          <a:ln w="19050" cap="flat" cmpd="sng">
            <a:solidFill>
              <a:schemeClr val="tx1"/>
            </a:solidFill>
            <a:prstDash val="solid"/>
            <a:headEnd type="none" w="med" len="med"/>
            <a:tailEnd type="triangle" w="med" len="med"/>
          </a:ln>
        </p:spPr>
        <p:txBody>
          <a:bodyPr/>
          <a:lstStyle/>
          <a:p>
            <a:endParaRPr lang="zh-CN" altLang="en-US"/>
          </a:p>
        </p:txBody>
      </p:sp>
      <p:sp>
        <p:nvSpPr>
          <p:cNvPr id="47113" name="Line 15"/>
          <p:cNvSpPr/>
          <p:nvPr/>
        </p:nvSpPr>
        <p:spPr>
          <a:xfrm>
            <a:off x="6877050" y="5157788"/>
            <a:ext cx="790575" cy="0"/>
          </a:xfrm>
          <a:prstGeom prst="line">
            <a:avLst/>
          </a:prstGeom>
          <a:ln w="19050" cap="flat" cmpd="sng">
            <a:solidFill>
              <a:schemeClr val="tx1"/>
            </a:solidFill>
            <a:prstDash val="solid"/>
            <a:headEnd type="none" w="med" len="med"/>
            <a:tailEnd type="triangle" w="med" len="med"/>
          </a:ln>
        </p:spPr>
        <p:txBody>
          <a:bodyPr/>
          <a:lstStyle/>
          <a:p>
            <a:endParaRPr lang="zh-CN" altLang="en-US"/>
          </a:p>
        </p:txBody>
      </p:sp>
      <p:sp>
        <p:nvSpPr>
          <p:cNvPr id="47114" name="Line 16"/>
          <p:cNvSpPr/>
          <p:nvPr/>
        </p:nvSpPr>
        <p:spPr>
          <a:xfrm flipV="1">
            <a:off x="6877050" y="4510088"/>
            <a:ext cx="0" cy="647700"/>
          </a:xfrm>
          <a:prstGeom prst="line">
            <a:avLst/>
          </a:prstGeom>
          <a:ln w="19050" cap="flat" cmpd="sng">
            <a:solidFill>
              <a:schemeClr val="tx1"/>
            </a:solidFill>
            <a:prstDash val="solid"/>
            <a:headEnd type="none" w="med" len="med"/>
            <a:tailEnd type="triangle" w="med" len="med"/>
          </a:ln>
        </p:spPr>
        <p:txBody>
          <a:bodyPr/>
          <a:lstStyle/>
          <a:p>
            <a:endParaRPr lang="zh-CN" altLang="en-US"/>
          </a:p>
        </p:txBody>
      </p:sp>
      <p:sp>
        <p:nvSpPr>
          <p:cNvPr id="47115" name="Line 17"/>
          <p:cNvSpPr/>
          <p:nvPr/>
        </p:nvSpPr>
        <p:spPr>
          <a:xfrm flipV="1">
            <a:off x="6877050" y="4508500"/>
            <a:ext cx="574675" cy="649288"/>
          </a:xfrm>
          <a:prstGeom prst="line">
            <a:avLst/>
          </a:prstGeom>
          <a:ln w="19050" cap="flat" cmpd="sng">
            <a:solidFill>
              <a:srgbClr val="FF0000"/>
            </a:solidFill>
            <a:prstDash val="solid"/>
            <a:headEnd type="none" w="med" len="med"/>
            <a:tailEnd type="triangle" w="med" len="med"/>
          </a:ln>
        </p:spPr>
        <p:txBody>
          <a:bodyPr/>
          <a:lstStyle/>
          <a:p>
            <a:endParaRPr lang="zh-CN" altLang="en-US"/>
          </a:p>
        </p:txBody>
      </p:sp>
      <p:graphicFrame>
        <p:nvGraphicFramePr>
          <p:cNvPr id="253970" name="Object 18"/>
          <p:cNvGraphicFramePr>
            <a:graphicFrameLocks noGrp="1" noChangeAspect="1"/>
          </p:cNvGraphicFramePr>
          <p:nvPr>
            <p:ph sz="quarter" idx="4" hasCustomPrompt="1"/>
          </p:nvPr>
        </p:nvGraphicFramePr>
        <p:xfrm>
          <a:off x="323850" y="4868863"/>
          <a:ext cx="3311525" cy="1066800"/>
        </p:xfrm>
        <a:graphic>
          <a:graphicData uri="http://schemas.openxmlformats.org/presentationml/2006/ole">
            <mc:AlternateContent xmlns:mc="http://schemas.openxmlformats.org/markup-compatibility/2006">
              <mc:Choice xmlns:v="urn:schemas-microsoft-com:vml" Requires="v">
                <p:oleObj r:id="rId14" imgW="891540" imgH="248920" progId="Equation.DSMT4">
                  <p:embed/>
                </p:oleObj>
              </mc:Choice>
              <mc:Fallback>
                <p:oleObj r:id="rId14" imgW="891540" imgH="248920" progId="Equation.DSMT4">
                  <p:embed/>
                  <p:pic>
                    <p:nvPicPr>
                      <p:cNvPr id="253970" name="Object 18"/>
                      <p:cNvPicPr/>
                      <p:nvPr/>
                    </p:nvPicPr>
                    <p:blipFill>
                      <a:blip r:embed="rId15">
                        <a:clrChange>
                          <a:clrFrom>
                            <a:srgbClr val="000000"/>
                          </a:clrFrom>
                          <a:clrTo>
                            <a:srgbClr val="000000"/>
                          </a:clrTo>
                        </a:clrChange>
                      </a:blip>
                      <a:srcRect/>
                      <a:stretch>
                        <a:fillRect/>
                      </a:stretch>
                    </p:blipFill>
                    <p:spPr>
                      <a:xfrm>
                        <a:off x="323850" y="4868863"/>
                        <a:ext cx="3311525" cy="1066800"/>
                      </a:xfrm>
                      <a:prstGeom prst="rect">
                        <a:avLst/>
                      </a:prstGeom>
                      <a:noFill/>
                      <a:ln w="38100">
                        <a:miter/>
                      </a:ln>
                    </p:spPr>
                  </p:pic>
                </p:oleObj>
              </mc:Fallback>
            </mc:AlternateContent>
          </a:graphicData>
        </a:graphic>
      </p:graphicFrame>
      <p:graphicFrame>
        <p:nvGraphicFramePr>
          <p:cNvPr id="47117" name="Object 19"/>
          <p:cNvGraphicFramePr>
            <a:graphicFrameLocks noChangeAspect="1"/>
          </p:cNvGraphicFramePr>
          <p:nvPr/>
        </p:nvGraphicFramePr>
        <p:xfrm>
          <a:off x="6804025" y="4797425"/>
          <a:ext cx="195263" cy="215900"/>
        </p:xfrm>
        <a:graphic>
          <a:graphicData uri="http://schemas.openxmlformats.org/presentationml/2006/ole">
            <mc:AlternateContent xmlns:mc="http://schemas.openxmlformats.org/markup-compatibility/2006">
              <mc:Choice xmlns:v="urn:schemas-microsoft-com:vml" Requires="v">
                <p:oleObj r:id="rId16" imgW="127000" imgH="139700" progId="Equation.DSMT4">
                  <p:embed/>
                </p:oleObj>
              </mc:Choice>
              <mc:Fallback>
                <p:oleObj r:id="rId16" imgW="127000" imgH="139700" progId="Equation.DSMT4">
                  <p:embed/>
                  <p:pic>
                    <p:nvPicPr>
                      <p:cNvPr id="47117" name="Object 19"/>
                      <p:cNvPicPr/>
                      <p:nvPr/>
                    </p:nvPicPr>
                    <p:blipFill>
                      <a:blip r:embed="rId17"/>
                      <a:stretch>
                        <a:fillRect/>
                      </a:stretch>
                    </p:blipFill>
                    <p:spPr>
                      <a:xfrm>
                        <a:off x="6804025" y="4797425"/>
                        <a:ext cx="195263" cy="215900"/>
                      </a:xfrm>
                      <a:prstGeom prst="rect">
                        <a:avLst/>
                      </a:prstGeom>
                      <a:noFill/>
                      <a:ln w="38100">
                        <a:noFill/>
                        <a:miter/>
                      </a:ln>
                    </p:spPr>
                  </p:pic>
                </p:oleObj>
              </mc:Fallback>
            </mc:AlternateContent>
          </a:graphicData>
        </a:graphic>
      </p:graphicFrame>
      <p:graphicFrame>
        <p:nvGraphicFramePr>
          <p:cNvPr id="47118" name="Object 20"/>
          <p:cNvGraphicFramePr>
            <a:graphicFrameLocks noChangeAspect="1"/>
          </p:cNvGraphicFramePr>
          <p:nvPr/>
        </p:nvGraphicFramePr>
        <p:xfrm>
          <a:off x="6084888" y="5445125"/>
          <a:ext cx="195262" cy="215900"/>
        </p:xfrm>
        <a:graphic>
          <a:graphicData uri="http://schemas.openxmlformats.org/presentationml/2006/ole">
            <mc:AlternateContent xmlns:mc="http://schemas.openxmlformats.org/markup-compatibility/2006">
              <mc:Choice xmlns:v="urn:schemas-microsoft-com:vml" Requires="v">
                <p:oleObj r:id="rId18" imgW="127000" imgH="139700" progId="Equation.DSMT4">
                  <p:embed/>
                </p:oleObj>
              </mc:Choice>
              <mc:Fallback>
                <p:oleObj r:id="rId18" imgW="127000" imgH="139700" progId="Equation.DSMT4">
                  <p:embed/>
                  <p:pic>
                    <p:nvPicPr>
                      <p:cNvPr id="47118" name="Object 20"/>
                      <p:cNvPicPr/>
                      <p:nvPr/>
                    </p:nvPicPr>
                    <p:blipFill>
                      <a:blip r:embed="rId19"/>
                      <a:stretch>
                        <a:fillRect/>
                      </a:stretch>
                    </p:blipFill>
                    <p:spPr>
                      <a:xfrm>
                        <a:off x="6084888" y="5445125"/>
                        <a:ext cx="195262" cy="215900"/>
                      </a:xfrm>
                      <a:prstGeom prst="rect">
                        <a:avLst/>
                      </a:prstGeom>
                      <a:noFill/>
                      <a:ln w="38100">
                        <a:noFill/>
                        <a:miter/>
                      </a:ln>
                    </p:spPr>
                  </p:pic>
                </p:oleObj>
              </mc:Fallback>
            </mc:AlternateContent>
          </a:graphicData>
        </a:graphic>
      </p:graphicFrame>
      <p:graphicFrame>
        <p:nvGraphicFramePr>
          <p:cNvPr id="47119" name="Object 21"/>
          <p:cNvGraphicFramePr>
            <a:graphicFrameLocks noChangeAspect="1"/>
          </p:cNvGraphicFramePr>
          <p:nvPr/>
        </p:nvGraphicFramePr>
        <p:xfrm>
          <a:off x="6753225" y="4170363"/>
          <a:ext cx="195263" cy="195262"/>
        </p:xfrm>
        <a:graphic>
          <a:graphicData uri="http://schemas.openxmlformats.org/presentationml/2006/ole">
            <mc:AlternateContent xmlns:mc="http://schemas.openxmlformats.org/markup-compatibility/2006">
              <mc:Choice xmlns:v="urn:schemas-microsoft-com:vml" Requires="v">
                <p:oleObj r:id="rId20" imgW="127000" imgH="127000" progId="Equation.DSMT4">
                  <p:embed/>
                </p:oleObj>
              </mc:Choice>
              <mc:Fallback>
                <p:oleObj r:id="rId20" imgW="127000" imgH="127000" progId="Equation.DSMT4">
                  <p:embed/>
                  <p:pic>
                    <p:nvPicPr>
                      <p:cNvPr id="47119" name="Object 21"/>
                      <p:cNvPicPr/>
                      <p:nvPr/>
                    </p:nvPicPr>
                    <p:blipFill>
                      <a:blip r:embed="rId21"/>
                      <a:stretch>
                        <a:fillRect/>
                      </a:stretch>
                    </p:blipFill>
                    <p:spPr>
                      <a:xfrm>
                        <a:off x="6753225" y="4170363"/>
                        <a:ext cx="195263" cy="195262"/>
                      </a:xfrm>
                      <a:prstGeom prst="rect">
                        <a:avLst/>
                      </a:prstGeom>
                      <a:noFill/>
                      <a:ln w="38100">
                        <a:noFill/>
                        <a:miter/>
                      </a:ln>
                    </p:spPr>
                  </p:pic>
                </p:oleObj>
              </mc:Fallback>
            </mc:AlternateContent>
          </a:graphicData>
        </a:graphic>
      </p:graphicFrame>
      <p:graphicFrame>
        <p:nvGraphicFramePr>
          <p:cNvPr id="47120" name="Object 22"/>
          <p:cNvGraphicFramePr>
            <a:graphicFrameLocks noChangeAspect="1"/>
          </p:cNvGraphicFramePr>
          <p:nvPr/>
        </p:nvGraphicFramePr>
        <p:xfrm>
          <a:off x="7731125" y="5045075"/>
          <a:ext cx="214313" cy="255588"/>
        </p:xfrm>
        <a:graphic>
          <a:graphicData uri="http://schemas.openxmlformats.org/presentationml/2006/ole">
            <mc:AlternateContent xmlns:mc="http://schemas.openxmlformats.org/markup-compatibility/2006">
              <mc:Choice xmlns:v="urn:schemas-microsoft-com:vml" Requires="v">
                <p:oleObj r:id="rId22" imgW="139700" imgH="165100" progId="Equation.DSMT4">
                  <p:embed/>
                </p:oleObj>
              </mc:Choice>
              <mc:Fallback>
                <p:oleObj r:id="rId22" imgW="139700" imgH="165100" progId="Equation.DSMT4">
                  <p:embed/>
                  <p:pic>
                    <p:nvPicPr>
                      <p:cNvPr id="47120" name="Object 22"/>
                      <p:cNvPicPr/>
                      <p:nvPr/>
                    </p:nvPicPr>
                    <p:blipFill>
                      <a:blip r:embed="rId23"/>
                      <a:stretch>
                        <a:fillRect/>
                      </a:stretch>
                    </p:blipFill>
                    <p:spPr>
                      <a:xfrm>
                        <a:off x="7731125" y="5045075"/>
                        <a:ext cx="214313" cy="255588"/>
                      </a:xfrm>
                      <a:prstGeom prst="rect">
                        <a:avLst/>
                      </a:prstGeom>
                      <a:noFill/>
                      <a:ln w="38100">
                        <a:noFill/>
                        <a:miter/>
                      </a:ln>
                    </p:spPr>
                  </p:pic>
                </p:oleObj>
              </mc:Fallback>
            </mc:AlternateContent>
          </a:graphicData>
        </a:graphic>
      </p:graphicFrame>
      <p:sp>
        <p:nvSpPr>
          <p:cNvPr id="47121" name="Line 23"/>
          <p:cNvSpPr/>
          <p:nvPr/>
        </p:nvSpPr>
        <p:spPr>
          <a:xfrm flipV="1">
            <a:off x="6877050" y="3933825"/>
            <a:ext cx="358775" cy="1223963"/>
          </a:xfrm>
          <a:prstGeom prst="line">
            <a:avLst/>
          </a:prstGeom>
          <a:ln w="19050" cap="flat" cmpd="sng">
            <a:solidFill>
              <a:srgbClr val="FF0000"/>
            </a:solidFill>
            <a:prstDash val="solid"/>
            <a:headEnd type="none" w="med" len="med"/>
            <a:tailEnd type="triangle" w="med" len="med"/>
          </a:ln>
        </p:spPr>
        <p:txBody>
          <a:bodyPr/>
          <a:lstStyle/>
          <a:p>
            <a:endParaRPr lang="zh-CN" altLang="en-US"/>
          </a:p>
        </p:txBody>
      </p:sp>
      <p:sp>
        <p:nvSpPr>
          <p:cNvPr id="47122" name="Line 24"/>
          <p:cNvSpPr/>
          <p:nvPr/>
        </p:nvSpPr>
        <p:spPr>
          <a:xfrm flipH="1" flipV="1">
            <a:off x="7235825" y="4003675"/>
            <a:ext cx="215900" cy="504825"/>
          </a:xfrm>
          <a:prstGeom prst="line">
            <a:avLst/>
          </a:prstGeom>
          <a:ln w="19050" cap="flat" cmpd="sng">
            <a:solidFill>
              <a:schemeClr val="tx1"/>
            </a:solidFill>
            <a:prstDash val="solid"/>
            <a:headEnd type="none" w="med" len="med"/>
            <a:tailEnd type="triangle" w="med" len="med"/>
          </a:ln>
        </p:spPr>
        <p:txBody>
          <a:bodyPr/>
          <a:lstStyle/>
          <a:p>
            <a:endParaRPr lang="zh-CN" altLang="en-US"/>
          </a:p>
        </p:txBody>
      </p:sp>
      <p:graphicFrame>
        <p:nvGraphicFramePr>
          <p:cNvPr id="47123" name="Object 25"/>
          <p:cNvGraphicFramePr>
            <a:graphicFrameLocks noChangeAspect="1"/>
          </p:cNvGraphicFramePr>
          <p:nvPr/>
        </p:nvGraphicFramePr>
        <p:xfrm>
          <a:off x="7380288" y="3895725"/>
          <a:ext cx="941387" cy="396875"/>
        </p:xfrm>
        <a:graphic>
          <a:graphicData uri="http://schemas.openxmlformats.org/presentationml/2006/ole">
            <mc:AlternateContent xmlns:mc="http://schemas.openxmlformats.org/markup-compatibility/2006">
              <mc:Choice xmlns:v="urn:schemas-microsoft-com:vml" Requires="v">
                <p:oleObj r:id="rId24" imgW="660400" imgH="279400" progId="Equation.DSMT4">
                  <p:embed/>
                </p:oleObj>
              </mc:Choice>
              <mc:Fallback>
                <p:oleObj r:id="rId24" imgW="660400" imgH="279400" progId="Equation.DSMT4">
                  <p:embed/>
                  <p:pic>
                    <p:nvPicPr>
                      <p:cNvPr id="47123" name="Object 25"/>
                      <p:cNvPicPr/>
                      <p:nvPr/>
                    </p:nvPicPr>
                    <p:blipFill>
                      <a:blip r:embed="rId25"/>
                      <a:stretch>
                        <a:fillRect/>
                      </a:stretch>
                    </p:blipFill>
                    <p:spPr>
                      <a:xfrm>
                        <a:off x="7380288" y="3895725"/>
                        <a:ext cx="941387" cy="396875"/>
                      </a:xfrm>
                      <a:prstGeom prst="rect">
                        <a:avLst/>
                      </a:prstGeom>
                      <a:noFill/>
                      <a:ln w="38100">
                        <a:noFill/>
                        <a:miter/>
                      </a:ln>
                    </p:spPr>
                  </p:pic>
                </p:oleObj>
              </mc:Fallback>
            </mc:AlternateContent>
          </a:graphicData>
        </a:graphic>
      </p:graphicFrame>
      <p:graphicFrame>
        <p:nvGraphicFramePr>
          <p:cNvPr id="47124" name="Object 26"/>
          <p:cNvGraphicFramePr>
            <a:graphicFrameLocks noChangeAspect="1"/>
          </p:cNvGraphicFramePr>
          <p:nvPr/>
        </p:nvGraphicFramePr>
        <p:xfrm>
          <a:off x="6975475" y="4076700"/>
          <a:ext cx="163513" cy="288925"/>
        </p:xfrm>
        <a:graphic>
          <a:graphicData uri="http://schemas.openxmlformats.org/presentationml/2006/ole">
            <mc:AlternateContent xmlns:mc="http://schemas.openxmlformats.org/markup-compatibility/2006">
              <mc:Choice xmlns:v="urn:schemas-microsoft-com:vml" Requires="v">
                <p:oleObj r:id="rId26" imgW="114300" imgH="203200" progId="Equation.DSMT4">
                  <p:embed/>
                </p:oleObj>
              </mc:Choice>
              <mc:Fallback>
                <p:oleObj r:id="rId26" imgW="114300" imgH="203200" progId="Equation.DSMT4">
                  <p:embed/>
                  <p:pic>
                    <p:nvPicPr>
                      <p:cNvPr id="47124" name="Object 26"/>
                      <p:cNvPicPr/>
                      <p:nvPr/>
                    </p:nvPicPr>
                    <p:blipFill>
                      <a:blip r:embed="rId27"/>
                      <a:stretch>
                        <a:fillRect/>
                      </a:stretch>
                    </p:blipFill>
                    <p:spPr>
                      <a:xfrm>
                        <a:off x="6975475" y="4076700"/>
                        <a:ext cx="163513" cy="288925"/>
                      </a:xfrm>
                      <a:prstGeom prst="rect">
                        <a:avLst/>
                      </a:prstGeom>
                      <a:noFill/>
                      <a:ln w="38100">
                        <a:noFill/>
                        <a:miter/>
                      </a:ln>
                    </p:spPr>
                  </p:pic>
                </p:oleObj>
              </mc:Fallback>
            </mc:AlternateContent>
          </a:graphicData>
        </a:graphic>
      </p:graphicFrame>
      <p:sp>
        <p:nvSpPr>
          <p:cNvPr id="47125" name="Rectangle 27"/>
          <p:cNvSpPr>
            <a:spLocks noRot="1"/>
          </p:cNvSpPr>
          <p:nvPr/>
        </p:nvSpPr>
        <p:spPr>
          <a:xfrm>
            <a:off x="323850" y="620713"/>
            <a:ext cx="7812088" cy="10080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Solve the problem in homogeneous medium using electric potential</a:t>
            </a:r>
            <a:endParaRPr lang="el-GR" altLang="zh-CN" sz="2800" dirty="0">
              <a:sym typeface="Symbol" panose="05050102010706020507" pitchFamily="18" charset="2"/>
            </a:endParaRPr>
          </a:p>
        </p:txBody>
      </p:sp>
      <p:sp>
        <p:nvSpPr>
          <p:cNvPr id="253980" name="Text Box 34"/>
          <p:cNvSpPr txBox="1"/>
          <p:nvPr/>
        </p:nvSpPr>
        <p:spPr>
          <a:xfrm>
            <a:off x="755650" y="2276475"/>
            <a:ext cx="7129463"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Char char="•"/>
            </a:pPr>
            <a:r>
              <a:rPr lang="en-US" altLang="zh-CN" sz="2400" b="1" dirty="0">
                <a:solidFill>
                  <a:srgbClr val="FF0000"/>
                </a:solidFill>
                <a:latin typeface="Times New Roman" panose="02020603050405020304" pitchFamily="18" charset="0"/>
              </a:rPr>
              <a:t> Point charge</a:t>
            </a:r>
            <a:r>
              <a:rPr lang="en-US" altLang="zh-CN" sz="2400" b="1" dirty="0">
                <a:solidFill>
                  <a:srgbClr val="000000"/>
                </a:solidFill>
                <a:latin typeface="Times New Roman" panose="02020603050405020304" pitchFamily="18" charset="0"/>
              </a:rPr>
              <a:t>:   volume</a:t>
            </a:r>
            <a:r>
              <a:rPr lang="en-US" altLang="zh-CN" sz="2400" b="1" dirty="0">
                <a:solidFill>
                  <a:srgbClr val="000000"/>
                </a:solidFill>
                <a:latin typeface="Times New Roman" panose="02020603050405020304" pitchFamily="18" charset="0"/>
                <a:cs typeface="Arial" panose="020B0604020202020204" pitchFamily="34" charset="0"/>
              </a:rPr>
              <a:t>→0</a:t>
            </a:r>
            <a:r>
              <a:rPr lang="en-US" altLang="zh-CN" sz="2400" b="1" dirty="0">
                <a:solidFill>
                  <a:srgbClr val="000000"/>
                </a:solidFill>
                <a:latin typeface="Times New Roman" panose="02020603050405020304" pitchFamily="18" charset="0"/>
              </a:rPr>
              <a:t>; density →∞,</a:t>
            </a:r>
          </a:p>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rPr>
              <a:t>                             volume·density=1</a:t>
            </a:r>
          </a:p>
          <a:p>
            <a:pPr marL="0" lvl="0" indent="0" eaLnBrk="1" hangingPunct="1">
              <a:spcBef>
                <a:spcPct val="0"/>
              </a:spcBef>
              <a:buClrTx/>
              <a:buSzTx/>
              <a:buFontTx/>
              <a:buChar char="•"/>
            </a:pPr>
            <a:r>
              <a:rPr lang="en-US" altLang="zh-CN" sz="2400" b="1" dirty="0">
                <a:solidFill>
                  <a:srgbClr val="FF0000"/>
                </a:solidFill>
                <a:latin typeface="Times New Roman" panose="02020603050405020304" pitchFamily="18" charset="0"/>
                <a:ea typeface="楷体_GB2312" pitchFamily="49" charset="-122"/>
              </a:rPr>
              <a:t> Delta function</a:t>
            </a:r>
            <a:r>
              <a:rPr lang="en-US" altLang="zh-CN" sz="2400" b="1" dirty="0">
                <a:solidFill>
                  <a:srgbClr val="000000"/>
                </a:solidFill>
                <a:latin typeface="Times New Roman" panose="02020603050405020304" pitchFamily="18" charset="0"/>
                <a:ea typeface="楷体_GB2312" pitchFamily="49" charset="-122"/>
              </a:rPr>
              <a:t>: the density of unit point charge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3980"/>
                                        </p:tgtEl>
                                        <p:attrNameLst>
                                          <p:attrName>style.visibility</p:attrName>
                                        </p:attrNameLst>
                                      </p:cBhvr>
                                      <p:to>
                                        <p:strVal val="visible"/>
                                      </p:to>
                                    </p:set>
                                    <p:animEffect transition="in" filter="wipe(up)">
                                      <p:cBhvr>
                                        <p:cTn id="7" dur="3000"/>
                                        <p:tgtEl>
                                          <p:spTgt spid="25398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53955"/>
                                        </p:tgtEl>
                                        <p:attrNameLst>
                                          <p:attrName>style.visibility</p:attrName>
                                        </p:attrNameLst>
                                      </p:cBhvr>
                                      <p:to>
                                        <p:strVal val="visible"/>
                                      </p:to>
                                    </p:set>
                                    <p:animEffect transition="in" filter="dissolve">
                                      <p:cBhvr>
                                        <p:cTn id="12" dur="500"/>
                                        <p:tgtEl>
                                          <p:spTgt spid="2539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3970"/>
                                        </p:tgtEl>
                                        <p:attrNameLst>
                                          <p:attrName>style.visibility</p:attrName>
                                        </p:attrNameLst>
                                      </p:cBhvr>
                                      <p:to>
                                        <p:strVal val="visible"/>
                                      </p:to>
                                    </p:set>
                                    <p:animEffect transition="in" filter="dissolve">
                                      <p:cBhvr>
                                        <p:cTn id="17" dur="500"/>
                                        <p:tgtEl>
                                          <p:spTgt spid="25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8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3"/>
          <p:cNvGraphicFramePr>
            <a:graphicFrameLocks noChangeAspect="1"/>
          </p:cNvGraphicFramePr>
          <p:nvPr/>
        </p:nvGraphicFramePr>
        <p:xfrm>
          <a:off x="2339975" y="2132013"/>
          <a:ext cx="1533525" cy="504825"/>
        </p:xfrm>
        <a:graphic>
          <a:graphicData uri="http://schemas.openxmlformats.org/presentationml/2006/ole">
            <mc:AlternateContent xmlns:mc="http://schemas.openxmlformats.org/markup-compatibility/2006">
              <mc:Choice xmlns:v="urn:schemas-microsoft-com:vml" Requires="v">
                <p:oleObj r:id="rId2" imgW="440055" imgH="74930" progId="Equation.DSMT4">
                  <p:embed/>
                </p:oleObj>
              </mc:Choice>
              <mc:Fallback>
                <p:oleObj r:id="rId2" imgW="440055" imgH="74930" progId="Equation.DSMT4">
                  <p:embed/>
                  <p:pic>
                    <p:nvPicPr>
                      <p:cNvPr id="48130" name="Object 3"/>
                      <p:cNvPicPr/>
                      <p:nvPr/>
                    </p:nvPicPr>
                    <p:blipFill>
                      <a:blip r:embed="rId3">
                        <a:clrChange>
                          <a:clrFrom>
                            <a:srgbClr val="000000"/>
                          </a:clrFrom>
                          <a:clrTo>
                            <a:srgbClr val="000000"/>
                          </a:clrTo>
                        </a:clrChange>
                      </a:blip>
                      <a:stretch>
                        <a:fillRect/>
                      </a:stretch>
                    </p:blipFill>
                    <p:spPr>
                      <a:xfrm>
                        <a:off x="2339975" y="2132013"/>
                        <a:ext cx="1533525" cy="504825"/>
                      </a:xfrm>
                      <a:prstGeom prst="rect">
                        <a:avLst/>
                      </a:prstGeom>
                      <a:noFill/>
                      <a:ln w="38100">
                        <a:noFill/>
                        <a:miter/>
                      </a:ln>
                    </p:spPr>
                  </p:pic>
                </p:oleObj>
              </mc:Fallback>
            </mc:AlternateContent>
          </a:graphicData>
        </a:graphic>
      </p:graphicFrame>
      <p:sp>
        <p:nvSpPr>
          <p:cNvPr id="48131" name="Text Box 4"/>
          <p:cNvSpPr txBox="1"/>
          <p:nvPr/>
        </p:nvSpPr>
        <p:spPr>
          <a:xfrm>
            <a:off x="250825" y="1349375"/>
            <a:ext cx="8137525"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ea typeface="仿宋_GB2312" pitchFamily="49" charset="-122"/>
              </a:rPr>
              <a:t>With arbitrary charge source</a:t>
            </a:r>
            <a:r>
              <a:rPr lang="zh-CN" altLang="en-US" sz="2400" b="1" dirty="0">
                <a:solidFill>
                  <a:srgbClr val="0000CC"/>
                </a:solidFill>
                <a:ea typeface="仿宋_GB2312" pitchFamily="49" charset="-122"/>
              </a:rPr>
              <a:t>：</a:t>
            </a:r>
            <a:r>
              <a:rPr lang="en-US" altLang="zh-CN" sz="2400" b="1" dirty="0">
                <a:solidFill>
                  <a:srgbClr val="0000CC"/>
                </a:solidFill>
                <a:ea typeface="仿宋_GB2312" pitchFamily="49" charset="-122"/>
              </a:rPr>
              <a:t>(</a:t>
            </a:r>
            <a:r>
              <a:rPr lang="en-US" altLang="zh-CN" sz="2400" b="1" dirty="0">
                <a:solidFill>
                  <a:srgbClr val="FF0000"/>
                </a:solidFill>
                <a:ea typeface="仿宋_GB2312" pitchFamily="49" charset="-122"/>
              </a:rPr>
              <a:t>superposition</a:t>
            </a:r>
            <a:r>
              <a:rPr lang="zh-CN" altLang="en-US" sz="2400" b="1" dirty="0">
                <a:solidFill>
                  <a:srgbClr val="0000CC"/>
                </a:solidFill>
                <a:ea typeface="仿宋_GB2312" pitchFamily="49" charset="-122"/>
              </a:rPr>
              <a:t>）</a:t>
            </a:r>
          </a:p>
        </p:txBody>
      </p:sp>
      <p:graphicFrame>
        <p:nvGraphicFramePr>
          <p:cNvPr id="254981" name="Object 5"/>
          <p:cNvGraphicFramePr>
            <a:graphicFrameLocks noGrp="1" noChangeAspect="1"/>
          </p:cNvGraphicFramePr>
          <p:nvPr>
            <p:ph sz="half" idx="1" hasCustomPrompt="1"/>
          </p:nvPr>
        </p:nvGraphicFramePr>
        <p:xfrm>
          <a:off x="4648200" y="3011488"/>
          <a:ext cx="3286125" cy="849312"/>
        </p:xfrm>
        <a:graphic>
          <a:graphicData uri="http://schemas.openxmlformats.org/presentationml/2006/ole">
            <mc:AlternateContent xmlns:mc="http://schemas.openxmlformats.org/markup-compatibility/2006">
              <mc:Choice xmlns:v="urn:schemas-microsoft-com:vml" Requires="v">
                <p:oleObj r:id="rId4" imgW="1209675" imgH="271780" progId="Equation.DSMT4">
                  <p:embed/>
                </p:oleObj>
              </mc:Choice>
              <mc:Fallback>
                <p:oleObj r:id="rId4" imgW="1209675" imgH="271780" progId="Equation.DSMT4">
                  <p:embed/>
                  <p:pic>
                    <p:nvPicPr>
                      <p:cNvPr id="254981" name="Object 5"/>
                      <p:cNvPicPr/>
                      <p:nvPr/>
                    </p:nvPicPr>
                    <p:blipFill>
                      <a:blip r:embed="rId5">
                        <a:clrChange>
                          <a:clrFrom>
                            <a:srgbClr val="000000"/>
                          </a:clrFrom>
                          <a:clrTo>
                            <a:srgbClr val="000000"/>
                          </a:clrTo>
                        </a:clrChange>
                      </a:blip>
                      <a:srcRect/>
                      <a:stretch>
                        <a:fillRect/>
                      </a:stretch>
                    </p:blipFill>
                    <p:spPr>
                      <a:xfrm>
                        <a:off x="4648200" y="3011488"/>
                        <a:ext cx="3286125" cy="849312"/>
                      </a:xfrm>
                      <a:prstGeom prst="rect">
                        <a:avLst/>
                      </a:prstGeom>
                      <a:noFill/>
                      <a:ln w="38100">
                        <a:miter/>
                      </a:ln>
                    </p:spPr>
                  </p:pic>
                </p:oleObj>
              </mc:Fallback>
            </mc:AlternateContent>
          </a:graphicData>
        </a:graphic>
      </p:graphicFrame>
      <p:graphicFrame>
        <p:nvGraphicFramePr>
          <p:cNvPr id="254982" name="Object 6"/>
          <p:cNvGraphicFramePr>
            <a:graphicFrameLocks noChangeAspect="1"/>
          </p:cNvGraphicFramePr>
          <p:nvPr/>
        </p:nvGraphicFramePr>
        <p:xfrm>
          <a:off x="2227263" y="3284538"/>
          <a:ext cx="1631950" cy="504825"/>
        </p:xfrm>
        <a:graphic>
          <a:graphicData uri="http://schemas.openxmlformats.org/presentationml/2006/ole">
            <mc:AlternateContent xmlns:mc="http://schemas.openxmlformats.org/markup-compatibility/2006">
              <mc:Choice xmlns:v="urn:schemas-microsoft-com:vml" Requires="v">
                <p:oleObj r:id="rId6" imgW="474345" imgH="74930" progId="Equation.DSMT4">
                  <p:embed/>
                </p:oleObj>
              </mc:Choice>
              <mc:Fallback>
                <p:oleObj r:id="rId6" imgW="474345" imgH="74930" progId="Equation.DSMT4">
                  <p:embed/>
                  <p:pic>
                    <p:nvPicPr>
                      <p:cNvPr id="254982" name="Object 6"/>
                      <p:cNvPicPr/>
                      <p:nvPr/>
                    </p:nvPicPr>
                    <p:blipFill>
                      <a:blip r:embed="rId7">
                        <a:clrChange>
                          <a:clrFrom>
                            <a:srgbClr val="000000"/>
                          </a:clrFrom>
                          <a:clrTo>
                            <a:srgbClr val="000000"/>
                          </a:clrTo>
                        </a:clrChange>
                      </a:blip>
                      <a:stretch>
                        <a:fillRect/>
                      </a:stretch>
                    </p:blipFill>
                    <p:spPr>
                      <a:xfrm>
                        <a:off x="2227263" y="3284538"/>
                        <a:ext cx="1631950" cy="504825"/>
                      </a:xfrm>
                      <a:prstGeom prst="rect">
                        <a:avLst/>
                      </a:prstGeom>
                      <a:noFill/>
                      <a:ln w="38100">
                        <a:noFill/>
                        <a:miter/>
                      </a:ln>
                    </p:spPr>
                  </p:pic>
                </p:oleObj>
              </mc:Fallback>
            </mc:AlternateContent>
          </a:graphicData>
        </a:graphic>
      </p:graphicFrame>
      <p:sp>
        <p:nvSpPr>
          <p:cNvPr id="254983" name="Text Box 7"/>
          <p:cNvSpPr txBox="1"/>
          <p:nvPr/>
        </p:nvSpPr>
        <p:spPr>
          <a:xfrm>
            <a:off x="827088" y="2501900"/>
            <a:ext cx="3529012"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l"/>
            </a:pPr>
            <a:r>
              <a:rPr lang="en-US" altLang="zh-CN" sz="2400" b="1" dirty="0">
                <a:solidFill>
                  <a:srgbClr val="0000CC"/>
                </a:solidFill>
                <a:latin typeface="Times New Roman" panose="02020603050405020304" pitchFamily="18" charset="0"/>
                <a:ea typeface="仿宋_GB2312" pitchFamily="49" charset="-122"/>
              </a:rPr>
              <a:t> Volume charge source</a:t>
            </a:r>
          </a:p>
        </p:txBody>
      </p:sp>
      <p:sp>
        <p:nvSpPr>
          <p:cNvPr id="254984" name="AutoShape 8"/>
          <p:cNvSpPr/>
          <p:nvPr/>
        </p:nvSpPr>
        <p:spPr>
          <a:xfrm>
            <a:off x="3924300" y="3429000"/>
            <a:ext cx="647700" cy="144463"/>
          </a:xfrm>
          <a:prstGeom prst="rightArrow">
            <a:avLst>
              <a:gd name="adj1" fmla="val 50000"/>
              <a:gd name="adj2" fmla="val 112087"/>
            </a:avLst>
          </a:prstGeom>
          <a:solidFill>
            <a:srgbClr val="FF6600"/>
          </a:solidFill>
          <a:ln w="19050"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400" dirty="0">
              <a:solidFill>
                <a:srgbClr val="FFFF00"/>
              </a:solidFill>
              <a:ea typeface="楷体_GB2312" pitchFamily="49" charset="-122"/>
            </a:endParaRPr>
          </a:p>
        </p:txBody>
      </p:sp>
      <p:graphicFrame>
        <p:nvGraphicFramePr>
          <p:cNvPr id="254985" name="Object 9"/>
          <p:cNvGraphicFramePr>
            <a:graphicFrameLocks noChangeAspect="1"/>
          </p:cNvGraphicFramePr>
          <p:nvPr/>
        </p:nvGraphicFramePr>
        <p:xfrm>
          <a:off x="4643438" y="4221163"/>
          <a:ext cx="2663825" cy="850900"/>
        </p:xfrm>
        <a:graphic>
          <a:graphicData uri="http://schemas.openxmlformats.org/presentationml/2006/ole">
            <mc:AlternateContent xmlns:mc="http://schemas.openxmlformats.org/markup-compatibility/2006">
              <mc:Choice xmlns:v="urn:schemas-microsoft-com:vml" Requires="v">
                <p:oleObj r:id="rId8" imgW="1012825" imgH="248920" progId="Equation.DSMT4">
                  <p:embed/>
                </p:oleObj>
              </mc:Choice>
              <mc:Fallback>
                <p:oleObj r:id="rId8" imgW="1012825" imgH="248920" progId="Equation.DSMT4">
                  <p:embed/>
                  <p:pic>
                    <p:nvPicPr>
                      <p:cNvPr id="254985" name="Object 9"/>
                      <p:cNvPicPr/>
                      <p:nvPr/>
                    </p:nvPicPr>
                    <p:blipFill>
                      <a:blip r:embed="rId9">
                        <a:clrChange>
                          <a:clrFrom>
                            <a:srgbClr val="000000"/>
                          </a:clrFrom>
                          <a:clrTo>
                            <a:srgbClr val="000000"/>
                          </a:clrTo>
                        </a:clrChange>
                      </a:blip>
                      <a:stretch>
                        <a:fillRect/>
                      </a:stretch>
                    </p:blipFill>
                    <p:spPr>
                      <a:xfrm>
                        <a:off x="4643438" y="4221163"/>
                        <a:ext cx="2663825" cy="850900"/>
                      </a:xfrm>
                      <a:prstGeom prst="rect">
                        <a:avLst/>
                      </a:prstGeom>
                      <a:noFill/>
                      <a:ln w="38100">
                        <a:noFill/>
                        <a:miter/>
                      </a:ln>
                    </p:spPr>
                  </p:pic>
                </p:oleObj>
              </mc:Fallback>
            </mc:AlternateContent>
          </a:graphicData>
        </a:graphic>
      </p:graphicFrame>
      <p:graphicFrame>
        <p:nvGraphicFramePr>
          <p:cNvPr id="254986" name="Object 10"/>
          <p:cNvGraphicFramePr>
            <a:graphicFrameLocks noChangeAspect="1"/>
          </p:cNvGraphicFramePr>
          <p:nvPr/>
        </p:nvGraphicFramePr>
        <p:xfrm>
          <a:off x="2195513" y="4346575"/>
          <a:ext cx="1697037" cy="568325"/>
        </p:xfrm>
        <a:graphic>
          <a:graphicData uri="http://schemas.openxmlformats.org/presentationml/2006/ole">
            <mc:AlternateContent xmlns:mc="http://schemas.openxmlformats.org/markup-compatibility/2006">
              <mc:Choice xmlns:v="urn:schemas-microsoft-com:vml" Requires="v">
                <p:oleObj r:id="rId10" imgW="492125" imgH="104140" progId="Equation.DSMT4">
                  <p:embed/>
                </p:oleObj>
              </mc:Choice>
              <mc:Fallback>
                <p:oleObj r:id="rId10" imgW="492125" imgH="104140" progId="Equation.DSMT4">
                  <p:embed/>
                  <p:pic>
                    <p:nvPicPr>
                      <p:cNvPr id="254986" name="Object 10"/>
                      <p:cNvPicPr/>
                      <p:nvPr/>
                    </p:nvPicPr>
                    <p:blipFill>
                      <a:blip r:embed="rId11">
                        <a:clrChange>
                          <a:clrFrom>
                            <a:srgbClr val="000000"/>
                          </a:clrFrom>
                          <a:clrTo>
                            <a:srgbClr val="000000"/>
                          </a:clrTo>
                        </a:clrChange>
                      </a:blip>
                      <a:stretch>
                        <a:fillRect/>
                      </a:stretch>
                    </p:blipFill>
                    <p:spPr>
                      <a:xfrm>
                        <a:off x="2195513" y="4346575"/>
                        <a:ext cx="1697037" cy="568325"/>
                      </a:xfrm>
                      <a:prstGeom prst="rect">
                        <a:avLst/>
                      </a:prstGeom>
                      <a:noFill/>
                      <a:ln w="38100">
                        <a:noFill/>
                        <a:miter/>
                      </a:ln>
                    </p:spPr>
                  </p:pic>
                </p:oleObj>
              </mc:Fallback>
            </mc:AlternateContent>
          </a:graphicData>
        </a:graphic>
      </p:graphicFrame>
      <p:sp>
        <p:nvSpPr>
          <p:cNvPr id="254987" name="AutoShape 11"/>
          <p:cNvSpPr/>
          <p:nvPr/>
        </p:nvSpPr>
        <p:spPr>
          <a:xfrm>
            <a:off x="3924300" y="4562475"/>
            <a:ext cx="647700" cy="144463"/>
          </a:xfrm>
          <a:prstGeom prst="rightArrow">
            <a:avLst>
              <a:gd name="adj1" fmla="val 50000"/>
              <a:gd name="adj2" fmla="val 112087"/>
            </a:avLst>
          </a:prstGeom>
          <a:solidFill>
            <a:srgbClr val="FF6600"/>
          </a:solidFill>
          <a:ln w="19050"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400" dirty="0">
              <a:solidFill>
                <a:srgbClr val="FFFF00"/>
              </a:solidFill>
              <a:ea typeface="楷体_GB2312" pitchFamily="49" charset="-122"/>
            </a:endParaRPr>
          </a:p>
        </p:txBody>
      </p:sp>
      <p:sp>
        <p:nvSpPr>
          <p:cNvPr id="254988" name="Text Box 12"/>
          <p:cNvSpPr txBox="1"/>
          <p:nvPr/>
        </p:nvSpPr>
        <p:spPr>
          <a:xfrm>
            <a:off x="827088" y="3725863"/>
            <a:ext cx="4537075" cy="5667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l"/>
            </a:pPr>
            <a:r>
              <a:rPr lang="en-US" altLang="zh-CN" sz="2400" b="1" dirty="0">
                <a:solidFill>
                  <a:srgbClr val="0000CC"/>
                </a:solidFill>
                <a:latin typeface="Times New Roman" panose="02020603050405020304" pitchFamily="18" charset="0"/>
                <a:ea typeface="仿宋_GB2312" pitchFamily="49" charset="-122"/>
              </a:rPr>
              <a:t> Surface charge source</a:t>
            </a:r>
          </a:p>
        </p:txBody>
      </p:sp>
      <p:graphicFrame>
        <p:nvGraphicFramePr>
          <p:cNvPr id="254989" name="Object 13"/>
          <p:cNvGraphicFramePr>
            <a:graphicFrameLocks noChangeAspect="1"/>
          </p:cNvGraphicFramePr>
          <p:nvPr/>
        </p:nvGraphicFramePr>
        <p:xfrm>
          <a:off x="4643438" y="5516563"/>
          <a:ext cx="2554287" cy="850900"/>
        </p:xfrm>
        <a:graphic>
          <a:graphicData uri="http://schemas.openxmlformats.org/presentationml/2006/ole">
            <mc:AlternateContent xmlns:mc="http://schemas.openxmlformats.org/markup-compatibility/2006">
              <mc:Choice xmlns:v="urn:schemas-microsoft-com:vml" Requires="v">
                <p:oleObj r:id="rId12" imgW="966470" imgH="248920" progId="Equation.DSMT4">
                  <p:embed/>
                </p:oleObj>
              </mc:Choice>
              <mc:Fallback>
                <p:oleObj r:id="rId12" imgW="966470" imgH="248920" progId="Equation.DSMT4">
                  <p:embed/>
                  <p:pic>
                    <p:nvPicPr>
                      <p:cNvPr id="254989" name="Object 13"/>
                      <p:cNvPicPr/>
                      <p:nvPr/>
                    </p:nvPicPr>
                    <p:blipFill>
                      <a:blip r:embed="rId13">
                        <a:clrChange>
                          <a:clrFrom>
                            <a:srgbClr val="000000"/>
                          </a:clrFrom>
                          <a:clrTo>
                            <a:srgbClr val="000000"/>
                          </a:clrTo>
                        </a:clrChange>
                      </a:blip>
                      <a:stretch>
                        <a:fillRect/>
                      </a:stretch>
                    </p:blipFill>
                    <p:spPr>
                      <a:xfrm>
                        <a:off x="4643438" y="5516563"/>
                        <a:ext cx="2554287" cy="850900"/>
                      </a:xfrm>
                      <a:prstGeom prst="rect">
                        <a:avLst/>
                      </a:prstGeom>
                      <a:noFill/>
                      <a:ln w="38100">
                        <a:noFill/>
                        <a:miter/>
                      </a:ln>
                    </p:spPr>
                  </p:pic>
                </p:oleObj>
              </mc:Fallback>
            </mc:AlternateContent>
          </a:graphicData>
        </a:graphic>
      </p:graphicFrame>
      <p:graphicFrame>
        <p:nvGraphicFramePr>
          <p:cNvPr id="254990" name="Object 14"/>
          <p:cNvGraphicFramePr>
            <a:graphicFrameLocks noChangeAspect="1"/>
          </p:cNvGraphicFramePr>
          <p:nvPr/>
        </p:nvGraphicFramePr>
        <p:xfrm>
          <a:off x="2189163" y="5661025"/>
          <a:ext cx="1566862" cy="568325"/>
        </p:xfrm>
        <a:graphic>
          <a:graphicData uri="http://schemas.openxmlformats.org/presentationml/2006/ole">
            <mc:AlternateContent xmlns:mc="http://schemas.openxmlformats.org/markup-compatibility/2006">
              <mc:Choice xmlns:v="urn:schemas-microsoft-com:vml" Requires="v">
                <p:oleObj r:id="rId14" imgW="445770" imgH="104140" progId="Equation.DSMT4">
                  <p:embed/>
                </p:oleObj>
              </mc:Choice>
              <mc:Fallback>
                <p:oleObj r:id="rId14" imgW="445770" imgH="104140" progId="Equation.DSMT4">
                  <p:embed/>
                  <p:pic>
                    <p:nvPicPr>
                      <p:cNvPr id="254990" name="Object 14"/>
                      <p:cNvPicPr/>
                      <p:nvPr/>
                    </p:nvPicPr>
                    <p:blipFill>
                      <a:blip r:embed="rId15">
                        <a:clrChange>
                          <a:clrFrom>
                            <a:srgbClr val="000000"/>
                          </a:clrFrom>
                          <a:clrTo>
                            <a:srgbClr val="000000"/>
                          </a:clrTo>
                        </a:clrChange>
                      </a:blip>
                      <a:stretch>
                        <a:fillRect/>
                      </a:stretch>
                    </p:blipFill>
                    <p:spPr>
                      <a:xfrm>
                        <a:off x="2189163" y="5661025"/>
                        <a:ext cx="1566862" cy="568325"/>
                      </a:xfrm>
                      <a:prstGeom prst="rect">
                        <a:avLst/>
                      </a:prstGeom>
                      <a:noFill/>
                      <a:ln w="38100">
                        <a:noFill/>
                        <a:miter/>
                      </a:ln>
                    </p:spPr>
                  </p:pic>
                </p:oleObj>
              </mc:Fallback>
            </mc:AlternateContent>
          </a:graphicData>
        </a:graphic>
      </p:graphicFrame>
      <p:sp>
        <p:nvSpPr>
          <p:cNvPr id="254991" name="AutoShape 15"/>
          <p:cNvSpPr/>
          <p:nvPr/>
        </p:nvSpPr>
        <p:spPr>
          <a:xfrm>
            <a:off x="3852863" y="5876925"/>
            <a:ext cx="647700" cy="144463"/>
          </a:xfrm>
          <a:prstGeom prst="rightArrow">
            <a:avLst>
              <a:gd name="adj1" fmla="val 50000"/>
              <a:gd name="adj2" fmla="val 112087"/>
            </a:avLst>
          </a:prstGeom>
          <a:solidFill>
            <a:srgbClr val="FF6600"/>
          </a:solidFill>
          <a:ln w="19050"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400" dirty="0">
              <a:solidFill>
                <a:srgbClr val="FFFF00"/>
              </a:solidFill>
              <a:ea typeface="楷体_GB2312" pitchFamily="49" charset="-122"/>
            </a:endParaRPr>
          </a:p>
        </p:txBody>
      </p:sp>
      <p:sp>
        <p:nvSpPr>
          <p:cNvPr id="254992" name="Text Box 16"/>
          <p:cNvSpPr txBox="1"/>
          <p:nvPr/>
        </p:nvSpPr>
        <p:spPr>
          <a:xfrm>
            <a:off x="755650" y="4949825"/>
            <a:ext cx="3816350"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l"/>
            </a:pPr>
            <a:r>
              <a:rPr lang="en-US" altLang="zh-CN" sz="2400" b="1" dirty="0">
                <a:solidFill>
                  <a:srgbClr val="0000CC"/>
                </a:solidFill>
                <a:latin typeface="Times New Roman" panose="02020603050405020304" pitchFamily="18" charset="0"/>
                <a:ea typeface="仿宋_GB2312" pitchFamily="49" charset="-122"/>
              </a:rPr>
              <a:t> Linear charge source</a:t>
            </a:r>
          </a:p>
        </p:txBody>
      </p:sp>
      <p:graphicFrame>
        <p:nvGraphicFramePr>
          <p:cNvPr id="48144" name="Object 17"/>
          <p:cNvGraphicFramePr>
            <a:graphicFrameLocks noGrp="1" noChangeAspect="1"/>
          </p:cNvGraphicFramePr>
          <p:nvPr>
            <p:ph sz="half" idx="2" hasCustomPrompt="1"/>
          </p:nvPr>
        </p:nvGraphicFramePr>
        <p:xfrm>
          <a:off x="5162550" y="1947863"/>
          <a:ext cx="1814513" cy="760412"/>
        </p:xfrm>
        <a:graphic>
          <a:graphicData uri="http://schemas.openxmlformats.org/presentationml/2006/ole">
            <mc:AlternateContent xmlns:mc="http://schemas.openxmlformats.org/markup-compatibility/2006">
              <mc:Choice xmlns:v="urn:schemas-microsoft-com:vml" Requires="v">
                <p:oleObj r:id="rId16" imgW="798830" imgH="289560" progId="Equation.DSMT4">
                  <p:embed/>
                </p:oleObj>
              </mc:Choice>
              <mc:Fallback>
                <p:oleObj r:id="rId16" imgW="798830" imgH="289560" progId="Equation.DSMT4">
                  <p:embed/>
                  <p:pic>
                    <p:nvPicPr>
                      <p:cNvPr id="48144" name="Object 17"/>
                      <p:cNvPicPr/>
                      <p:nvPr/>
                    </p:nvPicPr>
                    <p:blipFill>
                      <a:blip r:embed="rId17">
                        <a:clrChange>
                          <a:clrFrom>
                            <a:srgbClr val="000000"/>
                          </a:clrFrom>
                          <a:clrTo>
                            <a:srgbClr val="000000"/>
                          </a:clrTo>
                        </a:clrChange>
                      </a:blip>
                      <a:srcRect/>
                      <a:stretch>
                        <a:fillRect/>
                      </a:stretch>
                    </p:blipFill>
                    <p:spPr>
                      <a:xfrm>
                        <a:off x="5162550" y="1947863"/>
                        <a:ext cx="1814513" cy="760412"/>
                      </a:xfrm>
                      <a:prstGeom prst="rect">
                        <a:avLst/>
                      </a:prstGeom>
                      <a:noFill/>
                      <a:ln w="38100">
                        <a:miter/>
                      </a:ln>
                    </p:spPr>
                  </p:pic>
                </p:oleObj>
              </mc:Fallback>
            </mc:AlternateContent>
          </a:graphicData>
        </a:graphic>
      </p:graphicFrame>
      <p:sp>
        <p:nvSpPr>
          <p:cNvPr id="48145" name="Rectangle 18"/>
          <p:cNvSpPr>
            <a:spLocks noRot="1"/>
          </p:cNvSpPr>
          <p:nvPr/>
        </p:nvSpPr>
        <p:spPr>
          <a:xfrm>
            <a:off x="250825" y="404813"/>
            <a:ext cx="7812088" cy="10080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Solve the problem in homogeneous medium using electric potential</a:t>
            </a:r>
            <a:endParaRPr lang="el-GR" altLang="zh-CN" sz="28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4983"/>
                                        </p:tgtEl>
                                        <p:attrNameLst>
                                          <p:attrName>style.visibility</p:attrName>
                                        </p:attrNameLst>
                                      </p:cBhvr>
                                      <p:to>
                                        <p:strVal val="visible"/>
                                      </p:to>
                                    </p:set>
                                    <p:animEffect transition="in" filter="dissolve">
                                      <p:cBhvr>
                                        <p:cTn id="7" dur="500"/>
                                        <p:tgtEl>
                                          <p:spTgt spid="254983"/>
                                        </p:tgtEl>
                                      </p:cBhvr>
                                    </p:animEffect>
                                  </p:childTnLst>
                                </p:cTn>
                              </p:par>
                              <p:par>
                                <p:cTn id="8" presetID="9" presetClass="entr" presetSubtype="0" fill="hold" nodeType="withEffect">
                                  <p:stCondLst>
                                    <p:cond delay="0"/>
                                  </p:stCondLst>
                                  <p:childTnLst>
                                    <p:set>
                                      <p:cBhvr>
                                        <p:cTn id="9" dur="1" fill="hold">
                                          <p:stCondLst>
                                            <p:cond delay="0"/>
                                          </p:stCondLst>
                                        </p:cTn>
                                        <p:tgtEl>
                                          <p:spTgt spid="254982"/>
                                        </p:tgtEl>
                                        <p:attrNameLst>
                                          <p:attrName>style.visibility</p:attrName>
                                        </p:attrNameLst>
                                      </p:cBhvr>
                                      <p:to>
                                        <p:strVal val="visible"/>
                                      </p:to>
                                    </p:set>
                                    <p:animEffect transition="in" filter="dissolve">
                                      <p:cBhvr>
                                        <p:cTn id="10" dur="500"/>
                                        <p:tgtEl>
                                          <p:spTgt spid="254982"/>
                                        </p:tgtEl>
                                      </p:cBhvr>
                                    </p:animEffect>
                                  </p:childTnLst>
                                </p:cTn>
                              </p:par>
                              <p:par>
                                <p:cTn id="11" presetID="9" presetClass="entr" presetSubtype="0" fill="hold" nodeType="withEffect">
                                  <p:stCondLst>
                                    <p:cond delay="0"/>
                                  </p:stCondLst>
                                  <p:childTnLst>
                                    <p:set>
                                      <p:cBhvr>
                                        <p:cTn id="12" dur="1" fill="hold">
                                          <p:stCondLst>
                                            <p:cond delay="0"/>
                                          </p:stCondLst>
                                        </p:cTn>
                                        <p:tgtEl>
                                          <p:spTgt spid="254984"/>
                                        </p:tgtEl>
                                        <p:attrNameLst>
                                          <p:attrName>style.visibility</p:attrName>
                                        </p:attrNameLst>
                                      </p:cBhvr>
                                      <p:to>
                                        <p:strVal val="visible"/>
                                      </p:to>
                                    </p:set>
                                    <p:animEffect transition="in" filter="dissolve">
                                      <p:cBhvr>
                                        <p:cTn id="13" dur="500"/>
                                        <p:tgtEl>
                                          <p:spTgt spid="254984"/>
                                        </p:tgtEl>
                                      </p:cBhvr>
                                    </p:animEffect>
                                  </p:childTnLst>
                                </p:cTn>
                              </p:par>
                              <p:par>
                                <p:cTn id="14" presetID="9" presetClass="entr" presetSubtype="0" fill="hold" nodeType="withEffect">
                                  <p:stCondLst>
                                    <p:cond delay="0"/>
                                  </p:stCondLst>
                                  <p:childTnLst>
                                    <p:set>
                                      <p:cBhvr>
                                        <p:cTn id="15" dur="1" fill="hold">
                                          <p:stCondLst>
                                            <p:cond delay="0"/>
                                          </p:stCondLst>
                                        </p:cTn>
                                        <p:tgtEl>
                                          <p:spTgt spid="254981"/>
                                        </p:tgtEl>
                                        <p:attrNameLst>
                                          <p:attrName>style.visibility</p:attrName>
                                        </p:attrNameLst>
                                      </p:cBhvr>
                                      <p:to>
                                        <p:strVal val="visible"/>
                                      </p:to>
                                    </p:set>
                                    <p:animEffect transition="in" filter="dissolve">
                                      <p:cBhvr>
                                        <p:cTn id="16" dur="500"/>
                                        <p:tgtEl>
                                          <p:spTgt spid="25498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4988"/>
                                        </p:tgtEl>
                                        <p:attrNameLst>
                                          <p:attrName>style.visibility</p:attrName>
                                        </p:attrNameLst>
                                      </p:cBhvr>
                                      <p:to>
                                        <p:strVal val="visible"/>
                                      </p:to>
                                    </p:set>
                                    <p:animEffect transition="in" filter="dissolve">
                                      <p:cBhvr>
                                        <p:cTn id="21" dur="500"/>
                                        <p:tgtEl>
                                          <p:spTgt spid="254988"/>
                                        </p:tgtEl>
                                      </p:cBhvr>
                                    </p:animEffect>
                                  </p:childTnLst>
                                </p:cTn>
                              </p:par>
                              <p:par>
                                <p:cTn id="22" presetID="9" presetClass="entr" presetSubtype="0" fill="hold" nodeType="withEffect">
                                  <p:stCondLst>
                                    <p:cond delay="0"/>
                                  </p:stCondLst>
                                  <p:childTnLst>
                                    <p:set>
                                      <p:cBhvr>
                                        <p:cTn id="23" dur="1" fill="hold">
                                          <p:stCondLst>
                                            <p:cond delay="0"/>
                                          </p:stCondLst>
                                        </p:cTn>
                                        <p:tgtEl>
                                          <p:spTgt spid="254986"/>
                                        </p:tgtEl>
                                        <p:attrNameLst>
                                          <p:attrName>style.visibility</p:attrName>
                                        </p:attrNameLst>
                                      </p:cBhvr>
                                      <p:to>
                                        <p:strVal val="visible"/>
                                      </p:to>
                                    </p:set>
                                    <p:animEffect transition="in" filter="dissolve">
                                      <p:cBhvr>
                                        <p:cTn id="24" dur="500"/>
                                        <p:tgtEl>
                                          <p:spTgt spid="254986"/>
                                        </p:tgtEl>
                                      </p:cBhvr>
                                    </p:animEffect>
                                  </p:childTnLst>
                                </p:cTn>
                              </p:par>
                              <p:par>
                                <p:cTn id="25" presetID="9" presetClass="entr" presetSubtype="0" fill="hold" nodeType="withEffect">
                                  <p:stCondLst>
                                    <p:cond delay="0"/>
                                  </p:stCondLst>
                                  <p:childTnLst>
                                    <p:set>
                                      <p:cBhvr>
                                        <p:cTn id="26" dur="1" fill="hold">
                                          <p:stCondLst>
                                            <p:cond delay="0"/>
                                          </p:stCondLst>
                                        </p:cTn>
                                        <p:tgtEl>
                                          <p:spTgt spid="254987"/>
                                        </p:tgtEl>
                                        <p:attrNameLst>
                                          <p:attrName>style.visibility</p:attrName>
                                        </p:attrNameLst>
                                      </p:cBhvr>
                                      <p:to>
                                        <p:strVal val="visible"/>
                                      </p:to>
                                    </p:set>
                                    <p:animEffect transition="in" filter="dissolve">
                                      <p:cBhvr>
                                        <p:cTn id="27" dur="500"/>
                                        <p:tgtEl>
                                          <p:spTgt spid="254987"/>
                                        </p:tgtEl>
                                      </p:cBhvr>
                                    </p:animEffect>
                                  </p:childTnLst>
                                </p:cTn>
                              </p:par>
                              <p:par>
                                <p:cTn id="28" presetID="9" presetClass="entr" presetSubtype="0" fill="hold" nodeType="withEffect">
                                  <p:stCondLst>
                                    <p:cond delay="0"/>
                                  </p:stCondLst>
                                  <p:childTnLst>
                                    <p:set>
                                      <p:cBhvr>
                                        <p:cTn id="29" dur="1" fill="hold">
                                          <p:stCondLst>
                                            <p:cond delay="0"/>
                                          </p:stCondLst>
                                        </p:cTn>
                                        <p:tgtEl>
                                          <p:spTgt spid="254985"/>
                                        </p:tgtEl>
                                        <p:attrNameLst>
                                          <p:attrName>style.visibility</p:attrName>
                                        </p:attrNameLst>
                                      </p:cBhvr>
                                      <p:to>
                                        <p:strVal val="visible"/>
                                      </p:to>
                                    </p:set>
                                    <p:animEffect transition="in" filter="dissolve">
                                      <p:cBhvr>
                                        <p:cTn id="30" dur="500"/>
                                        <p:tgtEl>
                                          <p:spTgt spid="25498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54992"/>
                                        </p:tgtEl>
                                        <p:attrNameLst>
                                          <p:attrName>style.visibility</p:attrName>
                                        </p:attrNameLst>
                                      </p:cBhvr>
                                      <p:to>
                                        <p:strVal val="visible"/>
                                      </p:to>
                                    </p:set>
                                    <p:animEffect transition="in" filter="dissolve">
                                      <p:cBhvr>
                                        <p:cTn id="35" dur="500"/>
                                        <p:tgtEl>
                                          <p:spTgt spid="254992"/>
                                        </p:tgtEl>
                                      </p:cBhvr>
                                    </p:animEffect>
                                  </p:childTnLst>
                                </p:cTn>
                              </p:par>
                              <p:par>
                                <p:cTn id="36" presetID="9" presetClass="entr" presetSubtype="0" fill="hold" nodeType="withEffect">
                                  <p:stCondLst>
                                    <p:cond delay="0"/>
                                  </p:stCondLst>
                                  <p:childTnLst>
                                    <p:set>
                                      <p:cBhvr>
                                        <p:cTn id="37" dur="1" fill="hold">
                                          <p:stCondLst>
                                            <p:cond delay="0"/>
                                          </p:stCondLst>
                                        </p:cTn>
                                        <p:tgtEl>
                                          <p:spTgt spid="254990"/>
                                        </p:tgtEl>
                                        <p:attrNameLst>
                                          <p:attrName>style.visibility</p:attrName>
                                        </p:attrNameLst>
                                      </p:cBhvr>
                                      <p:to>
                                        <p:strVal val="visible"/>
                                      </p:to>
                                    </p:set>
                                    <p:animEffect transition="in" filter="dissolve">
                                      <p:cBhvr>
                                        <p:cTn id="38" dur="500"/>
                                        <p:tgtEl>
                                          <p:spTgt spid="254990"/>
                                        </p:tgtEl>
                                      </p:cBhvr>
                                    </p:animEffect>
                                  </p:childTnLst>
                                </p:cTn>
                              </p:par>
                              <p:par>
                                <p:cTn id="39" presetID="9" presetClass="entr" presetSubtype="0" fill="hold" nodeType="withEffect">
                                  <p:stCondLst>
                                    <p:cond delay="0"/>
                                  </p:stCondLst>
                                  <p:childTnLst>
                                    <p:set>
                                      <p:cBhvr>
                                        <p:cTn id="40" dur="1" fill="hold">
                                          <p:stCondLst>
                                            <p:cond delay="0"/>
                                          </p:stCondLst>
                                        </p:cTn>
                                        <p:tgtEl>
                                          <p:spTgt spid="254991"/>
                                        </p:tgtEl>
                                        <p:attrNameLst>
                                          <p:attrName>style.visibility</p:attrName>
                                        </p:attrNameLst>
                                      </p:cBhvr>
                                      <p:to>
                                        <p:strVal val="visible"/>
                                      </p:to>
                                    </p:set>
                                    <p:animEffect transition="in" filter="dissolve">
                                      <p:cBhvr>
                                        <p:cTn id="41" dur="500"/>
                                        <p:tgtEl>
                                          <p:spTgt spid="254991"/>
                                        </p:tgtEl>
                                      </p:cBhvr>
                                    </p:animEffect>
                                  </p:childTnLst>
                                </p:cTn>
                              </p:par>
                              <p:par>
                                <p:cTn id="42" presetID="9" presetClass="entr" presetSubtype="0" fill="hold" nodeType="withEffect">
                                  <p:stCondLst>
                                    <p:cond delay="0"/>
                                  </p:stCondLst>
                                  <p:childTnLst>
                                    <p:set>
                                      <p:cBhvr>
                                        <p:cTn id="43" dur="1" fill="hold">
                                          <p:stCondLst>
                                            <p:cond delay="0"/>
                                          </p:stCondLst>
                                        </p:cTn>
                                        <p:tgtEl>
                                          <p:spTgt spid="254989"/>
                                        </p:tgtEl>
                                        <p:attrNameLst>
                                          <p:attrName>style.visibility</p:attrName>
                                        </p:attrNameLst>
                                      </p:cBhvr>
                                      <p:to>
                                        <p:strVal val="visible"/>
                                      </p:to>
                                    </p:set>
                                    <p:animEffect transition="in" filter="dissolve">
                                      <p:cBhvr>
                                        <p:cTn id="44" dur="500"/>
                                        <p:tgtEl>
                                          <p:spTgt spid="254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3" grpId="0"/>
      <p:bldP spid="254984" grpId="0" animBg="1"/>
      <p:bldP spid="254987" grpId="0" animBg="1"/>
      <p:bldP spid="254988" grpId="0"/>
      <p:bldP spid="254991" grpId="0" animBg="1"/>
      <p:bldP spid="25499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p:cNvSpPr>
          <p:nvPr>
            <p:ph type="body"/>
          </p:nvPr>
        </p:nvSpPr>
        <p:spPr>
          <a:xfrm>
            <a:off x="144463" y="333375"/>
            <a:ext cx="8999537" cy="576263"/>
          </a:xfrm>
        </p:spPr>
        <p:txBody>
          <a:bodyPr vert="horz" wrap="square" lIns="91440" tIns="45720" rIns="91440" bIns="45720" anchor="t" anchorCtr="0"/>
          <a:lstStyle/>
          <a:p>
            <a:pPr eaLnBrk="1" hangingPunct="1">
              <a:lnSpc>
                <a:spcPct val="130000"/>
              </a:lnSpc>
              <a:spcBef>
                <a:spcPct val="0"/>
              </a:spcBef>
            </a:pPr>
            <a:r>
              <a:rPr lang="en-US" altLang="zh-CN" sz="2800" b="1" dirty="0">
                <a:solidFill>
                  <a:srgbClr val="000000"/>
                </a:solidFill>
              </a:rPr>
              <a:t>Voltage - potential difference</a:t>
            </a:r>
          </a:p>
        </p:txBody>
      </p:sp>
      <p:grpSp>
        <p:nvGrpSpPr>
          <p:cNvPr id="257028" name="Group 4"/>
          <p:cNvGrpSpPr/>
          <p:nvPr/>
        </p:nvGrpSpPr>
        <p:grpSpPr>
          <a:xfrm>
            <a:off x="684213" y="2133600"/>
            <a:ext cx="3095625" cy="1412875"/>
            <a:chOff x="3697" y="2045"/>
            <a:chExt cx="1950" cy="958"/>
          </a:xfrm>
        </p:grpSpPr>
        <p:sp>
          <p:nvSpPr>
            <p:cNvPr id="49163" name="Text Box 5"/>
            <p:cNvSpPr txBox="1"/>
            <p:nvPr/>
          </p:nvSpPr>
          <p:spPr>
            <a:xfrm>
              <a:off x="3697" y="2379"/>
              <a:ext cx="1950" cy="624"/>
            </a:xfrm>
            <a:prstGeom prst="rect">
              <a:avLst/>
            </a:prstGeom>
            <a:solidFill>
              <a:srgbClr val="CCFFFF"/>
            </a:solidFill>
            <a:ln w="254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en-US" altLang="zh-CN" sz="2400" b="1" dirty="0">
                  <a:solidFill>
                    <a:srgbClr val="990000"/>
                  </a:solidFill>
                  <a:latin typeface="Times New Roman" panose="02020603050405020304" pitchFamily="18" charset="0"/>
                  <a:ea typeface="楷体_GB2312" pitchFamily="49" charset="-122"/>
                </a:rPr>
                <a:t>Potential difference between P1 and P2</a:t>
              </a:r>
              <a:endParaRPr lang="en-US" altLang="zh-CN" sz="2400" b="1" dirty="0">
                <a:solidFill>
                  <a:srgbClr val="990000"/>
                </a:solidFill>
                <a:latin typeface="Times New Roman" panose="02020603050405020304" pitchFamily="18" charset="0"/>
              </a:endParaRPr>
            </a:p>
          </p:txBody>
        </p:sp>
        <p:sp>
          <p:nvSpPr>
            <p:cNvPr id="49164" name="Line 6"/>
            <p:cNvSpPr/>
            <p:nvPr/>
          </p:nvSpPr>
          <p:spPr>
            <a:xfrm flipH="1" flipV="1">
              <a:off x="4604" y="2045"/>
              <a:ext cx="635" cy="318"/>
            </a:xfrm>
            <a:prstGeom prst="line">
              <a:avLst/>
            </a:prstGeom>
            <a:ln w="28575" cap="flat" cmpd="sng">
              <a:solidFill>
                <a:srgbClr val="FF9900"/>
              </a:solidFill>
              <a:prstDash val="solid"/>
              <a:headEnd type="none" w="med" len="med"/>
              <a:tailEnd type="triangle" w="med" len="med"/>
            </a:ln>
          </p:spPr>
          <p:txBody>
            <a:bodyPr/>
            <a:lstStyle/>
            <a:p>
              <a:endParaRPr lang="zh-CN" altLang="en-US"/>
            </a:p>
          </p:txBody>
        </p:sp>
      </p:grpSp>
      <p:sp>
        <p:nvSpPr>
          <p:cNvPr id="257031" name="Text Box 7"/>
          <p:cNvSpPr txBox="1"/>
          <p:nvPr/>
        </p:nvSpPr>
        <p:spPr>
          <a:xfrm>
            <a:off x="6877050" y="2565400"/>
            <a:ext cx="2016125" cy="923925"/>
          </a:xfrm>
          <a:prstGeom prst="rect">
            <a:avLst/>
          </a:prstGeom>
          <a:solidFill>
            <a:srgbClr val="CCFFFF"/>
          </a:solidFill>
          <a:ln w="28575"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en-US" altLang="zh-CN" sz="2400" b="1" dirty="0">
                <a:solidFill>
                  <a:srgbClr val="990000"/>
                </a:solidFill>
                <a:latin typeface="Times New Roman" panose="02020603050405020304" pitchFamily="18" charset="0"/>
              </a:rPr>
              <a:t>Work by the electric force</a:t>
            </a:r>
          </a:p>
        </p:txBody>
      </p:sp>
      <p:graphicFrame>
        <p:nvGraphicFramePr>
          <p:cNvPr id="257032" name="Object 8"/>
          <p:cNvGraphicFramePr>
            <a:graphicFrameLocks noGrp="1" noChangeAspect="1"/>
          </p:cNvGraphicFramePr>
          <p:nvPr>
            <p:ph hasCustomPrompt="1"/>
          </p:nvPr>
        </p:nvGraphicFramePr>
        <p:xfrm>
          <a:off x="1116013" y="908050"/>
          <a:ext cx="2243137" cy="709613"/>
        </p:xfrm>
        <a:graphic>
          <a:graphicData uri="http://schemas.openxmlformats.org/presentationml/2006/ole">
            <mc:AlternateContent xmlns:mc="http://schemas.openxmlformats.org/markup-compatibility/2006">
              <mc:Choice xmlns:v="urn:schemas-microsoft-com:vml" Requires="v">
                <p:oleObj r:id="rId2" imgW="624840" imgH="144780" progId="Equation.DSMT4">
                  <p:embed/>
                </p:oleObj>
              </mc:Choice>
              <mc:Fallback>
                <p:oleObj r:id="rId2" imgW="624840" imgH="144780" progId="Equation.DSMT4">
                  <p:embed/>
                  <p:pic>
                    <p:nvPicPr>
                      <p:cNvPr id="257032" name="Object 8"/>
                      <p:cNvPicPr/>
                      <p:nvPr/>
                    </p:nvPicPr>
                    <p:blipFill>
                      <a:blip r:embed="rId3">
                        <a:clrChange>
                          <a:clrFrom>
                            <a:srgbClr val="000000"/>
                          </a:clrFrom>
                          <a:clrTo>
                            <a:srgbClr val="000000"/>
                          </a:clrTo>
                        </a:clrChange>
                      </a:blip>
                      <a:srcRect/>
                      <a:stretch>
                        <a:fillRect/>
                      </a:stretch>
                    </p:blipFill>
                    <p:spPr>
                      <a:xfrm>
                        <a:off x="1116013" y="908050"/>
                        <a:ext cx="2243137" cy="709613"/>
                      </a:xfrm>
                      <a:prstGeom prst="rect">
                        <a:avLst/>
                      </a:prstGeom>
                      <a:noFill/>
                      <a:ln w="38100">
                        <a:miter/>
                      </a:ln>
                    </p:spPr>
                  </p:pic>
                </p:oleObj>
              </mc:Fallback>
            </mc:AlternateContent>
          </a:graphicData>
        </a:graphic>
      </p:graphicFrame>
      <p:sp>
        <p:nvSpPr>
          <p:cNvPr id="257033" name="Line 9"/>
          <p:cNvSpPr/>
          <p:nvPr/>
        </p:nvSpPr>
        <p:spPr>
          <a:xfrm flipH="1" flipV="1">
            <a:off x="7450138" y="2205038"/>
            <a:ext cx="217487" cy="360362"/>
          </a:xfrm>
          <a:prstGeom prst="line">
            <a:avLst/>
          </a:prstGeom>
          <a:ln w="38100" cap="flat" cmpd="sng">
            <a:solidFill>
              <a:srgbClr val="FF7C80"/>
            </a:solidFill>
            <a:prstDash val="solid"/>
            <a:headEnd type="none" w="med" len="med"/>
            <a:tailEnd type="triangle" w="med" len="med"/>
          </a:ln>
        </p:spPr>
        <p:txBody>
          <a:bodyPr/>
          <a:lstStyle/>
          <a:p>
            <a:endParaRPr lang="zh-CN" altLang="en-US"/>
          </a:p>
        </p:txBody>
      </p:sp>
      <p:pic>
        <p:nvPicPr>
          <p:cNvPr id="49160" name="Picture 11"/>
          <p:cNvPicPr>
            <a:picLocks noChangeAspect="1"/>
          </p:cNvPicPr>
          <p:nvPr/>
        </p:nvPicPr>
        <p:blipFill>
          <a:blip r:embed="rId4"/>
          <a:stretch>
            <a:fillRect/>
          </a:stretch>
        </p:blipFill>
        <p:spPr>
          <a:xfrm>
            <a:off x="179388" y="3573463"/>
            <a:ext cx="4608512" cy="2773362"/>
          </a:xfrm>
          <a:prstGeom prst="rect">
            <a:avLst/>
          </a:prstGeom>
          <a:noFill/>
          <a:ln w="9525">
            <a:noFill/>
          </a:ln>
        </p:spPr>
      </p:pic>
      <p:pic>
        <p:nvPicPr>
          <p:cNvPr id="11" name="Picture 2"/>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
        <p:nvSpPr>
          <p:cNvPr id="257037" name="Text Box 13"/>
          <p:cNvSpPr txBox="1"/>
          <p:nvPr/>
        </p:nvSpPr>
        <p:spPr>
          <a:xfrm>
            <a:off x="5003800" y="4149725"/>
            <a:ext cx="381635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CC"/>
                </a:solidFill>
              </a:rPr>
              <a:t>Q: Choosing different integral path will change the result of voltage?</a:t>
            </a:r>
            <a:r>
              <a:rPr lang="en-US" altLang="zh-CN" sz="1800" dirty="0">
                <a:solidFill>
                  <a:srgbClr val="0000CC"/>
                </a:solidFill>
              </a:rPr>
              <a:t> </a:t>
            </a:r>
          </a:p>
        </p:txBody>
      </p:sp>
      <p:graphicFrame>
        <p:nvGraphicFramePr>
          <p:cNvPr id="2" name="对象 1">
            <a:hlinkClick r:id="" action="ppaction://ole?verb=0"/>
          </p:cNvPr>
          <p:cNvGraphicFramePr>
            <a:graphicFrameLocks noChangeAspect="1"/>
          </p:cNvGraphicFramePr>
          <p:nvPr/>
        </p:nvGraphicFramePr>
        <p:xfrm>
          <a:off x="828040" y="1484630"/>
          <a:ext cx="7178675" cy="905510"/>
        </p:xfrm>
        <a:graphic>
          <a:graphicData uri="http://schemas.openxmlformats.org/presentationml/2006/ole">
            <mc:AlternateContent xmlns:mc="http://schemas.openxmlformats.org/markup-compatibility/2006">
              <mc:Choice xmlns:v="urn:schemas-microsoft-com:vml" Requires="v">
                <p:oleObj r:id="rId6" imgW="2819400" imgH="355600" progId="Equation.DSMT4">
                  <p:embed/>
                </p:oleObj>
              </mc:Choice>
              <mc:Fallback>
                <p:oleObj r:id="rId6" imgW="2819400" imgH="355600" progId="Equation.DSMT4">
                  <p:embed/>
                  <p:pic>
                    <p:nvPicPr>
                      <p:cNvPr id="2" name="对象 1">
                        <a:hlinkClick r:id="" action="ppaction://ole?verb=0"/>
                      </p:cNvPr>
                      <p:cNvPicPr/>
                      <p:nvPr/>
                    </p:nvPicPr>
                    <p:blipFill>
                      <a:blip r:embed="rId7"/>
                      <a:stretch>
                        <a:fillRect/>
                      </a:stretch>
                    </p:blipFill>
                    <p:spPr>
                      <a:xfrm>
                        <a:off x="828040" y="1484630"/>
                        <a:ext cx="7178675" cy="9055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7032"/>
                                        </p:tgtEl>
                                        <p:attrNameLst>
                                          <p:attrName>style.visibility</p:attrName>
                                        </p:attrNameLst>
                                      </p:cBhvr>
                                      <p:to>
                                        <p:strVal val="visible"/>
                                      </p:to>
                                    </p:set>
                                    <p:animEffect transition="in" filter="blinds(horizontal)">
                                      <p:cBhvr>
                                        <p:cTn id="7" dur="500"/>
                                        <p:tgtEl>
                                          <p:spTgt spid="2570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57028"/>
                                        </p:tgtEl>
                                        <p:attrNameLst>
                                          <p:attrName>style.visibility</p:attrName>
                                        </p:attrNameLst>
                                      </p:cBhvr>
                                      <p:to>
                                        <p:strVal val="visible"/>
                                      </p:to>
                                    </p:set>
                                    <p:animEffect transition="in" filter="dissolve">
                                      <p:cBhvr>
                                        <p:cTn id="12" dur="500"/>
                                        <p:tgtEl>
                                          <p:spTgt spid="2570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7033"/>
                                        </p:tgtEl>
                                        <p:attrNameLst>
                                          <p:attrName>style.visibility</p:attrName>
                                        </p:attrNameLst>
                                      </p:cBhvr>
                                      <p:to>
                                        <p:strVal val="visible"/>
                                      </p:to>
                                    </p:set>
                                    <p:animEffect transition="in" filter="dissolve">
                                      <p:cBhvr>
                                        <p:cTn id="17" dur="500"/>
                                        <p:tgtEl>
                                          <p:spTgt spid="257033"/>
                                        </p:tgtEl>
                                      </p:cBhvr>
                                    </p:animEffect>
                                  </p:childTnLst>
                                </p:cTn>
                              </p:par>
                              <p:par>
                                <p:cTn id="18" presetID="9" presetClass="entr" presetSubtype="0" fill="hold" nodeType="withEffect">
                                  <p:stCondLst>
                                    <p:cond delay="0"/>
                                  </p:stCondLst>
                                  <p:childTnLst>
                                    <p:set>
                                      <p:cBhvr>
                                        <p:cTn id="19" dur="1" fill="hold">
                                          <p:stCondLst>
                                            <p:cond delay="0"/>
                                          </p:stCondLst>
                                        </p:cTn>
                                        <p:tgtEl>
                                          <p:spTgt spid="257031"/>
                                        </p:tgtEl>
                                        <p:attrNameLst>
                                          <p:attrName>style.visibility</p:attrName>
                                        </p:attrNameLst>
                                      </p:cBhvr>
                                      <p:to>
                                        <p:strVal val="visible"/>
                                      </p:to>
                                    </p:set>
                                    <p:animEffect transition="in" filter="dissolve">
                                      <p:cBhvr>
                                        <p:cTn id="20" dur="500"/>
                                        <p:tgtEl>
                                          <p:spTgt spid="257031"/>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7037"/>
                                        </p:tgtEl>
                                        <p:attrNameLst>
                                          <p:attrName>style.visibility</p:attrName>
                                        </p:attrNameLst>
                                      </p:cBhvr>
                                      <p:to>
                                        <p:strVal val="visible"/>
                                      </p:to>
                                    </p:set>
                                    <p:anim calcmode="lin" valueType="num">
                                      <p:cBhvr additive="base">
                                        <p:cTn id="25" dur="500" fill="hold"/>
                                        <p:tgtEl>
                                          <p:spTgt spid="257037"/>
                                        </p:tgtEl>
                                        <p:attrNameLst>
                                          <p:attrName>ppt_x</p:attrName>
                                        </p:attrNameLst>
                                      </p:cBhvr>
                                      <p:tavLst>
                                        <p:tav tm="0">
                                          <p:val>
                                            <p:strVal val="#ppt_x"/>
                                          </p:val>
                                        </p:tav>
                                        <p:tav tm="100000">
                                          <p:val>
                                            <p:strVal val="#ppt_x"/>
                                          </p:val>
                                        </p:tav>
                                      </p:tavLst>
                                    </p:anim>
                                    <p:anim calcmode="lin" valueType="num">
                                      <p:cBhvr additive="base">
                                        <p:cTn id="26" dur="500" fill="hold"/>
                                        <p:tgtEl>
                                          <p:spTgt spid="2570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1" grpId="0" animBg="1"/>
      <p:bldP spid="25703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2"/>
          <p:cNvSpPr txBox="1"/>
          <p:nvPr/>
        </p:nvSpPr>
        <p:spPr>
          <a:xfrm>
            <a:off x="108585" y="765175"/>
            <a:ext cx="8749030" cy="10502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latin typeface="Times New Roman" panose="02020603050405020304" pitchFamily="18" charset="0"/>
                <a:ea typeface="楷体_GB2312" pitchFamily="49" charset="-122"/>
              </a:rPr>
              <a:t>  Electrostatic potential is not unique, could be different with a constant value;</a:t>
            </a:r>
          </a:p>
        </p:txBody>
      </p:sp>
      <p:sp>
        <p:nvSpPr>
          <p:cNvPr id="258051" name="Text Box 3"/>
          <p:cNvSpPr txBox="1"/>
          <p:nvPr/>
        </p:nvSpPr>
        <p:spPr>
          <a:xfrm>
            <a:off x="395288" y="3752850"/>
            <a:ext cx="1803400" cy="835025"/>
          </a:xfrm>
          <a:prstGeom prst="rect">
            <a:avLst/>
          </a:prstGeom>
          <a:noFill/>
          <a:ln w="28575"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30000"/>
              </a:lnSpc>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Choose reference point</a:t>
            </a:r>
          </a:p>
        </p:txBody>
      </p:sp>
      <p:sp>
        <p:nvSpPr>
          <p:cNvPr id="258052" name="Line 4"/>
          <p:cNvSpPr/>
          <p:nvPr/>
        </p:nvSpPr>
        <p:spPr>
          <a:xfrm>
            <a:off x="2198688" y="4071938"/>
            <a:ext cx="517525" cy="4762"/>
          </a:xfrm>
          <a:prstGeom prst="line">
            <a:avLst/>
          </a:prstGeom>
          <a:ln w="28575" cap="flat" cmpd="sng">
            <a:solidFill>
              <a:srgbClr val="FF9900"/>
            </a:solidFill>
            <a:prstDash val="solid"/>
            <a:headEnd type="none" w="med" len="med"/>
            <a:tailEnd type="triangle" w="med" len="med"/>
          </a:ln>
        </p:spPr>
        <p:txBody>
          <a:bodyPr/>
          <a:lstStyle/>
          <a:p>
            <a:endParaRPr lang="zh-CN" altLang="en-US"/>
          </a:p>
        </p:txBody>
      </p:sp>
      <p:sp>
        <p:nvSpPr>
          <p:cNvPr id="258053" name="Text Box 5"/>
          <p:cNvSpPr txBox="1"/>
          <p:nvPr/>
        </p:nvSpPr>
        <p:spPr>
          <a:xfrm>
            <a:off x="2700338" y="3700463"/>
            <a:ext cx="2447925" cy="952500"/>
          </a:xfrm>
          <a:prstGeom prst="rect">
            <a:avLst/>
          </a:prstGeom>
          <a:noFill/>
          <a:ln w="28575"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30000"/>
              </a:lnSpc>
              <a:spcBef>
                <a:spcPct val="0"/>
              </a:spcBef>
              <a:buClrTx/>
              <a:buSzTx/>
              <a:buFontTx/>
              <a:buNone/>
            </a:pPr>
            <a:r>
              <a:rPr lang="en-US" altLang="zh-CN" sz="1800" b="1" dirty="0">
                <a:solidFill>
                  <a:srgbClr val="0000CC"/>
                </a:solidFill>
                <a:latin typeface="Times New Roman" panose="02020603050405020304" pitchFamily="18" charset="0"/>
                <a:ea typeface="楷体_GB2312" pitchFamily="49" charset="-122"/>
              </a:rPr>
              <a:t>Set the reference point as zero potential</a:t>
            </a:r>
            <a:r>
              <a:rPr lang="en-US" altLang="zh-CN" sz="2400" b="1" dirty="0">
                <a:solidFill>
                  <a:srgbClr val="0000CC"/>
                </a:solidFill>
                <a:latin typeface="Verdana" panose="020B0604030504040204" pitchFamily="34" charset="0"/>
                <a:ea typeface="楷体_GB2312" pitchFamily="49" charset="-122"/>
              </a:rPr>
              <a:t> </a:t>
            </a:r>
          </a:p>
        </p:txBody>
      </p:sp>
      <p:sp>
        <p:nvSpPr>
          <p:cNvPr id="258054" name="Text Box 6"/>
          <p:cNvSpPr txBox="1"/>
          <p:nvPr/>
        </p:nvSpPr>
        <p:spPr>
          <a:xfrm>
            <a:off x="5652135" y="3872865"/>
            <a:ext cx="2895600" cy="450850"/>
          </a:xfrm>
          <a:prstGeom prst="rect">
            <a:avLst/>
          </a:prstGeom>
          <a:noFill/>
          <a:ln w="28575"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ctr" eaLnBrk="1" hangingPunct="1">
              <a:lnSpc>
                <a:spcPct val="130000"/>
              </a:lnSpc>
              <a:buClrTx/>
              <a:buSzTx/>
              <a:buFontTx/>
              <a:buNone/>
            </a:pPr>
            <a:r>
              <a:rPr lang="en-US" altLang="zh-CN" sz="1800" b="1" dirty="0">
                <a:solidFill>
                  <a:srgbClr val="0000CC"/>
                </a:solidFill>
                <a:latin typeface="Times New Roman" panose="02020603050405020304" pitchFamily="18" charset="0"/>
                <a:ea typeface="楷体_GB2312" pitchFamily="49" charset="-122"/>
              </a:rPr>
              <a:t>Determine the potential</a:t>
            </a:r>
          </a:p>
        </p:txBody>
      </p:sp>
      <p:sp>
        <p:nvSpPr>
          <p:cNvPr id="258055" name="Line 7"/>
          <p:cNvSpPr/>
          <p:nvPr/>
        </p:nvSpPr>
        <p:spPr>
          <a:xfrm>
            <a:off x="5148263" y="4076700"/>
            <a:ext cx="495300" cy="0"/>
          </a:xfrm>
          <a:prstGeom prst="line">
            <a:avLst/>
          </a:prstGeom>
          <a:ln w="28575" cap="flat" cmpd="sng">
            <a:solidFill>
              <a:srgbClr val="FF9900"/>
            </a:solidFill>
            <a:prstDash val="solid"/>
            <a:headEnd type="none" w="med" len="med"/>
            <a:tailEnd type="triangle" w="med" len="med"/>
          </a:ln>
        </p:spPr>
        <p:txBody>
          <a:bodyPr/>
          <a:lstStyle/>
          <a:p>
            <a:endParaRPr lang="zh-CN" altLang="en-US"/>
          </a:p>
        </p:txBody>
      </p:sp>
      <p:sp>
        <p:nvSpPr>
          <p:cNvPr id="258056" name="Text Box 8"/>
          <p:cNvSpPr txBox="1"/>
          <p:nvPr/>
        </p:nvSpPr>
        <p:spPr>
          <a:xfrm>
            <a:off x="109220" y="4725035"/>
            <a:ext cx="7702550" cy="20097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
                <a:schemeClr val="bg1"/>
              </a:buClr>
              <a:buSzTx/>
              <a:buFont typeface="Wingdings" panose="05000000000000000000" pitchFamily="2" charset="2"/>
              <a:buNone/>
            </a:pPr>
            <a:r>
              <a:rPr lang="en-US" altLang="zh-CN" sz="2400" b="1" dirty="0">
                <a:solidFill>
                  <a:srgbClr val="000000"/>
                </a:solidFill>
                <a:ea typeface="楷体_GB2312" pitchFamily="49" charset="-122"/>
              </a:rPr>
              <a:t>The principle to choose a reference point</a:t>
            </a:r>
          </a:p>
          <a:p>
            <a:pPr marL="0" lvl="0" indent="0" algn="just" eaLnBrk="1" hangingPunct="1">
              <a:lnSpc>
                <a:spcPct val="130000"/>
              </a:lnSpc>
              <a:spcBef>
                <a:spcPct val="0"/>
              </a:spcBef>
              <a:buClr>
                <a:schemeClr val="bg1"/>
              </a:buClr>
              <a:buSzTx/>
              <a:buFont typeface="Wingdings" panose="05000000000000000000" pitchFamily="2" charset="2"/>
              <a:buNone/>
            </a:pPr>
            <a:r>
              <a:rPr lang="en-US" altLang="zh-CN" sz="2400" b="1" dirty="0">
                <a:solidFill>
                  <a:srgbClr val="000000"/>
                </a:solidFill>
                <a:latin typeface="Times New Roman" panose="02020603050405020304" pitchFamily="18" charset="0"/>
              </a:rPr>
              <a:t>The potential expressions is meaningful</a:t>
            </a:r>
            <a:r>
              <a:rPr lang="en-US" altLang="zh-CN" sz="2400" b="1" dirty="0">
                <a:solidFill>
                  <a:srgbClr val="000000"/>
                </a:solidFill>
                <a:latin typeface="Times New Roman" panose="02020603050405020304" pitchFamily="18" charset="0"/>
                <a:ea typeface="楷体_GB2312" pitchFamily="49" charset="-122"/>
              </a:rPr>
              <a:t>;</a:t>
            </a:r>
          </a:p>
          <a:p>
            <a:pPr marL="0" lvl="0" indent="0" algn="just" eaLnBrk="1" hangingPunct="1">
              <a:lnSpc>
                <a:spcPct val="130000"/>
              </a:lnSpc>
              <a:spcBef>
                <a:spcPct val="0"/>
              </a:spcBef>
              <a:buClr>
                <a:schemeClr val="bg1"/>
              </a:buClr>
              <a:buSzTx/>
              <a:buFont typeface="Wingdings" panose="05000000000000000000" pitchFamily="2" charset="2"/>
              <a:buNone/>
            </a:pPr>
            <a:r>
              <a:rPr lang="en-US" altLang="zh-CN" sz="2400" b="1" dirty="0">
                <a:solidFill>
                  <a:srgbClr val="000000"/>
                </a:solidFill>
                <a:latin typeface="Times New Roman" panose="02020603050405020304" pitchFamily="18" charset="0"/>
              </a:rPr>
              <a:t>The potential expressions is the simplest</a:t>
            </a:r>
            <a:r>
              <a:rPr lang="en-US" altLang="zh-CN" sz="2400" b="1" dirty="0">
                <a:solidFill>
                  <a:srgbClr val="000000"/>
                </a:solidFill>
                <a:latin typeface="Times New Roman" panose="02020603050405020304" pitchFamily="18" charset="0"/>
                <a:ea typeface="楷体_GB2312" pitchFamily="49" charset="-122"/>
              </a:rPr>
              <a:t>;</a:t>
            </a:r>
          </a:p>
          <a:p>
            <a:pPr marL="0" lvl="0" indent="0" algn="just" eaLnBrk="1" hangingPunct="1">
              <a:lnSpc>
                <a:spcPct val="130000"/>
              </a:lnSpc>
              <a:spcBef>
                <a:spcPct val="0"/>
              </a:spcBef>
              <a:buClr>
                <a:schemeClr val="bg1"/>
              </a:buClr>
              <a:buSzTx/>
              <a:buFont typeface="Wingdings" panose="05000000000000000000" pitchFamily="2" charset="2"/>
              <a:buNone/>
            </a:pPr>
            <a:r>
              <a:rPr lang="en-US" altLang="zh-CN" sz="2400" b="1" dirty="0">
                <a:solidFill>
                  <a:srgbClr val="000000"/>
                </a:solidFill>
                <a:latin typeface="Times New Roman" panose="02020603050405020304" pitchFamily="18" charset="0"/>
                <a:ea typeface="楷体_GB2312" pitchFamily="49" charset="-122"/>
              </a:rPr>
              <a:t>Only one reference point for one problem.</a:t>
            </a:r>
          </a:p>
        </p:txBody>
      </p:sp>
      <p:sp>
        <p:nvSpPr>
          <p:cNvPr id="50185" name="Rectangle 11"/>
          <p:cNvSpPr>
            <a:spLocks noRot="1"/>
          </p:cNvSpPr>
          <p:nvPr/>
        </p:nvSpPr>
        <p:spPr>
          <a:xfrm>
            <a:off x="144463" y="188913"/>
            <a:ext cx="8999537" cy="5762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pPr>
            <a:r>
              <a:rPr lang="en-US" altLang="zh-CN" sz="2800" b="1" dirty="0">
                <a:solidFill>
                  <a:srgbClr val="000000"/>
                </a:solidFill>
              </a:rPr>
              <a:t>Potential reference point </a:t>
            </a:r>
          </a:p>
        </p:txBody>
      </p:sp>
      <p:sp>
        <p:nvSpPr>
          <p:cNvPr id="258060" name="Text Box 12"/>
          <p:cNvSpPr txBox="1"/>
          <p:nvPr/>
        </p:nvSpPr>
        <p:spPr>
          <a:xfrm>
            <a:off x="108585" y="1700530"/>
            <a:ext cx="8591550" cy="10502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To determine the potential of a point by choosing a reference point</a:t>
            </a: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
        <p:nvSpPr>
          <p:cNvPr id="258062" name="Text Box 14"/>
          <p:cNvSpPr txBox="1"/>
          <p:nvPr/>
        </p:nvSpPr>
        <p:spPr>
          <a:xfrm>
            <a:off x="108585" y="2565400"/>
            <a:ext cx="9077325" cy="10502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latin typeface="Times New Roman" panose="02020603050405020304" pitchFamily="18" charset="0"/>
                <a:ea typeface="楷体_GB2312" pitchFamily="49" charset="-122"/>
              </a:rPr>
              <a:t> The potential difference between any two points is independent of the reference point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8050"/>
                                        </p:tgtEl>
                                        <p:attrNameLst>
                                          <p:attrName>style.visibility</p:attrName>
                                        </p:attrNameLst>
                                      </p:cBhvr>
                                      <p:to>
                                        <p:strVal val="visible"/>
                                      </p:to>
                                    </p:set>
                                    <p:animEffect transition="in" filter="blinds(horizontal)">
                                      <p:cBhvr>
                                        <p:cTn id="7" dur="500"/>
                                        <p:tgtEl>
                                          <p:spTgt spid="2580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8060"/>
                                        </p:tgtEl>
                                        <p:attrNameLst>
                                          <p:attrName>style.visibility</p:attrName>
                                        </p:attrNameLst>
                                      </p:cBhvr>
                                      <p:to>
                                        <p:strVal val="visible"/>
                                      </p:to>
                                    </p:set>
                                    <p:animEffect transition="in" filter="blinds(horizontal)">
                                      <p:cBhvr>
                                        <p:cTn id="12" dur="500"/>
                                        <p:tgtEl>
                                          <p:spTgt spid="2580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8062"/>
                                        </p:tgtEl>
                                        <p:attrNameLst>
                                          <p:attrName>style.visibility</p:attrName>
                                        </p:attrNameLst>
                                      </p:cBhvr>
                                      <p:to>
                                        <p:strVal val="visible"/>
                                      </p:to>
                                    </p:set>
                                    <p:animEffect transition="in" filter="blinds(horizontal)">
                                      <p:cBhvr>
                                        <p:cTn id="17" dur="500"/>
                                        <p:tgtEl>
                                          <p:spTgt spid="2580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8051"/>
                                        </p:tgtEl>
                                        <p:attrNameLst>
                                          <p:attrName>style.visibility</p:attrName>
                                        </p:attrNameLst>
                                      </p:cBhvr>
                                      <p:to>
                                        <p:strVal val="visible"/>
                                      </p:to>
                                    </p:set>
                                    <p:animEffect transition="in" filter="dissolve">
                                      <p:cBhvr>
                                        <p:cTn id="22" dur="500"/>
                                        <p:tgtEl>
                                          <p:spTgt spid="25805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8052"/>
                                        </p:tgtEl>
                                        <p:attrNameLst>
                                          <p:attrName>style.visibility</p:attrName>
                                        </p:attrNameLst>
                                      </p:cBhvr>
                                      <p:to>
                                        <p:strVal val="visible"/>
                                      </p:to>
                                    </p:set>
                                    <p:animEffect transition="in" filter="dissolve">
                                      <p:cBhvr>
                                        <p:cTn id="27" dur="500"/>
                                        <p:tgtEl>
                                          <p:spTgt spid="258052"/>
                                        </p:tgtEl>
                                      </p:cBhvr>
                                    </p:animEffect>
                                  </p:childTnLst>
                                </p:cTn>
                              </p:par>
                              <p:par>
                                <p:cTn id="28" presetID="9" presetClass="entr" presetSubtype="0" fill="hold" nodeType="withEffect">
                                  <p:stCondLst>
                                    <p:cond delay="0"/>
                                  </p:stCondLst>
                                  <p:childTnLst>
                                    <p:set>
                                      <p:cBhvr>
                                        <p:cTn id="29" dur="1" fill="hold">
                                          <p:stCondLst>
                                            <p:cond delay="0"/>
                                          </p:stCondLst>
                                        </p:cTn>
                                        <p:tgtEl>
                                          <p:spTgt spid="258053"/>
                                        </p:tgtEl>
                                        <p:attrNameLst>
                                          <p:attrName>style.visibility</p:attrName>
                                        </p:attrNameLst>
                                      </p:cBhvr>
                                      <p:to>
                                        <p:strVal val="visible"/>
                                      </p:to>
                                    </p:set>
                                    <p:animEffect transition="in" filter="dissolve">
                                      <p:cBhvr>
                                        <p:cTn id="30" dur="500"/>
                                        <p:tgtEl>
                                          <p:spTgt spid="25805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58055"/>
                                        </p:tgtEl>
                                        <p:attrNameLst>
                                          <p:attrName>style.visibility</p:attrName>
                                        </p:attrNameLst>
                                      </p:cBhvr>
                                      <p:to>
                                        <p:strVal val="visible"/>
                                      </p:to>
                                    </p:set>
                                    <p:animEffect transition="in" filter="dissolve">
                                      <p:cBhvr>
                                        <p:cTn id="35" dur="500"/>
                                        <p:tgtEl>
                                          <p:spTgt spid="258055"/>
                                        </p:tgtEl>
                                      </p:cBhvr>
                                    </p:animEffect>
                                  </p:childTnLst>
                                </p:cTn>
                              </p:par>
                              <p:par>
                                <p:cTn id="36" presetID="9" presetClass="entr" presetSubtype="0" fill="hold" nodeType="withEffect">
                                  <p:stCondLst>
                                    <p:cond delay="0"/>
                                  </p:stCondLst>
                                  <p:childTnLst>
                                    <p:set>
                                      <p:cBhvr>
                                        <p:cTn id="37" dur="1" fill="hold">
                                          <p:stCondLst>
                                            <p:cond delay="0"/>
                                          </p:stCondLst>
                                        </p:cTn>
                                        <p:tgtEl>
                                          <p:spTgt spid="258054"/>
                                        </p:tgtEl>
                                        <p:attrNameLst>
                                          <p:attrName>style.visibility</p:attrName>
                                        </p:attrNameLst>
                                      </p:cBhvr>
                                      <p:to>
                                        <p:strVal val="visible"/>
                                      </p:to>
                                    </p:set>
                                    <p:animEffect transition="in" filter="dissolve">
                                      <p:cBhvr>
                                        <p:cTn id="38" dur="500"/>
                                        <p:tgtEl>
                                          <p:spTgt spid="258054"/>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58056"/>
                                        </p:tgtEl>
                                        <p:attrNameLst>
                                          <p:attrName>style.visibility</p:attrName>
                                        </p:attrNameLst>
                                      </p:cBhvr>
                                      <p:to>
                                        <p:strVal val="visible"/>
                                      </p:to>
                                    </p:set>
                                    <p:animEffect transition="in" filter="dissolve">
                                      <p:cBhvr>
                                        <p:cTn id="43" dur="500"/>
                                        <p:tgtEl>
                                          <p:spTgt spid="258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p:bldP spid="258051" grpId="0" animBg="1"/>
      <p:bldP spid="258053" grpId="0" animBg="1"/>
      <p:bldP spid="258054" grpId="0" animBg="1"/>
      <p:bldP spid="258056" grpId="0"/>
      <p:bldP spid="258060" grpId="0"/>
      <p:bldP spid="25806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Text Box 3"/>
          <p:cNvSpPr txBox="1"/>
          <p:nvPr/>
        </p:nvSpPr>
        <p:spPr>
          <a:xfrm>
            <a:off x="276225" y="1171575"/>
            <a:ext cx="5591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b" hangingPunct="1">
              <a:spcBef>
                <a:spcPct val="0"/>
              </a:spcBef>
              <a:buClrTx/>
              <a:buSzTx/>
              <a:buFontTx/>
              <a:buNone/>
            </a:pPr>
            <a:r>
              <a:rPr lang="en-US" altLang="zh-CN" sz="2400" b="1" dirty="0">
                <a:solidFill>
                  <a:srgbClr val="000000"/>
                </a:solidFill>
                <a:latin typeface="Times New Roman" panose="02020603050405020304" pitchFamily="18" charset="0"/>
                <a:ea typeface="幼圆" panose="02010509060101010101" pitchFamily="49" charset="-122"/>
              </a:rPr>
              <a:t>Solution: </a:t>
            </a:r>
            <a:r>
              <a:rPr lang="en-US" altLang="zh-CN" sz="2400" b="1" dirty="0">
                <a:solidFill>
                  <a:srgbClr val="000000"/>
                </a:solidFill>
                <a:latin typeface="Times New Roman" panose="02020603050405020304" pitchFamily="18" charset="0"/>
                <a:ea typeface="楷体_GB2312" pitchFamily="49" charset="-122"/>
              </a:rPr>
              <a:t>In the spherical system</a:t>
            </a:r>
          </a:p>
        </p:txBody>
      </p:sp>
      <p:graphicFrame>
        <p:nvGraphicFramePr>
          <p:cNvPr id="259076" name="Object 4"/>
          <p:cNvGraphicFramePr>
            <a:graphicFrameLocks noChangeAspect="1"/>
          </p:cNvGraphicFramePr>
          <p:nvPr/>
        </p:nvGraphicFramePr>
        <p:xfrm>
          <a:off x="814388" y="1630363"/>
          <a:ext cx="4514850" cy="862012"/>
        </p:xfrm>
        <a:graphic>
          <a:graphicData uri="http://schemas.openxmlformats.org/presentationml/2006/ole">
            <mc:AlternateContent xmlns:mc="http://schemas.openxmlformats.org/markup-compatibility/2006">
              <mc:Choice xmlns:v="urn:schemas-microsoft-com:vml" Requires="v">
                <p:oleObj r:id="rId2" imgW="1875155" imgH="283845" progId="Equation.DSMT4">
                  <p:embed/>
                </p:oleObj>
              </mc:Choice>
              <mc:Fallback>
                <p:oleObj r:id="rId2" imgW="1875155" imgH="283845" progId="Equation.DSMT4">
                  <p:embed/>
                  <p:pic>
                    <p:nvPicPr>
                      <p:cNvPr id="259076" name="Object 4"/>
                      <p:cNvPicPr/>
                      <p:nvPr/>
                    </p:nvPicPr>
                    <p:blipFill>
                      <a:blip r:embed="rId3">
                        <a:clrChange>
                          <a:clrFrom>
                            <a:srgbClr val="000000"/>
                          </a:clrFrom>
                          <a:clrTo>
                            <a:srgbClr val="000000"/>
                          </a:clrTo>
                        </a:clrChange>
                      </a:blip>
                      <a:stretch>
                        <a:fillRect/>
                      </a:stretch>
                    </p:blipFill>
                    <p:spPr>
                      <a:xfrm>
                        <a:off x="814388" y="1630363"/>
                        <a:ext cx="4514850" cy="862012"/>
                      </a:xfrm>
                      <a:prstGeom prst="rect">
                        <a:avLst/>
                      </a:prstGeom>
                      <a:noFill/>
                      <a:ln w="38100">
                        <a:noFill/>
                        <a:miter/>
                      </a:ln>
                    </p:spPr>
                  </p:pic>
                </p:oleObj>
              </mc:Fallback>
            </mc:AlternateContent>
          </a:graphicData>
        </a:graphic>
      </p:graphicFrame>
      <p:graphicFrame>
        <p:nvGraphicFramePr>
          <p:cNvPr id="259077" name="Object 5"/>
          <p:cNvGraphicFramePr>
            <a:graphicFrameLocks noChangeAspect="1"/>
          </p:cNvGraphicFramePr>
          <p:nvPr/>
        </p:nvGraphicFramePr>
        <p:xfrm>
          <a:off x="1187450" y="2686050"/>
          <a:ext cx="3889375" cy="1247775"/>
        </p:xfrm>
        <a:graphic>
          <a:graphicData uri="http://schemas.openxmlformats.org/presentationml/2006/ole">
            <mc:AlternateContent xmlns:mc="http://schemas.openxmlformats.org/markup-compatibility/2006">
              <mc:Choice xmlns:v="urn:schemas-microsoft-com:vml" Requires="v">
                <p:oleObj r:id="rId4" imgW="1481455" imgH="405130" progId="Equation.DSMT4">
                  <p:embed/>
                </p:oleObj>
              </mc:Choice>
              <mc:Fallback>
                <p:oleObj r:id="rId4" imgW="1481455" imgH="405130" progId="Equation.DSMT4">
                  <p:embed/>
                  <p:pic>
                    <p:nvPicPr>
                      <p:cNvPr id="259077" name="Object 5"/>
                      <p:cNvPicPr/>
                      <p:nvPr/>
                    </p:nvPicPr>
                    <p:blipFill>
                      <a:blip r:embed="rId5">
                        <a:clrChange>
                          <a:clrFrom>
                            <a:srgbClr val="000000"/>
                          </a:clrFrom>
                          <a:clrTo>
                            <a:srgbClr val="000000"/>
                          </a:clrTo>
                        </a:clrChange>
                      </a:blip>
                      <a:stretch>
                        <a:fillRect/>
                      </a:stretch>
                    </p:blipFill>
                    <p:spPr>
                      <a:xfrm>
                        <a:off x="1187450" y="2686050"/>
                        <a:ext cx="3889375" cy="1247775"/>
                      </a:xfrm>
                      <a:prstGeom prst="rect">
                        <a:avLst/>
                      </a:prstGeom>
                      <a:noFill/>
                      <a:ln w="38100">
                        <a:noFill/>
                        <a:miter/>
                      </a:ln>
                    </p:spPr>
                  </p:pic>
                </p:oleObj>
              </mc:Fallback>
            </mc:AlternateContent>
          </a:graphicData>
        </a:graphic>
      </p:graphicFrame>
      <p:graphicFrame>
        <p:nvGraphicFramePr>
          <p:cNvPr id="259078" name="Object 6"/>
          <p:cNvGraphicFramePr>
            <a:graphicFrameLocks noChangeAspect="1"/>
          </p:cNvGraphicFramePr>
          <p:nvPr/>
        </p:nvGraphicFramePr>
        <p:xfrm>
          <a:off x="6913563" y="3865563"/>
          <a:ext cx="1906587" cy="787400"/>
        </p:xfrm>
        <a:graphic>
          <a:graphicData uri="http://schemas.openxmlformats.org/presentationml/2006/ole">
            <mc:AlternateContent xmlns:mc="http://schemas.openxmlformats.org/markup-compatibility/2006">
              <mc:Choice xmlns:v="urn:schemas-microsoft-com:vml" Requires="v">
                <p:oleObj r:id="rId6" imgW="758190" imgH="248920" progId="Equation.DSMT4">
                  <p:embed/>
                </p:oleObj>
              </mc:Choice>
              <mc:Fallback>
                <p:oleObj r:id="rId6" imgW="758190" imgH="248920" progId="Equation.DSMT4">
                  <p:embed/>
                  <p:pic>
                    <p:nvPicPr>
                      <p:cNvPr id="259078" name="Object 6"/>
                      <p:cNvPicPr/>
                      <p:nvPr/>
                    </p:nvPicPr>
                    <p:blipFill>
                      <a:blip r:embed="rId7">
                        <a:clrChange>
                          <a:clrFrom>
                            <a:srgbClr val="000000"/>
                          </a:clrFrom>
                          <a:clrTo>
                            <a:srgbClr val="000000"/>
                          </a:clrTo>
                        </a:clrChange>
                      </a:blip>
                      <a:stretch>
                        <a:fillRect/>
                      </a:stretch>
                    </p:blipFill>
                    <p:spPr>
                      <a:xfrm>
                        <a:off x="6913563" y="3865563"/>
                        <a:ext cx="1906587" cy="787400"/>
                      </a:xfrm>
                      <a:prstGeom prst="rect">
                        <a:avLst/>
                      </a:prstGeom>
                      <a:noFill/>
                      <a:ln w="38100">
                        <a:noFill/>
                        <a:miter/>
                      </a:ln>
                    </p:spPr>
                  </p:pic>
                </p:oleObj>
              </mc:Fallback>
            </mc:AlternateContent>
          </a:graphicData>
        </a:graphic>
      </p:graphicFrame>
      <p:grpSp>
        <p:nvGrpSpPr>
          <p:cNvPr id="259079" name="Group 7"/>
          <p:cNvGrpSpPr/>
          <p:nvPr/>
        </p:nvGrpSpPr>
        <p:grpSpPr>
          <a:xfrm>
            <a:off x="0" y="4051300"/>
            <a:ext cx="5305425" cy="457200"/>
            <a:chOff x="173" y="2507"/>
            <a:chExt cx="3342" cy="288"/>
          </a:xfrm>
        </p:grpSpPr>
        <p:sp>
          <p:nvSpPr>
            <p:cNvPr id="51245" name="Text Box 8"/>
            <p:cNvSpPr txBox="1"/>
            <p:nvPr/>
          </p:nvSpPr>
          <p:spPr>
            <a:xfrm>
              <a:off x="173" y="2507"/>
              <a:ext cx="334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Binomial expansion</a:t>
              </a:r>
              <a:r>
                <a:rPr lang="zh-CN" altLang="en-US" sz="2400" b="1" dirty="0">
                  <a:solidFill>
                    <a:srgbClr val="000000"/>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so</a:t>
              </a:r>
            </a:p>
          </p:txBody>
        </p:sp>
        <p:graphicFrame>
          <p:nvGraphicFramePr>
            <p:cNvPr id="51246" name="Object 9"/>
            <p:cNvGraphicFramePr>
              <a:graphicFrameLocks noChangeAspect="1"/>
            </p:cNvGraphicFramePr>
            <p:nvPr/>
          </p:nvGraphicFramePr>
          <p:xfrm>
            <a:off x="1957" y="2526"/>
            <a:ext cx="560" cy="224"/>
          </p:xfrm>
          <a:graphic>
            <a:graphicData uri="http://schemas.openxmlformats.org/presentationml/2006/ole">
              <mc:AlternateContent xmlns:mc="http://schemas.openxmlformats.org/markup-compatibility/2006">
                <mc:Choice xmlns:v="urn:schemas-microsoft-com:vml" Requires="v">
                  <p:oleObj r:id="rId8" imgW="300990" imgH="57785" progId="Equation.DSMT4">
                    <p:embed/>
                  </p:oleObj>
                </mc:Choice>
                <mc:Fallback>
                  <p:oleObj r:id="rId8" imgW="300990" imgH="57785" progId="Equation.DSMT4">
                    <p:embed/>
                    <p:pic>
                      <p:nvPicPr>
                        <p:cNvPr id="51246" name="Object 9"/>
                        <p:cNvPicPr/>
                        <p:nvPr/>
                      </p:nvPicPr>
                      <p:blipFill>
                        <a:blip r:embed="rId9">
                          <a:clrChange>
                            <a:clrFrom>
                              <a:srgbClr val="000000"/>
                            </a:clrFrom>
                            <a:clrTo>
                              <a:srgbClr val="000000"/>
                            </a:clrTo>
                          </a:clrChange>
                        </a:blip>
                        <a:stretch>
                          <a:fillRect/>
                        </a:stretch>
                      </p:blipFill>
                      <p:spPr>
                        <a:xfrm>
                          <a:off x="1957" y="2526"/>
                          <a:ext cx="560" cy="224"/>
                        </a:xfrm>
                        <a:prstGeom prst="rect">
                          <a:avLst/>
                        </a:prstGeom>
                        <a:noFill/>
                        <a:ln w="38100">
                          <a:noFill/>
                          <a:miter/>
                        </a:ln>
                      </p:spPr>
                    </p:pic>
                  </p:oleObj>
                </mc:Fallback>
              </mc:AlternateContent>
            </a:graphicData>
          </a:graphic>
        </p:graphicFrame>
      </p:grpSp>
      <p:graphicFrame>
        <p:nvGraphicFramePr>
          <p:cNvPr id="259082" name="Object 10"/>
          <p:cNvGraphicFramePr>
            <a:graphicFrameLocks noChangeAspect="1"/>
          </p:cNvGraphicFramePr>
          <p:nvPr/>
        </p:nvGraphicFramePr>
        <p:xfrm>
          <a:off x="4643438" y="3913188"/>
          <a:ext cx="2016125" cy="811212"/>
        </p:xfrm>
        <a:graphic>
          <a:graphicData uri="http://schemas.openxmlformats.org/presentationml/2006/ole">
            <mc:AlternateContent xmlns:mc="http://schemas.openxmlformats.org/markup-compatibility/2006">
              <mc:Choice xmlns:v="urn:schemas-microsoft-com:vml" Requires="v">
                <p:oleObj r:id="rId10" imgW="786765" imgH="248920" progId="Equation.DSMT4">
                  <p:embed/>
                </p:oleObj>
              </mc:Choice>
              <mc:Fallback>
                <p:oleObj r:id="rId10" imgW="786765" imgH="248920" progId="Equation.DSMT4">
                  <p:embed/>
                  <p:pic>
                    <p:nvPicPr>
                      <p:cNvPr id="259082" name="Object 10"/>
                      <p:cNvPicPr/>
                      <p:nvPr/>
                    </p:nvPicPr>
                    <p:blipFill>
                      <a:blip r:embed="rId11">
                        <a:clrChange>
                          <a:clrFrom>
                            <a:srgbClr val="000000"/>
                          </a:clrFrom>
                          <a:clrTo>
                            <a:srgbClr val="000000"/>
                          </a:clrTo>
                        </a:clrChange>
                      </a:blip>
                      <a:stretch>
                        <a:fillRect/>
                      </a:stretch>
                    </p:blipFill>
                    <p:spPr>
                      <a:xfrm>
                        <a:off x="4643438" y="3913188"/>
                        <a:ext cx="2016125" cy="811212"/>
                      </a:xfrm>
                      <a:prstGeom prst="rect">
                        <a:avLst/>
                      </a:prstGeom>
                      <a:noFill/>
                      <a:ln w="38100">
                        <a:noFill/>
                        <a:miter/>
                      </a:ln>
                    </p:spPr>
                  </p:pic>
                </p:oleObj>
              </mc:Fallback>
            </mc:AlternateContent>
          </a:graphicData>
        </a:graphic>
      </p:graphicFrame>
      <p:graphicFrame>
        <p:nvGraphicFramePr>
          <p:cNvPr id="259083" name="Object 11"/>
          <p:cNvGraphicFramePr>
            <a:graphicFrameLocks noChangeAspect="1"/>
          </p:cNvGraphicFramePr>
          <p:nvPr/>
        </p:nvGraphicFramePr>
        <p:xfrm>
          <a:off x="1979613" y="4868863"/>
          <a:ext cx="5424487" cy="927100"/>
        </p:xfrm>
        <a:graphic>
          <a:graphicData uri="http://schemas.openxmlformats.org/presentationml/2006/ole">
            <mc:AlternateContent xmlns:mc="http://schemas.openxmlformats.org/markup-compatibility/2006">
              <mc:Choice xmlns:v="urn:schemas-microsoft-com:vml" Requires="v">
                <p:oleObj r:id="rId12" imgW="1898015" imgH="283845" progId="Equation.DSMT4">
                  <p:embed/>
                </p:oleObj>
              </mc:Choice>
              <mc:Fallback>
                <p:oleObj r:id="rId12" imgW="1898015" imgH="283845" progId="Equation.DSMT4">
                  <p:embed/>
                  <p:pic>
                    <p:nvPicPr>
                      <p:cNvPr id="259083" name="Object 11"/>
                      <p:cNvPicPr/>
                      <p:nvPr/>
                    </p:nvPicPr>
                    <p:blipFill>
                      <a:blip r:embed="rId13">
                        <a:clrChange>
                          <a:clrFrom>
                            <a:srgbClr val="000000"/>
                          </a:clrFrom>
                          <a:clrTo>
                            <a:srgbClr val="000000"/>
                          </a:clrTo>
                        </a:clrChange>
                      </a:blip>
                      <a:stretch>
                        <a:fillRect/>
                      </a:stretch>
                    </p:blipFill>
                    <p:spPr>
                      <a:xfrm>
                        <a:off x="1979613" y="4868863"/>
                        <a:ext cx="5424487" cy="927100"/>
                      </a:xfrm>
                      <a:prstGeom prst="rect">
                        <a:avLst/>
                      </a:prstGeom>
                      <a:noFill/>
                      <a:ln w="38100">
                        <a:noFill/>
                        <a:miter/>
                      </a:ln>
                    </p:spPr>
                  </p:pic>
                </p:oleObj>
              </mc:Fallback>
            </mc:AlternateContent>
          </a:graphicData>
        </a:graphic>
      </p:graphicFrame>
      <p:sp>
        <p:nvSpPr>
          <p:cNvPr id="259084" name="Text Box 12"/>
          <p:cNvSpPr txBox="1"/>
          <p:nvPr/>
        </p:nvSpPr>
        <p:spPr>
          <a:xfrm>
            <a:off x="1116013" y="5013325"/>
            <a:ext cx="1511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So</a:t>
            </a:r>
          </a:p>
        </p:txBody>
      </p:sp>
      <p:grpSp>
        <p:nvGrpSpPr>
          <p:cNvPr id="259085" name="Group 13"/>
          <p:cNvGrpSpPr/>
          <p:nvPr/>
        </p:nvGrpSpPr>
        <p:grpSpPr>
          <a:xfrm>
            <a:off x="755650" y="5805488"/>
            <a:ext cx="7920038" cy="822325"/>
            <a:chOff x="295" y="3703"/>
            <a:chExt cx="4490" cy="518"/>
          </a:xfrm>
        </p:grpSpPr>
        <p:sp>
          <p:nvSpPr>
            <p:cNvPr id="51243" name="Text Box 14"/>
            <p:cNvSpPr txBox="1"/>
            <p:nvPr/>
          </p:nvSpPr>
          <p:spPr>
            <a:xfrm>
              <a:off x="521" y="3703"/>
              <a:ext cx="4264" cy="51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幼圆" panose="02010509060101010101" pitchFamily="49" charset="-122"/>
                </a:rPr>
                <a:t>         </a:t>
              </a:r>
              <a:r>
                <a:rPr lang="en-US" altLang="zh-CN" sz="2400" b="1" dirty="0">
                  <a:solidFill>
                    <a:srgbClr val="FF0000"/>
                  </a:solidFill>
                  <a:latin typeface="Times New Roman" panose="02020603050405020304" pitchFamily="18" charset="0"/>
                  <a:ea typeface="楷体_GB2312" pitchFamily="49" charset="-122"/>
                </a:rPr>
                <a:t>is the dipole moment</a:t>
              </a:r>
              <a:r>
                <a:rPr lang="zh-CN" altLang="en-US" sz="2400" b="1" dirty="0">
                  <a:solidFill>
                    <a:srgbClr val="FF0000"/>
                  </a:solidFill>
                  <a:latin typeface="Times New Roman" panose="02020603050405020304" pitchFamily="18" charset="0"/>
                  <a:ea typeface="楷体_GB2312" pitchFamily="49" charset="-122"/>
                </a:rPr>
                <a:t>，</a:t>
              </a:r>
              <a:r>
                <a:rPr lang="en-US" altLang="zh-CN" sz="2400" b="1" dirty="0">
                  <a:solidFill>
                    <a:srgbClr val="FF0000"/>
                  </a:solidFill>
                  <a:latin typeface="Times New Roman" panose="02020603050405020304" pitchFamily="18" charset="0"/>
                  <a:ea typeface="楷体_GB2312" pitchFamily="49" charset="-122"/>
                </a:rPr>
                <a:t>directed from the negative charge to positive charge</a:t>
              </a:r>
            </a:p>
          </p:txBody>
        </p:sp>
        <p:graphicFrame>
          <p:nvGraphicFramePr>
            <p:cNvPr id="51244" name="Object 15"/>
            <p:cNvGraphicFramePr>
              <a:graphicFrameLocks noChangeAspect="1"/>
            </p:cNvGraphicFramePr>
            <p:nvPr/>
          </p:nvGraphicFramePr>
          <p:xfrm>
            <a:off x="295" y="3719"/>
            <a:ext cx="586" cy="301"/>
          </p:xfrm>
          <a:graphic>
            <a:graphicData uri="http://schemas.openxmlformats.org/presentationml/2006/ole">
              <mc:AlternateContent xmlns:mc="http://schemas.openxmlformats.org/markup-compatibility/2006">
                <mc:Choice xmlns:v="urn:schemas-microsoft-com:vml" Requires="v">
                  <p:oleObj r:id="rId14" imgW="318135" imgH="109855" progId="Equation.DSMT4">
                    <p:embed/>
                  </p:oleObj>
                </mc:Choice>
                <mc:Fallback>
                  <p:oleObj r:id="rId14" imgW="318135" imgH="109855" progId="Equation.DSMT4">
                    <p:embed/>
                    <p:pic>
                      <p:nvPicPr>
                        <p:cNvPr id="51244" name="Object 15"/>
                        <p:cNvPicPr/>
                        <p:nvPr/>
                      </p:nvPicPr>
                      <p:blipFill>
                        <a:blip r:embed="rId15">
                          <a:clrChange>
                            <a:clrFrom>
                              <a:srgbClr val="000000"/>
                            </a:clrFrom>
                            <a:clrTo>
                              <a:srgbClr val="000000"/>
                            </a:clrTo>
                          </a:clrChange>
                        </a:blip>
                        <a:stretch>
                          <a:fillRect/>
                        </a:stretch>
                      </p:blipFill>
                      <p:spPr>
                        <a:xfrm>
                          <a:off x="295" y="3719"/>
                          <a:ext cx="586" cy="301"/>
                        </a:xfrm>
                        <a:prstGeom prst="rect">
                          <a:avLst/>
                        </a:prstGeom>
                        <a:noFill/>
                        <a:ln w="38100">
                          <a:noFill/>
                          <a:miter/>
                        </a:ln>
                      </p:spPr>
                    </p:pic>
                  </p:oleObj>
                </mc:Fallback>
              </mc:AlternateContent>
            </a:graphicData>
          </a:graphic>
        </p:graphicFrame>
      </p:grpSp>
      <p:grpSp>
        <p:nvGrpSpPr>
          <p:cNvPr id="51211" name="Group 16"/>
          <p:cNvGrpSpPr/>
          <p:nvPr/>
        </p:nvGrpSpPr>
        <p:grpSpPr>
          <a:xfrm>
            <a:off x="6084888" y="908050"/>
            <a:ext cx="2879725" cy="3022600"/>
            <a:chOff x="3924" y="300"/>
            <a:chExt cx="1814" cy="1904"/>
          </a:xfrm>
        </p:grpSpPr>
        <p:sp>
          <p:nvSpPr>
            <p:cNvPr id="51213" name="Rectangle 17"/>
            <p:cNvSpPr/>
            <p:nvPr/>
          </p:nvSpPr>
          <p:spPr>
            <a:xfrm>
              <a:off x="3924" y="300"/>
              <a:ext cx="1814" cy="1904"/>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51214" name="Object 18"/>
            <p:cNvGraphicFramePr>
              <a:graphicFrameLocks noChangeAspect="1"/>
            </p:cNvGraphicFramePr>
            <p:nvPr/>
          </p:nvGraphicFramePr>
          <p:xfrm>
            <a:off x="4407" y="934"/>
            <a:ext cx="161" cy="210"/>
          </p:xfrm>
          <a:graphic>
            <a:graphicData uri="http://schemas.openxmlformats.org/presentationml/2006/ole">
              <mc:AlternateContent xmlns:mc="http://schemas.openxmlformats.org/markup-compatibility/2006">
                <mc:Choice xmlns:v="urn:schemas-microsoft-com:vml" Requires="v">
                  <p:oleObj r:id="rId16" imgW="5715" imgH="5715" progId="Equation.DSMT4">
                    <p:embed/>
                  </p:oleObj>
                </mc:Choice>
                <mc:Fallback>
                  <p:oleObj r:id="rId16" imgW="5715" imgH="5715" progId="Equation.DSMT4">
                    <p:embed/>
                    <p:pic>
                      <p:nvPicPr>
                        <p:cNvPr id="51214" name="Object 18"/>
                        <p:cNvPicPr/>
                        <p:nvPr/>
                      </p:nvPicPr>
                      <p:blipFill>
                        <a:blip r:embed="rId17">
                          <a:clrChange>
                            <a:clrFrom>
                              <a:srgbClr val="000000"/>
                            </a:clrFrom>
                            <a:clrTo>
                              <a:srgbClr val="007A77"/>
                            </a:clrTo>
                          </a:clrChange>
                        </a:blip>
                        <a:stretch>
                          <a:fillRect/>
                        </a:stretch>
                      </p:blipFill>
                      <p:spPr>
                        <a:xfrm>
                          <a:off x="4407" y="934"/>
                          <a:ext cx="161" cy="210"/>
                        </a:xfrm>
                        <a:prstGeom prst="rect">
                          <a:avLst/>
                        </a:prstGeom>
                        <a:noFill/>
                        <a:ln w="38100">
                          <a:noFill/>
                          <a:miter/>
                        </a:ln>
                      </p:spPr>
                    </p:pic>
                  </p:oleObj>
                </mc:Fallback>
              </mc:AlternateContent>
            </a:graphicData>
          </a:graphic>
        </p:graphicFrame>
        <p:sp>
          <p:nvSpPr>
            <p:cNvPr id="51215" name="Text Box 19"/>
            <p:cNvSpPr txBox="1"/>
            <p:nvPr/>
          </p:nvSpPr>
          <p:spPr>
            <a:xfrm>
              <a:off x="4363" y="979"/>
              <a:ext cx="218" cy="1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endParaRPr lang="zh-CN" altLang="zh-CN" sz="2800" dirty="0">
                <a:solidFill>
                  <a:schemeClr val="bg1"/>
                </a:solidFill>
                <a:ea typeface="幼圆" panose="02010509060101010101" pitchFamily="49" charset="-122"/>
              </a:endParaRPr>
            </a:p>
          </p:txBody>
        </p:sp>
        <p:sp>
          <p:nvSpPr>
            <p:cNvPr id="51216" name="Line 20"/>
            <p:cNvSpPr/>
            <p:nvPr/>
          </p:nvSpPr>
          <p:spPr>
            <a:xfrm rot="-327532" flipV="1">
              <a:off x="4349" y="726"/>
              <a:ext cx="1055" cy="624"/>
            </a:xfrm>
            <a:prstGeom prst="line">
              <a:avLst/>
            </a:prstGeom>
            <a:ln w="9525" cap="flat" cmpd="sng">
              <a:solidFill>
                <a:srgbClr val="000000"/>
              </a:solidFill>
              <a:prstDash val="dash"/>
              <a:headEnd type="none" w="med" len="med"/>
              <a:tailEnd type="none" w="sm" len="lg"/>
            </a:ln>
          </p:spPr>
          <p:txBody>
            <a:bodyPr/>
            <a:lstStyle/>
            <a:p>
              <a:endParaRPr lang="zh-CN" altLang="en-US"/>
            </a:p>
          </p:txBody>
        </p:sp>
        <p:sp>
          <p:nvSpPr>
            <p:cNvPr id="51217" name="Line 21"/>
            <p:cNvSpPr/>
            <p:nvPr/>
          </p:nvSpPr>
          <p:spPr>
            <a:xfrm flipV="1">
              <a:off x="4383" y="663"/>
              <a:ext cx="991" cy="263"/>
            </a:xfrm>
            <a:prstGeom prst="line">
              <a:avLst/>
            </a:prstGeom>
            <a:ln w="9525" cap="flat" cmpd="sng">
              <a:solidFill>
                <a:srgbClr val="000000"/>
              </a:solidFill>
              <a:prstDash val="dash"/>
              <a:headEnd type="none" w="med" len="med"/>
              <a:tailEnd type="none" w="sm" len="lg"/>
            </a:ln>
          </p:spPr>
          <p:txBody>
            <a:bodyPr/>
            <a:lstStyle/>
            <a:p>
              <a:endParaRPr lang="zh-CN" altLang="en-US"/>
            </a:p>
          </p:txBody>
        </p:sp>
        <p:sp>
          <p:nvSpPr>
            <p:cNvPr id="51218" name="Line 22"/>
            <p:cNvSpPr/>
            <p:nvPr/>
          </p:nvSpPr>
          <p:spPr>
            <a:xfrm flipV="1">
              <a:off x="4377" y="669"/>
              <a:ext cx="1000" cy="49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51219" name="Line 23"/>
            <p:cNvSpPr/>
            <p:nvPr/>
          </p:nvSpPr>
          <p:spPr>
            <a:xfrm flipV="1">
              <a:off x="4377" y="942"/>
              <a:ext cx="444" cy="222"/>
            </a:xfrm>
            <a:prstGeom prst="line">
              <a:avLst/>
            </a:prstGeom>
            <a:ln w="9525" cap="flat" cmpd="sng">
              <a:solidFill>
                <a:srgbClr val="000000"/>
              </a:solidFill>
              <a:prstDash val="solid"/>
              <a:headEnd type="none" w="med" len="med"/>
              <a:tailEnd type="triangle" w="sm" len="lg"/>
            </a:ln>
          </p:spPr>
          <p:txBody>
            <a:bodyPr/>
            <a:lstStyle/>
            <a:p>
              <a:endParaRPr lang="zh-CN" altLang="en-US"/>
            </a:p>
          </p:txBody>
        </p:sp>
        <p:sp>
          <p:nvSpPr>
            <p:cNvPr id="51220" name="Line 24"/>
            <p:cNvSpPr/>
            <p:nvPr/>
          </p:nvSpPr>
          <p:spPr>
            <a:xfrm flipV="1">
              <a:off x="4377" y="917"/>
              <a:ext cx="0" cy="312"/>
            </a:xfrm>
            <a:prstGeom prst="line">
              <a:avLst/>
            </a:prstGeom>
            <a:ln w="9525" cap="flat" cmpd="sng">
              <a:solidFill>
                <a:srgbClr val="000000"/>
              </a:solidFill>
              <a:prstDash val="solid"/>
              <a:headEnd type="none" w="med" len="med"/>
              <a:tailEnd type="stealth" w="sm" len="lg"/>
            </a:ln>
          </p:spPr>
          <p:txBody>
            <a:bodyPr/>
            <a:lstStyle/>
            <a:p>
              <a:endParaRPr lang="zh-CN" altLang="en-US"/>
            </a:p>
          </p:txBody>
        </p:sp>
        <p:sp>
          <p:nvSpPr>
            <p:cNvPr id="51221" name="Line 25"/>
            <p:cNvSpPr/>
            <p:nvPr/>
          </p:nvSpPr>
          <p:spPr>
            <a:xfrm flipH="1">
              <a:off x="4155" y="905"/>
              <a:ext cx="167"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51222" name="Line 26"/>
            <p:cNvSpPr/>
            <p:nvPr/>
          </p:nvSpPr>
          <p:spPr>
            <a:xfrm flipH="1">
              <a:off x="4159" y="1411"/>
              <a:ext cx="166"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51223" name="Line 27"/>
            <p:cNvSpPr/>
            <p:nvPr/>
          </p:nvSpPr>
          <p:spPr>
            <a:xfrm>
              <a:off x="4263" y="886"/>
              <a:ext cx="0" cy="522"/>
            </a:xfrm>
            <a:prstGeom prst="line">
              <a:avLst/>
            </a:prstGeom>
            <a:ln w="9525" cap="flat" cmpd="sng">
              <a:solidFill>
                <a:srgbClr val="000000"/>
              </a:solidFill>
              <a:prstDash val="solid"/>
              <a:headEnd type="triangle" w="sm" len="med"/>
              <a:tailEnd type="triangle" w="sm" len="med"/>
            </a:ln>
          </p:spPr>
          <p:txBody>
            <a:bodyPr/>
            <a:lstStyle/>
            <a:p>
              <a:endParaRPr lang="zh-CN" altLang="en-US"/>
            </a:p>
          </p:txBody>
        </p:sp>
        <p:sp>
          <p:nvSpPr>
            <p:cNvPr id="51224" name="Arc 28"/>
            <p:cNvSpPr/>
            <p:nvPr/>
          </p:nvSpPr>
          <p:spPr>
            <a:xfrm>
              <a:off x="4377" y="1073"/>
              <a:ext cx="56" cy="63"/>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51225" name="Text Box 29"/>
            <p:cNvSpPr txBox="1"/>
            <p:nvPr/>
          </p:nvSpPr>
          <p:spPr>
            <a:xfrm>
              <a:off x="4105" y="658"/>
              <a:ext cx="31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15000"/>
                </a:spcBef>
                <a:buClrTx/>
                <a:buSzTx/>
                <a:buFontTx/>
                <a:buNone/>
              </a:pPr>
              <a:r>
                <a:rPr lang="en-US" altLang="zh-CN" sz="2000" b="1" i="1" dirty="0">
                  <a:latin typeface="Times New Roman" panose="02020603050405020304" pitchFamily="18" charset="0"/>
                </a:rPr>
                <a:t>+q</a:t>
              </a:r>
              <a:endParaRPr lang="en-US" altLang="zh-CN" sz="2000" b="1" dirty="0">
                <a:ea typeface="幼圆" panose="02010509060101010101" pitchFamily="49" charset="-122"/>
              </a:endParaRPr>
            </a:p>
          </p:txBody>
        </p:sp>
        <p:sp>
          <p:nvSpPr>
            <p:cNvPr id="51226" name="Text Box 30"/>
            <p:cNvSpPr txBox="1"/>
            <p:nvPr/>
          </p:nvSpPr>
          <p:spPr>
            <a:xfrm>
              <a:off x="4150" y="1933"/>
              <a:ext cx="1361"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15000"/>
                </a:spcBef>
                <a:buClrTx/>
                <a:buSzTx/>
                <a:buFontTx/>
                <a:buNone/>
              </a:pPr>
              <a:r>
                <a:rPr lang="en-US" altLang="zh-CN" sz="1800" b="1" dirty="0">
                  <a:solidFill>
                    <a:srgbClr val="000000"/>
                  </a:solidFill>
                  <a:latin typeface="Times New Roman" panose="02020603050405020304" pitchFamily="18" charset="0"/>
                </a:rPr>
                <a:t>Electric dipole</a:t>
              </a:r>
              <a:endParaRPr lang="en-US" altLang="zh-CN" sz="1800" b="1" dirty="0">
                <a:solidFill>
                  <a:srgbClr val="000000"/>
                </a:solidFill>
              </a:endParaRPr>
            </a:p>
          </p:txBody>
        </p:sp>
        <p:sp>
          <p:nvSpPr>
            <p:cNvPr id="51227" name="Text Box 31"/>
            <p:cNvSpPr txBox="1"/>
            <p:nvPr/>
          </p:nvSpPr>
          <p:spPr>
            <a:xfrm>
              <a:off x="4360" y="344"/>
              <a:ext cx="272" cy="27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2400" b="1" dirty="0">
                  <a:latin typeface="Times New Roman" panose="02020603050405020304" pitchFamily="18" charset="0"/>
                </a:rPr>
                <a:t>z</a:t>
              </a:r>
              <a:endParaRPr lang="en-US" altLang="zh-CN" sz="2400" b="1" dirty="0">
                <a:ea typeface="幼圆" panose="02010509060101010101" pitchFamily="49" charset="-122"/>
              </a:endParaRPr>
            </a:p>
          </p:txBody>
        </p:sp>
        <p:sp>
          <p:nvSpPr>
            <p:cNvPr id="51228" name="Line 32"/>
            <p:cNvSpPr/>
            <p:nvPr/>
          </p:nvSpPr>
          <p:spPr>
            <a:xfrm flipH="1" flipV="1">
              <a:off x="4375" y="436"/>
              <a:ext cx="2" cy="1394"/>
            </a:xfrm>
            <a:prstGeom prst="line">
              <a:avLst/>
            </a:prstGeom>
            <a:ln w="25400" cap="flat" cmpd="sng">
              <a:solidFill>
                <a:srgbClr val="0000FF"/>
              </a:solidFill>
              <a:prstDash val="solid"/>
              <a:headEnd type="none" w="med" len="med"/>
              <a:tailEnd type="triangle" w="sm" len="lg"/>
            </a:ln>
          </p:spPr>
          <p:txBody>
            <a:bodyPr/>
            <a:lstStyle/>
            <a:p>
              <a:endParaRPr lang="zh-CN" altLang="en-US"/>
            </a:p>
          </p:txBody>
        </p:sp>
        <p:sp>
          <p:nvSpPr>
            <p:cNvPr id="51229" name="Oval 33"/>
            <p:cNvSpPr/>
            <p:nvPr/>
          </p:nvSpPr>
          <p:spPr>
            <a:xfrm>
              <a:off x="4306" y="843"/>
              <a:ext cx="136" cy="136"/>
            </a:xfrm>
            <a:prstGeom prst="ellipse">
              <a:avLst/>
            </a:prstGeom>
            <a:gradFill rotWithShape="1">
              <a:gsLst>
                <a:gs pos="0">
                  <a:srgbClr val="5C2500"/>
                </a:gs>
                <a:gs pos="100000">
                  <a:srgbClr val="FF6600"/>
                </a:gs>
              </a:gsLst>
              <a:lin ang="18900000" scaled="1"/>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59106" name="Oval 34"/>
            <p:cNvSpPr>
              <a:spLocks noChangeArrowheads="1"/>
            </p:cNvSpPr>
            <p:nvPr/>
          </p:nvSpPr>
          <p:spPr bwMode="auto">
            <a:xfrm>
              <a:off x="4306" y="1342"/>
              <a:ext cx="136" cy="136"/>
            </a:xfrm>
            <a:prstGeom prst="ellipse">
              <a:avLst/>
            </a:prstGeom>
            <a:gradFill rotWithShape="1">
              <a:gsLst>
                <a:gs pos="0">
                  <a:schemeClr val="hlink">
                    <a:gamma/>
                    <a:shade val="36078"/>
                    <a:invGamma/>
                  </a:schemeClr>
                </a:gs>
                <a:gs pos="100000">
                  <a:schemeClr val="hlink"/>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31" name="Text Box 35"/>
            <p:cNvSpPr txBox="1"/>
            <p:nvPr/>
          </p:nvSpPr>
          <p:spPr>
            <a:xfrm>
              <a:off x="4338" y="1055"/>
              <a:ext cx="272" cy="27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2400" b="1" dirty="0">
                  <a:latin typeface="Times New Roman" panose="02020603050405020304" pitchFamily="18" charset="0"/>
                </a:rPr>
                <a:t>o</a:t>
              </a:r>
              <a:endParaRPr lang="en-US" altLang="zh-CN" sz="2400" b="1" dirty="0">
                <a:ea typeface="幼圆" panose="02010509060101010101" pitchFamily="49" charset="-122"/>
              </a:endParaRPr>
            </a:p>
          </p:txBody>
        </p:sp>
        <p:sp>
          <p:nvSpPr>
            <p:cNvPr id="51232" name="Text Box 36"/>
            <p:cNvSpPr txBox="1"/>
            <p:nvPr/>
          </p:nvSpPr>
          <p:spPr>
            <a:xfrm>
              <a:off x="4082" y="1024"/>
              <a:ext cx="272" cy="27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2400" b="1" i="1" dirty="0">
                  <a:latin typeface="Times New Roman" panose="02020603050405020304" pitchFamily="18" charset="0"/>
                </a:rPr>
                <a:t>d</a:t>
              </a:r>
              <a:endParaRPr lang="en-US" altLang="zh-CN" sz="2400" b="1" i="1" dirty="0">
                <a:ea typeface="幼圆" panose="02010509060101010101" pitchFamily="49" charset="-122"/>
              </a:endParaRPr>
            </a:p>
          </p:txBody>
        </p:sp>
        <p:sp>
          <p:nvSpPr>
            <p:cNvPr id="51233" name="Line 37"/>
            <p:cNvSpPr/>
            <p:nvPr/>
          </p:nvSpPr>
          <p:spPr>
            <a:xfrm>
              <a:off x="4338" y="1409"/>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grpSp>
          <p:nvGrpSpPr>
            <p:cNvPr id="51234" name="Group 38"/>
            <p:cNvGrpSpPr/>
            <p:nvPr/>
          </p:nvGrpSpPr>
          <p:grpSpPr>
            <a:xfrm>
              <a:off x="4338" y="872"/>
              <a:ext cx="68" cy="68"/>
              <a:chOff x="2661" y="3323"/>
              <a:chExt cx="68" cy="68"/>
            </a:xfrm>
          </p:grpSpPr>
          <p:sp>
            <p:nvSpPr>
              <p:cNvPr id="51241" name="Line 39"/>
              <p:cNvSpPr/>
              <p:nvPr/>
            </p:nvSpPr>
            <p:spPr>
              <a:xfrm>
                <a:off x="2661" y="3361"/>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sp>
            <p:nvSpPr>
              <p:cNvPr id="51242" name="Line 40"/>
              <p:cNvSpPr/>
              <p:nvPr/>
            </p:nvSpPr>
            <p:spPr>
              <a:xfrm rot="5400000">
                <a:off x="2662" y="3357"/>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grpSp>
        <p:sp>
          <p:nvSpPr>
            <p:cNvPr id="51235" name="Text Box 41"/>
            <p:cNvSpPr txBox="1"/>
            <p:nvPr/>
          </p:nvSpPr>
          <p:spPr>
            <a:xfrm>
              <a:off x="4060" y="1343"/>
              <a:ext cx="40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spcBef>
                  <a:spcPct val="15000"/>
                </a:spcBef>
                <a:buClrTx/>
                <a:buSzTx/>
                <a:buFontTx/>
                <a:buNone/>
              </a:pPr>
              <a:r>
                <a:rPr lang="zh-CN" altLang="en-US" sz="1400" b="1" i="1" dirty="0">
                  <a:latin typeface="Times New Roman" panose="02020603050405020304" pitchFamily="18" charset="0"/>
                </a:rPr>
                <a:t>－</a:t>
              </a:r>
              <a:r>
                <a:rPr lang="en-US" altLang="zh-CN" sz="2000" b="1" i="1" dirty="0">
                  <a:latin typeface="Times New Roman" panose="02020603050405020304" pitchFamily="18" charset="0"/>
                </a:rPr>
                <a:t>q</a:t>
              </a:r>
              <a:endParaRPr lang="en-US" altLang="zh-CN" sz="2000" b="1" dirty="0">
                <a:ea typeface="幼圆" panose="02010509060101010101" pitchFamily="49" charset="-122"/>
              </a:endParaRPr>
            </a:p>
          </p:txBody>
        </p:sp>
        <p:graphicFrame>
          <p:nvGraphicFramePr>
            <p:cNvPr id="51236" name="Object 42"/>
            <p:cNvGraphicFramePr>
              <a:graphicFrameLocks noChangeAspect="1"/>
            </p:cNvGraphicFramePr>
            <p:nvPr/>
          </p:nvGraphicFramePr>
          <p:xfrm>
            <a:off x="4756" y="1026"/>
            <a:ext cx="165" cy="280"/>
          </p:xfrm>
          <a:graphic>
            <a:graphicData uri="http://schemas.openxmlformats.org/presentationml/2006/ole">
              <mc:AlternateContent xmlns:mc="http://schemas.openxmlformats.org/markup-compatibility/2006">
                <mc:Choice xmlns:v="urn:schemas-microsoft-com:vml" Requires="v">
                  <p:oleObj r:id="rId18" imgW="5715" imgH="5715" progId="Equation.3">
                    <p:embed/>
                  </p:oleObj>
                </mc:Choice>
                <mc:Fallback>
                  <p:oleObj r:id="rId18" imgW="5715" imgH="5715" progId="Equation.3">
                    <p:embed/>
                    <p:pic>
                      <p:nvPicPr>
                        <p:cNvPr id="51236" name="Object 42"/>
                        <p:cNvPicPr/>
                        <p:nvPr/>
                      </p:nvPicPr>
                      <p:blipFill>
                        <a:blip r:embed="rId19">
                          <a:clrChange>
                            <a:clrFrom>
                              <a:srgbClr val="000000"/>
                            </a:clrFrom>
                            <a:clrTo>
                              <a:srgbClr val="007A77"/>
                            </a:clrTo>
                          </a:clrChange>
                        </a:blip>
                        <a:stretch>
                          <a:fillRect/>
                        </a:stretch>
                      </p:blipFill>
                      <p:spPr>
                        <a:xfrm>
                          <a:off x="4756" y="1026"/>
                          <a:ext cx="165" cy="280"/>
                        </a:xfrm>
                        <a:prstGeom prst="rect">
                          <a:avLst/>
                        </a:prstGeom>
                        <a:noFill/>
                        <a:ln w="38100">
                          <a:noFill/>
                          <a:miter/>
                        </a:ln>
                      </p:spPr>
                    </p:pic>
                  </p:oleObj>
                </mc:Fallback>
              </mc:AlternateContent>
            </a:graphicData>
          </a:graphic>
        </p:graphicFrame>
        <p:graphicFrame>
          <p:nvGraphicFramePr>
            <p:cNvPr id="51237" name="Object 43"/>
            <p:cNvGraphicFramePr>
              <a:graphicFrameLocks noChangeAspect="1"/>
            </p:cNvGraphicFramePr>
            <p:nvPr/>
          </p:nvGraphicFramePr>
          <p:xfrm>
            <a:off x="4604" y="572"/>
            <a:ext cx="181" cy="280"/>
          </p:xfrm>
          <a:graphic>
            <a:graphicData uri="http://schemas.openxmlformats.org/presentationml/2006/ole">
              <mc:AlternateContent xmlns:mc="http://schemas.openxmlformats.org/markup-compatibility/2006">
                <mc:Choice xmlns:v="urn:schemas-microsoft-com:vml" Requires="v">
                  <p:oleObj r:id="rId20" imgW="22860" imgH="92710" progId="Equation.3">
                    <p:embed/>
                  </p:oleObj>
                </mc:Choice>
                <mc:Fallback>
                  <p:oleObj r:id="rId20" imgW="22860" imgH="92710" progId="Equation.3">
                    <p:embed/>
                    <p:pic>
                      <p:nvPicPr>
                        <p:cNvPr id="51237" name="Object 43"/>
                        <p:cNvPicPr/>
                        <p:nvPr/>
                      </p:nvPicPr>
                      <p:blipFill>
                        <a:blip r:embed="rId21">
                          <a:clrChange>
                            <a:clrFrom>
                              <a:srgbClr val="000000"/>
                            </a:clrFrom>
                            <a:clrTo>
                              <a:srgbClr val="007A77"/>
                            </a:clrTo>
                          </a:clrChange>
                        </a:blip>
                        <a:stretch>
                          <a:fillRect/>
                        </a:stretch>
                      </p:blipFill>
                      <p:spPr>
                        <a:xfrm>
                          <a:off x="4604" y="572"/>
                          <a:ext cx="181" cy="280"/>
                        </a:xfrm>
                        <a:prstGeom prst="rect">
                          <a:avLst/>
                        </a:prstGeom>
                        <a:noFill/>
                        <a:ln w="38100">
                          <a:noFill/>
                          <a:miter/>
                        </a:ln>
                      </p:spPr>
                    </p:pic>
                  </p:oleObj>
                </mc:Fallback>
              </mc:AlternateContent>
            </a:graphicData>
          </a:graphic>
        </p:graphicFrame>
        <p:graphicFrame>
          <p:nvGraphicFramePr>
            <p:cNvPr id="51238" name="Object 44"/>
            <p:cNvGraphicFramePr>
              <a:graphicFrameLocks noChangeAspect="1"/>
            </p:cNvGraphicFramePr>
            <p:nvPr/>
          </p:nvGraphicFramePr>
          <p:xfrm>
            <a:off x="4612" y="862"/>
            <a:ext cx="148" cy="164"/>
          </p:xfrm>
          <a:graphic>
            <a:graphicData uri="http://schemas.openxmlformats.org/presentationml/2006/ole">
              <mc:AlternateContent xmlns:mc="http://schemas.openxmlformats.org/markup-compatibility/2006">
                <mc:Choice xmlns:v="urn:schemas-microsoft-com:vml" Requires="v">
                  <p:oleObj r:id="rId22" imgW="5715" imgH="5715" progId="Equation.3">
                    <p:embed/>
                  </p:oleObj>
                </mc:Choice>
                <mc:Fallback>
                  <p:oleObj r:id="rId22" imgW="5715" imgH="5715" progId="Equation.3">
                    <p:embed/>
                    <p:pic>
                      <p:nvPicPr>
                        <p:cNvPr id="51238" name="Object 44"/>
                        <p:cNvPicPr/>
                        <p:nvPr/>
                      </p:nvPicPr>
                      <p:blipFill>
                        <a:blip r:embed="rId23">
                          <a:clrChange>
                            <a:clrFrom>
                              <a:srgbClr val="000000"/>
                            </a:clrFrom>
                            <a:clrTo>
                              <a:srgbClr val="007A77"/>
                            </a:clrTo>
                          </a:clrChange>
                        </a:blip>
                        <a:stretch>
                          <a:fillRect/>
                        </a:stretch>
                      </p:blipFill>
                      <p:spPr>
                        <a:xfrm>
                          <a:off x="4612" y="862"/>
                          <a:ext cx="148" cy="164"/>
                        </a:xfrm>
                        <a:prstGeom prst="rect">
                          <a:avLst/>
                        </a:prstGeom>
                        <a:noFill/>
                        <a:ln w="38100">
                          <a:noFill/>
                          <a:miter/>
                        </a:ln>
                      </p:spPr>
                    </p:pic>
                  </p:oleObj>
                </mc:Fallback>
              </mc:AlternateContent>
            </a:graphicData>
          </a:graphic>
        </p:graphicFrame>
        <p:sp>
          <p:nvSpPr>
            <p:cNvPr id="51239" name="Oval 45"/>
            <p:cNvSpPr/>
            <p:nvPr/>
          </p:nvSpPr>
          <p:spPr>
            <a:xfrm>
              <a:off x="5330" y="664"/>
              <a:ext cx="45" cy="4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51240" name="Object 46"/>
            <p:cNvGraphicFramePr>
              <a:graphicFrameLocks noChangeAspect="1"/>
            </p:cNvGraphicFramePr>
            <p:nvPr/>
          </p:nvGraphicFramePr>
          <p:xfrm>
            <a:off x="5024" y="436"/>
            <a:ext cx="668" cy="228"/>
          </p:xfrm>
          <a:graphic>
            <a:graphicData uri="http://schemas.openxmlformats.org/presentationml/2006/ole">
              <mc:AlternateContent xmlns:mc="http://schemas.openxmlformats.org/markup-compatibility/2006">
                <mc:Choice xmlns:v="urn:schemas-microsoft-com:vml" Requires="v">
                  <p:oleObj r:id="rId24" imgW="440055" imgH="74930" progId="Equation.3">
                    <p:embed/>
                  </p:oleObj>
                </mc:Choice>
                <mc:Fallback>
                  <p:oleObj r:id="rId24" imgW="440055" imgH="74930" progId="Equation.3">
                    <p:embed/>
                    <p:pic>
                      <p:nvPicPr>
                        <p:cNvPr id="51240" name="Object 46"/>
                        <p:cNvPicPr/>
                        <p:nvPr/>
                      </p:nvPicPr>
                      <p:blipFill>
                        <a:blip r:embed="rId25">
                          <a:clrChange>
                            <a:clrFrom>
                              <a:srgbClr val="000000"/>
                            </a:clrFrom>
                            <a:clrTo>
                              <a:srgbClr val="007A77"/>
                            </a:clrTo>
                          </a:clrChange>
                        </a:blip>
                        <a:stretch>
                          <a:fillRect/>
                        </a:stretch>
                      </p:blipFill>
                      <p:spPr>
                        <a:xfrm>
                          <a:off x="5024" y="436"/>
                          <a:ext cx="668" cy="228"/>
                        </a:xfrm>
                        <a:prstGeom prst="rect">
                          <a:avLst/>
                        </a:prstGeom>
                        <a:noFill/>
                        <a:ln w="38100">
                          <a:noFill/>
                          <a:miter/>
                        </a:ln>
                      </p:spPr>
                    </p:pic>
                  </p:oleObj>
                </mc:Fallback>
              </mc:AlternateContent>
            </a:graphicData>
          </a:graphic>
        </p:graphicFrame>
      </p:grpSp>
      <p:sp>
        <p:nvSpPr>
          <p:cNvPr id="51212" name="Rectangle 48"/>
          <p:cNvSpPr/>
          <p:nvPr/>
        </p:nvSpPr>
        <p:spPr>
          <a:xfrm>
            <a:off x="179388" y="230188"/>
            <a:ext cx="8785225"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rPr>
              <a:t>Example  8 </a:t>
            </a:r>
            <a:r>
              <a:rPr lang="en-US" altLang="zh-CN" sz="2400" b="1" dirty="0">
                <a:solidFill>
                  <a:srgbClr val="000000"/>
                </a:solidFill>
              </a:rPr>
              <a:t> Find the potential and electric field of an electric dipole.</a:t>
            </a:r>
            <a:endParaRPr lang="en-US" altLang="zh-CN" sz="2400" b="1" dirty="0">
              <a:solidFill>
                <a:srgbClr val="000000"/>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9075"/>
                                        </p:tgtEl>
                                        <p:attrNameLst>
                                          <p:attrName>style.visibility</p:attrName>
                                        </p:attrNameLst>
                                      </p:cBhvr>
                                      <p:to>
                                        <p:strVal val="visible"/>
                                      </p:to>
                                    </p:set>
                                    <p:animEffect transition="in" filter="wipe(left)">
                                      <p:cBhvr>
                                        <p:cTn id="7" dur="3000"/>
                                        <p:tgtEl>
                                          <p:spTgt spid="25907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259076"/>
                                        </p:tgtEl>
                                        <p:attrNameLst>
                                          <p:attrName>style.visibility</p:attrName>
                                        </p:attrNameLst>
                                      </p:cBhvr>
                                      <p:to>
                                        <p:strVal val="visible"/>
                                      </p:to>
                                    </p:set>
                                    <p:animEffect transition="in" filter="wipe(left)">
                                      <p:cBhvr>
                                        <p:cTn id="11" dur="500"/>
                                        <p:tgtEl>
                                          <p:spTgt spid="259076"/>
                                        </p:tgtEl>
                                      </p:cBhvr>
                                    </p:animEffect>
                                  </p:childTnLst>
                                </p:cTn>
                              </p:par>
                            </p:childTnLst>
                          </p:cTn>
                        </p:par>
                        <p:par>
                          <p:cTn id="12" fill="hold">
                            <p:stCondLst>
                              <p:cond delay="3500"/>
                            </p:stCondLst>
                            <p:childTnLst>
                              <p:par>
                                <p:cTn id="13" presetID="22" presetClass="entr" presetSubtype="1" fill="hold" nodeType="afterEffect">
                                  <p:stCondLst>
                                    <p:cond delay="0"/>
                                  </p:stCondLst>
                                  <p:childTnLst>
                                    <p:set>
                                      <p:cBhvr>
                                        <p:cTn id="14" dur="1" fill="hold">
                                          <p:stCondLst>
                                            <p:cond delay="0"/>
                                          </p:stCondLst>
                                        </p:cTn>
                                        <p:tgtEl>
                                          <p:spTgt spid="259077"/>
                                        </p:tgtEl>
                                        <p:attrNameLst>
                                          <p:attrName>style.visibility</p:attrName>
                                        </p:attrNameLst>
                                      </p:cBhvr>
                                      <p:to>
                                        <p:strVal val="visible"/>
                                      </p:to>
                                    </p:set>
                                    <p:animEffect transition="in" filter="wipe(up)">
                                      <p:cBhvr>
                                        <p:cTn id="15" dur="500"/>
                                        <p:tgtEl>
                                          <p:spTgt spid="25907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59079"/>
                                        </p:tgtEl>
                                        <p:attrNameLst>
                                          <p:attrName>style.visibility</p:attrName>
                                        </p:attrNameLst>
                                      </p:cBhvr>
                                      <p:to>
                                        <p:strVal val="visible"/>
                                      </p:to>
                                    </p:set>
                                    <p:animEffect transition="in" filter="blinds(horizontal)">
                                      <p:cBhvr>
                                        <p:cTn id="20" dur="500"/>
                                        <p:tgtEl>
                                          <p:spTgt spid="2590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59082"/>
                                        </p:tgtEl>
                                        <p:attrNameLst>
                                          <p:attrName>style.visibility</p:attrName>
                                        </p:attrNameLst>
                                      </p:cBhvr>
                                      <p:to>
                                        <p:strVal val="visible"/>
                                      </p:to>
                                    </p:set>
                                    <p:animEffect transition="in" filter="wipe(left)">
                                      <p:cBhvr>
                                        <p:cTn id="25" dur="500"/>
                                        <p:tgtEl>
                                          <p:spTgt spid="259082"/>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259078"/>
                                        </p:tgtEl>
                                        <p:attrNameLst>
                                          <p:attrName>style.visibility</p:attrName>
                                        </p:attrNameLst>
                                      </p:cBhvr>
                                      <p:to>
                                        <p:strVal val="visible"/>
                                      </p:to>
                                    </p:set>
                                    <p:animEffect transition="in" filter="wipe(left)">
                                      <p:cBhvr>
                                        <p:cTn id="29" dur="500"/>
                                        <p:tgtEl>
                                          <p:spTgt spid="25907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59084"/>
                                        </p:tgtEl>
                                        <p:attrNameLst>
                                          <p:attrName>style.visibility</p:attrName>
                                        </p:attrNameLst>
                                      </p:cBhvr>
                                      <p:to>
                                        <p:strVal val="visible"/>
                                      </p:to>
                                    </p:set>
                                    <p:animEffect transition="in" filter="wipe(left)">
                                      <p:cBhvr>
                                        <p:cTn id="34" dur="500"/>
                                        <p:tgtEl>
                                          <p:spTgt spid="259084"/>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59083"/>
                                        </p:tgtEl>
                                        <p:attrNameLst>
                                          <p:attrName>style.visibility</p:attrName>
                                        </p:attrNameLst>
                                      </p:cBhvr>
                                      <p:to>
                                        <p:strVal val="visible"/>
                                      </p:to>
                                    </p:set>
                                    <p:animEffect transition="in" filter="wipe(left)">
                                      <p:cBhvr>
                                        <p:cTn id="38" dur="500"/>
                                        <p:tgtEl>
                                          <p:spTgt spid="25908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59085"/>
                                        </p:tgtEl>
                                        <p:attrNameLst>
                                          <p:attrName>style.visibility</p:attrName>
                                        </p:attrNameLst>
                                      </p:cBhvr>
                                      <p:to>
                                        <p:strVal val="visible"/>
                                      </p:to>
                                    </p:set>
                                    <p:animEffect transition="in" filter="blinds(horizontal)">
                                      <p:cBhvr>
                                        <p:cTn id="43" dur="500"/>
                                        <p:tgtEl>
                                          <p:spTgt spid="259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p:bldP spid="25908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0098" name="Object 2"/>
          <p:cNvGraphicFramePr>
            <a:graphicFrameLocks noChangeAspect="1"/>
          </p:cNvGraphicFramePr>
          <p:nvPr/>
        </p:nvGraphicFramePr>
        <p:xfrm>
          <a:off x="1908175" y="4437063"/>
          <a:ext cx="1800225" cy="1003300"/>
        </p:xfrm>
        <a:graphic>
          <a:graphicData uri="http://schemas.openxmlformats.org/presentationml/2006/ole">
            <mc:AlternateContent xmlns:mc="http://schemas.openxmlformats.org/markup-compatibility/2006">
              <mc:Choice xmlns:v="urn:schemas-microsoft-com:vml" Requires="v">
                <p:oleObj r:id="rId2" imgW="480060" imgH="283845" progId="Equation.DSMT4">
                  <p:embed/>
                </p:oleObj>
              </mc:Choice>
              <mc:Fallback>
                <p:oleObj r:id="rId2" imgW="480060" imgH="283845" progId="Equation.DSMT4">
                  <p:embed/>
                  <p:pic>
                    <p:nvPicPr>
                      <p:cNvPr id="260098" name="Object 2"/>
                      <p:cNvPicPr/>
                      <p:nvPr/>
                    </p:nvPicPr>
                    <p:blipFill>
                      <a:blip r:embed="rId3">
                        <a:clrChange>
                          <a:clrFrom>
                            <a:srgbClr val="000000"/>
                          </a:clrFrom>
                          <a:clrTo>
                            <a:srgbClr val="000000"/>
                          </a:clrTo>
                        </a:clrChange>
                      </a:blip>
                      <a:stretch>
                        <a:fillRect/>
                      </a:stretch>
                    </p:blipFill>
                    <p:spPr>
                      <a:xfrm>
                        <a:off x="1908175" y="4437063"/>
                        <a:ext cx="1800225" cy="1003300"/>
                      </a:xfrm>
                      <a:prstGeom prst="rect">
                        <a:avLst/>
                      </a:prstGeom>
                      <a:noFill/>
                      <a:ln w="38100">
                        <a:noFill/>
                        <a:miter/>
                      </a:ln>
                    </p:spPr>
                  </p:pic>
                </p:oleObj>
              </mc:Fallback>
            </mc:AlternateContent>
          </a:graphicData>
        </a:graphic>
      </p:graphicFrame>
      <p:graphicFrame>
        <p:nvGraphicFramePr>
          <p:cNvPr id="260099" name="Object 3"/>
          <p:cNvGraphicFramePr>
            <a:graphicFrameLocks noChangeAspect="1"/>
          </p:cNvGraphicFramePr>
          <p:nvPr/>
        </p:nvGraphicFramePr>
        <p:xfrm>
          <a:off x="1979613" y="5518150"/>
          <a:ext cx="1812925" cy="574675"/>
        </p:xfrm>
        <a:graphic>
          <a:graphicData uri="http://schemas.openxmlformats.org/presentationml/2006/ole">
            <mc:AlternateContent xmlns:mc="http://schemas.openxmlformats.org/markup-compatibility/2006">
              <mc:Choice xmlns:v="urn:schemas-microsoft-com:vml" Requires="v">
                <p:oleObj r:id="rId4" imgW="613410" imgH="104140" progId="Equation.DSMT4">
                  <p:embed/>
                </p:oleObj>
              </mc:Choice>
              <mc:Fallback>
                <p:oleObj r:id="rId4" imgW="613410" imgH="104140" progId="Equation.DSMT4">
                  <p:embed/>
                  <p:pic>
                    <p:nvPicPr>
                      <p:cNvPr id="260099" name="Object 3"/>
                      <p:cNvPicPr/>
                      <p:nvPr/>
                    </p:nvPicPr>
                    <p:blipFill>
                      <a:blip r:embed="rId5">
                        <a:clrChange>
                          <a:clrFrom>
                            <a:srgbClr val="000000"/>
                          </a:clrFrom>
                          <a:clrTo>
                            <a:srgbClr val="000000"/>
                          </a:clrTo>
                        </a:clrChange>
                      </a:blip>
                      <a:stretch>
                        <a:fillRect/>
                      </a:stretch>
                    </p:blipFill>
                    <p:spPr>
                      <a:xfrm>
                        <a:off x="1979613" y="5518150"/>
                        <a:ext cx="1812925" cy="574675"/>
                      </a:xfrm>
                      <a:prstGeom prst="rect">
                        <a:avLst/>
                      </a:prstGeom>
                      <a:noFill/>
                      <a:ln w="38100">
                        <a:noFill/>
                        <a:miter/>
                      </a:ln>
                    </p:spPr>
                  </p:pic>
                </p:oleObj>
              </mc:Fallback>
            </mc:AlternateContent>
          </a:graphicData>
        </a:graphic>
      </p:graphicFrame>
      <p:graphicFrame>
        <p:nvGraphicFramePr>
          <p:cNvPr id="260104" name="Object 8"/>
          <p:cNvGraphicFramePr>
            <a:graphicFrameLocks noChangeAspect="1"/>
          </p:cNvGraphicFramePr>
          <p:nvPr/>
        </p:nvGraphicFramePr>
        <p:xfrm>
          <a:off x="1908175" y="1268413"/>
          <a:ext cx="4087813" cy="912812"/>
        </p:xfrm>
        <a:graphic>
          <a:graphicData uri="http://schemas.openxmlformats.org/presentationml/2006/ole">
            <mc:AlternateContent xmlns:mc="http://schemas.openxmlformats.org/markup-compatibility/2006">
              <mc:Choice xmlns:v="urn:schemas-microsoft-com:vml" Requires="v">
                <p:oleObj r:id="rId6" imgW="1568450" imgH="283845" progId="Equation.DSMT4">
                  <p:embed/>
                </p:oleObj>
              </mc:Choice>
              <mc:Fallback>
                <p:oleObj r:id="rId6" imgW="1568450" imgH="283845" progId="Equation.DSMT4">
                  <p:embed/>
                  <p:pic>
                    <p:nvPicPr>
                      <p:cNvPr id="260104" name="Object 8"/>
                      <p:cNvPicPr/>
                      <p:nvPr/>
                    </p:nvPicPr>
                    <p:blipFill>
                      <a:blip r:embed="rId7">
                        <a:clrChange>
                          <a:clrFrom>
                            <a:srgbClr val="000000"/>
                          </a:clrFrom>
                          <a:clrTo>
                            <a:srgbClr val="000000"/>
                          </a:clrTo>
                        </a:clrChange>
                      </a:blip>
                      <a:stretch>
                        <a:fillRect/>
                      </a:stretch>
                    </p:blipFill>
                    <p:spPr>
                      <a:xfrm>
                        <a:off x="1908175" y="1268413"/>
                        <a:ext cx="4087813" cy="912812"/>
                      </a:xfrm>
                      <a:prstGeom prst="rect">
                        <a:avLst/>
                      </a:prstGeom>
                      <a:noFill/>
                      <a:ln w="38100">
                        <a:noFill/>
                        <a:miter/>
                      </a:ln>
                    </p:spPr>
                  </p:pic>
                </p:oleObj>
              </mc:Fallback>
            </mc:AlternateContent>
          </a:graphicData>
        </a:graphic>
      </p:graphicFrame>
      <p:graphicFrame>
        <p:nvGraphicFramePr>
          <p:cNvPr id="260105" name="Object 9"/>
          <p:cNvGraphicFramePr>
            <a:graphicFrameLocks noChangeAspect="1"/>
          </p:cNvGraphicFramePr>
          <p:nvPr/>
        </p:nvGraphicFramePr>
        <p:xfrm>
          <a:off x="1187450" y="549275"/>
          <a:ext cx="6769100" cy="885825"/>
        </p:xfrm>
        <a:graphic>
          <a:graphicData uri="http://schemas.openxmlformats.org/presentationml/2006/ole">
            <mc:AlternateContent xmlns:mc="http://schemas.openxmlformats.org/markup-compatibility/2006">
              <mc:Choice xmlns:v="urn:schemas-microsoft-com:vml" Requires="v">
                <p:oleObj r:id="rId8" imgW="2609850" imgH="271780" progId="Equation.DSMT4">
                  <p:embed/>
                </p:oleObj>
              </mc:Choice>
              <mc:Fallback>
                <p:oleObj r:id="rId8" imgW="2609850" imgH="271780" progId="Equation.DSMT4">
                  <p:embed/>
                  <p:pic>
                    <p:nvPicPr>
                      <p:cNvPr id="260105" name="Object 9"/>
                      <p:cNvPicPr/>
                      <p:nvPr/>
                    </p:nvPicPr>
                    <p:blipFill>
                      <a:blip r:embed="rId9">
                        <a:clrChange>
                          <a:clrFrom>
                            <a:srgbClr val="000000"/>
                          </a:clrFrom>
                          <a:clrTo>
                            <a:srgbClr val="000000"/>
                          </a:clrTo>
                        </a:clrChange>
                      </a:blip>
                      <a:stretch>
                        <a:fillRect/>
                      </a:stretch>
                    </p:blipFill>
                    <p:spPr>
                      <a:xfrm>
                        <a:off x="1187450" y="549275"/>
                        <a:ext cx="6769100" cy="885825"/>
                      </a:xfrm>
                      <a:prstGeom prst="rect">
                        <a:avLst/>
                      </a:prstGeom>
                      <a:noFill/>
                      <a:ln w="38100">
                        <a:noFill/>
                        <a:miter/>
                      </a:ln>
                    </p:spPr>
                  </p:pic>
                </p:oleObj>
              </mc:Fallback>
            </mc:AlternateContent>
          </a:graphicData>
        </a:graphic>
      </p:graphicFrame>
      <p:grpSp>
        <p:nvGrpSpPr>
          <p:cNvPr id="260106" name="Group 10"/>
          <p:cNvGrpSpPr/>
          <p:nvPr/>
        </p:nvGrpSpPr>
        <p:grpSpPr>
          <a:xfrm>
            <a:off x="539750" y="2708275"/>
            <a:ext cx="4567238" cy="1016000"/>
            <a:chOff x="643" y="1838"/>
            <a:chExt cx="2877" cy="640"/>
          </a:xfrm>
        </p:grpSpPr>
        <p:graphicFrame>
          <p:nvGraphicFramePr>
            <p:cNvPr id="52267" name="Object 11"/>
            <p:cNvGraphicFramePr>
              <a:graphicFrameLocks noChangeAspect="1"/>
            </p:cNvGraphicFramePr>
            <p:nvPr/>
          </p:nvGraphicFramePr>
          <p:xfrm>
            <a:off x="2249" y="1963"/>
            <a:ext cx="1271" cy="317"/>
          </p:xfrm>
          <a:graphic>
            <a:graphicData uri="http://schemas.openxmlformats.org/presentationml/2006/ole">
              <mc:AlternateContent xmlns:mc="http://schemas.openxmlformats.org/markup-compatibility/2006">
                <mc:Choice xmlns:v="urn:schemas-microsoft-com:vml" Requires="v">
                  <p:oleObj r:id="rId10" imgW="613410" imgH="74930" progId="Equation.DSMT4">
                    <p:embed/>
                  </p:oleObj>
                </mc:Choice>
                <mc:Fallback>
                  <p:oleObj r:id="rId10" imgW="613410" imgH="74930" progId="Equation.DSMT4">
                    <p:embed/>
                    <p:pic>
                      <p:nvPicPr>
                        <p:cNvPr id="52267" name="Object 11"/>
                        <p:cNvPicPr/>
                        <p:nvPr/>
                      </p:nvPicPr>
                      <p:blipFill>
                        <a:blip r:embed="rId11">
                          <a:clrChange>
                            <a:clrFrom>
                              <a:srgbClr val="000000"/>
                            </a:clrFrom>
                            <a:clrTo>
                              <a:srgbClr val="000000"/>
                            </a:clrTo>
                          </a:clrChange>
                        </a:blip>
                        <a:stretch>
                          <a:fillRect/>
                        </a:stretch>
                      </p:blipFill>
                      <p:spPr>
                        <a:xfrm>
                          <a:off x="2249" y="1963"/>
                          <a:ext cx="1271" cy="317"/>
                        </a:xfrm>
                        <a:prstGeom prst="rect">
                          <a:avLst/>
                        </a:prstGeom>
                        <a:noFill/>
                        <a:ln w="38100">
                          <a:noFill/>
                          <a:miter/>
                        </a:ln>
                      </p:spPr>
                    </p:pic>
                  </p:oleObj>
                </mc:Fallback>
              </mc:AlternateContent>
            </a:graphicData>
          </a:graphic>
        </p:graphicFrame>
        <p:graphicFrame>
          <p:nvGraphicFramePr>
            <p:cNvPr id="52268" name="Object 12"/>
            <p:cNvGraphicFramePr>
              <a:graphicFrameLocks noChangeAspect="1"/>
            </p:cNvGraphicFramePr>
            <p:nvPr/>
          </p:nvGraphicFramePr>
          <p:xfrm>
            <a:off x="643" y="1838"/>
            <a:ext cx="1254" cy="640"/>
          </p:xfrm>
          <a:graphic>
            <a:graphicData uri="http://schemas.openxmlformats.org/presentationml/2006/ole">
              <mc:AlternateContent xmlns:mc="http://schemas.openxmlformats.org/markup-compatibility/2006">
                <mc:Choice xmlns:v="urn:schemas-microsoft-com:vml" Requires="v">
                  <p:oleObj r:id="rId12" imgW="590550" imgH="283845" progId="Equation.DSMT4">
                    <p:embed/>
                  </p:oleObj>
                </mc:Choice>
                <mc:Fallback>
                  <p:oleObj r:id="rId12" imgW="590550" imgH="283845" progId="Equation.DSMT4">
                    <p:embed/>
                    <p:pic>
                      <p:nvPicPr>
                        <p:cNvPr id="52268" name="Object 12"/>
                        <p:cNvPicPr/>
                        <p:nvPr/>
                      </p:nvPicPr>
                      <p:blipFill>
                        <a:blip r:embed="rId13">
                          <a:clrChange>
                            <a:clrFrom>
                              <a:srgbClr val="000000"/>
                            </a:clrFrom>
                            <a:clrTo>
                              <a:srgbClr val="000000"/>
                            </a:clrTo>
                          </a:clrChange>
                        </a:blip>
                        <a:stretch>
                          <a:fillRect/>
                        </a:stretch>
                      </p:blipFill>
                      <p:spPr>
                        <a:xfrm>
                          <a:off x="643" y="1838"/>
                          <a:ext cx="1254" cy="640"/>
                        </a:xfrm>
                        <a:prstGeom prst="rect">
                          <a:avLst/>
                        </a:prstGeom>
                        <a:noFill/>
                        <a:ln w="38100">
                          <a:noFill/>
                          <a:miter/>
                        </a:ln>
                      </p:spPr>
                    </p:pic>
                  </p:oleObj>
                </mc:Fallback>
              </mc:AlternateContent>
            </a:graphicData>
          </a:graphic>
        </p:graphicFrame>
        <p:sp>
          <p:nvSpPr>
            <p:cNvPr id="52269" name="AutoShape 13"/>
            <p:cNvSpPr/>
            <p:nvPr/>
          </p:nvSpPr>
          <p:spPr>
            <a:xfrm>
              <a:off x="1887" y="2053"/>
              <a:ext cx="363" cy="182"/>
            </a:xfrm>
            <a:prstGeom prst="rightArrow">
              <a:avLst>
                <a:gd name="adj1" fmla="val 50000"/>
                <a:gd name="adj2" fmla="val 49862"/>
              </a:avLst>
            </a:prstGeom>
            <a:solidFill>
              <a:srgbClr val="FFCC99"/>
            </a:solidFill>
            <a:ln w="254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800" dirty="0"/>
            </a:p>
          </p:txBody>
        </p:sp>
      </p:grpSp>
      <p:grpSp>
        <p:nvGrpSpPr>
          <p:cNvPr id="260110" name="Group 14"/>
          <p:cNvGrpSpPr/>
          <p:nvPr/>
        </p:nvGrpSpPr>
        <p:grpSpPr>
          <a:xfrm>
            <a:off x="5435600" y="2781300"/>
            <a:ext cx="3313113" cy="3240088"/>
            <a:chOff x="3651" y="1797"/>
            <a:chExt cx="2087" cy="2041"/>
          </a:xfrm>
        </p:grpSpPr>
        <p:sp>
          <p:nvSpPr>
            <p:cNvPr id="52235" name="Rectangle 15"/>
            <p:cNvSpPr/>
            <p:nvPr/>
          </p:nvSpPr>
          <p:spPr>
            <a:xfrm>
              <a:off x="3668" y="3610"/>
              <a:ext cx="1924" cy="205"/>
            </a:xfrm>
            <a:prstGeom prst="rect">
              <a:avLst/>
            </a:prstGeom>
            <a:solidFill>
              <a:schemeClr val="bg1"/>
            </a:solidFill>
            <a:ln w="34925" cap="flat" cmpd="sng">
              <a:solidFill>
                <a:schemeClr val="bg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2236" name="Rectangle 16"/>
            <p:cNvSpPr/>
            <p:nvPr/>
          </p:nvSpPr>
          <p:spPr>
            <a:xfrm>
              <a:off x="5569" y="1797"/>
              <a:ext cx="124" cy="2041"/>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52237" name="Group 17"/>
            <p:cNvGrpSpPr/>
            <p:nvPr/>
          </p:nvGrpSpPr>
          <p:grpSpPr>
            <a:xfrm>
              <a:off x="3652" y="1797"/>
              <a:ext cx="1949" cy="1833"/>
              <a:chOff x="3459" y="1706"/>
              <a:chExt cx="2132" cy="2018"/>
            </a:xfrm>
          </p:grpSpPr>
          <p:graphicFrame>
            <p:nvGraphicFramePr>
              <p:cNvPr id="52246" name="Object 18"/>
              <p:cNvGraphicFramePr>
                <a:graphicFrameLocks noChangeAspect="1"/>
              </p:cNvGraphicFramePr>
              <p:nvPr/>
            </p:nvGraphicFramePr>
            <p:xfrm>
              <a:off x="3459" y="1706"/>
              <a:ext cx="2132" cy="2018"/>
            </p:xfrm>
            <a:graphic>
              <a:graphicData uri="http://schemas.openxmlformats.org/presentationml/2006/ole">
                <mc:AlternateContent xmlns:mc="http://schemas.openxmlformats.org/markup-compatibility/2006">
                  <mc:Choice xmlns:v="urn:schemas-microsoft-com:vml" Requires="v">
                    <p:oleObj r:id="rId14" imgW="2895600" imgH="2838450" progId="Paint.Picture">
                      <p:embed/>
                    </p:oleObj>
                  </mc:Choice>
                  <mc:Fallback>
                    <p:oleObj r:id="rId14" imgW="2895600" imgH="2838450" progId="Paint.Picture">
                      <p:embed/>
                      <p:pic>
                        <p:nvPicPr>
                          <p:cNvPr id="52246" name="Object 18"/>
                          <p:cNvPicPr/>
                          <p:nvPr/>
                        </p:nvPicPr>
                        <p:blipFill>
                          <a:blip r:embed="rId15"/>
                          <a:stretch>
                            <a:fillRect/>
                          </a:stretch>
                        </p:blipFill>
                        <p:spPr>
                          <a:xfrm>
                            <a:off x="3459" y="1706"/>
                            <a:ext cx="2132" cy="2018"/>
                          </a:xfrm>
                          <a:prstGeom prst="rect">
                            <a:avLst/>
                          </a:prstGeom>
                          <a:noFill/>
                          <a:ln w="38100">
                            <a:noFill/>
                            <a:miter/>
                          </a:ln>
                        </p:spPr>
                      </p:pic>
                    </p:oleObj>
                  </mc:Fallback>
                </mc:AlternateContent>
              </a:graphicData>
            </a:graphic>
          </p:graphicFrame>
          <p:grpSp>
            <p:nvGrpSpPr>
              <p:cNvPr id="52247" name="Group 19"/>
              <p:cNvGrpSpPr/>
              <p:nvPr/>
            </p:nvGrpSpPr>
            <p:grpSpPr>
              <a:xfrm>
                <a:off x="3515" y="2704"/>
                <a:ext cx="1996" cy="590"/>
                <a:chOff x="3515" y="2704"/>
                <a:chExt cx="1996" cy="590"/>
              </a:xfrm>
            </p:grpSpPr>
            <p:sp>
              <p:nvSpPr>
                <p:cNvPr id="52265" name="Arc 20"/>
                <p:cNvSpPr/>
                <p:nvPr/>
              </p:nvSpPr>
              <p:spPr>
                <a:xfrm flipV="1">
                  <a:off x="3515" y="2704"/>
                  <a:ext cx="982" cy="590"/>
                </a:xfrm>
                <a:custGeom>
                  <a:avLst/>
                  <a:gdLst/>
                  <a:ahLst/>
                  <a:cxnLst>
                    <a:cxn ang="0">
                      <a:pos x="0" y="0"/>
                    </a:cxn>
                    <a:cxn ang="0">
                      <a:pos x="0" y="0"/>
                    </a:cxn>
                    <a:cxn ang="0">
                      <a:pos x="0" y="0"/>
                    </a:cxn>
                  </a:cxnLst>
                  <a:rect l="0" t="0" r="0" b="0"/>
                  <a:pathLst>
                    <a:path w="26577" h="21600" fill="none">
                      <a:moveTo>
                        <a:pt x="-1" y="666"/>
                      </a:moveTo>
                      <a:cubicBezTo>
                        <a:pt x="1740" y="223"/>
                        <a:pt x="3529" y="0"/>
                        <a:pt x="5325" y="0"/>
                      </a:cubicBezTo>
                      <a:cubicBezTo>
                        <a:pt x="15765" y="0"/>
                        <a:pt x="24711" y="7467"/>
                        <a:pt x="26577" y="17739"/>
                      </a:cubicBezTo>
                    </a:path>
                    <a:path w="26577" h="21600" stroke="0">
                      <a:moveTo>
                        <a:pt x="-1" y="666"/>
                      </a:moveTo>
                      <a:cubicBezTo>
                        <a:pt x="1740" y="223"/>
                        <a:pt x="3529" y="0"/>
                        <a:pt x="5325" y="0"/>
                      </a:cubicBezTo>
                      <a:cubicBezTo>
                        <a:pt x="15765" y="0"/>
                        <a:pt x="24711" y="7467"/>
                        <a:pt x="26577" y="17739"/>
                      </a:cubicBezTo>
                      <a:lnTo>
                        <a:pt x="5325" y="21600"/>
                      </a:lnTo>
                      <a:lnTo>
                        <a:pt x="-1" y="666"/>
                      </a:lnTo>
                      <a:close/>
                    </a:path>
                  </a:pathLst>
                </a:custGeom>
                <a:noFill/>
                <a:ln w="22225" cap="flat" cmpd="sng">
                  <a:solidFill>
                    <a:srgbClr val="FF0000">
                      <a:alpha val="100000"/>
                    </a:srgbClr>
                  </a:solidFill>
                  <a:prstDash val="solid"/>
                  <a:round/>
                  <a:headEnd type="none" w="med" len="med"/>
                  <a:tailEnd type="none" w="med" len="med"/>
                </a:ln>
              </p:spPr>
              <p:txBody>
                <a:bodyPr/>
                <a:lstStyle/>
                <a:p>
                  <a:endParaRPr lang="zh-CN" altLang="en-US"/>
                </a:p>
              </p:txBody>
            </p:sp>
            <p:sp>
              <p:nvSpPr>
                <p:cNvPr id="52266" name="Arc 21"/>
                <p:cNvSpPr/>
                <p:nvPr/>
              </p:nvSpPr>
              <p:spPr>
                <a:xfrm flipH="1" flipV="1">
                  <a:off x="4529" y="2704"/>
                  <a:ext cx="982" cy="590"/>
                </a:xfrm>
                <a:custGeom>
                  <a:avLst/>
                  <a:gdLst/>
                  <a:ahLst/>
                  <a:cxnLst>
                    <a:cxn ang="0">
                      <a:pos x="0" y="0"/>
                    </a:cxn>
                    <a:cxn ang="0">
                      <a:pos x="0" y="0"/>
                    </a:cxn>
                    <a:cxn ang="0">
                      <a:pos x="0" y="0"/>
                    </a:cxn>
                  </a:cxnLst>
                  <a:rect l="0" t="0" r="0" b="0"/>
                  <a:pathLst>
                    <a:path w="26577" h="21600" fill="none">
                      <a:moveTo>
                        <a:pt x="-1" y="666"/>
                      </a:moveTo>
                      <a:cubicBezTo>
                        <a:pt x="1740" y="223"/>
                        <a:pt x="3529" y="0"/>
                        <a:pt x="5325" y="0"/>
                      </a:cubicBezTo>
                      <a:cubicBezTo>
                        <a:pt x="15765" y="0"/>
                        <a:pt x="24711" y="7467"/>
                        <a:pt x="26577" y="17739"/>
                      </a:cubicBezTo>
                    </a:path>
                    <a:path w="26577" h="21600" stroke="0">
                      <a:moveTo>
                        <a:pt x="-1" y="666"/>
                      </a:moveTo>
                      <a:cubicBezTo>
                        <a:pt x="1740" y="223"/>
                        <a:pt x="3529" y="0"/>
                        <a:pt x="5325" y="0"/>
                      </a:cubicBezTo>
                      <a:cubicBezTo>
                        <a:pt x="15765" y="0"/>
                        <a:pt x="24711" y="7467"/>
                        <a:pt x="26577" y="17739"/>
                      </a:cubicBezTo>
                      <a:lnTo>
                        <a:pt x="5325" y="21600"/>
                      </a:lnTo>
                      <a:lnTo>
                        <a:pt x="-1" y="666"/>
                      </a:lnTo>
                      <a:close/>
                    </a:path>
                  </a:pathLst>
                </a:custGeom>
                <a:noFill/>
                <a:ln w="22225" cap="flat" cmpd="sng">
                  <a:solidFill>
                    <a:srgbClr val="FF0000">
                      <a:alpha val="100000"/>
                    </a:srgbClr>
                  </a:solidFill>
                  <a:prstDash val="solid"/>
                  <a:round/>
                  <a:headEnd type="none" w="med" len="med"/>
                  <a:tailEnd type="none" w="med" len="med"/>
                </a:ln>
              </p:spPr>
              <p:txBody>
                <a:bodyPr/>
                <a:lstStyle/>
                <a:p>
                  <a:endParaRPr lang="zh-CN" altLang="en-US"/>
                </a:p>
              </p:txBody>
            </p:sp>
          </p:grpSp>
          <p:grpSp>
            <p:nvGrpSpPr>
              <p:cNvPr id="52248" name="Group 22"/>
              <p:cNvGrpSpPr/>
              <p:nvPr/>
            </p:nvGrpSpPr>
            <p:grpSpPr>
              <a:xfrm flipV="1">
                <a:off x="3515" y="2045"/>
                <a:ext cx="1996" cy="590"/>
                <a:chOff x="3515" y="2704"/>
                <a:chExt cx="1996" cy="590"/>
              </a:xfrm>
            </p:grpSpPr>
            <p:sp>
              <p:nvSpPr>
                <p:cNvPr id="52263" name="Arc 23"/>
                <p:cNvSpPr/>
                <p:nvPr/>
              </p:nvSpPr>
              <p:spPr>
                <a:xfrm flipV="1">
                  <a:off x="3515" y="2704"/>
                  <a:ext cx="982" cy="590"/>
                </a:xfrm>
                <a:custGeom>
                  <a:avLst/>
                  <a:gdLst/>
                  <a:ahLst/>
                  <a:cxnLst>
                    <a:cxn ang="0">
                      <a:pos x="0" y="0"/>
                    </a:cxn>
                    <a:cxn ang="0">
                      <a:pos x="0" y="0"/>
                    </a:cxn>
                    <a:cxn ang="0">
                      <a:pos x="0" y="0"/>
                    </a:cxn>
                  </a:cxnLst>
                  <a:rect l="0" t="0" r="0" b="0"/>
                  <a:pathLst>
                    <a:path w="26577" h="21600" fill="none">
                      <a:moveTo>
                        <a:pt x="-1" y="666"/>
                      </a:moveTo>
                      <a:cubicBezTo>
                        <a:pt x="1740" y="223"/>
                        <a:pt x="3529" y="0"/>
                        <a:pt x="5325" y="0"/>
                      </a:cubicBezTo>
                      <a:cubicBezTo>
                        <a:pt x="15765" y="0"/>
                        <a:pt x="24711" y="7467"/>
                        <a:pt x="26577" y="17739"/>
                      </a:cubicBezTo>
                    </a:path>
                    <a:path w="26577" h="21600" stroke="0">
                      <a:moveTo>
                        <a:pt x="-1" y="666"/>
                      </a:moveTo>
                      <a:cubicBezTo>
                        <a:pt x="1740" y="223"/>
                        <a:pt x="3529" y="0"/>
                        <a:pt x="5325" y="0"/>
                      </a:cubicBezTo>
                      <a:cubicBezTo>
                        <a:pt x="15765" y="0"/>
                        <a:pt x="24711" y="7467"/>
                        <a:pt x="26577" y="17739"/>
                      </a:cubicBezTo>
                      <a:lnTo>
                        <a:pt x="5325" y="21600"/>
                      </a:lnTo>
                      <a:lnTo>
                        <a:pt x="-1" y="666"/>
                      </a:lnTo>
                      <a:close/>
                    </a:path>
                  </a:pathLst>
                </a:custGeom>
                <a:noFill/>
                <a:ln w="22225" cap="flat" cmpd="sng">
                  <a:solidFill>
                    <a:srgbClr val="FF0000">
                      <a:alpha val="100000"/>
                    </a:srgbClr>
                  </a:solidFill>
                  <a:prstDash val="solid"/>
                  <a:round/>
                  <a:headEnd type="none" w="med" len="med"/>
                  <a:tailEnd type="none" w="med" len="med"/>
                </a:ln>
              </p:spPr>
              <p:txBody>
                <a:bodyPr/>
                <a:lstStyle/>
                <a:p>
                  <a:endParaRPr lang="zh-CN" altLang="en-US"/>
                </a:p>
              </p:txBody>
            </p:sp>
            <p:sp>
              <p:nvSpPr>
                <p:cNvPr id="52264" name="Arc 24"/>
                <p:cNvSpPr/>
                <p:nvPr/>
              </p:nvSpPr>
              <p:spPr>
                <a:xfrm flipH="1" flipV="1">
                  <a:off x="4529" y="2704"/>
                  <a:ext cx="982" cy="590"/>
                </a:xfrm>
                <a:custGeom>
                  <a:avLst/>
                  <a:gdLst/>
                  <a:ahLst/>
                  <a:cxnLst>
                    <a:cxn ang="0">
                      <a:pos x="0" y="0"/>
                    </a:cxn>
                    <a:cxn ang="0">
                      <a:pos x="0" y="0"/>
                    </a:cxn>
                    <a:cxn ang="0">
                      <a:pos x="0" y="0"/>
                    </a:cxn>
                  </a:cxnLst>
                  <a:rect l="0" t="0" r="0" b="0"/>
                  <a:pathLst>
                    <a:path w="26577" h="21600" fill="none">
                      <a:moveTo>
                        <a:pt x="-1" y="666"/>
                      </a:moveTo>
                      <a:cubicBezTo>
                        <a:pt x="1740" y="223"/>
                        <a:pt x="3529" y="0"/>
                        <a:pt x="5325" y="0"/>
                      </a:cubicBezTo>
                      <a:cubicBezTo>
                        <a:pt x="15765" y="0"/>
                        <a:pt x="24711" y="7467"/>
                        <a:pt x="26577" y="17739"/>
                      </a:cubicBezTo>
                    </a:path>
                    <a:path w="26577" h="21600" stroke="0">
                      <a:moveTo>
                        <a:pt x="-1" y="666"/>
                      </a:moveTo>
                      <a:cubicBezTo>
                        <a:pt x="1740" y="223"/>
                        <a:pt x="3529" y="0"/>
                        <a:pt x="5325" y="0"/>
                      </a:cubicBezTo>
                      <a:cubicBezTo>
                        <a:pt x="15765" y="0"/>
                        <a:pt x="24711" y="7467"/>
                        <a:pt x="26577" y="17739"/>
                      </a:cubicBezTo>
                      <a:lnTo>
                        <a:pt x="5325" y="21600"/>
                      </a:lnTo>
                      <a:lnTo>
                        <a:pt x="-1" y="666"/>
                      </a:lnTo>
                      <a:close/>
                    </a:path>
                  </a:pathLst>
                </a:custGeom>
                <a:noFill/>
                <a:ln w="22225" cap="flat" cmpd="sng">
                  <a:solidFill>
                    <a:srgbClr val="FF0000">
                      <a:alpha val="100000"/>
                    </a:srgbClr>
                  </a:solidFill>
                  <a:prstDash val="solid"/>
                  <a:round/>
                  <a:headEnd type="none" w="med" len="med"/>
                  <a:tailEnd type="none" w="med" len="med"/>
                </a:ln>
              </p:spPr>
              <p:txBody>
                <a:bodyPr/>
                <a:lstStyle/>
                <a:p>
                  <a:endParaRPr lang="zh-CN" altLang="en-US"/>
                </a:p>
              </p:txBody>
            </p:sp>
          </p:grpSp>
          <p:grpSp>
            <p:nvGrpSpPr>
              <p:cNvPr id="52249" name="Group 25"/>
              <p:cNvGrpSpPr/>
              <p:nvPr/>
            </p:nvGrpSpPr>
            <p:grpSpPr>
              <a:xfrm>
                <a:off x="4434" y="2696"/>
                <a:ext cx="141" cy="136"/>
                <a:chOff x="3990" y="3203"/>
                <a:chExt cx="136" cy="136"/>
              </a:xfrm>
            </p:grpSpPr>
            <p:sp>
              <p:nvSpPr>
                <p:cNvPr id="260122" name="Oval 26"/>
                <p:cNvSpPr>
                  <a:spLocks noChangeArrowheads="1"/>
                </p:cNvSpPr>
                <p:nvPr/>
              </p:nvSpPr>
              <p:spPr bwMode="auto">
                <a:xfrm>
                  <a:off x="3990" y="3203"/>
                  <a:ext cx="136" cy="142"/>
                </a:xfrm>
                <a:prstGeom prst="ellipse">
                  <a:avLst/>
                </a:prstGeom>
                <a:gradFill rotWithShape="1">
                  <a:gsLst>
                    <a:gs pos="0">
                      <a:schemeClr val="hlink">
                        <a:gamma/>
                        <a:shade val="36078"/>
                        <a:invGamma/>
                      </a:schemeClr>
                    </a:gs>
                    <a:gs pos="100000">
                      <a:schemeClr val="hlink"/>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262" name="Line 27"/>
                <p:cNvSpPr/>
                <p:nvPr/>
              </p:nvSpPr>
              <p:spPr>
                <a:xfrm>
                  <a:off x="4022" y="3270"/>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grpSp>
          <p:grpSp>
            <p:nvGrpSpPr>
              <p:cNvPr id="52250" name="Group 28"/>
              <p:cNvGrpSpPr/>
              <p:nvPr/>
            </p:nvGrpSpPr>
            <p:grpSpPr>
              <a:xfrm>
                <a:off x="4434" y="2514"/>
                <a:ext cx="141" cy="136"/>
                <a:chOff x="3990" y="2704"/>
                <a:chExt cx="136" cy="136"/>
              </a:xfrm>
            </p:grpSpPr>
            <p:sp>
              <p:nvSpPr>
                <p:cNvPr id="52257" name="Oval 29"/>
                <p:cNvSpPr/>
                <p:nvPr/>
              </p:nvSpPr>
              <p:spPr>
                <a:xfrm>
                  <a:off x="3990" y="2704"/>
                  <a:ext cx="136" cy="136"/>
                </a:xfrm>
                <a:prstGeom prst="ellipse">
                  <a:avLst/>
                </a:prstGeom>
                <a:gradFill rotWithShape="1">
                  <a:gsLst>
                    <a:gs pos="0">
                      <a:srgbClr val="5C2500"/>
                    </a:gs>
                    <a:gs pos="100000">
                      <a:srgbClr val="FF6600"/>
                    </a:gs>
                  </a:gsLst>
                  <a:lin ang="18900000" scaled="1"/>
                  <a:tileRect/>
                </a:gra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52258" name="Group 30"/>
                <p:cNvGrpSpPr/>
                <p:nvPr/>
              </p:nvGrpSpPr>
              <p:grpSpPr>
                <a:xfrm>
                  <a:off x="4022" y="2733"/>
                  <a:ext cx="68" cy="68"/>
                  <a:chOff x="2661" y="3323"/>
                  <a:chExt cx="68" cy="68"/>
                </a:xfrm>
              </p:grpSpPr>
              <p:sp>
                <p:nvSpPr>
                  <p:cNvPr id="52259" name="Line 31"/>
                  <p:cNvSpPr/>
                  <p:nvPr/>
                </p:nvSpPr>
                <p:spPr>
                  <a:xfrm>
                    <a:off x="2661" y="3361"/>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sp>
                <p:nvSpPr>
                  <p:cNvPr id="52260" name="Line 32"/>
                  <p:cNvSpPr/>
                  <p:nvPr/>
                </p:nvSpPr>
                <p:spPr>
                  <a:xfrm rot="5400000">
                    <a:off x="2662" y="3357"/>
                    <a:ext cx="68" cy="0"/>
                  </a:xfrm>
                  <a:prstGeom prst="line">
                    <a:avLst/>
                  </a:prstGeom>
                  <a:ln w="22225" cap="flat" cmpd="sng">
                    <a:solidFill>
                      <a:schemeClr val="bg1"/>
                    </a:solidFill>
                    <a:prstDash val="solid"/>
                    <a:headEnd type="none" w="med" len="med"/>
                    <a:tailEnd type="none" w="med" len="med"/>
                  </a:ln>
                </p:spPr>
                <p:txBody>
                  <a:bodyPr/>
                  <a:lstStyle/>
                  <a:p>
                    <a:endParaRPr lang="zh-CN" altLang="en-US"/>
                  </a:p>
                </p:txBody>
              </p:sp>
            </p:grpSp>
          </p:grpSp>
          <p:grpSp>
            <p:nvGrpSpPr>
              <p:cNvPr id="52251" name="Group 33"/>
              <p:cNvGrpSpPr/>
              <p:nvPr/>
            </p:nvGrpSpPr>
            <p:grpSpPr>
              <a:xfrm>
                <a:off x="3742" y="2053"/>
                <a:ext cx="91" cy="1241"/>
                <a:chOff x="3742" y="2053"/>
                <a:chExt cx="91" cy="1241"/>
              </a:xfrm>
            </p:grpSpPr>
            <p:sp>
              <p:nvSpPr>
                <p:cNvPr id="52255" name="Line 34"/>
                <p:cNvSpPr/>
                <p:nvPr/>
              </p:nvSpPr>
              <p:spPr>
                <a:xfrm>
                  <a:off x="3742" y="3294"/>
                  <a:ext cx="91" cy="0"/>
                </a:xfrm>
                <a:prstGeom prst="line">
                  <a:avLst/>
                </a:prstGeom>
                <a:ln w="19050" cap="flat" cmpd="sng">
                  <a:solidFill>
                    <a:srgbClr val="FF0000"/>
                  </a:solidFill>
                  <a:prstDash val="solid"/>
                  <a:headEnd type="none" w="med" len="med"/>
                  <a:tailEnd type="triangle" w="lg" len="med"/>
                </a:ln>
              </p:spPr>
              <p:txBody>
                <a:bodyPr/>
                <a:lstStyle/>
                <a:p>
                  <a:endParaRPr lang="zh-CN" altLang="en-US"/>
                </a:p>
              </p:txBody>
            </p:sp>
            <p:sp>
              <p:nvSpPr>
                <p:cNvPr id="52256" name="Line 35"/>
                <p:cNvSpPr/>
                <p:nvPr/>
              </p:nvSpPr>
              <p:spPr>
                <a:xfrm flipH="1">
                  <a:off x="3742" y="2053"/>
                  <a:ext cx="91" cy="0"/>
                </a:xfrm>
                <a:prstGeom prst="line">
                  <a:avLst/>
                </a:prstGeom>
                <a:ln w="19050" cap="flat" cmpd="sng">
                  <a:solidFill>
                    <a:srgbClr val="FF0000"/>
                  </a:solidFill>
                  <a:prstDash val="solid"/>
                  <a:headEnd type="none" w="med" len="med"/>
                  <a:tailEnd type="triangle" w="lg" len="med"/>
                </a:ln>
              </p:spPr>
              <p:txBody>
                <a:bodyPr/>
                <a:lstStyle/>
                <a:p>
                  <a:endParaRPr lang="zh-CN" altLang="en-US"/>
                </a:p>
              </p:txBody>
            </p:sp>
          </p:grpSp>
          <p:grpSp>
            <p:nvGrpSpPr>
              <p:cNvPr id="52252" name="Group 36"/>
              <p:cNvGrpSpPr/>
              <p:nvPr/>
            </p:nvGrpSpPr>
            <p:grpSpPr>
              <a:xfrm flipH="1">
                <a:off x="5193" y="2053"/>
                <a:ext cx="91" cy="1241"/>
                <a:chOff x="3742" y="2053"/>
                <a:chExt cx="91" cy="1241"/>
              </a:xfrm>
            </p:grpSpPr>
            <p:sp>
              <p:nvSpPr>
                <p:cNvPr id="52253" name="Line 37"/>
                <p:cNvSpPr/>
                <p:nvPr/>
              </p:nvSpPr>
              <p:spPr>
                <a:xfrm>
                  <a:off x="3742" y="3294"/>
                  <a:ext cx="91" cy="0"/>
                </a:xfrm>
                <a:prstGeom prst="line">
                  <a:avLst/>
                </a:prstGeom>
                <a:ln w="19050" cap="flat" cmpd="sng">
                  <a:solidFill>
                    <a:srgbClr val="FF0000"/>
                  </a:solidFill>
                  <a:prstDash val="solid"/>
                  <a:headEnd type="none" w="med" len="med"/>
                  <a:tailEnd type="triangle" w="lg" len="med"/>
                </a:ln>
              </p:spPr>
              <p:txBody>
                <a:bodyPr/>
                <a:lstStyle/>
                <a:p>
                  <a:endParaRPr lang="zh-CN" altLang="en-US"/>
                </a:p>
              </p:txBody>
            </p:sp>
            <p:sp>
              <p:nvSpPr>
                <p:cNvPr id="52254" name="Line 38"/>
                <p:cNvSpPr/>
                <p:nvPr/>
              </p:nvSpPr>
              <p:spPr>
                <a:xfrm flipH="1">
                  <a:off x="3742" y="2053"/>
                  <a:ext cx="91" cy="0"/>
                </a:xfrm>
                <a:prstGeom prst="line">
                  <a:avLst/>
                </a:prstGeom>
                <a:ln w="19050" cap="flat" cmpd="sng">
                  <a:solidFill>
                    <a:srgbClr val="FF0000"/>
                  </a:solidFill>
                  <a:prstDash val="solid"/>
                  <a:headEnd type="none" w="med" len="med"/>
                  <a:tailEnd type="triangle" w="lg" len="med"/>
                </a:ln>
              </p:spPr>
              <p:txBody>
                <a:bodyPr/>
                <a:lstStyle/>
                <a:p>
                  <a:endParaRPr lang="zh-CN" altLang="en-US"/>
                </a:p>
              </p:txBody>
            </p:sp>
          </p:grpSp>
        </p:grpSp>
        <p:sp>
          <p:nvSpPr>
            <p:cNvPr id="52238" name="Rectangle 39"/>
            <p:cNvSpPr/>
            <p:nvPr/>
          </p:nvSpPr>
          <p:spPr>
            <a:xfrm>
              <a:off x="3651" y="1797"/>
              <a:ext cx="2042" cy="2038"/>
            </a:xfrm>
            <a:prstGeom prst="rect">
              <a:avLst/>
            </a:prstGeom>
            <a:no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52239" name="Group 40"/>
            <p:cNvGrpSpPr/>
            <p:nvPr/>
          </p:nvGrpSpPr>
          <p:grpSpPr>
            <a:xfrm>
              <a:off x="5002" y="3294"/>
              <a:ext cx="736" cy="333"/>
              <a:chOff x="4935" y="3369"/>
              <a:chExt cx="736" cy="333"/>
            </a:xfrm>
          </p:grpSpPr>
          <p:sp>
            <p:nvSpPr>
              <p:cNvPr id="52241" name="Rectangle 41"/>
              <p:cNvSpPr/>
              <p:nvPr/>
            </p:nvSpPr>
            <p:spPr>
              <a:xfrm>
                <a:off x="4981" y="3430"/>
                <a:ext cx="589" cy="227"/>
              </a:xfrm>
              <a:prstGeom prst="rect">
                <a:avLst/>
              </a:prstGeom>
              <a:solidFill>
                <a:schemeClr val="bg1"/>
              </a:solid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2242" name="Text Box 42"/>
              <p:cNvSpPr txBox="1"/>
              <p:nvPr/>
            </p:nvSpPr>
            <p:spPr>
              <a:xfrm>
                <a:off x="5082" y="3515"/>
                <a:ext cx="58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1600" b="1" dirty="0">
                    <a:solidFill>
                      <a:srgbClr val="0000CC"/>
                    </a:solidFill>
                    <a:latin typeface="Times New Roman" panose="02020603050405020304" pitchFamily="18" charset="0"/>
                    <a:ea typeface="楷体_GB2312" pitchFamily="49" charset="-122"/>
                  </a:rPr>
                  <a:t>Equ-line</a:t>
                </a:r>
                <a:endParaRPr lang="en-US" altLang="zh-CN" sz="1600" b="1" dirty="0">
                  <a:solidFill>
                    <a:srgbClr val="0000CC"/>
                  </a:solidFill>
                  <a:ea typeface="楷体_GB2312" pitchFamily="49" charset="-122"/>
                </a:endParaRPr>
              </a:p>
            </p:txBody>
          </p:sp>
          <p:sp>
            <p:nvSpPr>
              <p:cNvPr id="52243" name="Line 43"/>
              <p:cNvSpPr/>
              <p:nvPr/>
            </p:nvSpPr>
            <p:spPr>
              <a:xfrm>
                <a:off x="4935" y="3657"/>
                <a:ext cx="182" cy="0"/>
              </a:xfrm>
              <a:prstGeom prst="line">
                <a:avLst/>
              </a:prstGeom>
              <a:ln w="22225" cap="flat" cmpd="sng">
                <a:solidFill>
                  <a:srgbClr val="0000FF"/>
                </a:solidFill>
                <a:prstDash val="sysDot"/>
                <a:headEnd type="none" w="med" len="med"/>
                <a:tailEnd type="none" w="med" len="med"/>
              </a:ln>
            </p:spPr>
            <p:txBody>
              <a:bodyPr/>
              <a:lstStyle/>
              <a:p>
                <a:endParaRPr lang="zh-CN" altLang="en-US"/>
              </a:p>
            </p:txBody>
          </p:sp>
          <p:sp>
            <p:nvSpPr>
              <p:cNvPr id="52244" name="Text Box 44"/>
              <p:cNvSpPr txBox="1"/>
              <p:nvPr/>
            </p:nvSpPr>
            <p:spPr>
              <a:xfrm>
                <a:off x="5082" y="3369"/>
                <a:ext cx="589"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1800" b="1" dirty="0">
                    <a:solidFill>
                      <a:srgbClr val="FF0000"/>
                    </a:solidFill>
                    <a:latin typeface="Times New Roman" panose="02020603050405020304" pitchFamily="18" charset="0"/>
                    <a:ea typeface="楷体_GB2312" pitchFamily="49" charset="-122"/>
                  </a:rPr>
                  <a:t>E-field</a:t>
                </a:r>
                <a:endParaRPr lang="en-US" altLang="zh-CN" sz="1800" b="1" dirty="0">
                  <a:solidFill>
                    <a:srgbClr val="FF0000"/>
                  </a:solidFill>
                  <a:ea typeface="楷体_GB2312" pitchFamily="49" charset="-122"/>
                </a:endParaRPr>
              </a:p>
            </p:txBody>
          </p:sp>
          <p:sp>
            <p:nvSpPr>
              <p:cNvPr id="52245" name="Line 45"/>
              <p:cNvSpPr/>
              <p:nvPr/>
            </p:nvSpPr>
            <p:spPr>
              <a:xfrm>
                <a:off x="4935" y="3511"/>
                <a:ext cx="182" cy="0"/>
              </a:xfrm>
              <a:prstGeom prst="line">
                <a:avLst/>
              </a:prstGeom>
              <a:ln w="22225" cap="flat" cmpd="sng">
                <a:solidFill>
                  <a:srgbClr val="FF0000"/>
                </a:solidFill>
                <a:prstDash val="solid"/>
                <a:headEnd type="none" w="med" len="med"/>
                <a:tailEnd type="none" w="med" len="med"/>
              </a:ln>
            </p:spPr>
            <p:txBody>
              <a:bodyPr/>
              <a:lstStyle/>
              <a:p>
                <a:endParaRPr lang="zh-CN" altLang="en-US"/>
              </a:p>
            </p:txBody>
          </p:sp>
        </p:grpSp>
        <p:sp>
          <p:nvSpPr>
            <p:cNvPr id="52240" name="Text Box 46"/>
            <p:cNvSpPr txBox="1"/>
            <p:nvPr/>
          </p:nvSpPr>
          <p:spPr>
            <a:xfrm>
              <a:off x="3969" y="3611"/>
              <a:ext cx="1361" cy="1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15000"/>
                </a:spcBef>
                <a:buClrTx/>
                <a:buSzTx/>
                <a:buFontTx/>
                <a:buNone/>
              </a:pPr>
              <a:r>
                <a:rPr lang="en-US" altLang="zh-CN" sz="1800" b="1" dirty="0">
                  <a:solidFill>
                    <a:srgbClr val="000000"/>
                  </a:solidFill>
                  <a:latin typeface="Times New Roman" panose="02020603050405020304" pitchFamily="18" charset="0"/>
                </a:rPr>
                <a:t>E-field for dipole</a:t>
              </a:r>
              <a:endParaRPr lang="en-US" altLang="zh-CN" sz="1800" b="1" dirty="0">
                <a:solidFill>
                  <a:srgbClr val="000000"/>
                </a:solidFill>
              </a:endParaRPr>
            </a:p>
          </p:txBody>
        </p:sp>
      </p:grpSp>
      <p:sp>
        <p:nvSpPr>
          <p:cNvPr id="260143" name="Text Box 47"/>
          <p:cNvSpPr txBox="1"/>
          <p:nvPr/>
        </p:nvSpPr>
        <p:spPr>
          <a:xfrm>
            <a:off x="122238" y="3789363"/>
            <a:ext cx="5026025"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Tx/>
              <a:buSzTx/>
              <a:buFontTx/>
              <a:buBlip>
                <a:blip r:embed="rId16"/>
              </a:buBlip>
            </a:pPr>
            <a:r>
              <a:rPr lang="en-US" altLang="zh-CN" sz="2400" b="1" dirty="0">
                <a:solidFill>
                  <a:srgbClr val="0000CC"/>
                </a:solidFill>
                <a:latin typeface="Times New Roman" panose="02020603050405020304" pitchFamily="18" charset="0"/>
                <a:ea typeface="楷体_GB2312" pitchFamily="49" charset="-122"/>
              </a:rPr>
              <a:t> </a:t>
            </a:r>
            <a:r>
              <a:rPr lang="en-US" altLang="zh-CN" sz="2400" b="1" dirty="0">
                <a:solidFill>
                  <a:srgbClr val="0000CC"/>
                </a:solidFill>
              </a:rPr>
              <a:t>Differential equation of electric field line</a:t>
            </a:r>
            <a:r>
              <a:rPr lang="zh-CN" altLang="en-US" sz="2400" dirty="0">
                <a:solidFill>
                  <a:srgbClr val="0000CC"/>
                </a:solidFill>
                <a:ea typeface="楷体_GB2312" pitchFamily="49" charset="-122"/>
              </a:rPr>
              <a:t>：</a:t>
            </a:r>
          </a:p>
        </p:txBody>
      </p:sp>
      <p:sp>
        <p:nvSpPr>
          <p:cNvPr id="260144" name="Text Box 48"/>
          <p:cNvSpPr txBox="1"/>
          <p:nvPr/>
        </p:nvSpPr>
        <p:spPr>
          <a:xfrm>
            <a:off x="107950" y="2060575"/>
            <a:ext cx="5256213"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Tx/>
              <a:buSzTx/>
              <a:buFontTx/>
              <a:buBlip>
                <a:blip r:embed="rId16"/>
              </a:buBlip>
            </a:pPr>
            <a:r>
              <a:rPr lang="en-US" altLang="zh-CN" sz="2400" b="1" dirty="0">
                <a:solidFill>
                  <a:schemeClr val="bg1"/>
                </a:solidFill>
                <a:latin typeface="Times New Roman" panose="02020603050405020304" pitchFamily="18" charset="0"/>
                <a:ea typeface="楷体_GB2312" pitchFamily="49" charset="-122"/>
              </a:rPr>
              <a:t> </a:t>
            </a:r>
            <a:r>
              <a:rPr lang="en-US" altLang="zh-CN" sz="2400" b="1" dirty="0">
                <a:solidFill>
                  <a:srgbClr val="0000CC"/>
                </a:solidFill>
              </a:rPr>
              <a:t>Equipotential line equation</a:t>
            </a:r>
            <a:r>
              <a:rPr lang="zh-CN" altLang="en-US" sz="2400" dirty="0">
                <a:solidFill>
                  <a:srgbClr val="0000CC"/>
                </a:solidFill>
                <a:ea typeface="楷体_GB2312" pitchFamily="49" charset="-122"/>
              </a:rPr>
              <a:t>：</a:t>
            </a:r>
          </a:p>
        </p:txBody>
      </p:sp>
      <p:sp>
        <p:nvSpPr>
          <p:cNvPr id="260146" name="Text Box 50"/>
          <p:cNvSpPr txBox="1"/>
          <p:nvPr/>
        </p:nvSpPr>
        <p:spPr>
          <a:xfrm>
            <a:off x="900113" y="5564188"/>
            <a:ext cx="5762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So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0105"/>
                                        </p:tgtEl>
                                        <p:attrNameLst>
                                          <p:attrName>style.visibility</p:attrName>
                                        </p:attrNameLst>
                                      </p:cBhvr>
                                      <p:to>
                                        <p:strVal val="visible"/>
                                      </p:to>
                                    </p:set>
                                    <p:animEffect transition="in" filter="wipe(left)">
                                      <p:cBhvr>
                                        <p:cTn id="7" dur="500"/>
                                        <p:tgtEl>
                                          <p:spTgt spid="2601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0104"/>
                                        </p:tgtEl>
                                        <p:attrNameLst>
                                          <p:attrName>style.visibility</p:attrName>
                                        </p:attrNameLst>
                                      </p:cBhvr>
                                      <p:to>
                                        <p:strVal val="visible"/>
                                      </p:to>
                                    </p:set>
                                    <p:animEffect transition="in" filter="wipe(left)">
                                      <p:cBhvr>
                                        <p:cTn id="12" dur="500"/>
                                        <p:tgtEl>
                                          <p:spTgt spid="2601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0144"/>
                                        </p:tgtEl>
                                        <p:attrNameLst>
                                          <p:attrName>style.visibility</p:attrName>
                                        </p:attrNameLst>
                                      </p:cBhvr>
                                      <p:to>
                                        <p:strVal val="visible"/>
                                      </p:to>
                                    </p:set>
                                    <p:animEffect transition="in" filter="wipe(left)">
                                      <p:cBhvr>
                                        <p:cTn id="17" dur="2000"/>
                                        <p:tgtEl>
                                          <p:spTgt spid="2601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0106"/>
                                        </p:tgtEl>
                                        <p:attrNameLst>
                                          <p:attrName>style.visibility</p:attrName>
                                        </p:attrNameLst>
                                      </p:cBhvr>
                                      <p:to>
                                        <p:strVal val="visible"/>
                                      </p:to>
                                    </p:set>
                                    <p:animEffect transition="in" filter="wipe(left)">
                                      <p:cBhvr>
                                        <p:cTn id="22" dur="500"/>
                                        <p:tgtEl>
                                          <p:spTgt spid="2601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0143"/>
                                        </p:tgtEl>
                                        <p:attrNameLst>
                                          <p:attrName>style.visibility</p:attrName>
                                        </p:attrNameLst>
                                      </p:cBhvr>
                                      <p:to>
                                        <p:strVal val="visible"/>
                                      </p:to>
                                    </p:set>
                                    <p:animEffect transition="in" filter="wipe(left)">
                                      <p:cBhvr>
                                        <p:cTn id="27" dur="2000"/>
                                        <p:tgtEl>
                                          <p:spTgt spid="260143"/>
                                        </p:tgtEl>
                                      </p:cBhvr>
                                    </p:animEffect>
                                  </p:childTnLst>
                                </p:cTn>
                              </p:par>
                            </p:childTnLst>
                          </p:cTn>
                        </p:par>
                        <p:par>
                          <p:cTn id="28" fill="hold">
                            <p:stCondLst>
                              <p:cond delay="2000"/>
                            </p:stCondLst>
                            <p:childTnLst>
                              <p:par>
                                <p:cTn id="29" presetID="22" presetClass="entr" presetSubtype="8" fill="hold" nodeType="afterEffect">
                                  <p:stCondLst>
                                    <p:cond delay="0"/>
                                  </p:stCondLst>
                                  <p:childTnLst>
                                    <p:set>
                                      <p:cBhvr>
                                        <p:cTn id="30" dur="1" fill="hold">
                                          <p:stCondLst>
                                            <p:cond delay="0"/>
                                          </p:stCondLst>
                                        </p:cTn>
                                        <p:tgtEl>
                                          <p:spTgt spid="260098"/>
                                        </p:tgtEl>
                                        <p:attrNameLst>
                                          <p:attrName>style.visibility</p:attrName>
                                        </p:attrNameLst>
                                      </p:cBhvr>
                                      <p:to>
                                        <p:strVal val="visible"/>
                                      </p:to>
                                    </p:set>
                                    <p:animEffect transition="in" filter="wipe(left)">
                                      <p:cBhvr>
                                        <p:cTn id="31" dur="2000"/>
                                        <p:tgtEl>
                                          <p:spTgt spid="26009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60146"/>
                                        </p:tgtEl>
                                        <p:attrNameLst>
                                          <p:attrName>style.visibility</p:attrName>
                                        </p:attrNameLst>
                                      </p:cBhvr>
                                      <p:to>
                                        <p:strVal val="visible"/>
                                      </p:to>
                                    </p:set>
                                    <p:animEffect transition="in" filter="wipe(left)">
                                      <p:cBhvr>
                                        <p:cTn id="36" dur="500"/>
                                        <p:tgtEl>
                                          <p:spTgt spid="26014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60099"/>
                                        </p:tgtEl>
                                        <p:attrNameLst>
                                          <p:attrName>style.visibility</p:attrName>
                                        </p:attrNameLst>
                                      </p:cBhvr>
                                      <p:to>
                                        <p:strVal val="visible"/>
                                      </p:to>
                                    </p:set>
                                    <p:animEffect transition="in" filter="wipe(left)">
                                      <p:cBhvr>
                                        <p:cTn id="40" dur="2000"/>
                                        <p:tgtEl>
                                          <p:spTgt spid="260099"/>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260110"/>
                                        </p:tgtEl>
                                        <p:attrNameLst>
                                          <p:attrName>style.visibility</p:attrName>
                                        </p:attrNameLst>
                                      </p:cBhvr>
                                      <p:to>
                                        <p:strVal val="visible"/>
                                      </p:to>
                                    </p:set>
                                    <p:anim calcmode="lin" valueType="num">
                                      <p:cBhvr>
                                        <p:cTn id="45" dur="500" fill="hold"/>
                                        <p:tgtEl>
                                          <p:spTgt spid="260110"/>
                                        </p:tgtEl>
                                        <p:attrNameLst>
                                          <p:attrName>ppt_w</p:attrName>
                                        </p:attrNameLst>
                                      </p:cBhvr>
                                      <p:tavLst>
                                        <p:tav tm="0">
                                          <p:val>
                                            <p:fltVal val="0"/>
                                          </p:val>
                                        </p:tav>
                                        <p:tav tm="100000">
                                          <p:val>
                                            <p:strVal val="#ppt_w"/>
                                          </p:val>
                                        </p:tav>
                                      </p:tavLst>
                                    </p:anim>
                                    <p:anim calcmode="lin" valueType="num">
                                      <p:cBhvr>
                                        <p:cTn id="46" dur="500" fill="hold"/>
                                        <p:tgtEl>
                                          <p:spTgt spid="2601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43" grpId="0"/>
      <p:bldP spid="260144" grpId="0"/>
      <p:bldP spid="26014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146" name="Group 2"/>
          <p:cNvGrpSpPr/>
          <p:nvPr/>
        </p:nvGrpSpPr>
        <p:grpSpPr>
          <a:xfrm>
            <a:off x="6118225" y="1196975"/>
            <a:ext cx="3025775" cy="4383088"/>
            <a:chOff x="3741" y="851"/>
            <a:chExt cx="1906" cy="2761"/>
          </a:xfrm>
        </p:grpSpPr>
        <p:sp>
          <p:nvSpPr>
            <p:cNvPr id="53259" name="Rectangle 3"/>
            <p:cNvSpPr/>
            <p:nvPr/>
          </p:nvSpPr>
          <p:spPr>
            <a:xfrm>
              <a:off x="3741" y="891"/>
              <a:ext cx="1906" cy="2721"/>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3260" name="Rectangle 4"/>
            <p:cNvSpPr>
              <a:spLocks noChangeAspect="1"/>
            </p:cNvSpPr>
            <p:nvPr/>
          </p:nvSpPr>
          <p:spPr>
            <a:xfrm>
              <a:off x="4301" y="1435"/>
              <a:ext cx="58" cy="1902"/>
            </a:xfrm>
            <a:prstGeom prst="rect">
              <a:avLst/>
            </a:prstGeom>
            <a:gradFill rotWithShape="1">
              <a:gsLst>
                <a:gs pos="0">
                  <a:srgbClr val="765E47"/>
                </a:gs>
                <a:gs pos="100000">
                  <a:srgbClr val="FFCC99"/>
                </a:gs>
              </a:gsLst>
              <a:lin ang="0" scaled="1"/>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3261" name="Line 5"/>
            <p:cNvSpPr/>
            <p:nvPr/>
          </p:nvSpPr>
          <p:spPr>
            <a:xfrm flipV="1">
              <a:off x="4331" y="1072"/>
              <a:ext cx="4" cy="1905"/>
            </a:xfrm>
            <a:prstGeom prst="line">
              <a:avLst/>
            </a:prstGeom>
            <a:ln w="31750" cap="flat" cmpd="sng">
              <a:solidFill>
                <a:srgbClr val="0000FF"/>
              </a:solidFill>
              <a:prstDash val="solid"/>
              <a:headEnd type="none" w="med" len="med"/>
              <a:tailEnd type="triangle" w="med" len="med"/>
            </a:ln>
          </p:spPr>
          <p:txBody>
            <a:bodyPr/>
            <a:lstStyle/>
            <a:p>
              <a:endParaRPr lang="zh-CN" altLang="en-US"/>
            </a:p>
          </p:txBody>
        </p:sp>
        <p:sp>
          <p:nvSpPr>
            <p:cNvPr id="53262" name="Line 6"/>
            <p:cNvSpPr/>
            <p:nvPr/>
          </p:nvSpPr>
          <p:spPr>
            <a:xfrm>
              <a:off x="4311" y="2391"/>
              <a:ext cx="1231" cy="0"/>
            </a:xfrm>
            <a:prstGeom prst="line">
              <a:avLst/>
            </a:prstGeom>
            <a:ln w="31750" cap="flat" cmpd="sng">
              <a:solidFill>
                <a:srgbClr val="0000FF"/>
              </a:solidFill>
              <a:prstDash val="solid"/>
              <a:headEnd type="none" w="med" len="med"/>
              <a:tailEnd type="triangle" w="med" len="med"/>
            </a:ln>
          </p:spPr>
          <p:txBody>
            <a:bodyPr/>
            <a:lstStyle/>
            <a:p>
              <a:endParaRPr lang="zh-CN" altLang="en-US"/>
            </a:p>
          </p:txBody>
        </p:sp>
        <p:sp>
          <p:nvSpPr>
            <p:cNvPr id="53263" name="Line 7"/>
            <p:cNvSpPr/>
            <p:nvPr/>
          </p:nvSpPr>
          <p:spPr>
            <a:xfrm flipH="1">
              <a:off x="3831" y="2391"/>
              <a:ext cx="480" cy="450"/>
            </a:xfrm>
            <a:prstGeom prst="line">
              <a:avLst/>
            </a:prstGeom>
            <a:ln w="31750" cap="flat" cmpd="sng">
              <a:solidFill>
                <a:srgbClr val="0000FF"/>
              </a:solidFill>
              <a:prstDash val="solid"/>
              <a:headEnd type="none" w="med" len="med"/>
              <a:tailEnd type="triangle" w="med" len="med"/>
            </a:ln>
          </p:spPr>
          <p:txBody>
            <a:bodyPr/>
            <a:lstStyle/>
            <a:p>
              <a:endParaRPr lang="zh-CN" altLang="en-US"/>
            </a:p>
          </p:txBody>
        </p:sp>
        <p:sp>
          <p:nvSpPr>
            <p:cNvPr id="53264" name="Text Box 8"/>
            <p:cNvSpPr txBox="1"/>
            <p:nvPr/>
          </p:nvSpPr>
          <p:spPr>
            <a:xfrm>
              <a:off x="3786" y="2711"/>
              <a:ext cx="201" cy="3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i="1" dirty="0">
                  <a:latin typeface="Times New Roman" panose="02020603050405020304" pitchFamily="18" charset="0"/>
                </a:rPr>
                <a:t>x</a:t>
              </a:r>
              <a:endParaRPr lang="en-US" altLang="zh-CN" sz="2400" dirty="0">
                <a:latin typeface="Times New Roman" panose="02020603050405020304" pitchFamily="18" charset="0"/>
              </a:endParaRPr>
            </a:p>
          </p:txBody>
        </p:sp>
        <p:sp>
          <p:nvSpPr>
            <p:cNvPr id="53265" name="Text Box 9"/>
            <p:cNvSpPr txBox="1"/>
            <p:nvPr/>
          </p:nvSpPr>
          <p:spPr>
            <a:xfrm>
              <a:off x="5419" y="2287"/>
              <a:ext cx="201" cy="3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i="1" dirty="0">
                  <a:latin typeface="Times New Roman" panose="02020603050405020304" pitchFamily="18" charset="0"/>
                </a:rPr>
                <a:t>y</a:t>
              </a:r>
              <a:endParaRPr lang="en-US" altLang="zh-CN" sz="2400" dirty="0">
                <a:latin typeface="Times New Roman" panose="02020603050405020304" pitchFamily="18" charset="0"/>
              </a:endParaRPr>
            </a:p>
          </p:txBody>
        </p:sp>
        <p:sp>
          <p:nvSpPr>
            <p:cNvPr id="53266" name="Text Box 10"/>
            <p:cNvSpPr txBox="1"/>
            <p:nvPr/>
          </p:nvSpPr>
          <p:spPr>
            <a:xfrm>
              <a:off x="4349" y="851"/>
              <a:ext cx="191" cy="3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i="1" dirty="0">
                  <a:latin typeface="Times New Roman" panose="02020603050405020304" pitchFamily="18" charset="0"/>
                </a:rPr>
                <a:t>z</a:t>
              </a:r>
              <a:endParaRPr lang="en-US" altLang="zh-CN" sz="2400" dirty="0">
                <a:latin typeface="Times New Roman" panose="02020603050405020304" pitchFamily="18" charset="0"/>
              </a:endParaRPr>
            </a:p>
          </p:txBody>
        </p:sp>
        <p:sp>
          <p:nvSpPr>
            <p:cNvPr id="53267" name="Text Box 11"/>
            <p:cNvSpPr txBox="1"/>
            <p:nvPr/>
          </p:nvSpPr>
          <p:spPr>
            <a:xfrm>
              <a:off x="4108" y="1254"/>
              <a:ext cx="223" cy="3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i="1" dirty="0">
                  <a:latin typeface="Times New Roman" panose="02020603050405020304" pitchFamily="18" charset="0"/>
                </a:rPr>
                <a:t>L</a:t>
              </a:r>
              <a:endParaRPr lang="en-US" altLang="zh-CN" sz="2400" dirty="0">
                <a:latin typeface="Times New Roman" panose="02020603050405020304" pitchFamily="18" charset="0"/>
              </a:endParaRPr>
            </a:p>
          </p:txBody>
        </p:sp>
        <p:sp>
          <p:nvSpPr>
            <p:cNvPr id="53268" name="Text Box 12"/>
            <p:cNvSpPr txBox="1"/>
            <p:nvPr/>
          </p:nvSpPr>
          <p:spPr>
            <a:xfrm>
              <a:off x="4044" y="3113"/>
              <a:ext cx="287" cy="35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i="1" dirty="0">
                  <a:latin typeface="Times New Roman" panose="02020603050405020304" pitchFamily="18" charset="0"/>
                </a:rPr>
                <a:t>-L</a:t>
              </a:r>
              <a:endParaRPr lang="en-US" altLang="zh-CN" sz="2400" dirty="0">
                <a:latin typeface="Times New Roman" panose="02020603050405020304" pitchFamily="18" charset="0"/>
              </a:endParaRPr>
            </a:p>
          </p:txBody>
        </p:sp>
        <p:sp>
          <p:nvSpPr>
            <p:cNvPr id="53269" name="Rectangle 13"/>
            <p:cNvSpPr/>
            <p:nvPr/>
          </p:nvSpPr>
          <p:spPr>
            <a:xfrm>
              <a:off x="4295" y="2007"/>
              <a:ext cx="70" cy="96"/>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53270" name="Line 14"/>
            <p:cNvSpPr/>
            <p:nvPr/>
          </p:nvSpPr>
          <p:spPr>
            <a:xfrm flipV="1">
              <a:off x="4352" y="1254"/>
              <a:ext cx="743" cy="801"/>
            </a:xfrm>
            <a:prstGeom prst="line">
              <a:avLst/>
            </a:prstGeom>
            <a:ln w="9525" cap="flat" cmpd="sng">
              <a:solidFill>
                <a:srgbClr val="FF3300"/>
              </a:solidFill>
              <a:prstDash val="dash"/>
              <a:headEnd type="none" w="med" len="med"/>
              <a:tailEnd type="triangle" w="med" len="med"/>
            </a:ln>
          </p:spPr>
          <p:txBody>
            <a:bodyPr/>
            <a:lstStyle/>
            <a:p>
              <a:endParaRPr lang="zh-CN" altLang="en-US"/>
            </a:p>
          </p:txBody>
        </p:sp>
        <p:graphicFrame>
          <p:nvGraphicFramePr>
            <p:cNvPr id="53271" name="Object 15"/>
            <p:cNvGraphicFramePr>
              <a:graphicFrameLocks noChangeAspect="1"/>
            </p:cNvGraphicFramePr>
            <p:nvPr/>
          </p:nvGraphicFramePr>
          <p:xfrm>
            <a:off x="4829" y="977"/>
            <a:ext cx="681" cy="277"/>
          </p:xfrm>
          <a:graphic>
            <a:graphicData uri="http://schemas.openxmlformats.org/presentationml/2006/ole">
              <mc:AlternateContent xmlns:mc="http://schemas.openxmlformats.org/markup-compatibility/2006">
                <mc:Choice xmlns:v="urn:schemas-microsoft-com:vml" Requires="v">
                  <p:oleObj r:id="rId2" imgW="370205" imgH="74930" progId="Equation.DSMT4">
                    <p:embed/>
                  </p:oleObj>
                </mc:Choice>
                <mc:Fallback>
                  <p:oleObj r:id="rId2" imgW="370205" imgH="74930" progId="Equation.DSMT4">
                    <p:embed/>
                    <p:pic>
                      <p:nvPicPr>
                        <p:cNvPr id="53271" name="Object 15"/>
                        <p:cNvPicPr/>
                        <p:nvPr/>
                      </p:nvPicPr>
                      <p:blipFill>
                        <a:blip r:embed="rId3">
                          <a:clrChange>
                            <a:clrFrom>
                              <a:srgbClr val="000000"/>
                            </a:clrFrom>
                            <a:clrTo>
                              <a:srgbClr val="C60000"/>
                            </a:clrTo>
                          </a:clrChange>
                        </a:blip>
                        <a:stretch>
                          <a:fillRect/>
                        </a:stretch>
                      </p:blipFill>
                      <p:spPr>
                        <a:xfrm>
                          <a:off x="4829" y="977"/>
                          <a:ext cx="681" cy="277"/>
                        </a:xfrm>
                        <a:prstGeom prst="rect">
                          <a:avLst/>
                        </a:prstGeom>
                        <a:noFill/>
                        <a:ln w="38100">
                          <a:noFill/>
                          <a:miter/>
                        </a:ln>
                      </p:spPr>
                    </p:pic>
                  </p:oleObj>
                </mc:Fallback>
              </mc:AlternateContent>
            </a:graphicData>
          </a:graphic>
        </p:graphicFrame>
        <p:graphicFrame>
          <p:nvGraphicFramePr>
            <p:cNvPr id="53272" name="Object 16"/>
            <p:cNvGraphicFramePr>
              <a:graphicFrameLocks noChangeAspect="1"/>
            </p:cNvGraphicFramePr>
            <p:nvPr/>
          </p:nvGraphicFramePr>
          <p:xfrm>
            <a:off x="4071" y="1959"/>
            <a:ext cx="192" cy="192"/>
          </p:xfrm>
          <a:graphic>
            <a:graphicData uri="http://schemas.openxmlformats.org/presentationml/2006/ole">
              <mc:AlternateContent xmlns:mc="http://schemas.openxmlformats.org/markup-compatibility/2006">
                <mc:Choice xmlns:v="urn:schemas-microsoft-com:vml" Requires="v">
                  <p:oleObj r:id="rId4" imgW="40640" imgH="40640" progId="Equation.DSMT4">
                    <p:embed/>
                  </p:oleObj>
                </mc:Choice>
                <mc:Fallback>
                  <p:oleObj r:id="rId4" imgW="40640" imgH="40640" progId="Equation.DSMT4">
                    <p:embed/>
                    <p:pic>
                      <p:nvPicPr>
                        <p:cNvPr id="53272" name="Object 16"/>
                        <p:cNvPicPr/>
                        <p:nvPr/>
                      </p:nvPicPr>
                      <p:blipFill>
                        <a:blip r:embed="rId5">
                          <a:clrChange>
                            <a:clrFrom>
                              <a:srgbClr val="000000"/>
                            </a:clrFrom>
                            <a:clrTo>
                              <a:srgbClr val="007A77"/>
                            </a:clrTo>
                          </a:clrChange>
                        </a:blip>
                        <a:stretch>
                          <a:fillRect/>
                        </a:stretch>
                      </p:blipFill>
                      <p:spPr>
                        <a:xfrm>
                          <a:off x="4071" y="1959"/>
                          <a:ext cx="192" cy="192"/>
                        </a:xfrm>
                        <a:prstGeom prst="rect">
                          <a:avLst/>
                        </a:prstGeom>
                        <a:noFill/>
                        <a:ln w="38100">
                          <a:noFill/>
                          <a:miter/>
                        </a:ln>
                      </p:spPr>
                    </p:pic>
                  </p:oleObj>
                </mc:Fallback>
              </mc:AlternateContent>
            </a:graphicData>
          </a:graphic>
        </p:graphicFrame>
        <p:graphicFrame>
          <p:nvGraphicFramePr>
            <p:cNvPr id="53273" name="Object 17"/>
            <p:cNvGraphicFramePr>
              <a:graphicFrameLocks noChangeAspect="1"/>
            </p:cNvGraphicFramePr>
            <p:nvPr/>
          </p:nvGraphicFramePr>
          <p:xfrm>
            <a:off x="4383" y="2025"/>
            <a:ext cx="637" cy="211"/>
          </p:xfrm>
          <a:graphic>
            <a:graphicData uri="http://schemas.openxmlformats.org/presentationml/2006/ole">
              <mc:AlternateContent xmlns:mc="http://schemas.openxmlformats.org/markup-compatibility/2006">
                <mc:Choice xmlns:v="urn:schemas-microsoft-com:vml" Requires="v">
                  <p:oleObj r:id="rId6" imgW="382270" imgH="57785" progId="Equation.DSMT4">
                    <p:embed/>
                  </p:oleObj>
                </mc:Choice>
                <mc:Fallback>
                  <p:oleObj r:id="rId6" imgW="382270" imgH="57785" progId="Equation.DSMT4">
                    <p:embed/>
                    <p:pic>
                      <p:nvPicPr>
                        <p:cNvPr id="53273" name="Object 17"/>
                        <p:cNvPicPr/>
                        <p:nvPr/>
                      </p:nvPicPr>
                      <p:blipFill>
                        <a:blip r:embed="rId7">
                          <a:clrChange>
                            <a:clrFrom>
                              <a:srgbClr val="000000"/>
                            </a:clrFrom>
                            <a:clrTo>
                              <a:srgbClr val="007A77"/>
                            </a:clrTo>
                          </a:clrChange>
                        </a:blip>
                        <a:stretch>
                          <a:fillRect/>
                        </a:stretch>
                      </p:blipFill>
                      <p:spPr>
                        <a:xfrm>
                          <a:off x="4383" y="2025"/>
                          <a:ext cx="637" cy="211"/>
                        </a:xfrm>
                        <a:prstGeom prst="rect">
                          <a:avLst/>
                        </a:prstGeom>
                        <a:noFill/>
                        <a:ln w="38100">
                          <a:noFill/>
                          <a:miter/>
                        </a:ln>
                      </p:spPr>
                    </p:pic>
                  </p:oleObj>
                </mc:Fallback>
              </mc:AlternateContent>
            </a:graphicData>
          </a:graphic>
        </p:graphicFrame>
        <p:sp>
          <p:nvSpPr>
            <p:cNvPr id="53274" name="Line 18"/>
            <p:cNvSpPr/>
            <p:nvPr/>
          </p:nvSpPr>
          <p:spPr>
            <a:xfrm>
              <a:off x="4323" y="1254"/>
              <a:ext cx="779" cy="0"/>
            </a:xfrm>
            <a:prstGeom prst="line">
              <a:avLst/>
            </a:prstGeom>
            <a:ln w="9525" cap="flat" cmpd="sng">
              <a:solidFill>
                <a:srgbClr val="FF3300"/>
              </a:solidFill>
              <a:prstDash val="dash"/>
              <a:headEnd type="none" w="med" len="med"/>
              <a:tailEnd type="none" w="med" len="med"/>
            </a:ln>
          </p:spPr>
          <p:txBody>
            <a:bodyPr/>
            <a:lstStyle/>
            <a:p>
              <a:endParaRPr lang="zh-CN" altLang="en-US"/>
            </a:p>
          </p:txBody>
        </p:sp>
        <p:graphicFrame>
          <p:nvGraphicFramePr>
            <p:cNvPr id="53275" name="Object 19"/>
            <p:cNvGraphicFramePr>
              <a:graphicFrameLocks noChangeAspect="1"/>
            </p:cNvGraphicFramePr>
            <p:nvPr/>
          </p:nvGraphicFramePr>
          <p:xfrm>
            <a:off x="4739" y="1571"/>
            <a:ext cx="209" cy="226"/>
          </p:xfrm>
          <a:graphic>
            <a:graphicData uri="http://schemas.openxmlformats.org/presentationml/2006/ole">
              <mc:AlternateContent xmlns:mc="http://schemas.openxmlformats.org/markup-compatibility/2006">
                <mc:Choice xmlns:v="urn:schemas-microsoft-com:vml" Requires="v">
                  <p:oleObj r:id="rId8" imgW="29210" imgH="40640" progId="Equation.DSMT4">
                    <p:embed/>
                  </p:oleObj>
                </mc:Choice>
                <mc:Fallback>
                  <p:oleObj r:id="rId8" imgW="29210" imgH="40640" progId="Equation.DSMT4">
                    <p:embed/>
                    <p:pic>
                      <p:nvPicPr>
                        <p:cNvPr id="53275" name="Object 19"/>
                        <p:cNvPicPr/>
                        <p:nvPr/>
                      </p:nvPicPr>
                      <p:blipFill>
                        <a:blip r:embed="rId9">
                          <a:clrChange>
                            <a:clrFrom>
                              <a:srgbClr val="000000"/>
                            </a:clrFrom>
                            <a:clrTo>
                              <a:srgbClr val="007A77"/>
                            </a:clrTo>
                          </a:clrChange>
                        </a:blip>
                        <a:stretch>
                          <a:fillRect/>
                        </a:stretch>
                      </p:blipFill>
                      <p:spPr>
                        <a:xfrm>
                          <a:off x="4739" y="1571"/>
                          <a:ext cx="209" cy="226"/>
                        </a:xfrm>
                        <a:prstGeom prst="rect">
                          <a:avLst/>
                        </a:prstGeom>
                        <a:noFill/>
                        <a:ln w="38100">
                          <a:noFill/>
                          <a:miter/>
                        </a:ln>
                      </p:spPr>
                    </p:pic>
                  </p:oleObj>
                </mc:Fallback>
              </mc:AlternateContent>
            </a:graphicData>
          </a:graphic>
        </p:graphicFrame>
      </p:grpSp>
      <p:graphicFrame>
        <p:nvGraphicFramePr>
          <p:cNvPr id="262165" name="Object 21"/>
          <p:cNvGraphicFramePr/>
          <p:nvPr/>
        </p:nvGraphicFramePr>
        <p:xfrm>
          <a:off x="468313" y="2133600"/>
          <a:ext cx="4662487" cy="900113"/>
        </p:xfrm>
        <a:graphic>
          <a:graphicData uri="http://schemas.openxmlformats.org/presentationml/2006/ole">
            <mc:AlternateContent xmlns:mc="http://schemas.openxmlformats.org/markup-compatibility/2006">
              <mc:Choice xmlns:v="urn:schemas-microsoft-com:vml" Requires="v">
                <p:oleObj r:id="rId10" imgW="2054225" imgH="318135" progId="Equation.DSMT4">
                  <p:embed/>
                </p:oleObj>
              </mc:Choice>
              <mc:Fallback>
                <p:oleObj r:id="rId10" imgW="2054225" imgH="318135" progId="Equation.DSMT4">
                  <p:embed/>
                  <p:pic>
                    <p:nvPicPr>
                      <p:cNvPr id="262165" name="Object 21"/>
                      <p:cNvPicPr/>
                      <p:nvPr/>
                    </p:nvPicPr>
                    <p:blipFill>
                      <a:blip r:embed="rId11">
                        <a:clrChange>
                          <a:clrFrom>
                            <a:srgbClr val="000000"/>
                          </a:clrFrom>
                          <a:clrTo>
                            <a:srgbClr val="000000"/>
                          </a:clrTo>
                        </a:clrChange>
                      </a:blip>
                      <a:stretch>
                        <a:fillRect/>
                      </a:stretch>
                    </p:blipFill>
                    <p:spPr>
                      <a:xfrm>
                        <a:off x="468313" y="2133600"/>
                        <a:ext cx="4662487" cy="900113"/>
                      </a:xfrm>
                      <a:prstGeom prst="rect">
                        <a:avLst/>
                      </a:prstGeom>
                      <a:noFill/>
                      <a:ln w="38100">
                        <a:noFill/>
                        <a:miter/>
                      </a:ln>
                    </p:spPr>
                  </p:pic>
                </p:oleObj>
              </mc:Fallback>
            </mc:AlternateContent>
          </a:graphicData>
        </a:graphic>
      </p:graphicFrame>
      <p:graphicFrame>
        <p:nvGraphicFramePr>
          <p:cNvPr id="262166" name="Object 22"/>
          <p:cNvGraphicFramePr>
            <a:graphicFrameLocks noChangeAspect="1"/>
          </p:cNvGraphicFramePr>
          <p:nvPr/>
        </p:nvGraphicFramePr>
        <p:xfrm>
          <a:off x="1187450" y="3141663"/>
          <a:ext cx="4711700" cy="865187"/>
        </p:xfrm>
        <a:graphic>
          <a:graphicData uri="http://schemas.openxmlformats.org/presentationml/2006/ole">
            <mc:AlternateContent xmlns:mc="http://schemas.openxmlformats.org/markup-compatibility/2006">
              <mc:Choice xmlns:v="urn:schemas-microsoft-com:vml" Requires="v">
                <p:oleObj r:id="rId12" imgW="2176145" imgH="312420" progId="Equation.DSMT4">
                  <p:embed/>
                </p:oleObj>
              </mc:Choice>
              <mc:Fallback>
                <p:oleObj r:id="rId12" imgW="2176145" imgH="312420" progId="Equation.DSMT4">
                  <p:embed/>
                  <p:pic>
                    <p:nvPicPr>
                      <p:cNvPr id="262166" name="Object 22"/>
                      <p:cNvPicPr/>
                      <p:nvPr/>
                    </p:nvPicPr>
                    <p:blipFill>
                      <a:blip r:embed="rId13">
                        <a:clrChange>
                          <a:clrFrom>
                            <a:srgbClr val="000000"/>
                          </a:clrFrom>
                          <a:clrTo>
                            <a:srgbClr val="000000"/>
                          </a:clrTo>
                        </a:clrChange>
                      </a:blip>
                      <a:stretch>
                        <a:fillRect/>
                      </a:stretch>
                    </p:blipFill>
                    <p:spPr>
                      <a:xfrm>
                        <a:off x="1187450" y="3141663"/>
                        <a:ext cx="4711700" cy="865187"/>
                      </a:xfrm>
                      <a:prstGeom prst="rect">
                        <a:avLst/>
                      </a:prstGeom>
                      <a:noFill/>
                      <a:ln w="38100">
                        <a:noFill/>
                        <a:miter/>
                      </a:ln>
                    </p:spPr>
                  </p:pic>
                </p:oleObj>
              </mc:Fallback>
            </mc:AlternateContent>
          </a:graphicData>
        </a:graphic>
      </p:graphicFrame>
      <p:graphicFrame>
        <p:nvGraphicFramePr>
          <p:cNvPr id="262167" name="Object 23"/>
          <p:cNvGraphicFramePr/>
          <p:nvPr/>
        </p:nvGraphicFramePr>
        <p:xfrm>
          <a:off x="1187450" y="4221163"/>
          <a:ext cx="4681538" cy="1025525"/>
        </p:xfrm>
        <a:graphic>
          <a:graphicData uri="http://schemas.openxmlformats.org/presentationml/2006/ole">
            <mc:AlternateContent xmlns:mc="http://schemas.openxmlformats.org/markup-compatibility/2006">
              <mc:Choice xmlns:v="urn:schemas-microsoft-com:vml" Requires="v">
                <p:oleObj r:id="rId14" imgW="2037080" imgH="382270" progId="Equation.DSMT4">
                  <p:embed/>
                </p:oleObj>
              </mc:Choice>
              <mc:Fallback>
                <p:oleObj r:id="rId14" imgW="2037080" imgH="382270" progId="Equation.DSMT4">
                  <p:embed/>
                  <p:pic>
                    <p:nvPicPr>
                      <p:cNvPr id="262167" name="Object 23"/>
                      <p:cNvPicPr/>
                      <p:nvPr/>
                    </p:nvPicPr>
                    <p:blipFill>
                      <a:blip r:embed="rId15">
                        <a:clrChange>
                          <a:clrFrom>
                            <a:srgbClr val="000000"/>
                          </a:clrFrom>
                          <a:clrTo>
                            <a:srgbClr val="000000"/>
                          </a:clrTo>
                        </a:clrChange>
                      </a:blip>
                      <a:stretch>
                        <a:fillRect/>
                      </a:stretch>
                    </p:blipFill>
                    <p:spPr>
                      <a:xfrm>
                        <a:off x="1187450" y="4221163"/>
                        <a:ext cx="4681538" cy="1025525"/>
                      </a:xfrm>
                      <a:prstGeom prst="rect">
                        <a:avLst/>
                      </a:prstGeom>
                      <a:noFill/>
                      <a:ln w="38100">
                        <a:noFill/>
                        <a:miter/>
                      </a:ln>
                    </p:spPr>
                  </p:pic>
                </p:oleObj>
              </mc:Fallback>
            </mc:AlternateContent>
          </a:graphicData>
        </a:graphic>
      </p:graphicFrame>
      <p:sp>
        <p:nvSpPr>
          <p:cNvPr id="262171" name="Rectangle 27"/>
          <p:cNvSpPr/>
          <p:nvPr/>
        </p:nvSpPr>
        <p:spPr>
          <a:xfrm>
            <a:off x="323850" y="5589588"/>
            <a:ext cx="7488238" cy="831850"/>
          </a:xfrm>
          <a:prstGeom prst="rect">
            <a:avLst/>
          </a:prstGeom>
          <a:solidFill>
            <a:srgbClr val="FFFFFF"/>
          </a:solidFill>
          <a:ln w="9525" cap="flat" cmpd="sng">
            <a:solidFill>
              <a:srgbClr val="FF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buClrTx/>
              <a:buSzTx/>
              <a:buFontTx/>
              <a:buNone/>
            </a:pPr>
            <a:r>
              <a:rPr lang="en-US" altLang="zh-CN" sz="2400" b="1" dirty="0">
                <a:solidFill>
                  <a:srgbClr val="0000CC"/>
                </a:solidFill>
                <a:latin typeface="Times New Roman" panose="02020603050405020304" pitchFamily="18" charset="0"/>
                <a:ea typeface="楷体_GB2312" pitchFamily="49" charset="-122"/>
              </a:rPr>
              <a:t>    Choose a proper reference point to determine the C, for example                           , then C=0</a:t>
            </a:r>
            <a:r>
              <a:rPr lang="en-US" altLang="zh-CN" sz="1800" b="1" dirty="0">
                <a:solidFill>
                  <a:srgbClr val="0000CC"/>
                </a:solidFill>
                <a:latin typeface="Times New Roman" panose="02020603050405020304" pitchFamily="18" charset="0"/>
                <a:ea typeface="楷体_GB2312" pitchFamily="49" charset="-122"/>
              </a:rPr>
              <a:t>  </a:t>
            </a:r>
          </a:p>
        </p:txBody>
      </p:sp>
      <p:graphicFrame>
        <p:nvGraphicFramePr>
          <p:cNvPr id="262172" name="Object 28"/>
          <p:cNvGraphicFramePr>
            <a:graphicFrameLocks noGrp="1"/>
          </p:cNvGraphicFramePr>
          <p:nvPr>
            <p:ph sz="half" idx="1" hasCustomPrompt="1"/>
          </p:nvPr>
        </p:nvGraphicFramePr>
        <p:xfrm>
          <a:off x="2555875" y="5949950"/>
          <a:ext cx="1441450" cy="504825"/>
        </p:xfrm>
        <a:graphic>
          <a:graphicData uri="http://schemas.openxmlformats.org/presentationml/2006/ole">
            <mc:AlternateContent xmlns:mc="http://schemas.openxmlformats.org/markup-compatibility/2006">
              <mc:Choice xmlns:v="urn:schemas-microsoft-com:vml" Requires="v">
                <p:oleObj r:id="rId16" imgW="440055" imgH="74930" progId="Equation.DSMT4">
                  <p:embed/>
                </p:oleObj>
              </mc:Choice>
              <mc:Fallback>
                <p:oleObj r:id="rId16" imgW="440055" imgH="74930" progId="Equation.DSMT4">
                  <p:embed/>
                  <p:pic>
                    <p:nvPicPr>
                      <p:cNvPr id="262172" name="Object 28"/>
                      <p:cNvPicPr/>
                      <p:nvPr/>
                    </p:nvPicPr>
                    <p:blipFill>
                      <a:blip r:embed="rId17">
                        <a:clrChange>
                          <a:clrFrom>
                            <a:srgbClr val="000000"/>
                          </a:clrFrom>
                          <a:clrTo>
                            <a:srgbClr val="FFFFFF"/>
                          </a:clrTo>
                        </a:clrChange>
                      </a:blip>
                      <a:srcRect/>
                      <a:stretch>
                        <a:fillRect/>
                      </a:stretch>
                    </p:blipFill>
                    <p:spPr>
                      <a:xfrm>
                        <a:off x="2555875" y="5949950"/>
                        <a:ext cx="1441450" cy="504825"/>
                      </a:xfrm>
                      <a:prstGeom prst="rect">
                        <a:avLst/>
                      </a:prstGeom>
                      <a:noFill/>
                      <a:ln w="38100">
                        <a:miter/>
                      </a:ln>
                    </p:spPr>
                  </p:pic>
                </p:oleObj>
              </mc:Fallback>
            </mc:AlternateContent>
          </a:graphicData>
        </a:graphic>
      </p:graphicFrame>
      <p:sp>
        <p:nvSpPr>
          <p:cNvPr id="53256" name="Rectangle 29"/>
          <p:cNvSpPr/>
          <p:nvPr/>
        </p:nvSpPr>
        <p:spPr>
          <a:xfrm>
            <a:off x="179388" y="230188"/>
            <a:ext cx="8785225"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rPr>
              <a:t>Example  9 </a:t>
            </a:r>
            <a:r>
              <a:rPr lang="en-US" altLang="zh-CN" sz="2400" b="1" dirty="0">
                <a:solidFill>
                  <a:srgbClr val="000000"/>
                </a:solidFill>
              </a:rPr>
              <a:t> Find the potential and electric field of an uniformly charged line with the length of </a:t>
            </a:r>
            <a:r>
              <a:rPr lang="en-US" altLang="zh-CN" sz="2400" b="1" i="1" dirty="0">
                <a:solidFill>
                  <a:srgbClr val="000000"/>
                </a:solidFill>
              </a:rPr>
              <a:t>2L</a:t>
            </a:r>
            <a:r>
              <a:rPr lang="en-US" altLang="zh-CN" sz="2400" b="1" dirty="0">
                <a:solidFill>
                  <a:srgbClr val="000000"/>
                </a:solidFill>
              </a:rPr>
              <a:t> and charge density of        .</a:t>
            </a:r>
            <a:endParaRPr lang="en-US" altLang="zh-CN" sz="2400" b="1" dirty="0">
              <a:solidFill>
                <a:srgbClr val="000000"/>
              </a:solidFill>
              <a:sym typeface="Symbol" panose="05050102010706020507" pitchFamily="18" charset="2"/>
            </a:endParaRPr>
          </a:p>
        </p:txBody>
      </p:sp>
      <p:sp>
        <p:nvSpPr>
          <p:cNvPr id="262177" name="Text Box 33"/>
          <p:cNvSpPr txBox="1"/>
          <p:nvPr/>
        </p:nvSpPr>
        <p:spPr>
          <a:xfrm>
            <a:off x="179388" y="1557338"/>
            <a:ext cx="5591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b" hangingPunct="1">
              <a:spcBef>
                <a:spcPct val="0"/>
              </a:spcBef>
              <a:buClrTx/>
              <a:buSzTx/>
              <a:buFontTx/>
              <a:buNone/>
            </a:pPr>
            <a:r>
              <a:rPr lang="en-US" altLang="zh-CN" sz="2400" b="1" dirty="0">
                <a:solidFill>
                  <a:srgbClr val="0000CC"/>
                </a:solidFill>
                <a:latin typeface="Times New Roman" panose="02020603050405020304" pitchFamily="18" charset="0"/>
                <a:ea typeface="幼圆" panose="02010509060101010101" pitchFamily="49" charset="-122"/>
              </a:rPr>
              <a:t>Solution: </a:t>
            </a:r>
            <a:r>
              <a:rPr lang="en-US" altLang="zh-CN" sz="2400" b="1" dirty="0">
                <a:solidFill>
                  <a:srgbClr val="0000CC"/>
                </a:solidFill>
                <a:latin typeface="Times New Roman" panose="02020603050405020304" pitchFamily="18" charset="0"/>
                <a:ea typeface="楷体_GB2312" pitchFamily="49" charset="-122"/>
              </a:rPr>
              <a:t>In the cylindrical system</a:t>
            </a:r>
          </a:p>
        </p:txBody>
      </p:sp>
      <p:graphicFrame>
        <p:nvGraphicFramePr>
          <p:cNvPr id="53258" name="Object 34"/>
          <p:cNvGraphicFramePr>
            <a:graphicFrameLocks noGrp="1" noChangeAspect="1"/>
          </p:cNvGraphicFramePr>
          <p:nvPr>
            <p:ph sz="half" idx="2" hasCustomPrompt="1"/>
          </p:nvPr>
        </p:nvGraphicFramePr>
        <p:xfrm>
          <a:off x="1835150" y="908050"/>
          <a:ext cx="474663" cy="503238"/>
        </p:xfrm>
        <a:graphic>
          <a:graphicData uri="http://schemas.openxmlformats.org/presentationml/2006/ole">
            <mc:AlternateContent xmlns:mc="http://schemas.openxmlformats.org/markup-compatibility/2006">
              <mc:Choice xmlns:v="urn:schemas-microsoft-com:vml" Requires="v">
                <p:oleObj r:id="rId18" imgW="215900" imgH="228600" progId="Equation.DSMT4">
                  <p:embed/>
                </p:oleObj>
              </mc:Choice>
              <mc:Fallback>
                <p:oleObj r:id="rId18" imgW="215900" imgH="228600" progId="Equation.DSMT4">
                  <p:embed/>
                  <p:pic>
                    <p:nvPicPr>
                      <p:cNvPr id="53258" name="Object 34"/>
                      <p:cNvPicPr/>
                      <p:nvPr/>
                    </p:nvPicPr>
                    <p:blipFill>
                      <a:blip r:embed="rId19"/>
                      <a:srcRect/>
                      <a:stretch>
                        <a:fillRect/>
                      </a:stretch>
                    </p:blipFill>
                    <p:spPr>
                      <a:xfrm>
                        <a:off x="1835150" y="908050"/>
                        <a:ext cx="474663" cy="50323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62146"/>
                                        </p:tgtEl>
                                        <p:attrNameLst>
                                          <p:attrName>style.visibility</p:attrName>
                                        </p:attrNameLst>
                                      </p:cBhvr>
                                      <p:to>
                                        <p:strVal val="visible"/>
                                      </p:to>
                                    </p:set>
                                    <p:animEffect transition="in" filter="wipe(up)">
                                      <p:cBhvr>
                                        <p:cTn id="7" dur="2000"/>
                                        <p:tgtEl>
                                          <p:spTgt spid="2621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2177"/>
                                        </p:tgtEl>
                                        <p:attrNameLst>
                                          <p:attrName>style.visibility</p:attrName>
                                        </p:attrNameLst>
                                      </p:cBhvr>
                                      <p:to>
                                        <p:strVal val="visible"/>
                                      </p:to>
                                    </p:set>
                                    <p:animEffect transition="in" filter="wipe(left)">
                                      <p:cBhvr>
                                        <p:cTn id="12" dur="3000"/>
                                        <p:tgtEl>
                                          <p:spTgt spid="2621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2165"/>
                                        </p:tgtEl>
                                        <p:attrNameLst>
                                          <p:attrName>style.visibility</p:attrName>
                                        </p:attrNameLst>
                                      </p:cBhvr>
                                      <p:to>
                                        <p:strVal val="visible"/>
                                      </p:to>
                                    </p:set>
                                    <p:animEffect transition="in" filter="wipe(up)">
                                      <p:cBhvr>
                                        <p:cTn id="17" dur="2000"/>
                                        <p:tgtEl>
                                          <p:spTgt spid="2621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2166"/>
                                        </p:tgtEl>
                                        <p:attrNameLst>
                                          <p:attrName>style.visibility</p:attrName>
                                        </p:attrNameLst>
                                      </p:cBhvr>
                                      <p:to>
                                        <p:strVal val="visible"/>
                                      </p:to>
                                    </p:set>
                                    <p:animEffect transition="in" filter="wipe(up)">
                                      <p:cBhvr>
                                        <p:cTn id="22" dur="2000"/>
                                        <p:tgtEl>
                                          <p:spTgt spid="2621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2167"/>
                                        </p:tgtEl>
                                        <p:attrNameLst>
                                          <p:attrName>style.visibility</p:attrName>
                                        </p:attrNameLst>
                                      </p:cBhvr>
                                      <p:to>
                                        <p:strVal val="visible"/>
                                      </p:to>
                                    </p:set>
                                    <p:animEffect transition="in" filter="wipe(up)">
                                      <p:cBhvr>
                                        <p:cTn id="27" dur="2000"/>
                                        <p:tgtEl>
                                          <p:spTgt spid="26216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62172"/>
                                        </p:tgtEl>
                                        <p:attrNameLst>
                                          <p:attrName>style.visibility</p:attrName>
                                        </p:attrNameLst>
                                      </p:cBhvr>
                                      <p:to>
                                        <p:strVal val="visible"/>
                                      </p:to>
                                    </p:set>
                                    <p:animEffect transition="in" filter="dissolve">
                                      <p:cBhvr>
                                        <p:cTn id="32" dur="500"/>
                                        <p:tgtEl>
                                          <p:spTgt spid="262172"/>
                                        </p:tgtEl>
                                      </p:cBhvr>
                                    </p:animEffect>
                                  </p:childTnLst>
                                </p:cTn>
                              </p:par>
                              <p:par>
                                <p:cTn id="33" presetID="9" presetClass="entr" presetSubtype="0" fill="hold" nodeType="withEffect">
                                  <p:stCondLst>
                                    <p:cond delay="0"/>
                                  </p:stCondLst>
                                  <p:childTnLst>
                                    <p:set>
                                      <p:cBhvr>
                                        <p:cTn id="34" dur="1" fill="hold">
                                          <p:stCondLst>
                                            <p:cond delay="0"/>
                                          </p:stCondLst>
                                        </p:cTn>
                                        <p:tgtEl>
                                          <p:spTgt spid="262171"/>
                                        </p:tgtEl>
                                        <p:attrNameLst>
                                          <p:attrName>style.visibility</p:attrName>
                                        </p:attrNameLst>
                                      </p:cBhvr>
                                      <p:to>
                                        <p:strVal val="visible"/>
                                      </p:to>
                                    </p:set>
                                    <p:animEffect transition="in" filter="dissolve">
                                      <p:cBhvr>
                                        <p:cTn id="35" dur="500"/>
                                        <p:tgtEl>
                                          <p:spTgt spid="262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71" grpId="0" animBg="1"/>
      <p:bldP spid="26217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3170" name="Object 2"/>
          <p:cNvGraphicFramePr>
            <a:graphicFrameLocks noChangeAspect="1"/>
          </p:cNvGraphicFramePr>
          <p:nvPr/>
        </p:nvGraphicFramePr>
        <p:xfrm>
          <a:off x="1187450" y="1212850"/>
          <a:ext cx="6537325" cy="2144713"/>
        </p:xfrm>
        <a:graphic>
          <a:graphicData uri="http://schemas.openxmlformats.org/presentationml/2006/ole">
            <mc:AlternateContent xmlns:mc="http://schemas.openxmlformats.org/markup-compatibility/2006">
              <mc:Choice xmlns:v="urn:schemas-microsoft-com:vml" Requires="v">
                <p:oleObj r:id="rId3" imgW="2540635" imgH="798830" progId="Equation.DSMT4">
                  <p:embed/>
                </p:oleObj>
              </mc:Choice>
              <mc:Fallback>
                <p:oleObj r:id="rId3" imgW="2540635" imgH="798830" progId="Equation.DSMT4">
                  <p:embed/>
                  <p:pic>
                    <p:nvPicPr>
                      <p:cNvPr id="263170" name="Object 2"/>
                      <p:cNvPicPr/>
                      <p:nvPr/>
                    </p:nvPicPr>
                    <p:blipFill>
                      <a:blip r:embed="rId4">
                        <a:clrChange>
                          <a:clrFrom>
                            <a:srgbClr val="000000"/>
                          </a:clrFrom>
                          <a:clrTo>
                            <a:srgbClr val="000000"/>
                          </a:clrTo>
                        </a:clrChange>
                      </a:blip>
                      <a:stretch>
                        <a:fillRect/>
                      </a:stretch>
                    </p:blipFill>
                    <p:spPr>
                      <a:xfrm>
                        <a:off x="1187450" y="1212850"/>
                        <a:ext cx="6537325" cy="2144713"/>
                      </a:xfrm>
                      <a:prstGeom prst="rect">
                        <a:avLst/>
                      </a:prstGeom>
                      <a:noFill/>
                      <a:ln w="38100">
                        <a:noFill/>
                        <a:miter/>
                      </a:ln>
                    </p:spPr>
                  </p:pic>
                </p:oleObj>
              </mc:Fallback>
            </mc:AlternateContent>
          </a:graphicData>
        </a:graphic>
      </p:graphicFrame>
      <p:sp>
        <p:nvSpPr>
          <p:cNvPr id="263171" name="Rectangle 3"/>
          <p:cNvSpPr/>
          <p:nvPr/>
        </p:nvSpPr>
        <p:spPr>
          <a:xfrm>
            <a:off x="684213" y="3429000"/>
            <a:ext cx="8064500" cy="466725"/>
          </a:xfrm>
          <a:prstGeom prst="rect">
            <a:avLst/>
          </a:prstGeom>
          <a:solidFill>
            <a:srgbClr val="FFFFFF"/>
          </a:solidFill>
          <a:ln w="9525" cap="flat" cmpd="sng">
            <a:solidFill>
              <a:srgbClr val="FF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buClrTx/>
              <a:buSzTx/>
              <a:buFontTx/>
              <a:buNone/>
            </a:pPr>
            <a:r>
              <a:rPr lang="en-US" altLang="zh-CN" sz="2400" b="1" dirty="0">
                <a:solidFill>
                  <a:srgbClr val="0000CC"/>
                </a:solidFill>
                <a:ea typeface="楷体_GB2312" pitchFamily="49" charset="-122"/>
              </a:rPr>
              <a:t>Choose a certain point</a:t>
            </a:r>
            <a:r>
              <a:rPr lang="zh-CN" altLang="en-US" sz="2400" b="1" dirty="0">
                <a:solidFill>
                  <a:srgbClr val="0000CC"/>
                </a:solidFill>
                <a:ea typeface="楷体_GB2312" pitchFamily="49" charset="-122"/>
              </a:rPr>
              <a:t>，</a:t>
            </a:r>
            <a:r>
              <a:rPr lang="en-US" altLang="zh-CN" sz="2400" b="1" dirty="0">
                <a:solidFill>
                  <a:srgbClr val="0000CC"/>
                </a:solidFill>
                <a:ea typeface="楷体_GB2312" pitchFamily="49" charset="-122"/>
              </a:rPr>
              <a:t>for example</a:t>
            </a:r>
            <a:r>
              <a:rPr lang="zh-CN" altLang="en-US" sz="2400" b="1" dirty="0">
                <a:solidFill>
                  <a:srgbClr val="0000CC"/>
                </a:solidFill>
                <a:ea typeface="楷体_GB2312" pitchFamily="49" charset="-122"/>
              </a:rPr>
              <a:t>，</a:t>
            </a:r>
            <a:r>
              <a:rPr lang="el-GR" altLang="zh-CN" sz="2400" b="1" i="1" dirty="0">
                <a:solidFill>
                  <a:srgbClr val="0000CC"/>
                </a:solidFill>
                <a:latin typeface="Times New Roman" panose="02020603050405020304" pitchFamily="18" charset="0"/>
                <a:ea typeface="楷体_GB2312" pitchFamily="49" charset="-122"/>
              </a:rPr>
              <a:t>ρ</a:t>
            </a:r>
            <a:r>
              <a:rPr lang="en-US" altLang="zh-CN" sz="2400" b="1" dirty="0">
                <a:solidFill>
                  <a:srgbClr val="0000CC"/>
                </a:solidFill>
                <a:latin typeface="Times New Roman" panose="02020603050405020304" pitchFamily="18" charset="0"/>
                <a:ea typeface="楷体_GB2312" pitchFamily="49" charset="-122"/>
              </a:rPr>
              <a:t>=</a:t>
            </a:r>
            <a:r>
              <a:rPr lang="en-US" altLang="zh-CN" sz="2400" i="1" dirty="0">
                <a:solidFill>
                  <a:srgbClr val="0000CC"/>
                </a:solidFill>
                <a:latin typeface="Times New Roman" panose="02020603050405020304" pitchFamily="18" charset="0"/>
                <a:ea typeface="楷体_GB2312" pitchFamily="49" charset="-122"/>
              </a:rPr>
              <a:t> a</a:t>
            </a:r>
            <a:r>
              <a:rPr lang="en-US" altLang="zh-CN" sz="2400" b="1" dirty="0">
                <a:solidFill>
                  <a:srgbClr val="0000CC"/>
                </a:solidFill>
                <a:latin typeface="Times New Roman" panose="02020603050405020304" pitchFamily="18" charset="0"/>
                <a:ea typeface="楷体_GB2312" pitchFamily="49" charset="-122"/>
              </a:rPr>
              <a:t> </a:t>
            </a:r>
            <a:r>
              <a:rPr lang="zh-CN" altLang="en-US" sz="2400" b="1" dirty="0">
                <a:solidFill>
                  <a:srgbClr val="0000CC"/>
                </a:solidFill>
                <a:ea typeface="楷体_GB2312" pitchFamily="49" charset="-122"/>
              </a:rPr>
              <a:t>，</a:t>
            </a:r>
            <a:r>
              <a:rPr lang="en-US" altLang="zh-CN" sz="2400" b="1" dirty="0">
                <a:solidFill>
                  <a:srgbClr val="0000CC"/>
                </a:solidFill>
                <a:ea typeface="楷体_GB2312" pitchFamily="49" charset="-122"/>
              </a:rPr>
              <a:t>then</a:t>
            </a:r>
          </a:p>
        </p:txBody>
      </p:sp>
      <p:graphicFrame>
        <p:nvGraphicFramePr>
          <p:cNvPr id="263172" name="Object 4"/>
          <p:cNvGraphicFramePr>
            <a:graphicFrameLocks noChangeAspect="1"/>
          </p:cNvGraphicFramePr>
          <p:nvPr/>
        </p:nvGraphicFramePr>
        <p:xfrm>
          <a:off x="1476375" y="4149725"/>
          <a:ext cx="2309813" cy="906463"/>
        </p:xfrm>
        <a:graphic>
          <a:graphicData uri="http://schemas.openxmlformats.org/presentationml/2006/ole">
            <mc:AlternateContent xmlns:mc="http://schemas.openxmlformats.org/markup-compatibility/2006">
              <mc:Choice xmlns:v="urn:schemas-microsoft-com:vml" Requires="v">
                <p:oleObj r:id="rId5" imgW="891540" imgH="283845" progId="Equation.DSMT4">
                  <p:embed/>
                </p:oleObj>
              </mc:Choice>
              <mc:Fallback>
                <p:oleObj r:id="rId5" imgW="891540" imgH="283845" progId="Equation.DSMT4">
                  <p:embed/>
                  <p:pic>
                    <p:nvPicPr>
                      <p:cNvPr id="263172" name="Object 4"/>
                      <p:cNvPicPr/>
                      <p:nvPr/>
                    </p:nvPicPr>
                    <p:blipFill>
                      <a:blip r:embed="rId6">
                        <a:clrChange>
                          <a:clrFrom>
                            <a:srgbClr val="000000"/>
                          </a:clrFrom>
                          <a:clrTo>
                            <a:srgbClr val="000000"/>
                          </a:clrTo>
                        </a:clrChange>
                      </a:blip>
                      <a:stretch>
                        <a:fillRect/>
                      </a:stretch>
                    </p:blipFill>
                    <p:spPr>
                      <a:xfrm>
                        <a:off x="1476375" y="4149725"/>
                        <a:ext cx="2309813" cy="906463"/>
                      </a:xfrm>
                      <a:prstGeom prst="rect">
                        <a:avLst/>
                      </a:prstGeom>
                      <a:noFill/>
                      <a:ln w="38100">
                        <a:noFill/>
                        <a:miter/>
                      </a:ln>
                    </p:spPr>
                  </p:pic>
                </p:oleObj>
              </mc:Fallback>
            </mc:AlternateContent>
          </a:graphicData>
        </a:graphic>
      </p:graphicFrame>
      <p:grpSp>
        <p:nvGrpSpPr>
          <p:cNvPr id="263173" name="Group 5"/>
          <p:cNvGrpSpPr/>
          <p:nvPr/>
        </p:nvGrpSpPr>
        <p:grpSpPr>
          <a:xfrm>
            <a:off x="4140200" y="4222750"/>
            <a:ext cx="3336925" cy="935038"/>
            <a:chOff x="2925" y="3521"/>
            <a:chExt cx="2102" cy="589"/>
          </a:xfrm>
        </p:grpSpPr>
        <p:graphicFrame>
          <p:nvGraphicFramePr>
            <p:cNvPr id="54280" name="Object 6"/>
            <p:cNvGraphicFramePr>
              <a:graphicFrameLocks noChangeAspect="1"/>
            </p:cNvGraphicFramePr>
            <p:nvPr/>
          </p:nvGraphicFramePr>
          <p:xfrm>
            <a:off x="3461" y="3521"/>
            <a:ext cx="1566" cy="589"/>
          </p:xfrm>
          <a:graphic>
            <a:graphicData uri="http://schemas.openxmlformats.org/presentationml/2006/ole">
              <mc:AlternateContent xmlns:mc="http://schemas.openxmlformats.org/markup-compatibility/2006">
                <mc:Choice xmlns:v="urn:schemas-microsoft-com:vml" Requires="v">
                  <p:oleObj r:id="rId7" imgW="902970" imgH="283845" progId="Equation.DSMT4">
                    <p:embed/>
                  </p:oleObj>
                </mc:Choice>
                <mc:Fallback>
                  <p:oleObj r:id="rId7" imgW="902970" imgH="283845" progId="Equation.DSMT4">
                    <p:embed/>
                    <p:pic>
                      <p:nvPicPr>
                        <p:cNvPr id="54280" name="Object 6"/>
                        <p:cNvPicPr/>
                        <p:nvPr/>
                      </p:nvPicPr>
                      <p:blipFill>
                        <a:blip r:embed="rId8">
                          <a:clrChange>
                            <a:clrFrom>
                              <a:srgbClr val="000000"/>
                            </a:clrFrom>
                            <a:clrTo>
                              <a:srgbClr val="000000"/>
                            </a:clrTo>
                          </a:clrChange>
                        </a:blip>
                        <a:stretch>
                          <a:fillRect/>
                        </a:stretch>
                      </p:blipFill>
                      <p:spPr>
                        <a:xfrm>
                          <a:off x="3461" y="3521"/>
                          <a:ext cx="1566" cy="589"/>
                        </a:xfrm>
                        <a:prstGeom prst="rect">
                          <a:avLst/>
                        </a:prstGeom>
                        <a:noFill/>
                        <a:ln w="38100">
                          <a:noFill/>
                          <a:miter/>
                        </a:ln>
                      </p:spPr>
                    </p:pic>
                  </p:oleObj>
                </mc:Fallback>
              </mc:AlternateContent>
            </a:graphicData>
          </a:graphic>
        </p:graphicFrame>
        <p:sp>
          <p:nvSpPr>
            <p:cNvPr id="54281" name="AutoShape 7"/>
            <p:cNvSpPr/>
            <p:nvPr/>
          </p:nvSpPr>
          <p:spPr>
            <a:xfrm>
              <a:off x="2925" y="3721"/>
              <a:ext cx="454" cy="136"/>
            </a:xfrm>
            <a:prstGeom prst="rightArrow">
              <a:avLst>
                <a:gd name="adj1" fmla="val 50000"/>
                <a:gd name="adj2" fmla="val 83455"/>
              </a:avLst>
            </a:prstGeom>
            <a:solidFill>
              <a:srgbClr val="FFCC99"/>
            </a:solidFill>
            <a:ln w="2857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sp>
        <p:nvSpPr>
          <p:cNvPr id="263176" name="Rectangle 8"/>
          <p:cNvSpPr/>
          <p:nvPr/>
        </p:nvSpPr>
        <p:spPr>
          <a:xfrm>
            <a:off x="395288" y="293688"/>
            <a:ext cx="8208962" cy="831850"/>
          </a:xfrm>
          <a:prstGeom prst="rect">
            <a:avLst/>
          </a:prstGeom>
          <a:solidFill>
            <a:srgbClr val="FFFFFF"/>
          </a:solidFill>
          <a:ln w="9525" cap="flat" cmpd="sng">
            <a:solidFill>
              <a:srgbClr val="FF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buClrTx/>
              <a:buSzTx/>
              <a:buFontTx/>
              <a:buNone/>
            </a:pPr>
            <a:r>
              <a:rPr lang="en-US" altLang="zh-CN" sz="2400" b="1" dirty="0">
                <a:solidFill>
                  <a:srgbClr val="0000CC"/>
                </a:solidFill>
                <a:ea typeface="楷体_GB2312" pitchFamily="49" charset="-122"/>
              </a:rPr>
              <a:t>   The electric potential produced by the infinite long line charge source</a:t>
            </a:r>
          </a:p>
        </p:txBody>
      </p:sp>
      <p:sp>
        <p:nvSpPr>
          <p:cNvPr id="263177" name="AutoShape 9"/>
          <p:cNvSpPr/>
          <p:nvPr/>
        </p:nvSpPr>
        <p:spPr>
          <a:xfrm>
            <a:off x="395288" y="5229225"/>
            <a:ext cx="8280400" cy="792163"/>
          </a:xfrm>
          <a:prstGeom prst="ribbon2">
            <a:avLst>
              <a:gd name="adj1" fmla="val 12500"/>
              <a:gd name="adj2" fmla="val 50000"/>
            </a:avLst>
          </a:prstGeom>
          <a:solidFill>
            <a:srgbClr val="FFCC99"/>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r>
              <a:rPr lang="en-US" altLang="zh-CN" sz="2400" b="1" dirty="0">
                <a:solidFill>
                  <a:srgbClr val="0000CC"/>
                </a:solidFill>
                <a:ea typeface="黑体" panose="02010609060101010101" pitchFamily="2" charset="-122"/>
              </a:rPr>
              <a:t>How to choose the most </a:t>
            </a:r>
          </a:p>
          <a:p>
            <a:pPr marL="342900" lvl="0" indent="-342900" algn="ctr" eaLnBrk="1" hangingPunct="1">
              <a:buClrTx/>
              <a:buSzTx/>
              <a:buFontTx/>
              <a:buNone/>
            </a:pPr>
            <a:r>
              <a:rPr lang="en-US" altLang="zh-CN" sz="2400" b="1" dirty="0">
                <a:solidFill>
                  <a:srgbClr val="0000CC"/>
                </a:solidFill>
                <a:ea typeface="黑体" panose="02010609060101010101" pitchFamily="2" charset="-122"/>
              </a:rPr>
              <a:t>useful reference point</a:t>
            </a:r>
            <a:r>
              <a:rPr lang="zh-CN" altLang="en-US" sz="2400" b="1" dirty="0">
                <a:solidFill>
                  <a:srgbClr val="0000CC"/>
                </a:solidFill>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3176"/>
                                        </p:tgtEl>
                                        <p:attrNameLst>
                                          <p:attrName>style.visibility</p:attrName>
                                        </p:attrNameLst>
                                      </p:cBhvr>
                                      <p:to>
                                        <p:strVal val="visible"/>
                                      </p:to>
                                    </p:set>
                                    <p:animEffect transition="in" filter="wipe(left)">
                                      <p:cBhvr>
                                        <p:cTn id="7" dur="3000"/>
                                        <p:tgtEl>
                                          <p:spTgt spid="263176"/>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263170"/>
                                        </p:tgtEl>
                                        <p:attrNameLst>
                                          <p:attrName>style.visibility</p:attrName>
                                        </p:attrNameLst>
                                      </p:cBhvr>
                                      <p:to>
                                        <p:strVal val="visible"/>
                                      </p:to>
                                    </p:set>
                                    <p:animEffect transition="in" filter="wipe(left)">
                                      <p:cBhvr>
                                        <p:cTn id="11" dur="3000"/>
                                        <p:tgtEl>
                                          <p:spTgt spid="2631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63171"/>
                                        </p:tgtEl>
                                        <p:attrNameLst>
                                          <p:attrName>style.visibility</p:attrName>
                                        </p:attrNameLst>
                                      </p:cBhvr>
                                      <p:to>
                                        <p:strVal val="visible"/>
                                      </p:to>
                                    </p:set>
                                    <p:animEffect transition="in" filter="wipe(left)">
                                      <p:cBhvr>
                                        <p:cTn id="16" dur="3000"/>
                                        <p:tgtEl>
                                          <p:spTgt spid="263171"/>
                                        </p:tgtEl>
                                      </p:cBhvr>
                                    </p:animEffect>
                                  </p:childTnLst>
                                </p:cTn>
                              </p:par>
                            </p:childTnLst>
                          </p:cTn>
                        </p:par>
                        <p:par>
                          <p:cTn id="17" fill="hold">
                            <p:stCondLst>
                              <p:cond delay="3000"/>
                            </p:stCondLst>
                            <p:childTnLst>
                              <p:par>
                                <p:cTn id="18" presetID="22" presetClass="entr" presetSubtype="1" fill="hold" nodeType="afterEffect">
                                  <p:stCondLst>
                                    <p:cond delay="0"/>
                                  </p:stCondLst>
                                  <p:childTnLst>
                                    <p:set>
                                      <p:cBhvr>
                                        <p:cTn id="19" dur="1" fill="hold">
                                          <p:stCondLst>
                                            <p:cond delay="0"/>
                                          </p:stCondLst>
                                        </p:cTn>
                                        <p:tgtEl>
                                          <p:spTgt spid="263172"/>
                                        </p:tgtEl>
                                        <p:attrNameLst>
                                          <p:attrName>style.visibility</p:attrName>
                                        </p:attrNameLst>
                                      </p:cBhvr>
                                      <p:to>
                                        <p:strVal val="visible"/>
                                      </p:to>
                                    </p:set>
                                    <p:animEffect transition="in" filter="wipe(up)">
                                      <p:cBhvr>
                                        <p:cTn id="20" dur="2000"/>
                                        <p:tgtEl>
                                          <p:spTgt spid="26317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63173"/>
                                        </p:tgtEl>
                                        <p:attrNameLst>
                                          <p:attrName>style.visibility</p:attrName>
                                        </p:attrNameLst>
                                      </p:cBhvr>
                                      <p:to>
                                        <p:strVal val="visible"/>
                                      </p:to>
                                    </p:set>
                                    <p:animEffect transition="in" filter="wipe(up)">
                                      <p:cBhvr>
                                        <p:cTn id="25" dur="2000"/>
                                        <p:tgtEl>
                                          <p:spTgt spid="26317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63177"/>
                                        </p:tgtEl>
                                        <p:attrNameLst>
                                          <p:attrName>style.visibility</p:attrName>
                                        </p:attrNameLst>
                                      </p:cBhvr>
                                      <p:to>
                                        <p:strVal val="visible"/>
                                      </p:to>
                                    </p:set>
                                    <p:animEffect transition="in" filter="blinds(horizontal)">
                                      <p:cBhvr>
                                        <p:cTn id="30" dur="500"/>
                                        <p:tgtEl>
                                          <p:spTgt spid="263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animBg="1"/>
      <p:bldP spid="263176" grpId="0" animBg="1"/>
      <p:bldP spid="26317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Rectangle 3"/>
          <p:cNvSpPr>
            <a:spLocks noGrp="1" noRot="1"/>
          </p:cNvSpPr>
          <p:nvPr>
            <p:ph idx="1" hasCustomPrompt="1"/>
          </p:nvPr>
        </p:nvSpPr>
        <p:spPr>
          <a:xfrm>
            <a:off x="250825" y="1119188"/>
            <a:ext cx="8713788" cy="2881312"/>
          </a:xfrm>
        </p:spPr>
        <p:txBody>
          <a:bodyPr vert="horz" wrap="square" lIns="91440" tIns="45720" rIns="91440" bIns="45720" anchor="t" anchorCtr="0"/>
          <a:lstStyle/>
          <a:p>
            <a:pPr eaLnBrk="1" hangingPunct="1">
              <a:lnSpc>
                <a:spcPct val="80000"/>
              </a:lnSpc>
            </a:pPr>
            <a:r>
              <a:rPr lang="en-US" altLang="zh-CN" sz="2400" b="1" dirty="0">
                <a:solidFill>
                  <a:srgbClr val="000000"/>
                </a:solidFill>
                <a:latin typeface="Times New Roman" panose="02020603050405020304" pitchFamily="18" charset="0"/>
              </a:rPr>
              <a:t>Assume a conductor was stationed in a static electric field. </a:t>
            </a:r>
          </a:p>
          <a:p>
            <a:pPr eaLnBrk="1" hangingPunct="1">
              <a:lnSpc>
                <a:spcPct val="80000"/>
              </a:lnSpc>
            </a:pPr>
            <a:endParaRPr lang="en-US" altLang="zh-CN" sz="800" b="1" dirty="0">
              <a:solidFill>
                <a:srgbClr val="000000"/>
              </a:solidFill>
              <a:latin typeface="Times New Roman" panose="02020603050405020304" pitchFamily="18" charset="0"/>
            </a:endParaRPr>
          </a:p>
          <a:p>
            <a:pPr eaLnBrk="1" hangingPunct="1">
              <a:lnSpc>
                <a:spcPct val="80000"/>
              </a:lnSpc>
            </a:pPr>
            <a:r>
              <a:rPr lang="en-US" altLang="zh-CN" sz="2400" b="1" dirty="0">
                <a:solidFill>
                  <a:srgbClr val="0000CC"/>
                </a:solidFill>
                <a:latin typeface="Times New Roman" panose="02020603050405020304" pitchFamily="18" charset="0"/>
              </a:rPr>
              <a:t>The field will in the conductor exerting a force on the charges and making them move away from one another. </a:t>
            </a:r>
          </a:p>
          <a:p>
            <a:pPr eaLnBrk="1" hangingPunct="1">
              <a:lnSpc>
                <a:spcPct val="80000"/>
              </a:lnSpc>
            </a:pPr>
            <a:endParaRPr lang="en-US" altLang="zh-CN" sz="800" b="1" dirty="0">
              <a:solidFill>
                <a:srgbClr val="0000CC"/>
              </a:solidFill>
              <a:latin typeface="Times New Roman" panose="02020603050405020304" pitchFamily="18" charset="0"/>
            </a:endParaRPr>
          </a:p>
          <a:p>
            <a:pPr eaLnBrk="1" hangingPunct="1">
              <a:lnSpc>
                <a:spcPct val="80000"/>
              </a:lnSpc>
            </a:pPr>
            <a:r>
              <a:rPr lang="en-US" altLang="zh-CN" sz="2400" b="1" dirty="0">
                <a:solidFill>
                  <a:srgbClr val="000000"/>
                </a:solidFill>
                <a:latin typeface="Times New Roman" panose="02020603050405020304" pitchFamily="18" charset="0"/>
              </a:rPr>
              <a:t>This movement will continue until all the charges </a:t>
            </a:r>
            <a:r>
              <a:rPr lang="en-US" altLang="zh-CN" sz="2400" b="1" dirty="0">
                <a:solidFill>
                  <a:srgbClr val="FF0000"/>
                </a:solidFill>
                <a:latin typeface="Times New Roman" panose="02020603050405020304" pitchFamily="18" charset="0"/>
              </a:rPr>
              <a:t>reach the conductor surface</a:t>
            </a:r>
            <a:r>
              <a:rPr lang="en-US" altLang="zh-CN" sz="2400" b="1" dirty="0">
                <a:solidFill>
                  <a:srgbClr val="000000"/>
                </a:solidFill>
                <a:latin typeface="Times New Roman" panose="02020603050405020304" pitchFamily="18" charset="0"/>
              </a:rPr>
              <a:t> and redistribute themselves in such a way that </a:t>
            </a:r>
            <a:r>
              <a:rPr lang="en-US" altLang="zh-CN" sz="2400" b="1" dirty="0">
                <a:solidFill>
                  <a:srgbClr val="FF0000"/>
                </a:solidFill>
                <a:latin typeface="Times New Roman" panose="02020603050405020304" pitchFamily="18" charset="0"/>
              </a:rPr>
              <a:t>both the charge and the field inside vanish</a:t>
            </a:r>
            <a:r>
              <a:rPr lang="en-US" altLang="zh-CN" sz="2400" b="1" dirty="0">
                <a:solidFill>
                  <a:srgbClr val="000000"/>
                </a:solidFill>
                <a:latin typeface="Times New Roman" panose="02020603050405020304" pitchFamily="18" charset="0"/>
              </a:rPr>
              <a:t>.</a:t>
            </a:r>
          </a:p>
        </p:txBody>
      </p:sp>
      <p:sp>
        <p:nvSpPr>
          <p:cNvPr id="224260" name="Rectangle 4"/>
          <p:cNvSpPr>
            <a:spLocks noChangeArrowheads="1"/>
          </p:cNvSpPr>
          <p:nvPr/>
        </p:nvSpPr>
        <p:spPr bwMode="auto">
          <a:xfrm>
            <a:off x="250825" y="260350"/>
            <a:ext cx="8570913" cy="7921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3.6 Conductors in Static Electric Field</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224261" name="Picture 5"/>
          <p:cNvPicPr>
            <a:picLocks noChangeAspect="1"/>
          </p:cNvPicPr>
          <p:nvPr/>
        </p:nvPicPr>
        <p:blipFill>
          <a:blip r:embed="rId2"/>
          <a:stretch>
            <a:fillRect/>
          </a:stretch>
        </p:blipFill>
        <p:spPr>
          <a:xfrm>
            <a:off x="5867400" y="3933825"/>
            <a:ext cx="3276600" cy="1900238"/>
          </a:xfrm>
          <a:prstGeom prst="rect">
            <a:avLst/>
          </a:prstGeom>
          <a:noFill/>
          <a:ln w="9525">
            <a:noFill/>
          </a:ln>
        </p:spPr>
      </p:pic>
      <p:pic>
        <p:nvPicPr>
          <p:cNvPr id="11"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pic>
        <p:nvPicPr>
          <p:cNvPr id="55302" name="Picture 7"/>
          <p:cNvPicPr>
            <a:picLocks noChangeAspect="1"/>
          </p:cNvPicPr>
          <p:nvPr/>
        </p:nvPicPr>
        <p:blipFill>
          <a:blip r:embed="rId4"/>
          <a:stretch>
            <a:fillRect/>
          </a:stretch>
        </p:blipFill>
        <p:spPr>
          <a:xfrm>
            <a:off x="0" y="3789363"/>
            <a:ext cx="5940425" cy="24018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Effect transition="in" filter="blinds(horizontal)">
                                      <p:cBhvr>
                                        <p:cTn id="7" dur="500"/>
                                        <p:tgtEl>
                                          <p:spTgt spid="224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4259">
                                            <p:txEl>
                                              <p:pRg st="2" end="2"/>
                                            </p:txEl>
                                          </p:spTgt>
                                        </p:tgtEl>
                                        <p:attrNameLst>
                                          <p:attrName>style.visibility</p:attrName>
                                        </p:attrNameLst>
                                      </p:cBhvr>
                                      <p:to>
                                        <p:strVal val="visible"/>
                                      </p:to>
                                    </p:set>
                                    <p:animEffect transition="in" filter="blinds(horizontal)">
                                      <p:cBhvr>
                                        <p:cTn id="12" dur="500"/>
                                        <p:tgtEl>
                                          <p:spTgt spid="2242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4259">
                                            <p:txEl>
                                              <p:pRg st="4" end="4"/>
                                            </p:txEl>
                                          </p:spTgt>
                                        </p:tgtEl>
                                        <p:attrNameLst>
                                          <p:attrName>style.visibility</p:attrName>
                                        </p:attrNameLst>
                                      </p:cBhvr>
                                      <p:to>
                                        <p:strVal val="visible"/>
                                      </p:to>
                                    </p:set>
                                    <p:animEffect transition="in" filter="blinds(horizontal)">
                                      <p:cBhvr>
                                        <p:cTn id="17" dur="500"/>
                                        <p:tgtEl>
                                          <p:spTgt spid="2242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4261"/>
                                        </p:tgtEl>
                                        <p:attrNameLst>
                                          <p:attrName>style.visibility</p:attrName>
                                        </p:attrNameLst>
                                      </p:cBhvr>
                                      <p:to>
                                        <p:strVal val="visible"/>
                                      </p:to>
                                    </p:set>
                                    <p:animEffect transition="in" filter="dissolve">
                                      <p:cBhvr>
                                        <p:cTn id="22" dur="500"/>
                                        <p:tgtEl>
                                          <p:spTgt spid="224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Rot="1"/>
          </p:cNvSpPr>
          <p:nvPr>
            <p:ph idx="1" hasCustomPrompt="1"/>
          </p:nvPr>
        </p:nvSpPr>
        <p:spPr>
          <a:xfrm>
            <a:off x="179388" y="404813"/>
            <a:ext cx="8713787" cy="2087562"/>
          </a:xfrm>
        </p:spPr>
        <p:txBody>
          <a:bodyPr vert="horz" wrap="square" lIns="91440" tIns="45720" rIns="91440" bIns="45720" anchor="t" anchorCtr="0"/>
          <a:lstStyle/>
          <a:p>
            <a:pPr eaLnBrk="1" hangingPunct="1"/>
            <a:r>
              <a:rPr lang="en-US" altLang="zh-CN" sz="2400" b="1" dirty="0">
                <a:solidFill>
                  <a:srgbClr val="0000CC"/>
                </a:solidFill>
                <a:latin typeface="Times New Roman" panose="02020603050405020304" pitchFamily="18" charset="0"/>
              </a:rPr>
              <a:t>The tangential component of the electric field must be zero.</a:t>
            </a:r>
          </a:p>
          <a:p>
            <a:pPr eaLnBrk="1" hangingPunct="1"/>
            <a:endParaRPr lang="en-US" altLang="zh-CN" sz="2400" b="1" dirty="0">
              <a:solidFill>
                <a:srgbClr val="0000CC"/>
              </a:solidFill>
              <a:latin typeface="Times New Roman" panose="02020603050405020304" pitchFamily="18" charset="0"/>
            </a:endParaRPr>
          </a:p>
          <a:p>
            <a:pPr eaLnBrk="1" hangingPunct="1"/>
            <a:r>
              <a:rPr lang="en-US" altLang="zh-CN" sz="2400" b="1" dirty="0">
                <a:solidFill>
                  <a:srgbClr val="0000CC"/>
                </a:solidFill>
                <a:latin typeface="Times New Roman" panose="02020603050405020304" pitchFamily="18" charset="0"/>
              </a:rPr>
              <a:t>E field on a conductor surface is everywhere normal to the surface. </a:t>
            </a:r>
          </a:p>
        </p:txBody>
      </p:sp>
      <p:pic>
        <p:nvPicPr>
          <p:cNvPr id="56323" name="Picture 4"/>
          <p:cNvPicPr>
            <a:picLocks noChangeAspect="1"/>
          </p:cNvPicPr>
          <p:nvPr/>
        </p:nvPicPr>
        <p:blipFill>
          <a:blip r:embed="rId2"/>
          <a:stretch>
            <a:fillRect/>
          </a:stretch>
        </p:blipFill>
        <p:spPr>
          <a:xfrm>
            <a:off x="468313" y="2565400"/>
            <a:ext cx="3168650" cy="2790825"/>
          </a:xfrm>
          <a:prstGeom prst="rect">
            <a:avLst/>
          </a:prstGeom>
          <a:noFill/>
          <a:ln w="9525">
            <a:noFill/>
          </a:ln>
        </p:spPr>
      </p:pic>
      <p:pic>
        <p:nvPicPr>
          <p:cNvPr id="56324" name="Picture 5"/>
          <p:cNvPicPr>
            <a:picLocks noChangeAspect="1"/>
          </p:cNvPicPr>
          <p:nvPr/>
        </p:nvPicPr>
        <p:blipFill>
          <a:blip r:embed="rId3"/>
          <a:stretch>
            <a:fillRect/>
          </a:stretch>
        </p:blipFill>
        <p:spPr>
          <a:xfrm>
            <a:off x="2484438" y="765175"/>
            <a:ext cx="3529012" cy="614363"/>
          </a:xfrm>
          <a:prstGeom prst="rect">
            <a:avLst/>
          </a:prstGeom>
          <a:noFill/>
          <a:ln w="9525">
            <a:noFill/>
          </a:ln>
        </p:spPr>
      </p:pic>
      <p:pic>
        <p:nvPicPr>
          <p:cNvPr id="56325" name="Picture 6"/>
          <p:cNvPicPr>
            <a:picLocks noChangeAspect="1"/>
          </p:cNvPicPr>
          <p:nvPr/>
        </p:nvPicPr>
        <p:blipFill>
          <a:blip r:embed="rId4"/>
          <a:stretch>
            <a:fillRect/>
          </a:stretch>
        </p:blipFill>
        <p:spPr>
          <a:xfrm>
            <a:off x="2484438" y="1700213"/>
            <a:ext cx="3887787" cy="682625"/>
          </a:xfrm>
          <a:prstGeom prst="rect">
            <a:avLst/>
          </a:prstGeom>
          <a:noFill/>
          <a:ln w="9525">
            <a:noFill/>
          </a:ln>
        </p:spPr>
      </p:pic>
      <p:pic>
        <p:nvPicPr>
          <p:cNvPr id="225287" name="Picture 7"/>
          <p:cNvPicPr>
            <a:picLocks noChangeAspect="1"/>
          </p:cNvPicPr>
          <p:nvPr/>
        </p:nvPicPr>
        <p:blipFill>
          <a:blip r:embed="rId5"/>
          <a:stretch>
            <a:fillRect/>
          </a:stretch>
        </p:blipFill>
        <p:spPr>
          <a:xfrm>
            <a:off x="5364163" y="2420938"/>
            <a:ext cx="3455987" cy="1697037"/>
          </a:xfrm>
          <a:prstGeom prst="rect">
            <a:avLst/>
          </a:prstGeom>
          <a:noFill/>
          <a:ln w="9525">
            <a:noFill/>
          </a:ln>
        </p:spPr>
      </p:pic>
      <p:pic>
        <p:nvPicPr>
          <p:cNvPr id="225289" name="Picture 9" descr="slide0057_image010"/>
          <p:cNvPicPr>
            <a:picLocks noChangeAspect="1"/>
          </p:cNvPicPr>
          <p:nvPr/>
        </p:nvPicPr>
        <p:blipFill>
          <a:blip r:embed="rId6"/>
          <a:stretch>
            <a:fillRect/>
          </a:stretch>
        </p:blipFill>
        <p:spPr>
          <a:xfrm>
            <a:off x="5292725" y="4292600"/>
            <a:ext cx="3600450" cy="2373313"/>
          </a:xfrm>
          <a:prstGeom prst="rect">
            <a:avLst/>
          </a:prstGeom>
          <a:noFill/>
          <a:ln w="9525">
            <a:noFill/>
          </a:ln>
        </p:spPr>
      </p:pic>
      <p:sp>
        <p:nvSpPr>
          <p:cNvPr id="225290" name="Rectangle 10"/>
          <p:cNvSpPr/>
          <p:nvPr/>
        </p:nvSpPr>
        <p:spPr>
          <a:xfrm>
            <a:off x="250825" y="5589588"/>
            <a:ext cx="5113338"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solidFill>
                  <a:srgbClr val="0000CC"/>
                </a:solidFill>
              </a:rPr>
              <a:t>The charge distribution on the surface of a conductor </a:t>
            </a:r>
            <a:r>
              <a:rPr lang="en-US" altLang="zh-CN" sz="2000" b="1" dirty="0">
                <a:solidFill>
                  <a:srgbClr val="FF0000"/>
                </a:solidFill>
              </a:rPr>
              <a:t>depends on the shape</a:t>
            </a:r>
            <a:r>
              <a:rPr lang="en-US" altLang="zh-CN" sz="2000" b="1" dirty="0">
                <a:solidFill>
                  <a:srgbClr val="0000CC"/>
                </a:solidFill>
              </a:rPr>
              <a:t> of the surface.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5287"/>
                                        </p:tgtEl>
                                        <p:attrNameLst>
                                          <p:attrName>style.visibility</p:attrName>
                                        </p:attrNameLst>
                                      </p:cBhvr>
                                      <p:to>
                                        <p:strVal val="visible"/>
                                      </p:to>
                                    </p:set>
                                    <p:animEffect transition="in" filter="dissolve">
                                      <p:cBhvr>
                                        <p:cTn id="7" dur="500"/>
                                        <p:tgtEl>
                                          <p:spTgt spid="22528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25290"/>
                                        </p:tgtEl>
                                        <p:attrNameLst>
                                          <p:attrName>style.visibility</p:attrName>
                                        </p:attrNameLst>
                                      </p:cBhvr>
                                      <p:to>
                                        <p:strVal val="visible"/>
                                      </p:to>
                                    </p:set>
                                    <p:animEffect transition="in" filter="fade">
                                      <p:cBhvr>
                                        <p:cTn id="12" dur="1000"/>
                                        <p:tgtEl>
                                          <p:spTgt spid="225290"/>
                                        </p:tgtEl>
                                      </p:cBhvr>
                                    </p:animEffect>
                                    <p:anim calcmode="lin" valueType="num">
                                      <p:cBhvr>
                                        <p:cTn id="13" dur="1000" fill="hold"/>
                                        <p:tgtEl>
                                          <p:spTgt spid="225290"/>
                                        </p:tgtEl>
                                        <p:attrNameLst>
                                          <p:attrName>ppt_x</p:attrName>
                                        </p:attrNameLst>
                                      </p:cBhvr>
                                      <p:tavLst>
                                        <p:tav tm="0">
                                          <p:val>
                                            <p:strVal val="#ppt_x"/>
                                          </p:val>
                                        </p:tav>
                                        <p:tav tm="100000">
                                          <p:val>
                                            <p:strVal val="#ppt_x"/>
                                          </p:val>
                                        </p:tav>
                                      </p:tavLst>
                                    </p:anim>
                                    <p:anim calcmode="lin" valueType="num">
                                      <p:cBhvr>
                                        <p:cTn id="14" dur="1000" fill="hold"/>
                                        <p:tgtEl>
                                          <p:spTgt spid="22529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25289"/>
                                        </p:tgtEl>
                                        <p:attrNameLst>
                                          <p:attrName>style.visibility</p:attrName>
                                        </p:attrNameLst>
                                      </p:cBhvr>
                                      <p:to>
                                        <p:strVal val="visible"/>
                                      </p:to>
                                    </p:set>
                                    <p:anim calcmode="lin" valueType="num">
                                      <p:cBhvr>
                                        <p:cTn id="19" dur="500" fill="hold"/>
                                        <p:tgtEl>
                                          <p:spTgt spid="225289"/>
                                        </p:tgtEl>
                                        <p:attrNameLst>
                                          <p:attrName>ppt_w</p:attrName>
                                        </p:attrNameLst>
                                      </p:cBhvr>
                                      <p:tavLst>
                                        <p:tav tm="0">
                                          <p:val>
                                            <p:fltVal val="0"/>
                                          </p:val>
                                        </p:tav>
                                        <p:tav tm="100000">
                                          <p:val>
                                            <p:strVal val="#ppt_w"/>
                                          </p:val>
                                        </p:tav>
                                      </p:tavLst>
                                    </p:anim>
                                    <p:anim calcmode="lin" valueType="num">
                                      <p:cBhvr>
                                        <p:cTn id="20" dur="500" fill="hold"/>
                                        <p:tgtEl>
                                          <p:spTgt spid="22528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p:nvPr/>
        </p:nvSpPr>
        <p:spPr>
          <a:xfrm>
            <a:off x="179388" y="260350"/>
            <a:ext cx="8424862"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rPr>
              <a:t>Example  10 </a:t>
            </a:r>
            <a:r>
              <a:rPr lang="en-US" altLang="zh-CN" sz="2400" b="1" dirty="0">
                <a:solidFill>
                  <a:srgbClr val="000000"/>
                </a:solidFill>
              </a:rPr>
              <a:t> A positive point charge Q is at the center of a spherical conducting shell. Determine E and </a:t>
            </a:r>
            <a:r>
              <a:rPr lang="en-US" altLang="zh-CN" sz="2400" b="1" i="1" dirty="0">
                <a:solidFill>
                  <a:srgbClr val="000000"/>
                </a:solidFill>
                <a:sym typeface="Symbol" panose="05050102010706020507" pitchFamily="18" charset="2"/>
              </a:rPr>
              <a:t></a:t>
            </a:r>
            <a:r>
              <a:rPr lang="en-US" altLang="zh-CN" sz="2400" dirty="0"/>
              <a:t>  </a:t>
            </a:r>
            <a:r>
              <a:rPr lang="en-US" altLang="zh-CN" sz="2400" b="1" dirty="0">
                <a:solidFill>
                  <a:srgbClr val="000000"/>
                </a:solidFill>
              </a:rPr>
              <a:t>as functions of the radial distance R.</a:t>
            </a:r>
          </a:p>
        </p:txBody>
      </p:sp>
      <p:pic>
        <p:nvPicPr>
          <p:cNvPr id="57347" name="Picture 5"/>
          <p:cNvPicPr>
            <a:picLocks noChangeAspect="1"/>
          </p:cNvPicPr>
          <p:nvPr/>
        </p:nvPicPr>
        <p:blipFill>
          <a:blip r:embed="rId2"/>
          <a:stretch>
            <a:fillRect/>
          </a:stretch>
        </p:blipFill>
        <p:spPr>
          <a:xfrm>
            <a:off x="2914650" y="1341438"/>
            <a:ext cx="2809875" cy="2595562"/>
          </a:xfrm>
          <a:prstGeom prst="rect">
            <a:avLst/>
          </a:prstGeom>
          <a:noFill/>
          <a:ln w="9525">
            <a:noFill/>
          </a:ln>
        </p:spPr>
      </p:pic>
      <p:pic>
        <p:nvPicPr>
          <p:cNvPr id="229382" name="Picture 6"/>
          <p:cNvPicPr>
            <a:picLocks noChangeAspect="1"/>
          </p:cNvPicPr>
          <p:nvPr/>
        </p:nvPicPr>
        <p:blipFill>
          <a:blip r:embed="rId3"/>
          <a:stretch>
            <a:fillRect/>
          </a:stretch>
        </p:blipFill>
        <p:spPr>
          <a:xfrm>
            <a:off x="827088" y="3933825"/>
            <a:ext cx="7489825" cy="28876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9382"/>
                                        </p:tgtEl>
                                        <p:attrNameLst>
                                          <p:attrName>style.visibility</p:attrName>
                                        </p:attrNameLst>
                                      </p:cBhvr>
                                      <p:to>
                                        <p:strVal val="visible"/>
                                      </p:to>
                                    </p:set>
                                    <p:animEffect transition="in" filter="blinds(horizontal)">
                                      <p:cBhvr>
                                        <p:cTn id="7" dur="500"/>
                                        <p:tgtEl>
                                          <p:spTgt spid="229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8" name="Picture 4"/>
          <p:cNvPicPr>
            <a:picLocks noChangeAspect="1"/>
          </p:cNvPicPr>
          <p:nvPr/>
        </p:nvPicPr>
        <p:blipFill>
          <a:blip r:embed="rId2"/>
          <a:stretch>
            <a:fillRect/>
          </a:stretch>
        </p:blipFill>
        <p:spPr>
          <a:xfrm>
            <a:off x="250825" y="0"/>
            <a:ext cx="8496300" cy="3176588"/>
          </a:xfrm>
          <a:prstGeom prst="rect">
            <a:avLst/>
          </a:prstGeom>
          <a:noFill/>
          <a:ln w="9525">
            <a:noFill/>
          </a:ln>
        </p:spPr>
      </p:pic>
      <p:pic>
        <p:nvPicPr>
          <p:cNvPr id="287749" name="Picture 5"/>
          <p:cNvPicPr>
            <a:picLocks noChangeAspect="1"/>
          </p:cNvPicPr>
          <p:nvPr/>
        </p:nvPicPr>
        <p:blipFill>
          <a:blip r:embed="rId3"/>
          <a:stretch>
            <a:fillRect/>
          </a:stretch>
        </p:blipFill>
        <p:spPr>
          <a:xfrm>
            <a:off x="250825" y="3141663"/>
            <a:ext cx="8496300" cy="3640137"/>
          </a:xfrm>
          <a:prstGeom prst="rect">
            <a:avLst/>
          </a:prstGeom>
          <a:noFill/>
          <a:ln w="9525">
            <a:noFill/>
          </a:ln>
        </p:spPr>
      </p:pic>
      <p:pic>
        <p:nvPicPr>
          <p:cNvPr id="58372" name="Picture 6"/>
          <p:cNvPicPr>
            <a:picLocks noChangeAspect="1"/>
          </p:cNvPicPr>
          <p:nvPr/>
        </p:nvPicPr>
        <p:blipFill>
          <a:blip r:embed="rId4"/>
          <a:stretch>
            <a:fillRect/>
          </a:stretch>
        </p:blipFill>
        <p:spPr>
          <a:xfrm>
            <a:off x="5795963" y="6021388"/>
            <a:ext cx="2952750" cy="704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7748"/>
                                        </p:tgtEl>
                                        <p:attrNameLst>
                                          <p:attrName>style.visibility</p:attrName>
                                        </p:attrNameLst>
                                      </p:cBhvr>
                                      <p:to>
                                        <p:strVal val="visible"/>
                                      </p:to>
                                    </p:set>
                                    <p:animEffect transition="in" filter="dissolve">
                                      <p:cBhvr>
                                        <p:cTn id="7" dur="500"/>
                                        <p:tgtEl>
                                          <p:spTgt spid="2877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7749"/>
                                        </p:tgtEl>
                                        <p:attrNameLst>
                                          <p:attrName>style.visibility</p:attrName>
                                        </p:attrNameLst>
                                      </p:cBhvr>
                                      <p:to>
                                        <p:strVal val="visible"/>
                                      </p:to>
                                    </p:set>
                                    <p:animEffect transition="in" filter="blinds(horizontal)">
                                      <p:cBhvr>
                                        <p:cTn id="12" dur="500"/>
                                        <p:tgtEl>
                                          <p:spTgt spid="287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3" name="Picture 5"/>
          <p:cNvPicPr>
            <a:picLocks noGrp="1" noChangeAspect="1"/>
          </p:cNvPicPr>
          <p:nvPr>
            <p:ph idx="1" hasCustomPrompt="1"/>
          </p:nvPr>
        </p:nvPicPr>
        <p:blipFill>
          <a:blip r:embed="rId2"/>
          <a:srcRect/>
          <a:stretch>
            <a:fillRect/>
          </a:stretch>
        </p:blipFill>
        <p:spPr>
          <a:xfrm>
            <a:off x="1116013" y="2565400"/>
            <a:ext cx="3600450" cy="2489200"/>
          </a:xfrm>
        </p:spPr>
      </p:pic>
      <p:pic>
        <p:nvPicPr>
          <p:cNvPr id="59395" name="Picture 6"/>
          <p:cNvPicPr>
            <a:picLocks noChangeAspect="1"/>
          </p:cNvPicPr>
          <p:nvPr/>
        </p:nvPicPr>
        <p:blipFill>
          <a:blip r:embed="rId3"/>
          <a:stretch>
            <a:fillRect/>
          </a:stretch>
        </p:blipFill>
        <p:spPr>
          <a:xfrm>
            <a:off x="3059113" y="0"/>
            <a:ext cx="2809875" cy="2595563"/>
          </a:xfrm>
          <a:prstGeom prst="rect">
            <a:avLst/>
          </a:prstGeom>
          <a:noFill/>
          <a:ln w="9525">
            <a:noFill/>
          </a:ln>
        </p:spPr>
      </p:pic>
      <p:pic>
        <p:nvPicPr>
          <p:cNvPr id="288775" name="Picture 7"/>
          <p:cNvPicPr>
            <a:picLocks noChangeAspect="1"/>
          </p:cNvPicPr>
          <p:nvPr/>
        </p:nvPicPr>
        <p:blipFill>
          <a:blip r:embed="rId4"/>
          <a:stretch>
            <a:fillRect/>
          </a:stretch>
        </p:blipFill>
        <p:spPr>
          <a:xfrm>
            <a:off x="4932363" y="2565400"/>
            <a:ext cx="3671887" cy="2417763"/>
          </a:xfrm>
          <a:prstGeom prst="rect">
            <a:avLst/>
          </a:prstGeom>
          <a:noFill/>
          <a:ln w="9525">
            <a:noFill/>
          </a:ln>
        </p:spPr>
      </p:pic>
      <p:sp>
        <p:nvSpPr>
          <p:cNvPr id="288777" name="Rectangle 9"/>
          <p:cNvSpPr>
            <a:spLocks noRot="1"/>
          </p:cNvSpPr>
          <p:nvPr/>
        </p:nvSpPr>
        <p:spPr>
          <a:xfrm>
            <a:off x="250825" y="4868863"/>
            <a:ext cx="8353425" cy="168275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CC"/>
                </a:solidFill>
              </a:rPr>
              <a:t>The electric field intensity has discontinuous jumps, while the potential remains continuous;</a:t>
            </a:r>
          </a:p>
          <a:p>
            <a:pPr marL="342900" lvl="0" indent="-342900" eaLnBrk="1" hangingPunct="1"/>
            <a:r>
              <a:rPr lang="en-US" altLang="zh-CN" sz="2400" b="1" dirty="0">
                <a:solidFill>
                  <a:srgbClr val="0000CC"/>
                </a:solidFill>
              </a:rPr>
              <a:t>A discontinuous jump in potential would mean an infinite electric field intensity.</a:t>
            </a:r>
          </a:p>
        </p:txBody>
      </p:sp>
      <p:pic>
        <p:nvPicPr>
          <p:cNvPr id="11" name="Picture 2"/>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7956550" y="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88773"/>
                                        </p:tgtEl>
                                        <p:attrNameLst>
                                          <p:attrName>style.visibility</p:attrName>
                                        </p:attrNameLst>
                                      </p:cBhvr>
                                      <p:to>
                                        <p:strVal val="visible"/>
                                      </p:to>
                                    </p:set>
                                    <p:animEffect transition="in" filter="box(in)">
                                      <p:cBhvr>
                                        <p:cTn id="7" dur="500"/>
                                        <p:tgtEl>
                                          <p:spTgt spid="28877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88775"/>
                                        </p:tgtEl>
                                        <p:attrNameLst>
                                          <p:attrName>style.visibility</p:attrName>
                                        </p:attrNameLst>
                                      </p:cBhvr>
                                      <p:to>
                                        <p:strVal val="visible"/>
                                      </p:to>
                                    </p:set>
                                    <p:animEffect transition="in" filter="box(in)">
                                      <p:cBhvr>
                                        <p:cTn id="12" dur="500"/>
                                        <p:tgtEl>
                                          <p:spTgt spid="2887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8777"/>
                                        </p:tgtEl>
                                        <p:attrNameLst>
                                          <p:attrName>style.visibility</p:attrName>
                                        </p:attrNameLst>
                                      </p:cBhvr>
                                      <p:to>
                                        <p:strVal val="visible"/>
                                      </p:to>
                                    </p:set>
                                    <p:animEffect transition="in" filter="blinds(horizontal)">
                                      <p:cBhvr>
                                        <p:cTn id="17" dur="500"/>
                                        <p:tgtEl>
                                          <p:spTgt spid="288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AutoShape 2"/>
          <p:cNvSpPr>
            <a:spLocks noChangeArrowheads="1"/>
          </p:cNvSpPr>
          <p:nvPr/>
        </p:nvSpPr>
        <p:spPr bwMode="auto">
          <a:xfrm>
            <a:off x="1619250" y="476250"/>
            <a:ext cx="6767513" cy="3959225"/>
          </a:xfrm>
          <a:prstGeom prst="cloudCallout">
            <a:avLst>
              <a:gd name="adj1" fmla="val -47796"/>
              <a:gd name="adj2" fmla="val 77306"/>
            </a:avLst>
          </a:prstGeom>
          <a:solidFill>
            <a:schemeClr val="tx1"/>
          </a:solidFill>
          <a:ln w="9525">
            <a:solidFill>
              <a:schemeClr val="accent1"/>
            </a:solidFill>
            <a:round/>
          </a:ln>
          <a:effectLst/>
        </p:spPr>
        <p:txBody>
          <a:bodyPr/>
          <a:lstStyle/>
          <a:p>
            <a:pPr marL="0" marR="0" lvl="0" indent="0" algn="l" defTabSz="914400" rtl="0" eaLnBrk="1" fontAlgn="base" latinLnBrk="0" hangingPunct="1">
              <a:lnSpc>
                <a:spcPct val="100000"/>
              </a:lnSpc>
              <a:spcBef>
                <a:spcPct val="15000"/>
              </a:spcBef>
              <a:spcAft>
                <a:spcPct val="0"/>
              </a:spcAft>
              <a:buClrTx/>
              <a:buSzTx/>
              <a:buFontTx/>
              <a:buNone/>
              <a:defRPr/>
            </a:pPr>
            <a:r>
              <a:rPr kumimoji="0" lang="en-US" altLang="zh-CN" sz="3200" b="1" i="0" u="none" strike="noStrike" kern="1200" cap="none" spc="0" normalizeH="0" baseline="0" noProof="0">
                <a:ln>
                  <a:noFill/>
                </a:ln>
                <a:solidFill>
                  <a:srgbClr val="FF3300"/>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When medium exist in space</a:t>
            </a:r>
            <a:r>
              <a:rPr kumimoji="0" lang="zh-CN" altLang="en-US" sz="3200" b="1" i="0" u="none" strike="noStrike" kern="1200" cap="none" spc="0" normalizeH="0" baseline="0" noProof="0">
                <a:ln>
                  <a:noFill/>
                </a:ln>
                <a:solidFill>
                  <a:srgbClr val="FF3300"/>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a:t>
            </a:r>
          </a:p>
          <a:p>
            <a:pPr marL="0" marR="0" lvl="0" indent="0" algn="l" defTabSz="914400" rtl="0" eaLnBrk="1" fontAlgn="base" latinLnBrk="0" hangingPunct="1">
              <a:lnSpc>
                <a:spcPct val="100000"/>
              </a:lnSpc>
              <a:spcBef>
                <a:spcPct val="15000"/>
              </a:spcBef>
              <a:spcAft>
                <a:spcPct val="0"/>
              </a:spcAft>
              <a:buClrTx/>
              <a:buSzTx/>
              <a:buFontTx/>
              <a:buChar char="•"/>
              <a:defRPr/>
            </a:pP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 </a:t>
            </a: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what will happen to the static electric fields produced by the charges</a:t>
            </a:r>
            <a:r>
              <a:rPr kumimoji="0" lang="en-US" altLang="zh-CN" sz="2800" b="1" i="0" u="none" strike="noStrike" kern="1200" cap="none" spc="0" normalizeH="0" baseline="0" noProof="0">
                <a:ln>
                  <a:noFill/>
                </a:ln>
                <a:solidFill>
                  <a:srgbClr val="FFFF00"/>
                </a:solidFill>
                <a:effectLst/>
                <a:uLnTx/>
                <a:uFillTx/>
                <a:latin typeface="Arial" panose="020B0604020202020204" pitchFamily="34" charset="0"/>
                <a:ea typeface="黑体" panose="02010609060101010101" pitchFamily="2" charset="-122"/>
                <a:cs typeface="+mn-cs"/>
              </a:rPr>
              <a:t>?</a:t>
            </a:r>
          </a:p>
        </p:txBody>
      </p:sp>
      <p:graphicFrame>
        <p:nvGraphicFramePr>
          <p:cNvPr id="60419" name="Object 3"/>
          <p:cNvGraphicFramePr>
            <a:graphicFrameLocks noGrp="1" noChangeAspect="1"/>
          </p:cNvGraphicFramePr>
          <p:nvPr>
            <p:ph hasCustomPrompt="1"/>
          </p:nvPr>
        </p:nvGraphicFramePr>
        <p:xfrm>
          <a:off x="34925" y="4429125"/>
          <a:ext cx="2879725" cy="2384425"/>
        </p:xfrm>
        <a:graphic>
          <a:graphicData uri="http://schemas.openxmlformats.org/presentationml/2006/ole">
            <mc:AlternateContent xmlns:mc="http://schemas.openxmlformats.org/markup-compatibility/2006">
              <mc:Choice xmlns:v="urn:schemas-microsoft-com:vml" Requires="v">
                <p:oleObj r:id="rId2" imgW="4046855" imgH="3352800" progId="MS_ClipArt_Gallery.2">
                  <p:embed/>
                </p:oleObj>
              </mc:Choice>
              <mc:Fallback>
                <p:oleObj r:id="rId2" imgW="4046855" imgH="3352800" progId="MS_ClipArt_Gallery.2">
                  <p:embed/>
                  <p:pic>
                    <p:nvPicPr>
                      <p:cNvPr id="60419" name="Object 3"/>
                      <p:cNvPicPr/>
                      <p:nvPr/>
                    </p:nvPicPr>
                    <p:blipFill>
                      <a:blip r:embed="rId3"/>
                      <a:srcRect/>
                      <a:stretch>
                        <a:fillRect/>
                      </a:stretch>
                    </p:blipFill>
                    <p:spPr>
                      <a:xfrm>
                        <a:off x="34925" y="4429125"/>
                        <a:ext cx="2879725" cy="23844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3106"/>
                                        </p:tgtEl>
                                        <p:attrNameLst>
                                          <p:attrName>style.visibility</p:attrName>
                                        </p:attrNameLst>
                                      </p:cBhvr>
                                      <p:to>
                                        <p:strVal val="visible"/>
                                      </p:to>
                                    </p:set>
                                    <p:animEffect transition="in" filter="blinds(horizontal)">
                                      <p:cBhvr>
                                        <p:cTn id="7" dur="500"/>
                                        <p:tgtEl>
                                          <p:spTgt spid="303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Rot="1"/>
          </p:cNvSpPr>
          <p:nvPr>
            <p:ph idx="1" hasCustomPrompt="1"/>
          </p:nvPr>
        </p:nvSpPr>
        <p:spPr>
          <a:xfrm>
            <a:off x="250825" y="1196975"/>
            <a:ext cx="8540750" cy="803275"/>
          </a:xfrm>
        </p:spPr>
        <p:txBody>
          <a:bodyPr vert="horz" wrap="square" lIns="91440" tIns="45720" rIns="91440" bIns="45720" anchor="t" anchorCtr="0"/>
          <a:lstStyle/>
          <a:p>
            <a:pPr eaLnBrk="1" hangingPunct="1"/>
            <a:r>
              <a:rPr lang="en-US" altLang="zh-CN" b="1" dirty="0">
                <a:solidFill>
                  <a:srgbClr val="000000"/>
                </a:solidFill>
              </a:rPr>
              <a:t>Three cases for the EM response</a:t>
            </a:r>
            <a:r>
              <a:rPr lang="zh-CN" altLang="en-US" b="1" dirty="0">
                <a:solidFill>
                  <a:srgbClr val="000000"/>
                </a:solidFill>
              </a:rPr>
              <a:t>：</a:t>
            </a:r>
          </a:p>
        </p:txBody>
      </p:sp>
      <p:sp>
        <p:nvSpPr>
          <p:cNvPr id="230404" name="Rectangle 4"/>
          <p:cNvSpPr>
            <a:spLocks noChangeArrowheads="1"/>
          </p:cNvSpPr>
          <p:nvPr/>
        </p:nvSpPr>
        <p:spPr bwMode="auto">
          <a:xfrm>
            <a:off x="468313" y="476250"/>
            <a:ext cx="8281988" cy="792163"/>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3.7 Dielectrics in Static Electric Field</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
        <p:nvSpPr>
          <p:cNvPr id="230406" name="Rectangle 6"/>
          <p:cNvSpPr>
            <a:spLocks noChangeArrowheads="1"/>
          </p:cNvSpPr>
          <p:nvPr/>
        </p:nvSpPr>
        <p:spPr bwMode="auto">
          <a:xfrm>
            <a:off x="250825" y="1844675"/>
            <a:ext cx="8893175" cy="2465388"/>
          </a:xfrm>
          <a:prstGeom prst="rect">
            <a:avLst/>
          </a:prstGeom>
          <a:noFill/>
          <a:ln>
            <a:noFill/>
          </a:ln>
          <a:effectLst/>
        </p:spPr>
        <p:txBody>
          <a:bodyPr>
            <a:spAutoFit/>
          </a:bodyPr>
          <a:lstStyle/>
          <a:p>
            <a:pPr marL="0" marR="0" lvl="0" indent="0" algn="l" defTabSz="914400" rtl="0" eaLnBrk="1" fontAlgn="base" latinLnBrk="0" hangingPunct="1">
              <a:lnSpc>
                <a:spcPct val="130000"/>
              </a:lnSpc>
              <a:spcBef>
                <a:spcPct val="0"/>
              </a:spcBef>
              <a:spcAft>
                <a:spcPct val="0"/>
              </a:spcAft>
              <a:buClrTx/>
              <a:buSzTx/>
              <a:buFontTx/>
              <a:buChar char="•"/>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 Polarization:</a:t>
            </a:r>
            <a:r>
              <a:rPr kumimoji="0" lang="en-US" altLang="zh-CN" sz="24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the bound charges in dielectric will be displaced due to the electric fields;</a:t>
            </a:r>
          </a:p>
          <a:p>
            <a:pPr marL="0" marR="0" lvl="0" indent="0" algn="l" defTabSz="914400" rtl="0" eaLnBrk="1" fontAlgn="base" latinLnBrk="0" hangingPunct="1">
              <a:lnSpc>
                <a:spcPct val="130000"/>
              </a:lnSpc>
              <a:spcBef>
                <a:spcPct val="0"/>
              </a:spcBef>
              <a:spcAft>
                <a:spcPct val="0"/>
              </a:spcAft>
              <a:buClrTx/>
              <a:buSzTx/>
              <a:buFontTx/>
              <a:buChar char="•"/>
              <a:defRPr/>
            </a:pPr>
            <a:r>
              <a:rPr kumimoji="0" lang="en-US" altLang="zh-CN" sz="24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magnetization:</a:t>
            </a:r>
            <a:r>
              <a:rPr kumimoji="0" lang="en-US" altLang="zh-CN" sz="24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macroscopic magnetic moment results under the influence of an external magnetic field; </a:t>
            </a:r>
          </a:p>
          <a:p>
            <a:pPr marL="0" marR="0" lvl="0" indent="0" algn="l" defTabSz="914400" rtl="0" eaLnBrk="1" fontAlgn="base" latinLnBrk="0" hangingPunct="1">
              <a:lnSpc>
                <a:spcPct val="130000"/>
              </a:lnSpc>
              <a:spcBef>
                <a:spcPct val="0"/>
              </a:spcBef>
              <a:spcAft>
                <a:spcPct val="0"/>
              </a:spcAft>
              <a:buClrTx/>
              <a:buSzTx/>
              <a:buFontTx/>
              <a:buChar char="•"/>
              <a:defRPr/>
            </a:pPr>
            <a:r>
              <a:rPr kumimoji="0" lang="en-US" altLang="zh-CN" sz="24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conduction:</a:t>
            </a:r>
            <a:r>
              <a:rPr kumimoji="0" lang="en-US" altLang="zh-CN" sz="24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 the motion of the free electrons by an external E field</a:t>
            </a:r>
            <a:r>
              <a:rPr kumimoji="0" lang="en-US" altLang="zh-CN" sz="2400" b="1" i="0" u="none" strike="noStrike" kern="1200" cap="none" spc="0" normalizeH="0" baseline="0" noProof="0">
                <a:ln>
                  <a:noFill/>
                </a:ln>
                <a:solidFill>
                  <a:srgbClr val="FFFF00"/>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en-US" altLang="zh-CN" sz="2400" b="1" i="0" u="none" strike="noStrike" kern="1200" cap="none" spc="0" normalizeH="0" baseline="0" noProof="0">
              <a:ln>
                <a:noFill/>
              </a:ln>
              <a:solidFill>
                <a:srgbClr val="FFFF00"/>
              </a:solidFill>
              <a:effectLst>
                <a:outerShdw blurRad="38100" dist="38100" dir="2700000" algn="tl">
                  <a:srgbClr val="C0C0C0"/>
                </a:outerShdw>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230407" name="Rectangle 7"/>
          <p:cNvSpPr/>
          <p:nvPr/>
        </p:nvSpPr>
        <p:spPr>
          <a:xfrm>
            <a:off x="2195513" y="4437063"/>
            <a:ext cx="5184775" cy="20716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800" b="1" dirty="0">
                <a:solidFill>
                  <a:srgbClr val="0000CC"/>
                </a:solidFill>
                <a:latin typeface="Times New Roman" panose="02020603050405020304" pitchFamily="18" charset="0"/>
                <a:ea typeface="楷体_GB2312" pitchFamily="49" charset="-122"/>
              </a:rPr>
              <a:t>* Parameters</a:t>
            </a:r>
            <a:r>
              <a:rPr lang="zh-CN" altLang="en-US" sz="2800" b="1" dirty="0">
                <a:solidFill>
                  <a:srgbClr val="0000CC"/>
                </a:solidFill>
                <a:latin typeface="Times New Roman" panose="02020603050405020304" pitchFamily="18" charset="0"/>
                <a:ea typeface="楷体_GB2312" pitchFamily="49" charset="-122"/>
              </a:rPr>
              <a:t>：</a:t>
            </a:r>
          </a:p>
          <a:p>
            <a:pPr marL="0" lvl="0" indent="0" eaLnBrk="1" hangingPunct="1">
              <a:lnSpc>
                <a:spcPct val="130000"/>
              </a:lnSpc>
              <a:spcBef>
                <a:spcPct val="0"/>
              </a:spcBef>
              <a:buClrTx/>
              <a:buSzTx/>
              <a:buFontTx/>
              <a:buChar char="•"/>
            </a:pPr>
            <a:r>
              <a:rPr lang="zh-CN" altLang="en-US" sz="2400" b="1" dirty="0">
                <a:solidFill>
                  <a:srgbClr val="0000CC"/>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Dielectric constant (permittivity) </a:t>
            </a:r>
            <a:r>
              <a:rPr lang="el-GR" altLang="zh-CN" sz="2400" b="1" dirty="0">
                <a:solidFill>
                  <a:srgbClr val="0000CC"/>
                </a:solidFill>
                <a:ea typeface="楷体_GB2312" pitchFamily="49" charset="-122"/>
              </a:rPr>
              <a:t>ε</a:t>
            </a:r>
            <a:endParaRPr lang="el-GR" altLang="en-US" sz="2400" b="1" dirty="0">
              <a:solidFill>
                <a:srgbClr val="0000CC"/>
              </a:solidFill>
              <a:ea typeface="楷体_GB2312" pitchFamily="49" charset="-122"/>
            </a:endParaRPr>
          </a:p>
          <a:p>
            <a:pPr marL="0" lvl="0" indent="0" eaLnBrk="1" hangingPunct="1">
              <a:lnSpc>
                <a:spcPct val="130000"/>
              </a:lnSpc>
              <a:spcBef>
                <a:spcPct val="0"/>
              </a:spcBef>
              <a:buClrTx/>
              <a:buSzTx/>
              <a:buFontTx/>
              <a:buChar char="•"/>
            </a:pPr>
            <a:r>
              <a:rPr lang="en-US" altLang="zh-CN" sz="2400" b="1" dirty="0">
                <a:solidFill>
                  <a:srgbClr val="0000CC"/>
                </a:solidFill>
                <a:latin typeface="Times New Roman" panose="02020603050405020304" pitchFamily="18" charset="0"/>
                <a:ea typeface="楷体_GB2312" pitchFamily="49" charset="-122"/>
              </a:rPr>
              <a:t> Permeability </a:t>
            </a:r>
            <a:r>
              <a:rPr lang="el-GR" altLang="zh-CN" sz="2400" b="1" dirty="0">
                <a:solidFill>
                  <a:srgbClr val="0000CC"/>
                </a:solidFill>
                <a:ea typeface="楷体_GB2312" pitchFamily="49" charset="-122"/>
              </a:rPr>
              <a:t>μ</a:t>
            </a:r>
          </a:p>
          <a:p>
            <a:pPr marL="0" lvl="0" indent="0" eaLnBrk="1" hangingPunct="1">
              <a:lnSpc>
                <a:spcPct val="130000"/>
              </a:lnSpc>
              <a:spcBef>
                <a:spcPct val="0"/>
              </a:spcBef>
              <a:buClrTx/>
              <a:buSzTx/>
              <a:buFontTx/>
              <a:buChar char="•"/>
            </a:pPr>
            <a:r>
              <a:rPr lang="en-US" altLang="zh-CN" sz="2400" b="1" dirty="0">
                <a:solidFill>
                  <a:srgbClr val="0000CC"/>
                </a:solidFill>
                <a:latin typeface="Times New Roman" panose="02020603050405020304" pitchFamily="18" charset="0"/>
                <a:ea typeface="楷体_GB2312" pitchFamily="49" charset="-122"/>
              </a:rPr>
              <a:t> conductivity  </a:t>
            </a:r>
            <a:r>
              <a:rPr lang="el-GR" altLang="zh-CN" sz="2400" b="1" dirty="0">
                <a:solidFill>
                  <a:srgbClr val="0000CC"/>
                </a:solidFill>
                <a:latin typeface="Times New Roman" panose="02020603050405020304" pitchFamily="18" charset="0"/>
                <a:ea typeface="楷体_GB2312" pitchFamily="49" charset="-122"/>
              </a:rPr>
              <a:t>σ</a:t>
            </a:r>
            <a:endParaRPr lang="en-US" altLang="zh-CN" sz="2400" b="1" dirty="0">
              <a:solidFill>
                <a:srgbClr val="0000CC"/>
              </a:solidFill>
              <a:latin typeface="Times New Roman" panose="02020603050405020304" pitchFamily="18" charset="0"/>
              <a:ea typeface="楷体_GB2312" pitchFamily="49" charset="-122"/>
            </a:endParaRP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0406"/>
                                        </p:tgtEl>
                                        <p:attrNameLst>
                                          <p:attrName>style.visibility</p:attrName>
                                        </p:attrNameLst>
                                      </p:cBhvr>
                                      <p:to>
                                        <p:strVal val="visible"/>
                                      </p:to>
                                    </p:set>
                                    <p:animEffect transition="in" filter="blinds(horizontal)">
                                      <p:cBhvr>
                                        <p:cTn id="7" dur="500"/>
                                        <p:tgtEl>
                                          <p:spTgt spid="2304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0407"/>
                                        </p:tgtEl>
                                        <p:attrNameLst>
                                          <p:attrName>style.visibility</p:attrName>
                                        </p:attrNameLst>
                                      </p:cBhvr>
                                      <p:to>
                                        <p:strVal val="visible"/>
                                      </p:to>
                                    </p:set>
                                    <p:animEffect transition="in" filter="dissolve">
                                      <p:cBhvr>
                                        <p:cTn id="12" dur="500"/>
                                        <p:tgtEl>
                                          <p:spTgt spid="230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6" grpId="0"/>
      <p:bldP spid="23040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000" name="Rectangle 160"/>
          <p:cNvSpPr/>
          <p:nvPr/>
        </p:nvSpPr>
        <p:spPr>
          <a:xfrm>
            <a:off x="323850" y="3789363"/>
            <a:ext cx="8281988" cy="1373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Char char="•"/>
            </a:pPr>
            <a:r>
              <a:rPr lang="en-US" altLang="zh-CN" sz="2800" b="1" dirty="0">
                <a:solidFill>
                  <a:srgbClr val="FF0000"/>
                </a:solidFill>
                <a:ea typeface="楷体_GB2312" pitchFamily="49" charset="-122"/>
              </a:rPr>
              <a:t> Polar molecules:</a:t>
            </a:r>
            <a:r>
              <a:rPr lang="en-US" altLang="zh-CN" sz="2800" b="1" i="1" dirty="0">
                <a:solidFill>
                  <a:srgbClr val="FFFF00"/>
                </a:solidFill>
                <a:latin typeface="Times New Roman" panose="02020603050405020304" pitchFamily="18" charset="0"/>
                <a:ea typeface="楷体_GB2312" pitchFamily="49" charset="-122"/>
              </a:rPr>
              <a:t> </a:t>
            </a:r>
            <a:r>
              <a:rPr lang="en-US" altLang="zh-CN" sz="2800" b="1" dirty="0">
                <a:solidFill>
                  <a:srgbClr val="0000CC"/>
                </a:solidFill>
                <a:latin typeface="Times New Roman" panose="02020603050405020304" pitchFamily="18" charset="0"/>
                <a:ea typeface="楷体_GB2312" pitchFamily="49" charset="-122"/>
              </a:rPr>
              <a:t>the centers of the positive and negative charges of an atom</a:t>
            </a:r>
            <a:r>
              <a:rPr lang="en-US" altLang="zh-CN" sz="2800" dirty="0">
                <a:solidFill>
                  <a:srgbClr val="0000CC"/>
                </a:solidFill>
                <a:latin typeface="Times New Roman" panose="02020603050405020304" pitchFamily="18" charset="0"/>
                <a:ea typeface="楷体_GB2312" pitchFamily="49" charset="-122"/>
              </a:rPr>
              <a:t> </a:t>
            </a:r>
            <a:r>
              <a:rPr lang="en-US" altLang="zh-CN" sz="2800" b="1" dirty="0">
                <a:solidFill>
                  <a:srgbClr val="0000CC"/>
                </a:solidFill>
                <a:latin typeface="Times New Roman" panose="02020603050405020304" pitchFamily="18" charset="0"/>
                <a:ea typeface="楷体_GB2312" pitchFamily="49" charset="-122"/>
              </a:rPr>
              <a:t>are separated, have a finite dipole moment</a:t>
            </a:r>
            <a:r>
              <a:rPr lang="en-US" altLang="zh-CN" sz="2800" dirty="0">
                <a:solidFill>
                  <a:srgbClr val="0000CC"/>
                </a:solidFill>
                <a:latin typeface="Times New Roman" panose="02020603050405020304" pitchFamily="18" charset="0"/>
                <a:ea typeface="楷体_GB2312" pitchFamily="49" charset="-122"/>
              </a:rPr>
              <a:t>.</a:t>
            </a:r>
            <a:r>
              <a:rPr lang="en-US" altLang="zh-CN" sz="2800" i="1" dirty="0">
                <a:solidFill>
                  <a:srgbClr val="0000CC"/>
                </a:solidFill>
                <a:latin typeface="Times New Roman" panose="02020603050405020304" pitchFamily="18" charset="0"/>
                <a:ea typeface="楷体_GB2312" pitchFamily="49" charset="-122"/>
              </a:rPr>
              <a:t> </a:t>
            </a:r>
            <a:r>
              <a:rPr lang="en-US" altLang="zh-CN" sz="2800" b="1" i="1" dirty="0">
                <a:solidFill>
                  <a:srgbClr val="0000CC"/>
                </a:solidFill>
                <a:ea typeface="楷体_GB2312" pitchFamily="49" charset="-122"/>
              </a:rPr>
              <a:t>-</a:t>
            </a:r>
            <a:r>
              <a:rPr lang="en-US" altLang="zh-CN" sz="2800" b="1" i="1" dirty="0">
                <a:solidFill>
                  <a:srgbClr val="FFFF00"/>
                </a:solidFill>
                <a:ea typeface="楷体_GB2312" pitchFamily="49" charset="-122"/>
              </a:rPr>
              <a:t> </a:t>
            </a:r>
            <a:r>
              <a:rPr lang="en-US" altLang="zh-CN" sz="2800" b="1" i="1" dirty="0">
                <a:solidFill>
                  <a:srgbClr val="000000"/>
                </a:solidFill>
                <a:latin typeface="Times New Roman" panose="02020603050405020304" pitchFamily="18" charset="0"/>
                <a:ea typeface="楷体_GB2312" pitchFamily="49" charset="-122"/>
              </a:rPr>
              <a:t>H</a:t>
            </a:r>
            <a:r>
              <a:rPr lang="en-US" altLang="zh-CN" sz="2800" b="1" i="1" baseline="-25000" dirty="0">
                <a:solidFill>
                  <a:srgbClr val="000000"/>
                </a:solidFill>
                <a:latin typeface="Times New Roman" panose="02020603050405020304" pitchFamily="18" charset="0"/>
                <a:ea typeface="楷体_GB2312" pitchFamily="49" charset="-122"/>
              </a:rPr>
              <a:t>2</a:t>
            </a:r>
            <a:r>
              <a:rPr lang="en-US" altLang="zh-CN" sz="2800" b="1" i="1" dirty="0">
                <a:solidFill>
                  <a:srgbClr val="000000"/>
                </a:solidFill>
                <a:latin typeface="Times New Roman" panose="02020603050405020304" pitchFamily="18" charset="0"/>
                <a:ea typeface="楷体_GB2312" pitchFamily="49" charset="-122"/>
              </a:rPr>
              <a:t>O,  HCl , CO, SO</a:t>
            </a:r>
            <a:r>
              <a:rPr lang="en-US" altLang="zh-CN" sz="2800" b="1" i="1" baseline="-25000" dirty="0">
                <a:solidFill>
                  <a:srgbClr val="000000"/>
                </a:solidFill>
                <a:latin typeface="Times New Roman" panose="02020603050405020304" pitchFamily="18" charset="0"/>
                <a:ea typeface="楷体_GB2312" pitchFamily="49" charset="-122"/>
              </a:rPr>
              <a:t>2</a:t>
            </a: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61340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pic>
        <p:nvPicPr>
          <p:cNvPr id="62468" name="Picture 163"/>
          <p:cNvPicPr>
            <a:picLocks noChangeAspect="1"/>
          </p:cNvPicPr>
          <p:nvPr/>
        </p:nvPicPr>
        <p:blipFill>
          <a:blip r:embed="rId3"/>
          <a:stretch>
            <a:fillRect/>
          </a:stretch>
        </p:blipFill>
        <p:spPr>
          <a:xfrm>
            <a:off x="2339975" y="2133600"/>
            <a:ext cx="4032250" cy="1584325"/>
          </a:xfrm>
          <a:prstGeom prst="rect">
            <a:avLst/>
          </a:prstGeom>
          <a:noFill/>
          <a:ln w="9525">
            <a:noFill/>
          </a:ln>
        </p:spPr>
      </p:pic>
      <p:sp>
        <p:nvSpPr>
          <p:cNvPr id="292004" name="Rectangle 164"/>
          <p:cNvSpPr/>
          <p:nvPr/>
        </p:nvSpPr>
        <p:spPr>
          <a:xfrm>
            <a:off x="323850" y="620713"/>
            <a:ext cx="8281988" cy="1373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Char char="•"/>
            </a:pPr>
            <a:r>
              <a:rPr lang="en-US" altLang="zh-CN" sz="2800" b="1" i="1" dirty="0">
                <a:solidFill>
                  <a:srgbClr val="FF0000"/>
                </a:solidFill>
                <a:latin typeface="Times New Roman" panose="02020603050405020304" pitchFamily="18" charset="0"/>
                <a:ea typeface="楷体_GB2312" pitchFamily="49" charset="-122"/>
              </a:rPr>
              <a:t> </a:t>
            </a:r>
            <a:r>
              <a:rPr lang="en-US" altLang="zh-CN" sz="2800" b="1" dirty="0">
                <a:solidFill>
                  <a:srgbClr val="FF3300"/>
                </a:solidFill>
                <a:ea typeface="楷体_GB2312" pitchFamily="49" charset="-122"/>
              </a:rPr>
              <a:t>Nonpolar molecules:</a:t>
            </a:r>
            <a:r>
              <a:rPr lang="en-US" altLang="zh-CN" sz="2800" b="1" i="1" dirty="0">
                <a:solidFill>
                  <a:srgbClr val="FFFF00"/>
                </a:solidFill>
                <a:latin typeface="Times New Roman" panose="02020603050405020304" pitchFamily="18" charset="0"/>
                <a:ea typeface="楷体_GB2312" pitchFamily="49" charset="-122"/>
              </a:rPr>
              <a:t> </a:t>
            </a:r>
            <a:r>
              <a:rPr lang="en-US" altLang="zh-CN" sz="2800" b="1" dirty="0">
                <a:solidFill>
                  <a:srgbClr val="0000CC"/>
                </a:solidFill>
                <a:latin typeface="Times New Roman" panose="02020603050405020304" pitchFamily="18" charset="0"/>
                <a:ea typeface="楷体_GB2312" pitchFamily="49" charset="-122"/>
              </a:rPr>
              <a:t>the centers of the positive and negative charges of an atom overlap each other, dipole moment will be zero.</a:t>
            </a:r>
            <a:r>
              <a:rPr lang="en-US" altLang="zh-CN" sz="2800" b="1" i="1" dirty="0">
                <a:solidFill>
                  <a:srgbClr val="0000CC"/>
                </a:solidFill>
                <a:latin typeface="Times New Roman" panose="02020603050405020304" pitchFamily="18" charset="0"/>
                <a:ea typeface="楷体_GB2312" pitchFamily="49" charset="-122"/>
              </a:rPr>
              <a:t> -</a:t>
            </a:r>
            <a:r>
              <a:rPr lang="en-US" altLang="zh-CN" sz="2800" b="1" i="1" dirty="0">
                <a:solidFill>
                  <a:srgbClr val="FFFF00"/>
                </a:solidFill>
                <a:latin typeface="Times New Roman" panose="02020603050405020304" pitchFamily="18" charset="0"/>
                <a:ea typeface="楷体_GB2312" pitchFamily="49" charset="-122"/>
              </a:rPr>
              <a:t>  </a:t>
            </a:r>
            <a:r>
              <a:rPr lang="en-US" altLang="zh-CN" sz="2800" b="1" i="1" dirty="0">
                <a:solidFill>
                  <a:srgbClr val="000000"/>
                </a:solidFill>
                <a:latin typeface="Times New Roman" panose="02020603050405020304" pitchFamily="18" charset="0"/>
                <a:ea typeface="楷体_GB2312" pitchFamily="49" charset="-122"/>
              </a:rPr>
              <a:t>CO</a:t>
            </a:r>
            <a:r>
              <a:rPr lang="en-US" altLang="zh-CN" sz="2800" b="1" i="1" baseline="-25000" dirty="0">
                <a:solidFill>
                  <a:srgbClr val="000000"/>
                </a:solidFill>
                <a:latin typeface="Times New Roman" panose="02020603050405020304" pitchFamily="18" charset="0"/>
                <a:ea typeface="楷体_GB2312" pitchFamily="49" charset="-122"/>
              </a:rPr>
              <a:t>2</a:t>
            </a:r>
            <a:r>
              <a:rPr lang="en-US" altLang="zh-CN" sz="2800" b="1" i="1" dirty="0">
                <a:solidFill>
                  <a:srgbClr val="000000"/>
                </a:solidFill>
                <a:latin typeface="Times New Roman" panose="02020603050405020304" pitchFamily="18" charset="0"/>
                <a:ea typeface="楷体_GB2312" pitchFamily="49" charset="-122"/>
              </a:rPr>
              <a:t>  ,H</a:t>
            </a:r>
            <a:r>
              <a:rPr lang="en-US" altLang="zh-CN" sz="2800" b="1" i="1" baseline="-25000" dirty="0">
                <a:solidFill>
                  <a:srgbClr val="000000"/>
                </a:solidFill>
                <a:latin typeface="Times New Roman" panose="02020603050405020304" pitchFamily="18" charset="0"/>
                <a:ea typeface="楷体_GB2312" pitchFamily="49" charset="-122"/>
              </a:rPr>
              <a:t>2</a:t>
            </a:r>
            <a:r>
              <a:rPr lang="en-US" altLang="zh-CN" sz="2800" b="1" i="1" dirty="0">
                <a:solidFill>
                  <a:srgbClr val="000000"/>
                </a:solidFill>
                <a:latin typeface="Times New Roman" panose="02020603050405020304" pitchFamily="18" charset="0"/>
                <a:ea typeface="楷体_GB2312" pitchFamily="49" charset="-122"/>
              </a:rPr>
              <a:t> , O</a:t>
            </a:r>
            <a:r>
              <a:rPr lang="en-US" altLang="zh-CN" sz="2800" b="1" i="1" baseline="-25000" dirty="0">
                <a:solidFill>
                  <a:srgbClr val="000000"/>
                </a:solidFill>
                <a:latin typeface="Times New Roman" panose="02020603050405020304" pitchFamily="18" charset="0"/>
                <a:ea typeface="楷体_GB2312" pitchFamily="49" charset="-122"/>
              </a:rPr>
              <a:t>2</a:t>
            </a:r>
            <a:r>
              <a:rPr lang="en-US" altLang="zh-CN" sz="2800" b="1" i="1" dirty="0">
                <a:solidFill>
                  <a:srgbClr val="000000"/>
                </a:solidFill>
                <a:latin typeface="Times New Roman" panose="02020603050405020304" pitchFamily="18" charset="0"/>
                <a:ea typeface="楷体_GB2312" pitchFamily="49" charset="-122"/>
              </a:rPr>
              <a:t> ,  CH</a:t>
            </a:r>
            <a:r>
              <a:rPr lang="en-US" altLang="zh-CN" sz="2800" b="1" i="1" baseline="-25000" dirty="0">
                <a:solidFill>
                  <a:srgbClr val="000000"/>
                </a:solidFill>
                <a:latin typeface="Times New Roman" panose="02020603050405020304" pitchFamily="18" charset="0"/>
                <a:ea typeface="楷体_GB2312" pitchFamily="49" charset="-122"/>
              </a:rPr>
              <a:t>4</a:t>
            </a:r>
          </a:p>
        </p:txBody>
      </p:sp>
      <p:pic>
        <p:nvPicPr>
          <p:cNvPr id="62470" name="Picture 165"/>
          <p:cNvPicPr>
            <a:picLocks noChangeAspect="1"/>
          </p:cNvPicPr>
          <p:nvPr/>
        </p:nvPicPr>
        <p:blipFill>
          <a:blip r:embed="rId4"/>
          <a:stretch>
            <a:fillRect/>
          </a:stretch>
        </p:blipFill>
        <p:spPr>
          <a:xfrm>
            <a:off x="2195513" y="5229225"/>
            <a:ext cx="4679950" cy="13874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2000"/>
                                        </p:tgtEl>
                                        <p:attrNameLst>
                                          <p:attrName>style.visibility</p:attrName>
                                        </p:attrNameLst>
                                      </p:cBhvr>
                                      <p:to>
                                        <p:strVal val="visible"/>
                                      </p:to>
                                    </p:set>
                                    <p:animEffect transition="in" filter="blinds(horizontal)">
                                      <p:cBhvr>
                                        <p:cTn id="7" dur="500"/>
                                        <p:tgtEl>
                                          <p:spTgt spid="2920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2004"/>
                                        </p:tgtEl>
                                        <p:attrNameLst>
                                          <p:attrName>style.visibility</p:attrName>
                                        </p:attrNameLst>
                                      </p:cBhvr>
                                      <p:to>
                                        <p:strVal val="visible"/>
                                      </p:to>
                                    </p:set>
                                    <p:animEffect transition="in" filter="blinds(horizontal)">
                                      <p:cBhvr>
                                        <p:cTn id="12" dur="500"/>
                                        <p:tgtEl>
                                          <p:spTgt spid="292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000" grpId="0"/>
      <p:bldP spid="29200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p:nvPr/>
        </p:nvSpPr>
        <p:spPr>
          <a:xfrm>
            <a:off x="250825" y="1052513"/>
            <a:ext cx="4679950" cy="5762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1.  </a:t>
            </a:r>
            <a:r>
              <a:rPr lang="en-US" altLang="zh-CN" sz="2400" b="1" dirty="0">
                <a:solidFill>
                  <a:srgbClr val="000000"/>
                </a:solidFill>
              </a:rPr>
              <a:t>Phenomenon</a:t>
            </a:r>
          </a:p>
        </p:txBody>
      </p:sp>
      <p:sp>
        <p:nvSpPr>
          <p:cNvPr id="292867" name="Rectangle 3"/>
          <p:cNvSpPr/>
          <p:nvPr/>
        </p:nvSpPr>
        <p:spPr>
          <a:xfrm>
            <a:off x="468313" y="1773238"/>
            <a:ext cx="3959225" cy="4392612"/>
          </a:xfrm>
          <a:prstGeom prst="rect">
            <a:avLst/>
          </a:prstGeom>
          <a:noFill/>
          <a:ln w="38100" cap="flat" cmpd="sng">
            <a:solidFill>
              <a:srgbClr val="0000CC"/>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1</a:t>
            </a:r>
            <a:r>
              <a:rPr lang="zh-CN" altLang="en-US" sz="2000" b="1" dirty="0">
                <a:solidFill>
                  <a:srgbClr val="0000CC"/>
                </a:solidFill>
                <a:latin typeface="Times New Roman" panose="02020603050405020304" pitchFamily="18" charset="0"/>
                <a:ea typeface="楷体_GB2312" pitchFamily="49" charset="-122"/>
              </a:rPr>
              <a:t>）</a:t>
            </a:r>
            <a:r>
              <a:rPr lang="en-US" altLang="zh-CN" sz="2000" b="1" dirty="0">
                <a:solidFill>
                  <a:srgbClr val="0000CC"/>
                </a:solidFill>
                <a:latin typeface="Times New Roman" panose="02020603050405020304" pitchFamily="18" charset="0"/>
                <a:ea typeface="楷体_GB2312" pitchFamily="49" charset="-122"/>
              </a:rPr>
              <a:t>With external E field, dielectric will have polarization</a:t>
            </a:r>
            <a:r>
              <a:rPr lang="en-US" altLang="zh-CN" sz="2000" dirty="0">
                <a:solidFill>
                  <a:srgbClr val="0000CC"/>
                </a:solidFill>
                <a:latin typeface="Times New Roman" panose="02020603050405020304" pitchFamily="18" charset="0"/>
                <a:ea typeface="楷体_GB2312" pitchFamily="49" charset="-122"/>
              </a:rPr>
              <a:t> </a:t>
            </a:r>
            <a:r>
              <a:rPr lang="zh-CN" altLang="en-US" sz="2000" b="1" dirty="0">
                <a:solidFill>
                  <a:srgbClr val="0000CC"/>
                </a:solidFill>
                <a:latin typeface="Times New Roman" panose="02020603050405020304" pitchFamily="18" charset="0"/>
                <a:ea typeface="楷体_GB2312" pitchFamily="49" charset="-122"/>
              </a:rPr>
              <a:t>：</a:t>
            </a:r>
          </a:p>
          <a:p>
            <a:pPr marL="0" lvl="0" indent="0" eaLnBrk="1" hangingPunct="1">
              <a:spcBef>
                <a:spcPct val="15000"/>
              </a:spcBef>
              <a:buClrTx/>
              <a:buSzTx/>
              <a:buFontTx/>
              <a:buChar char="•"/>
            </a:pPr>
            <a:r>
              <a:rPr lang="zh-CN" altLang="en-US" sz="20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Nonpolar molecules:    </a:t>
            </a:r>
          </a:p>
          <a:p>
            <a:pPr marL="0" lvl="0" indent="0" eaLnBrk="1" hangingPunct="1">
              <a:spcBef>
                <a:spcPct val="15000"/>
              </a:spcBef>
              <a:buClrTx/>
              <a:buSzTx/>
              <a:buFontTx/>
              <a:buNone/>
            </a:pPr>
            <a:r>
              <a:rPr lang="en-US" altLang="zh-CN" sz="2000" b="1" dirty="0">
                <a:solidFill>
                  <a:srgbClr val="000000"/>
                </a:solidFill>
                <a:latin typeface="Times New Roman" panose="02020603050405020304" pitchFamily="18" charset="0"/>
                <a:ea typeface="楷体_GB2312" pitchFamily="49" charset="-122"/>
              </a:rPr>
              <a:t>         displacement polarization</a:t>
            </a:r>
          </a:p>
          <a:p>
            <a:pPr marL="0" lvl="0" indent="0" eaLnBrk="1" hangingPunct="1">
              <a:spcBef>
                <a:spcPct val="15000"/>
              </a:spcBef>
              <a:buClrTx/>
              <a:buSzTx/>
              <a:buFontTx/>
              <a:buChar char="•"/>
            </a:pPr>
            <a:r>
              <a:rPr lang="en-US" altLang="zh-CN" sz="2000" b="1" dirty="0">
                <a:solidFill>
                  <a:srgbClr val="000000"/>
                </a:solidFill>
                <a:latin typeface="Times New Roman" panose="02020603050405020304" pitchFamily="18" charset="0"/>
                <a:ea typeface="楷体_GB2312" pitchFamily="49" charset="-122"/>
              </a:rPr>
              <a:t> Polar molecules: </a:t>
            </a:r>
          </a:p>
          <a:p>
            <a:pPr marL="0" lvl="0" indent="0" eaLnBrk="1" hangingPunct="1">
              <a:spcBef>
                <a:spcPct val="15000"/>
              </a:spcBef>
              <a:buClrTx/>
              <a:buSzTx/>
              <a:buFontTx/>
              <a:buNone/>
            </a:pPr>
            <a:r>
              <a:rPr lang="en-US" altLang="zh-CN" sz="2000" b="1" dirty="0">
                <a:solidFill>
                  <a:srgbClr val="000000"/>
                </a:solidFill>
                <a:latin typeface="Times New Roman" panose="02020603050405020304" pitchFamily="18" charset="0"/>
                <a:ea typeface="楷体_GB2312" pitchFamily="49" charset="-122"/>
              </a:rPr>
              <a:t>         orientation polarization</a:t>
            </a:r>
            <a:r>
              <a:rPr lang="en-US" altLang="zh-CN" sz="2000" dirty="0">
                <a:solidFill>
                  <a:srgbClr val="000000"/>
                </a:solidFill>
                <a:latin typeface="Times New Roman" panose="02020603050405020304" pitchFamily="18" charset="0"/>
                <a:ea typeface="楷体_GB2312" pitchFamily="49" charset="-122"/>
              </a:rPr>
              <a:t> </a:t>
            </a:r>
          </a:p>
          <a:p>
            <a:pPr marL="0" lvl="0" indent="0" eaLnBrk="1" hangingPunct="1">
              <a:spcBef>
                <a:spcPct val="15000"/>
              </a:spcBef>
              <a:buClrTx/>
              <a:buSzTx/>
              <a:buFontTx/>
              <a:buChar char="•"/>
            </a:pPr>
            <a:endParaRPr lang="en-US" altLang="zh-CN" sz="2000" b="1" dirty="0">
              <a:solidFill>
                <a:srgbClr val="000000"/>
              </a:solidFill>
              <a:latin typeface="Times New Roman" panose="02020603050405020304" pitchFamily="18" charset="0"/>
              <a:ea typeface="楷体_GB2312" pitchFamily="49" charset="-122"/>
            </a:endParaRPr>
          </a:p>
          <a:p>
            <a:pPr marL="0" lvl="0" indent="0" eaLnBrk="1" hangingPunct="1">
              <a:lnSpc>
                <a:spcPct val="140000"/>
              </a:lnSpc>
              <a:spcBef>
                <a:spcPct val="0"/>
              </a:spcBef>
              <a:buClrTx/>
              <a:buSzTx/>
              <a:buFontTx/>
              <a:buNone/>
            </a:pPr>
            <a:r>
              <a:rPr lang="en-US" altLang="zh-CN" sz="2000" b="1" dirty="0">
                <a:solidFill>
                  <a:srgbClr val="0000CC"/>
                </a:solidFill>
                <a:latin typeface="Times New Roman" panose="02020603050405020304" pitchFamily="18" charset="0"/>
                <a:ea typeface="楷体_GB2312" pitchFamily="49" charset="-122"/>
              </a:rPr>
              <a:t>2</a:t>
            </a:r>
            <a:r>
              <a:rPr lang="zh-CN" altLang="en-US" sz="2000" b="1" dirty="0">
                <a:solidFill>
                  <a:srgbClr val="0000CC"/>
                </a:solidFill>
                <a:latin typeface="Times New Roman" panose="02020603050405020304" pitchFamily="18" charset="0"/>
                <a:ea typeface="楷体_GB2312" pitchFamily="49" charset="-122"/>
              </a:rPr>
              <a:t>）</a:t>
            </a:r>
            <a:r>
              <a:rPr lang="en-US" altLang="zh-CN" sz="2000" b="1" dirty="0">
                <a:solidFill>
                  <a:srgbClr val="0000CC"/>
                </a:solidFill>
                <a:latin typeface="Times New Roman" panose="02020603050405020304" pitchFamily="18" charset="0"/>
                <a:ea typeface="楷体_GB2312" pitchFamily="49" charset="-122"/>
              </a:rPr>
              <a:t>The magnitude of the polarization is determined by the number of electric dipole moments in the medium.</a:t>
            </a:r>
            <a:r>
              <a:rPr lang="en-US" altLang="zh-CN" sz="2000" dirty="0">
                <a:solidFill>
                  <a:srgbClr val="0000CC"/>
                </a:solidFill>
                <a:latin typeface="Times New Roman" panose="02020603050405020304" pitchFamily="18" charset="0"/>
                <a:ea typeface="楷体_GB2312" pitchFamily="49" charset="-122"/>
              </a:rPr>
              <a:t> </a:t>
            </a:r>
          </a:p>
        </p:txBody>
      </p:sp>
      <p:grpSp>
        <p:nvGrpSpPr>
          <p:cNvPr id="292869" name="Group 5"/>
          <p:cNvGrpSpPr/>
          <p:nvPr/>
        </p:nvGrpSpPr>
        <p:grpSpPr>
          <a:xfrm>
            <a:off x="4716463" y="1411288"/>
            <a:ext cx="4356100" cy="2305050"/>
            <a:chOff x="2971" y="845"/>
            <a:chExt cx="2744" cy="1452"/>
          </a:xfrm>
        </p:grpSpPr>
        <p:sp>
          <p:nvSpPr>
            <p:cNvPr id="63672" name="Rectangle 6"/>
            <p:cNvSpPr/>
            <p:nvPr/>
          </p:nvSpPr>
          <p:spPr>
            <a:xfrm>
              <a:off x="2971" y="845"/>
              <a:ext cx="2744" cy="145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3673" name="Text Box 7"/>
            <p:cNvSpPr txBox="1"/>
            <p:nvPr/>
          </p:nvSpPr>
          <p:spPr>
            <a:xfrm>
              <a:off x="3334" y="1888"/>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Nonpolar</a:t>
              </a:r>
              <a:r>
                <a:rPr lang="en-US" altLang="zh-CN" sz="1800" b="1" dirty="0">
                  <a:latin typeface="Times New Roman" panose="02020603050405020304" pitchFamily="18" charset="0"/>
                  <a:ea typeface="楷体_GB2312" pitchFamily="49" charset="-122"/>
                </a:rPr>
                <a:t> </a:t>
              </a:r>
            </a:p>
          </p:txBody>
        </p:sp>
        <p:grpSp>
          <p:nvGrpSpPr>
            <p:cNvPr id="63674" name="Group 8"/>
            <p:cNvGrpSpPr/>
            <p:nvPr/>
          </p:nvGrpSpPr>
          <p:grpSpPr>
            <a:xfrm>
              <a:off x="3054" y="1013"/>
              <a:ext cx="1188" cy="907"/>
              <a:chOff x="431" y="2659"/>
              <a:chExt cx="1188" cy="907"/>
            </a:xfrm>
          </p:grpSpPr>
          <p:sp>
            <p:nvSpPr>
              <p:cNvPr id="63735" name="Text Box 9"/>
              <p:cNvSpPr txBox="1"/>
              <p:nvPr/>
            </p:nvSpPr>
            <p:spPr>
              <a:xfrm>
                <a:off x="1323" y="3145"/>
                <a:ext cx="296" cy="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sp>
            <p:nvSpPr>
              <p:cNvPr id="63736" name="Rectangle 10"/>
              <p:cNvSpPr/>
              <p:nvPr/>
            </p:nvSpPr>
            <p:spPr>
              <a:xfrm>
                <a:off x="431" y="2659"/>
                <a:ext cx="1179" cy="907"/>
              </a:xfrm>
              <a:prstGeom prst="rect">
                <a:avLst/>
              </a:prstGeom>
              <a:solidFill>
                <a:srgbClr val="008080"/>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8080"/>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3737" name="Group 11"/>
              <p:cNvGrpSpPr/>
              <p:nvPr/>
            </p:nvGrpSpPr>
            <p:grpSpPr>
              <a:xfrm>
                <a:off x="521" y="2750"/>
                <a:ext cx="204" cy="204"/>
                <a:chOff x="839" y="2795"/>
                <a:chExt cx="204" cy="204"/>
              </a:xfrm>
            </p:grpSpPr>
            <p:sp>
              <p:nvSpPr>
                <p:cNvPr id="292876" name="Oval 12"/>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823" name="Line 13"/>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824" name="Group 14"/>
                <p:cNvGrpSpPr/>
                <p:nvPr/>
              </p:nvGrpSpPr>
              <p:grpSpPr>
                <a:xfrm>
                  <a:off x="892" y="2832"/>
                  <a:ext cx="91" cy="91"/>
                  <a:chOff x="892" y="2832"/>
                  <a:chExt cx="91" cy="91"/>
                </a:xfrm>
              </p:grpSpPr>
              <p:sp>
                <p:nvSpPr>
                  <p:cNvPr id="63825" name="Line 1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26" name="Line 1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38" name="Group 17"/>
              <p:cNvGrpSpPr/>
              <p:nvPr/>
            </p:nvGrpSpPr>
            <p:grpSpPr>
              <a:xfrm>
                <a:off x="769" y="2704"/>
                <a:ext cx="204" cy="204"/>
                <a:chOff x="839" y="2795"/>
                <a:chExt cx="204" cy="204"/>
              </a:xfrm>
            </p:grpSpPr>
            <p:sp>
              <p:nvSpPr>
                <p:cNvPr id="292882" name="Oval 18"/>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818" name="Line 19"/>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819" name="Group 20"/>
                <p:cNvGrpSpPr/>
                <p:nvPr/>
              </p:nvGrpSpPr>
              <p:grpSpPr>
                <a:xfrm>
                  <a:off x="892" y="2832"/>
                  <a:ext cx="91" cy="91"/>
                  <a:chOff x="892" y="2832"/>
                  <a:chExt cx="91" cy="91"/>
                </a:xfrm>
              </p:grpSpPr>
              <p:sp>
                <p:nvSpPr>
                  <p:cNvPr id="63820" name="Line 2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21" name="Line 2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39" name="Group 23"/>
              <p:cNvGrpSpPr/>
              <p:nvPr/>
            </p:nvGrpSpPr>
            <p:grpSpPr>
              <a:xfrm>
                <a:off x="703" y="2931"/>
                <a:ext cx="204" cy="204"/>
                <a:chOff x="839" y="2795"/>
                <a:chExt cx="204" cy="204"/>
              </a:xfrm>
            </p:grpSpPr>
            <p:sp>
              <p:nvSpPr>
                <p:cNvPr id="292888" name="Oval 24"/>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813" name="Line 25"/>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814" name="Group 26"/>
                <p:cNvGrpSpPr/>
                <p:nvPr/>
              </p:nvGrpSpPr>
              <p:grpSpPr>
                <a:xfrm>
                  <a:off x="892" y="2832"/>
                  <a:ext cx="91" cy="91"/>
                  <a:chOff x="892" y="2832"/>
                  <a:chExt cx="91" cy="91"/>
                </a:xfrm>
              </p:grpSpPr>
              <p:sp>
                <p:nvSpPr>
                  <p:cNvPr id="63815" name="Line 2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16" name="Line 2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0" name="Group 29"/>
              <p:cNvGrpSpPr/>
              <p:nvPr/>
            </p:nvGrpSpPr>
            <p:grpSpPr>
              <a:xfrm>
                <a:off x="476" y="3022"/>
                <a:ext cx="204" cy="204"/>
                <a:chOff x="839" y="2795"/>
                <a:chExt cx="204" cy="204"/>
              </a:xfrm>
            </p:grpSpPr>
            <p:sp>
              <p:nvSpPr>
                <p:cNvPr id="292894" name="Oval 30"/>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808" name="Line 31"/>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809" name="Group 32"/>
                <p:cNvGrpSpPr/>
                <p:nvPr/>
              </p:nvGrpSpPr>
              <p:grpSpPr>
                <a:xfrm>
                  <a:off x="892" y="2832"/>
                  <a:ext cx="91" cy="91"/>
                  <a:chOff x="892" y="2832"/>
                  <a:chExt cx="91" cy="91"/>
                </a:xfrm>
              </p:grpSpPr>
              <p:sp>
                <p:nvSpPr>
                  <p:cNvPr id="63810" name="Line 3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11" name="Line 3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1" name="Group 35"/>
              <p:cNvGrpSpPr/>
              <p:nvPr/>
            </p:nvGrpSpPr>
            <p:grpSpPr>
              <a:xfrm>
                <a:off x="999" y="2750"/>
                <a:ext cx="204" cy="204"/>
                <a:chOff x="839" y="2795"/>
                <a:chExt cx="204" cy="204"/>
              </a:xfrm>
            </p:grpSpPr>
            <p:sp>
              <p:nvSpPr>
                <p:cNvPr id="292900" name="Oval 36"/>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803" name="Line 37"/>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804" name="Group 38"/>
                <p:cNvGrpSpPr/>
                <p:nvPr/>
              </p:nvGrpSpPr>
              <p:grpSpPr>
                <a:xfrm>
                  <a:off x="892" y="2832"/>
                  <a:ext cx="91" cy="91"/>
                  <a:chOff x="892" y="2832"/>
                  <a:chExt cx="91" cy="91"/>
                </a:xfrm>
              </p:grpSpPr>
              <p:sp>
                <p:nvSpPr>
                  <p:cNvPr id="63805" name="Line 3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06" name="Line 4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2" name="Group 41"/>
              <p:cNvGrpSpPr/>
              <p:nvPr/>
            </p:nvGrpSpPr>
            <p:grpSpPr>
              <a:xfrm>
                <a:off x="930" y="2976"/>
                <a:ext cx="204" cy="204"/>
                <a:chOff x="839" y="2795"/>
                <a:chExt cx="204" cy="204"/>
              </a:xfrm>
            </p:grpSpPr>
            <p:sp>
              <p:nvSpPr>
                <p:cNvPr id="292906" name="Oval 42"/>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98" name="Line 43"/>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99" name="Group 44"/>
                <p:cNvGrpSpPr/>
                <p:nvPr/>
              </p:nvGrpSpPr>
              <p:grpSpPr>
                <a:xfrm>
                  <a:off x="892" y="2832"/>
                  <a:ext cx="91" cy="91"/>
                  <a:chOff x="892" y="2832"/>
                  <a:chExt cx="91" cy="91"/>
                </a:xfrm>
              </p:grpSpPr>
              <p:sp>
                <p:nvSpPr>
                  <p:cNvPr id="63800" name="Line 4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801" name="Line 4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3" name="Group 47"/>
              <p:cNvGrpSpPr/>
              <p:nvPr/>
            </p:nvGrpSpPr>
            <p:grpSpPr>
              <a:xfrm>
                <a:off x="665" y="3181"/>
                <a:ext cx="204" cy="204"/>
                <a:chOff x="839" y="2795"/>
                <a:chExt cx="204" cy="204"/>
              </a:xfrm>
            </p:grpSpPr>
            <p:sp>
              <p:nvSpPr>
                <p:cNvPr id="292912" name="Oval 48"/>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93" name="Line 49"/>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94" name="Group 50"/>
                <p:cNvGrpSpPr/>
                <p:nvPr/>
              </p:nvGrpSpPr>
              <p:grpSpPr>
                <a:xfrm>
                  <a:off x="892" y="2832"/>
                  <a:ext cx="91" cy="91"/>
                  <a:chOff x="892" y="2832"/>
                  <a:chExt cx="91" cy="91"/>
                </a:xfrm>
              </p:grpSpPr>
              <p:sp>
                <p:nvSpPr>
                  <p:cNvPr id="63795" name="Line 5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96" name="Line 5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4" name="Group 53"/>
              <p:cNvGrpSpPr/>
              <p:nvPr/>
            </p:nvGrpSpPr>
            <p:grpSpPr>
              <a:xfrm>
                <a:off x="900" y="3226"/>
                <a:ext cx="204" cy="204"/>
                <a:chOff x="839" y="2795"/>
                <a:chExt cx="204" cy="204"/>
              </a:xfrm>
            </p:grpSpPr>
            <p:sp>
              <p:nvSpPr>
                <p:cNvPr id="292918" name="Oval 54"/>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88" name="Line 55"/>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89" name="Group 56"/>
                <p:cNvGrpSpPr/>
                <p:nvPr/>
              </p:nvGrpSpPr>
              <p:grpSpPr>
                <a:xfrm>
                  <a:off x="892" y="2832"/>
                  <a:ext cx="91" cy="91"/>
                  <a:chOff x="892" y="2832"/>
                  <a:chExt cx="91" cy="91"/>
                </a:xfrm>
              </p:grpSpPr>
              <p:sp>
                <p:nvSpPr>
                  <p:cNvPr id="63790" name="Line 5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91" name="Line 5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5" name="Group 59"/>
              <p:cNvGrpSpPr/>
              <p:nvPr/>
            </p:nvGrpSpPr>
            <p:grpSpPr>
              <a:xfrm>
                <a:off x="476" y="3294"/>
                <a:ext cx="204" cy="204"/>
                <a:chOff x="839" y="2795"/>
                <a:chExt cx="204" cy="204"/>
              </a:xfrm>
            </p:grpSpPr>
            <p:sp>
              <p:nvSpPr>
                <p:cNvPr id="292924" name="Oval 60"/>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83" name="Line 61"/>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84" name="Group 62"/>
                <p:cNvGrpSpPr/>
                <p:nvPr/>
              </p:nvGrpSpPr>
              <p:grpSpPr>
                <a:xfrm>
                  <a:off x="892" y="2832"/>
                  <a:ext cx="91" cy="91"/>
                  <a:chOff x="892" y="2832"/>
                  <a:chExt cx="91" cy="91"/>
                </a:xfrm>
              </p:grpSpPr>
              <p:sp>
                <p:nvSpPr>
                  <p:cNvPr id="63785" name="Line 6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86" name="Line 6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6" name="Group 65"/>
              <p:cNvGrpSpPr/>
              <p:nvPr/>
            </p:nvGrpSpPr>
            <p:grpSpPr>
              <a:xfrm>
                <a:off x="1292" y="2704"/>
                <a:ext cx="204" cy="204"/>
                <a:chOff x="839" y="2795"/>
                <a:chExt cx="204" cy="204"/>
              </a:xfrm>
            </p:grpSpPr>
            <p:sp>
              <p:nvSpPr>
                <p:cNvPr id="292930" name="Oval 66"/>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78" name="Line 67"/>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79" name="Group 68"/>
                <p:cNvGrpSpPr/>
                <p:nvPr/>
              </p:nvGrpSpPr>
              <p:grpSpPr>
                <a:xfrm>
                  <a:off x="892" y="2832"/>
                  <a:ext cx="91" cy="91"/>
                  <a:chOff x="892" y="2832"/>
                  <a:chExt cx="91" cy="91"/>
                </a:xfrm>
              </p:grpSpPr>
              <p:sp>
                <p:nvSpPr>
                  <p:cNvPr id="63780" name="Line 6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81" name="Line 7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7" name="Group 71"/>
              <p:cNvGrpSpPr/>
              <p:nvPr/>
            </p:nvGrpSpPr>
            <p:grpSpPr>
              <a:xfrm>
                <a:off x="1179" y="2886"/>
                <a:ext cx="204" cy="204"/>
                <a:chOff x="839" y="2795"/>
                <a:chExt cx="204" cy="204"/>
              </a:xfrm>
            </p:grpSpPr>
            <p:sp>
              <p:nvSpPr>
                <p:cNvPr id="292936" name="Oval 72"/>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73" name="Line 73"/>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74" name="Group 74"/>
                <p:cNvGrpSpPr/>
                <p:nvPr/>
              </p:nvGrpSpPr>
              <p:grpSpPr>
                <a:xfrm>
                  <a:off x="892" y="2832"/>
                  <a:ext cx="91" cy="91"/>
                  <a:chOff x="892" y="2832"/>
                  <a:chExt cx="91" cy="91"/>
                </a:xfrm>
              </p:grpSpPr>
              <p:sp>
                <p:nvSpPr>
                  <p:cNvPr id="63775" name="Line 7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76" name="Line 7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8" name="Group 77"/>
              <p:cNvGrpSpPr/>
              <p:nvPr/>
            </p:nvGrpSpPr>
            <p:grpSpPr>
              <a:xfrm>
                <a:off x="1111" y="3090"/>
                <a:ext cx="204" cy="204"/>
                <a:chOff x="839" y="2795"/>
                <a:chExt cx="204" cy="204"/>
              </a:xfrm>
            </p:grpSpPr>
            <p:sp>
              <p:nvSpPr>
                <p:cNvPr id="292942" name="Oval 78"/>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68" name="Line 79"/>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69" name="Group 80"/>
                <p:cNvGrpSpPr/>
                <p:nvPr/>
              </p:nvGrpSpPr>
              <p:grpSpPr>
                <a:xfrm>
                  <a:off x="892" y="2832"/>
                  <a:ext cx="91" cy="91"/>
                  <a:chOff x="892" y="2832"/>
                  <a:chExt cx="91" cy="91"/>
                </a:xfrm>
              </p:grpSpPr>
              <p:sp>
                <p:nvSpPr>
                  <p:cNvPr id="63770" name="Line 8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71" name="Line 8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49" name="Group 83"/>
              <p:cNvGrpSpPr/>
              <p:nvPr/>
            </p:nvGrpSpPr>
            <p:grpSpPr>
              <a:xfrm rot="-269076">
                <a:off x="1361" y="2999"/>
                <a:ext cx="204" cy="204"/>
                <a:chOff x="839" y="2795"/>
                <a:chExt cx="204" cy="204"/>
              </a:xfrm>
            </p:grpSpPr>
            <p:sp>
              <p:nvSpPr>
                <p:cNvPr id="292948" name="Oval 84"/>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63" name="Line 85"/>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64" name="Group 86"/>
                <p:cNvGrpSpPr/>
                <p:nvPr/>
              </p:nvGrpSpPr>
              <p:grpSpPr>
                <a:xfrm>
                  <a:off x="892" y="2832"/>
                  <a:ext cx="91" cy="91"/>
                  <a:chOff x="892" y="2832"/>
                  <a:chExt cx="91" cy="91"/>
                </a:xfrm>
              </p:grpSpPr>
              <p:sp>
                <p:nvSpPr>
                  <p:cNvPr id="63765" name="Line 8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66" name="Line 8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50" name="Group 89"/>
              <p:cNvGrpSpPr/>
              <p:nvPr/>
            </p:nvGrpSpPr>
            <p:grpSpPr>
              <a:xfrm>
                <a:off x="1118" y="3317"/>
                <a:ext cx="204" cy="204"/>
                <a:chOff x="839" y="2795"/>
                <a:chExt cx="204" cy="204"/>
              </a:xfrm>
            </p:grpSpPr>
            <p:sp>
              <p:nvSpPr>
                <p:cNvPr id="292954" name="Oval 90"/>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58" name="Line 91"/>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59" name="Group 92"/>
                <p:cNvGrpSpPr/>
                <p:nvPr/>
              </p:nvGrpSpPr>
              <p:grpSpPr>
                <a:xfrm>
                  <a:off x="892" y="2832"/>
                  <a:ext cx="91" cy="91"/>
                  <a:chOff x="892" y="2832"/>
                  <a:chExt cx="91" cy="91"/>
                </a:xfrm>
              </p:grpSpPr>
              <p:sp>
                <p:nvSpPr>
                  <p:cNvPr id="63760" name="Line 9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61" name="Line 9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751" name="Group 95"/>
              <p:cNvGrpSpPr/>
              <p:nvPr/>
            </p:nvGrpSpPr>
            <p:grpSpPr>
              <a:xfrm>
                <a:off x="1315" y="3226"/>
                <a:ext cx="204" cy="204"/>
                <a:chOff x="839" y="2795"/>
                <a:chExt cx="204" cy="204"/>
              </a:xfrm>
            </p:grpSpPr>
            <p:sp>
              <p:nvSpPr>
                <p:cNvPr id="292960" name="Oval 96"/>
                <p:cNvSpPr>
                  <a:spLocks noChangeAspect="1" noChangeArrowheads="1"/>
                </p:cNvSpPr>
                <p:nvPr/>
              </p:nvSpPr>
              <p:spPr bwMode="auto">
                <a:xfrm>
                  <a:off x="839" y="2795"/>
                  <a:ext cx="204"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753" name="Line 97"/>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754" name="Group 98"/>
                <p:cNvGrpSpPr/>
                <p:nvPr/>
              </p:nvGrpSpPr>
              <p:grpSpPr>
                <a:xfrm>
                  <a:off x="892" y="2832"/>
                  <a:ext cx="91" cy="91"/>
                  <a:chOff x="892" y="2832"/>
                  <a:chExt cx="91" cy="91"/>
                </a:xfrm>
              </p:grpSpPr>
              <p:sp>
                <p:nvSpPr>
                  <p:cNvPr id="63755" name="Line 9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756" name="Line 10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grpSp>
          <p:nvGrpSpPr>
            <p:cNvPr id="63675" name="Group 101"/>
            <p:cNvGrpSpPr/>
            <p:nvPr/>
          </p:nvGrpSpPr>
          <p:grpSpPr>
            <a:xfrm>
              <a:off x="4347" y="968"/>
              <a:ext cx="1262" cy="1035"/>
              <a:chOff x="1701" y="2614"/>
              <a:chExt cx="1262" cy="1035"/>
            </a:xfrm>
          </p:grpSpPr>
          <p:sp>
            <p:nvSpPr>
              <p:cNvPr id="63678" name="Rectangle 102"/>
              <p:cNvSpPr/>
              <p:nvPr/>
            </p:nvSpPr>
            <p:spPr>
              <a:xfrm>
                <a:off x="1722" y="2659"/>
                <a:ext cx="1179" cy="907"/>
              </a:xfrm>
              <a:prstGeom prst="rect">
                <a:avLst/>
              </a:prstGeom>
              <a:solidFill>
                <a:srgbClr val="33CCCC"/>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33CCCC"/>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3679" name="Group 103"/>
              <p:cNvGrpSpPr/>
              <p:nvPr/>
            </p:nvGrpSpPr>
            <p:grpSpPr>
              <a:xfrm rot="10629801">
                <a:off x="2324" y="2712"/>
                <a:ext cx="308" cy="446"/>
                <a:chOff x="2154" y="2688"/>
                <a:chExt cx="308" cy="417"/>
              </a:xfrm>
            </p:grpSpPr>
            <p:sp>
              <p:nvSpPr>
                <p:cNvPr id="292968" name="Oval 104"/>
                <p:cNvSpPr>
                  <a:spLocks noChangeArrowheads="1"/>
                </p:cNvSpPr>
                <p:nvPr/>
              </p:nvSpPr>
              <p:spPr bwMode="auto">
                <a:xfrm>
                  <a:off x="2208" y="2751"/>
                  <a:ext cx="136" cy="270"/>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33" name="Text Box 10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34" name="Text Box 10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0" name="Group 107"/>
              <p:cNvGrpSpPr/>
              <p:nvPr/>
            </p:nvGrpSpPr>
            <p:grpSpPr>
              <a:xfrm rot="1635320">
                <a:off x="2594" y="2840"/>
                <a:ext cx="308" cy="446"/>
                <a:chOff x="2154" y="2688"/>
                <a:chExt cx="308" cy="417"/>
              </a:xfrm>
            </p:grpSpPr>
            <p:sp>
              <p:nvSpPr>
                <p:cNvPr id="292972" name="Oval 108"/>
                <p:cNvSpPr>
                  <a:spLocks noChangeArrowheads="1"/>
                </p:cNvSpPr>
                <p:nvPr/>
              </p:nvSpPr>
              <p:spPr bwMode="auto">
                <a:xfrm>
                  <a:off x="2196"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30" name="Text Box 10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31" name="Text Box 11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1" name="Group 111"/>
              <p:cNvGrpSpPr/>
              <p:nvPr/>
            </p:nvGrpSpPr>
            <p:grpSpPr>
              <a:xfrm rot="-4806886">
                <a:off x="2359" y="2931"/>
                <a:ext cx="308" cy="446"/>
                <a:chOff x="2154" y="2688"/>
                <a:chExt cx="308" cy="417"/>
              </a:xfrm>
            </p:grpSpPr>
            <p:sp>
              <p:nvSpPr>
                <p:cNvPr id="292976" name="Oval 112"/>
                <p:cNvSpPr>
                  <a:spLocks noChangeArrowheads="1"/>
                </p:cNvSpPr>
                <p:nvPr/>
              </p:nvSpPr>
              <p:spPr bwMode="auto">
                <a:xfrm>
                  <a:off x="2202" y="2726"/>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27" name="Text Box 11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28" name="Text Box 11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2" name="Group 115"/>
              <p:cNvGrpSpPr/>
              <p:nvPr/>
            </p:nvGrpSpPr>
            <p:grpSpPr>
              <a:xfrm rot="2541892">
                <a:off x="2602" y="3120"/>
                <a:ext cx="308" cy="446"/>
                <a:chOff x="2154" y="2688"/>
                <a:chExt cx="308" cy="417"/>
              </a:xfrm>
            </p:grpSpPr>
            <p:sp>
              <p:nvSpPr>
                <p:cNvPr id="292980" name="Oval 116"/>
                <p:cNvSpPr>
                  <a:spLocks noChangeArrowheads="1"/>
                </p:cNvSpPr>
                <p:nvPr/>
              </p:nvSpPr>
              <p:spPr bwMode="auto">
                <a:xfrm>
                  <a:off x="2187"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24" name="Text Box 11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25" name="Text Box 11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3" name="Group 119"/>
              <p:cNvGrpSpPr/>
              <p:nvPr/>
            </p:nvGrpSpPr>
            <p:grpSpPr>
              <a:xfrm rot="10629801">
                <a:off x="1701" y="2848"/>
                <a:ext cx="308" cy="446"/>
                <a:chOff x="2154" y="2688"/>
                <a:chExt cx="308" cy="417"/>
              </a:xfrm>
            </p:grpSpPr>
            <p:sp>
              <p:nvSpPr>
                <p:cNvPr id="292984" name="Oval 120"/>
                <p:cNvSpPr>
                  <a:spLocks noChangeArrowheads="1"/>
                </p:cNvSpPr>
                <p:nvPr/>
              </p:nvSpPr>
              <p:spPr bwMode="auto">
                <a:xfrm>
                  <a:off x="2208" y="2751"/>
                  <a:ext cx="136" cy="270"/>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21" name="Text Box 12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22" name="Text Box 12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4" name="Group 123"/>
              <p:cNvGrpSpPr/>
              <p:nvPr/>
            </p:nvGrpSpPr>
            <p:grpSpPr>
              <a:xfrm rot="1635320">
                <a:off x="1951" y="2984"/>
                <a:ext cx="308" cy="446"/>
                <a:chOff x="2154" y="2688"/>
                <a:chExt cx="308" cy="417"/>
              </a:xfrm>
            </p:grpSpPr>
            <p:sp>
              <p:nvSpPr>
                <p:cNvPr id="292988" name="Oval 124"/>
                <p:cNvSpPr>
                  <a:spLocks noChangeArrowheads="1"/>
                </p:cNvSpPr>
                <p:nvPr/>
              </p:nvSpPr>
              <p:spPr bwMode="auto">
                <a:xfrm>
                  <a:off x="2196"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18" name="Text Box 12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19" name="Text Box 12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5" name="Group 127"/>
              <p:cNvGrpSpPr/>
              <p:nvPr/>
            </p:nvGrpSpPr>
            <p:grpSpPr>
              <a:xfrm rot="-4806886">
                <a:off x="1815" y="3128"/>
                <a:ext cx="308" cy="446"/>
                <a:chOff x="2154" y="2688"/>
                <a:chExt cx="308" cy="417"/>
              </a:xfrm>
            </p:grpSpPr>
            <p:sp>
              <p:nvSpPr>
                <p:cNvPr id="292992" name="Oval 128"/>
                <p:cNvSpPr>
                  <a:spLocks noChangeArrowheads="1"/>
                </p:cNvSpPr>
                <p:nvPr/>
              </p:nvSpPr>
              <p:spPr bwMode="auto">
                <a:xfrm>
                  <a:off x="2202" y="2726"/>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15" name="Text Box 12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16" name="Text Box 13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6" name="Group 131"/>
              <p:cNvGrpSpPr/>
              <p:nvPr/>
            </p:nvGrpSpPr>
            <p:grpSpPr>
              <a:xfrm rot="2541892">
                <a:off x="2071" y="3203"/>
                <a:ext cx="308" cy="446"/>
                <a:chOff x="2154" y="2688"/>
                <a:chExt cx="308" cy="417"/>
              </a:xfrm>
            </p:grpSpPr>
            <p:sp>
              <p:nvSpPr>
                <p:cNvPr id="292996" name="Oval 132"/>
                <p:cNvSpPr>
                  <a:spLocks noChangeArrowheads="1"/>
                </p:cNvSpPr>
                <p:nvPr/>
              </p:nvSpPr>
              <p:spPr bwMode="auto">
                <a:xfrm>
                  <a:off x="2187"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12" name="Text Box 13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13" name="Text Box 13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7" name="Group 135"/>
              <p:cNvGrpSpPr/>
              <p:nvPr/>
            </p:nvGrpSpPr>
            <p:grpSpPr>
              <a:xfrm rot="10629801">
                <a:off x="1937" y="2621"/>
                <a:ext cx="308" cy="446"/>
                <a:chOff x="2154" y="2688"/>
                <a:chExt cx="308" cy="417"/>
              </a:xfrm>
            </p:grpSpPr>
            <p:sp>
              <p:nvSpPr>
                <p:cNvPr id="293000" name="Oval 136"/>
                <p:cNvSpPr>
                  <a:spLocks noChangeArrowheads="1"/>
                </p:cNvSpPr>
                <p:nvPr/>
              </p:nvSpPr>
              <p:spPr bwMode="auto">
                <a:xfrm>
                  <a:off x="2208" y="2751"/>
                  <a:ext cx="136" cy="270"/>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09" name="Text Box 13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10" name="Text Box 13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8" name="Group 139"/>
              <p:cNvGrpSpPr/>
              <p:nvPr/>
            </p:nvGrpSpPr>
            <p:grpSpPr>
              <a:xfrm rot="1635320">
                <a:off x="2209" y="2629"/>
                <a:ext cx="308" cy="446"/>
                <a:chOff x="2154" y="2688"/>
                <a:chExt cx="308" cy="417"/>
              </a:xfrm>
            </p:grpSpPr>
            <p:sp>
              <p:nvSpPr>
                <p:cNvPr id="293004" name="Oval 140"/>
                <p:cNvSpPr>
                  <a:spLocks noChangeArrowheads="1"/>
                </p:cNvSpPr>
                <p:nvPr/>
              </p:nvSpPr>
              <p:spPr bwMode="auto">
                <a:xfrm>
                  <a:off x="2196"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06" name="Text Box 14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07" name="Text Box 14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89" name="Group 143"/>
              <p:cNvGrpSpPr/>
              <p:nvPr/>
            </p:nvGrpSpPr>
            <p:grpSpPr>
              <a:xfrm rot="-4806886">
                <a:off x="1770" y="2590"/>
                <a:ext cx="308" cy="446"/>
                <a:chOff x="2154" y="2688"/>
                <a:chExt cx="308" cy="417"/>
              </a:xfrm>
            </p:grpSpPr>
            <p:sp>
              <p:nvSpPr>
                <p:cNvPr id="293008" name="Oval 144"/>
                <p:cNvSpPr>
                  <a:spLocks noChangeArrowheads="1"/>
                </p:cNvSpPr>
                <p:nvPr/>
              </p:nvSpPr>
              <p:spPr bwMode="auto">
                <a:xfrm>
                  <a:off x="2202" y="2726"/>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03" name="Text Box 14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04" name="Text Box 14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90" name="Group 147"/>
              <p:cNvGrpSpPr/>
              <p:nvPr/>
            </p:nvGrpSpPr>
            <p:grpSpPr>
              <a:xfrm rot="2541892">
                <a:off x="2199" y="2848"/>
                <a:ext cx="308" cy="446"/>
                <a:chOff x="2154" y="2688"/>
                <a:chExt cx="308" cy="417"/>
              </a:xfrm>
            </p:grpSpPr>
            <p:sp>
              <p:nvSpPr>
                <p:cNvPr id="293012" name="Oval 148"/>
                <p:cNvSpPr>
                  <a:spLocks noChangeArrowheads="1"/>
                </p:cNvSpPr>
                <p:nvPr/>
              </p:nvSpPr>
              <p:spPr bwMode="auto">
                <a:xfrm>
                  <a:off x="2187" y="2733"/>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700" name="Text Box 14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701" name="Text Box 15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91" name="Group 151"/>
              <p:cNvGrpSpPr/>
              <p:nvPr/>
            </p:nvGrpSpPr>
            <p:grpSpPr>
              <a:xfrm rot="-4806886">
                <a:off x="2586" y="2545"/>
                <a:ext cx="308" cy="446"/>
                <a:chOff x="2154" y="2688"/>
                <a:chExt cx="308" cy="417"/>
              </a:xfrm>
            </p:grpSpPr>
            <p:sp>
              <p:nvSpPr>
                <p:cNvPr id="293016" name="Oval 152"/>
                <p:cNvSpPr>
                  <a:spLocks noChangeArrowheads="1"/>
                </p:cNvSpPr>
                <p:nvPr/>
              </p:nvSpPr>
              <p:spPr bwMode="auto">
                <a:xfrm>
                  <a:off x="2202" y="2726"/>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697" name="Text Box 15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698" name="Text Box 15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692" name="Group 155"/>
              <p:cNvGrpSpPr/>
              <p:nvPr/>
            </p:nvGrpSpPr>
            <p:grpSpPr>
              <a:xfrm rot="7496936">
                <a:off x="2322" y="3235"/>
                <a:ext cx="308" cy="446"/>
                <a:chOff x="2154" y="2688"/>
                <a:chExt cx="308" cy="417"/>
              </a:xfrm>
            </p:grpSpPr>
            <p:sp>
              <p:nvSpPr>
                <p:cNvPr id="293020" name="Oval 156"/>
                <p:cNvSpPr>
                  <a:spLocks noChangeArrowheads="1"/>
                </p:cNvSpPr>
                <p:nvPr/>
              </p:nvSpPr>
              <p:spPr bwMode="auto">
                <a:xfrm>
                  <a:off x="2201" y="2753"/>
                  <a:ext cx="136" cy="270"/>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694" name="Text Box 15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695" name="Text Box 15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sp>
          <p:nvSpPr>
            <p:cNvPr id="63676" name="Text Box 159"/>
            <p:cNvSpPr txBox="1"/>
            <p:nvPr/>
          </p:nvSpPr>
          <p:spPr>
            <a:xfrm>
              <a:off x="4619" y="1888"/>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Polar</a:t>
              </a:r>
            </a:p>
          </p:txBody>
        </p:sp>
        <p:sp>
          <p:nvSpPr>
            <p:cNvPr id="63677" name="Text Box 160"/>
            <p:cNvSpPr txBox="1"/>
            <p:nvPr/>
          </p:nvSpPr>
          <p:spPr>
            <a:xfrm>
              <a:off x="3894" y="2069"/>
              <a:ext cx="907"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dirty="0">
                  <a:solidFill>
                    <a:srgbClr val="000000"/>
                  </a:solidFill>
                  <a:latin typeface="Times New Roman" panose="02020603050405020304" pitchFamily="18" charset="0"/>
                </a:rPr>
                <a:t>No E field</a:t>
              </a:r>
            </a:p>
          </p:txBody>
        </p:sp>
      </p:grpSp>
      <p:grpSp>
        <p:nvGrpSpPr>
          <p:cNvPr id="293025" name="Group 161"/>
          <p:cNvGrpSpPr/>
          <p:nvPr/>
        </p:nvGrpSpPr>
        <p:grpSpPr>
          <a:xfrm>
            <a:off x="4716463" y="3933825"/>
            <a:ext cx="4356100" cy="2590800"/>
            <a:chOff x="2971" y="2387"/>
            <a:chExt cx="2744" cy="1632"/>
          </a:xfrm>
        </p:grpSpPr>
        <p:sp>
          <p:nvSpPr>
            <p:cNvPr id="63495" name="Rectangle 162"/>
            <p:cNvSpPr/>
            <p:nvPr/>
          </p:nvSpPr>
          <p:spPr>
            <a:xfrm>
              <a:off x="2971" y="2387"/>
              <a:ext cx="2744" cy="163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3496" name="Group 163"/>
            <p:cNvGrpSpPr/>
            <p:nvPr/>
          </p:nvGrpSpPr>
          <p:grpSpPr>
            <a:xfrm>
              <a:off x="3061" y="2568"/>
              <a:ext cx="1080" cy="1270"/>
              <a:chOff x="2986" y="2523"/>
              <a:chExt cx="1080" cy="1270"/>
            </a:xfrm>
          </p:grpSpPr>
          <p:sp>
            <p:nvSpPr>
              <p:cNvPr id="63580" name="Rectangle 164"/>
              <p:cNvSpPr/>
              <p:nvPr/>
            </p:nvSpPr>
            <p:spPr>
              <a:xfrm>
                <a:off x="2986" y="2523"/>
                <a:ext cx="1080" cy="1088"/>
              </a:xfrm>
              <a:prstGeom prst="rect">
                <a:avLst/>
              </a:prstGeom>
              <a:solidFill>
                <a:srgbClr val="008080"/>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8080"/>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3581" name="Group 165"/>
              <p:cNvGrpSpPr/>
              <p:nvPr/>
            </p:nvGrpSpPr>
            <p:grpSpPr>
              <a:xfrm>
                <a:off x="3850" y="2579"/>
                <a:ext cx="179" cy="266"/>
                <a:chOff x="3999" y="2808"/>
                <a:chExt cx="179" cy="266"/>
              </a:xfrm>
            </p:grpSpPr>
            <p:sp>
              <p:nvSpPr>
                <p:cNvPr id="293030" name="Oval 166"/>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68" name="Line 167"/>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69" name="Group 168"/>
                <p:cNvGrpSpPr/>
                <p:nvPr/>
              </p:nvGrpSpPr>
              <p:grpSpPr>
                <a:xfrm>
                  <a:off x="4054" y="2840"/>
                  <a:ext cx="59" cy="91"/>
                  <a:chOff x="892" y="2832"/>
                  <a:chExt cx="91" cy="91"/>
                </a:xfrm>
              </p:grpSpPr>
              <p:sp>
                <p:nvSpPr>
                  <p:cNvPr id="63670" name="Line 16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71" name="Line 17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2" name="Group 171"/>
              <p:cNvGrpSpPr/>
              <p:nvPr/>
            </p:nvGrpSpPr>
            <p:grpSpPr>
              <a:xfrm>
                <a:off x="3850" y="2891"/>
                <a:ext cx="179" cy="266"/>
                <a:chOff x="3999" y="2808"/>
                <a:chExt cx="179" cy="266"/>
              </a:xfrm>
            </p:grpSpPr>
            <p:sp>
              <p:nvSpPr>
                <p:cNvPr id="293036" name="Oval 172"/>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63" name="Line 173"/>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64" name="Group 174"/>
                <p:cNvGrpSpPr/>
                <p:nvPr/>
              </p:nvGrpSpPr>
              <p:grpSpPr>
                <a:xfrm>
                  <a:off x="4054" y="2840"/>
                  <a:ext cx="59" cy="91"/>
                  <a:chOff x="892" y="2832"/>
                  <a:chExt cx="91" cy="91"/>
                </a:xfrm>
              </p:grpSpPr>
              <p:sp>
                <p:nvSpPr>
                  <p:cNvPr id="63665" name="Line 17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66" name="Line 17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3" name="Group 177"/>
              <p:cNvGrpSpPr/>
              <p:nvPr/>
            </p:nvGrpSpPr>
            <p:grpSpPr>
              <a:xfrm>
                <a:off x="3850" y="3208"/>
                <a:ext cx="179" cy="266"/>
                <a:chOff x="3999" y="2808"/>
                <a:chExt cx="179" cy="266"/>
              </a:xfrm>
            </p:grpSpPr>
            <p:sp>
              <p:nvSpPr>
                <p:cNvPr id="293042" name="Oval 178"/>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58" name="Line 179"/>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59" name="Group 180"/>
                <p:cNvGrpSpPr/>
                <p:nvPr/>
              </p:nvGrpSpPr>
              <p:grpSpPr>
                <a:xfrm>
                  <a:off x="4054" y="2840"/>
                  <a:ext cx="59" cy="91"/>
                  <a:chOff x="892" y="2832"/>
                  <a:chExt cx="91" cy="91"/>
                </a:xfrm>
              </p:grpSpPr>
              <p:sp>
                <p:nvSpPr>
                  <p:cNvPr id="63660" name="Line 18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61" name="Line 18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4" name="Group 183"/>
              <p:cNvGrpSpPr/>
              <p:nvPr/>
            </p:nvGrpSpPr>
            <p:grpSpPr>
              <a:xfrm>
                <a:off x="3652" y="2664"/>
                <a:ext cx="179" cy="266"/>
                <a:chOff x="3999" y="2808"/>
                <a:chExt cx="179" cy="266"/>
              </a:xfrm>
            </p:grpSpPr>
            <p:sp>
              <p:nvSpPr>
                <p:cNvPr id="293048" name="Oval 184"/>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53" name="Line 185"/>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54" name="Group 186"/>
                <p:cNvGrpSpPr/>
                <p:nvPr/>
              </p:nvGrpSpPr>
              <p:grpSpPr>
                <a:xfrm>
                  <a:off x="4054" y="2840"/>
                  <a:ext cx="59" cy="91"/>
                  <a:chOff x="892" y="2832"/>
                  <a:chExt cx="91" cy="91"/>
                </a:xfrm>
              </p:grpSpPr>
              <p:sp>
                <p:nvSpPr>
                  <p:cNvPr id="63655" name="Line 18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56" name="Line 18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5" name="Group 189"/>
              <p:cNvGrpSpPr/>
              <p:nvPr/>
            </p:nvGrpSpPr>
            <p:grpSpPr>
              <a:xfrm>
                <a:off x="3652" y="2976"/>
                <a:ext cx="179" cy="266"/>
                <a:chOff x="3999" y="2808"/>
                <a:chExt cx="179" cy="266"/>
              </a:xfrm>
            </p:grpSpPr>
            <p:sp>
              <p:nvSpPr>
                <p:cNvPr id="293054" name="Oval 190"/>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48" name="Line 191"/>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49" name="Group 192"/>
                <p:cNvGrpSpPr/>
                <p:nvPr/>
              </p:nvGrpSpPr>
              <p:grpSpPr>
                <a:xfrm>
                  <a:off x="4054" y="2840"/>
                  <a:ext cx="59" cy="91"/>
                  <a:chOff x="892" y="2832"/>
                  <a:chExt cx="91" cy="91"/>
                </a:xfrm>
              </p:grpSpPr>
              <p:sp>
                <p:nvSpPr>
                  <p:cNvPr id="63650" name="Line 19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51" name="Line 19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6" name="Group 195"/>
              <p:cNvGrpSpPr/>
              <p:nvPr/>
            </p:nvGrpSpPr>
            <p:grpSpPr>
              <a:xfrm>
                <a:off x="3652" y="3293"/>
                <a:ext cx="179" cy="266"/>
                <a:chOff x="3999" y="2808"/>
                <a:chExt cx="179" cy="266"/>
              </a:xfrm>
            </p:grpSpPr>
            <p:sp>
              <p:nvSpPr>
                <p:cNvPr id="293060" name="Oval 196"/>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43" name="Line 197"/>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44" name="Group 198"/>
                <p:cNvGrpSpPr/>
                <p:nvPr/>
              </p:nvGrpSpPr>
              <p:grpSpPr>
                <a:xfrm>
                  <a:off x="4054" y="2840"/>
                  <a:ext cx="59" cy="91"/>
                  <a:chOff x="892" y="2832"/>
                  <a:chExt cx="91" cy="91"/>
                </a:xfrm>
              </p:grpSpPr>
              <p:sp>
                <p:nvSpPr>
                  <p:cNvPr id="63645" name="Line 19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46" name="Line 20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7" name="Group 201"/>
              <p:cNvGrpSpPr/>
              <p:nvPr/>
            </p:nvGrpSpPr>
            <p:grpSpPr>
              <a:xfrm>
                <a:off x="3434" y="2573"/>
                <a:ext cx="179" cy="266"/>
                <a:chOff x="3999" y="2808"/>
                <a:chExt cx="179" cy="266"/>
              </a:xfrm>
            </p:grpSpPr>
            <p:sp>
              <p:nvSpPr>
                <p:cNvPr id="293066" name="Oval 202"/>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38" name="Line 203"/>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39" name="Group 204"/>
                <p:cNvGrpSpPr/>
                <p:nvPr/>
              </p:nvGrpSpPr>
              <p:grpSpPr>
                <a:xfrm>
                  <a:off x="4054" y="2840"/>
                  <a:ext cx="59" cy="91"/>
                  <a:chOff x="892" y="2832"/>
                  <a:chExt cx="91" cy="91"/>
                </a:xfrm>
              </p:grpSpPr>
              <p:sp>
                <p:nvSpPr>
                  <p:cNvPr id="63640" name="Line 20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41" name="Line 20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8" name="Group 207"/>
              <p:cNvGrpSpPr/>
              <p:nvPr/>
            </p:nvGrpSpPr>
            <p:grpSpPr>
              <a:xfrm>
                <a:off x="3434" y="2885"/>
                <a:ext cx="179" cy="266"/>
                <a:chOff x="3999" y="2808"/>
                <a:chExt cx="179" cy="266"/>
              </a:xfrm>
            </p:grpSpPr>
            <p:sp>
              <p:nvSpPr>
                <p:cNvPr id="293072" name="Oval 208"/>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33" name="Line 209"/>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34" name="Group 210"/>
                <p:cNvGrpSpPr/>
                <p:nvPr/>
              </p:nvGrpSpPr>
              <p:grpSpPr>
                <a:xfrm>
                  <a:off x="4054" y="2840"/>
                  <a:ext cx="59" cy="91"/>
                  <a:chOff x="892" y="2832"/>
                  <a:chExt cx="91" cy="91"/>
                </a:xfrm>
              </p:grpSpPr>
              <p:sp>
                <p:nvSpPr>
                  <p:cNvPr id="63635" name="Line 21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36" name="Line 21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89" name="Group 213"/>
              <p:cNvGrpSpPr/>
              <p:nvPr/>
            </p:nvGrpSpPr>
            <p:grpSpPr>
              <a:xfrm>
                <a:off x="3434" y="3202"/>
                <a:ext cx="179" cy="266"/>
                <a:chOff x="3999" y="2808"/>
                <a:chExt cx="179" cy="266"/>
              </a:xfrm>
            </p:grpSpPr>
            <p:sp>
              <p:nvSpPr>
                <p:cNvPr id="293078" name="Oval 214"/>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28" name="Line 215"/>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29" name="Group 216"/>
                <p:cNvGrpSpPr/>
                <p:nvPr/>
              </p:nvGrpSpPr>
              <p:grpSpPr>
                <a:xfrm>
                  <a:off x="4054" y="2840"/>
                  <a:ext cx="59" cy="91"/>
                  <a:chOff x="892" y="2832"/>
                  <a:chExt cx="91" cy="91"/>
                </a:xfrm>
              </p:grpSpPr>
              <p:sp>
                <p:nvSpPr>
                  <p:cNvPr id="63630" name="Line 21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31" name="Line 21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0" name="Group 219"/>
              <p:cNvGrpSpPr/>
              <p:nvPr/>
            </p:nvGrpSpPr>
            <p:grpSpPr>
              <a:xfrm>
                <a:off x="3239" y="2664"/>
                <a:ext cx="179" cy="266"/>
                <a:chOff x="3999" y="2808"/>
                <a:chExt cx="179" cy="266"/>
              </a:xfrm>
            </p:grpSpPr>
            <p:sp>
              <p:nvSpPr>
                <p:cNvPr id="293084" name="Oval 220"/>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23" name="Line 221"/>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24" name="Group 222"/>
                <p:cNvGrpSpPr/>
                <p:nvPr/>
              </p:nvGrpSpPr>
              <p:grpSpPr>
                <a:xfrm>
                  <a:off x="4054" y="2840"/>
                  <a:ext cx="59" cy="91"/>
                  <a:chOff x="892" y="2832"/>
                  <a:chExt cx="91" cy="91"/>
                </a:xfrm>
              </p:grpSpPr>
              <p:sp>
                <p:nvSpPr>
                  <p:cNvPr id="63625" name="Line 22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26" name="Line 22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1" name="Group 225"/>
              <p:cNvGrpSpPr/>
              <p:nvPr/>
            </p:nvGrpSpPr>
            <p:grpSpPr>
              <a:xfrm>
                <a:off x="3239" y="2976"/>
                <a:ext cx="179" cy="266"/>
                <a:chOff x="3999" y="2808"/>
                <a:chExt cx="179" cy="266"/>
              </a:xfrm>
            </p:grpSpPr>
            <p:sp>
              <p:nvSpPr>
                <p:cNvPr id="293090" name="Oval 226"/>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18" name="Line 227"/>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19" name="Group 228"/>
                <p:cNvGrpSpPr/>
                <p:nvPr/>
              </p:nvGrpSpPr>
              <p:grpSpPr>
                <a:xfrm>
                  <a:off x="4054" y="2840"/>
                  <a:ext cx="59" cy="91"/>
                  <a:chOff x="892" y="2832"/>
                  <a:chExt cx="91" cy="91"/>
                </a:xfrm>
              </p:grpSpPr>
              <p:sp>
                <p:nvSpPr>
                  <p:cNvPr id="63620" name="Line 229"/>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21" name="Line 230"/>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2" name="Group 231"/>
              <p:cNvGrpSpPr/>
              <p:nvPr/>
            </p:nvGrpSpPr>
            <p:grpSpPr>
              <a:xfrm>
                <a:off x="3239" y="3293"/>
                <a:ext cx="179" cy="266"/>
                <a:chOff x="3999" y="2808"/>
                <a:chExt cx="179" cy="266"/>
              </a:xfrm>
            </p:grpSpPr>
            <p:sp>
              <p:nvSpPr>
                <p:cNvPr id="293096" name="Oval 232"/>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13" name="Line 233"/>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14" name="Group 234"/>
                <p:cNvGrpSpPr/>
                <p:nvPr/>
              </p:nvGrpSpPr>
              <p:grpSpPr>
                <a:xfrm>
                  <a:off x="4054" y="2840"/>
                  <a:ext cx="59" cy="91"/>
                  <a:chOff x="892" y="2832"/>
                  <a:chExt cx="91" cy="91"/>
                </a:xfrm>
              </p:grpSpPr>
              <p:sp>
                <p:nvSpPr>
                  <p:cNvPr id="63615" name="Line 235"/>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16" name="Line 236"/>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3" name="Group 237"/>
              <p:cNvGrpSpPr/>
              <p:nvPr/>
            </p:nvGrpSpPr>
            <p:grpSpPr>
              <a:xfrm>
                <a:off x="3031" y="2585"/>
                <a:ext cx="179" cy="266"/>
                <a:chOff x="3999" y="2808"/>
                <a:chExt cx="179" cy="266"/>
              </a:xfrm>
            </p:grpSpPr>
            <p:sp>
              <p:nvSpPr>
                <p:cNvPr id="293102" name="Oval 238"/>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08" name="Line 239"/>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09" name="Group 240"/>
                <p:cNvGrpSpPr/>
                <p:nvPr/>
              </p:nvGrpSpPr>
              <p:grpSpPr>
                <a:xfrm>
                  <a:off x="4054" y="2840"/>
                  <a:ext cx="59" cy="91"/>
                  <a:chOff x="892" y="2832"/>
                  <a:chExt cx="91" cy="91"/>
                </a:xfrm>
              </p:grpSpPr>
              <p:sp>
                <p:nvSpPr>
                  <p:cNvPr id="63610" name="Line 241"/>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11" name="Line 242"/>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4" name="Group 243"/>
              <p:cNvGrpSpPr/>
              <p:nvPr/>
            </p:nvGrpSpPr>
            <p:grpSpPr>
              <a:xfrm>
                <a:off x="3031" y="2897"/>
                <a:ext cx="179" cy="266"/>
                <a:chOff x="3999" y="2808"/>
                <a:chExt cx="179" cy="266"/>
              </a:xfrm>
            </p:grpSpPr>
            <p:sp>
              <p:nvSpPr>
                <p:cNvPr id="293108" name="Oval 244"/>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603" name="Line 245"/>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604" name="Group 246"/>
                <p:cNvGrpSpPr/>
                <p:nvPr/>
              </p:nvGrpSpPr>
              <p:grpSpPr>
                <a:xfrm>
                  <a:off x="4054" y="2840"/>
                  <a:ext cx="59" cy="91"/>
                  <a:chOff x="892" y="2832"/>
                  <a:chExt cx="91" cy="91"/>
                </a:xfrm>
              </p:grpSpPr>
              <p:sp>
                <p:nvSpPr>
                  <p:cNvPr id="63605" name="Line 247"/>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06" name="Line 248"/>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3595" name="Group 249"/>
              <p:cNvGrpSpPr/>
              <p:nvPr/>
            </p:nvGrpSpPr>
            <p:grpSpPr>
              <a:xfrm>
                <a:off x="3031" y="3214"/>
                <a:ext cx="179" cy="266"/>
                <a:chOff x="3999" y="2808"/>
                <a:chExt cx="179" cy="266"/>
              </a:xfrm>
            </p:grpSpPr>
            <p:sp>
              <p:nvSpPr>
                <p:cNvPr id="293114" name="Oval 250"/>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3598" name="Line 251"/>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3599" name="Group 252"/>
                <p:cNvGrpSpPr/>
                <p:nvPr/>
              </p:nvGrpSpPr>
              <p:grpSpPr>
                <a:xfrm>
                  <a:off x="4054" y="2840"/>
                  <a:ext cx="59" cy="91"/>
                  <a:chOff x="892" y="2832"/>
                  <a:chExt cx="91" cy="91"/>
                </a:xfrm>
              </p:grpSpPr>
              <p:sp>
                <p:nvSpPr>
                  <p:cNvPr id="63600" name="Line 253"/>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3601" name="Line 254"/>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sp>
            <p:nvSpPr>
              <p:cNvPr id="63596" name="Text Box 255"/>
              <p:cNvSpPr txBox="1"/>
              <p:nvPr/>
            </p:nvSpPr>
            <p:spPr>
              <a:xfrm>
                <a:off x="3152" y="3567"/>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Nonpolar</a:t>
                </a:r>
              </a:p>
            </p:txBody>
          </p:sp>
        </p:grpSp>
        <p:sp>
          <p:nvSpPr>
            <p:cNvPr id="63497" name="Text Box 256"/>
            <p:cNvSpPr txBox="1"/>
            <p:nvPr/>
          </p:nvSpPr>
          <p:spPr>
            <a:xfrm>
              <a:off x="4613" y="3612"/>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Polar</a:t>
              </a:r>
            </a:p>
          </p:txBody>
        </p:sp>
        <p:sp>
          <p:nvSpPr>
            <p:cNvPr id="63498" name="Text Box 257"/>
            <p:cNvSpPr txBox="1"/>
            <p:nvPr/>
          </p:nvSpPr>
          <p:spPr>
            <a:xfrm>
              <a:off x="3878" y="3793"/>
              <a:ext cx="907"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rPr>
                <a:t>With E field</a:t>
              </a:r>
            </a:p>
          </p:txBody>
        </p:sp>
        <p:grpSp>
          <p:nvGrpSpPr>
            <p:cNvPr id="63499" name="Group 258"/>
            <p:cNvGrpSpPr/>
            <p:nvPr/>
          </p:nvGrpSpPr>
          <p:grpSpPr>
            <a:xfrm>
              <a:off x="4378" y="2568"/>
              <a:ext cx="1314" cy="1134"/>
              <a:chOff x="4414" y="2523"/>
              <a:chExt cx="1314" cy="1134"/>
            </a:xfrm>
          </p:grpSpPr>
          <p:grpSp>
            <p:nvGrpSpPr>
              <p:cNvPr id="63503" name="Group 259"/>
              <p:cNvGrpSpPr/>
              <p:nvPr/>
            </p:nvGrpSpPr>
            <p:grpSpPr>
              <a:xfrm>
                <a:off x="5339" y="3174"/>
                <a:ext cx="308" cy="446"/>
                <a:chOff x="2154" y="2688"/>
                <a:chExt cx="308" cy="417"/>
              </a:xfrm>
            </p:grpSpPr>
            <p:sp>
              <p:nvSpPr>
                <p:cNvPr id="293124" name="Oval 260"/>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78" name="Text Box 26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79" name="Text Box 26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04" name="Group 263"/>
              <p:cNvGrpSpPr/>
              <p:nvPr/>
            </p:nvGrpSpPr>
            <p:grpSpPr>
              <a:xfrm>
                <a:off x="5294" y="2523"/>
                <a:ext cx="308" cy="446"/>
                <a:chOff x="2154" y="2688"/>
                <a:chExt cx="308" cy="417"/>
              </a:xfrm>
            </p:grpSpPr>
            <p:sp>
              <p:nvSpPr>
                <p:cNvPr id="293128" name="Oval 264"/>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75" name="Text Box 26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76" name="Text Box 26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3505" name="Rectangle 267"/>
              <p:cNvSpPr/>
              <p:nvPr/>
            </p:nvSpPr>
            <p:spPr>
              <a:xfrm>
                <a:off x="4414" y="2523"/>
                <a:ext cx="1225" cy="1088"/>
              </a:xfrm>
              <a:prstGeom prst="rect">
                <a:avLst/>
              </a:prstGeom>
              <a:solidFill>
                <a:srgbClr val="33CCCC"/>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33CCCC"/>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3506" name="Group 268"/>
              <p:cNvGrpSpPr/>
              <p:nvPr/>
            </p:nvGrpSpPr>
            <p:grpSpPr>
              <a:xfrm>
                <a:off x="4422" y="2561"/>
                <a:ext cx="308" cy="446"/>
                <a:chOff x="2154" y="2688"/>
                <a:chExt cx="308" cy="417"/>
              </a:xfrm>
            </p:grpSpPr>
            <p:sp>
              <p:nvSpPr>
                <p:cNvPr id="293133" name="Oval 26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72" name="Text Box 27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73" name="Text Box 27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07" name="Group 272"/>
              <p:cNvGrpSpPr/>
              <p:nvPr/>
            </p:nvGrpSpPr>
            <p:grpSpPr>
              <a:xfrm>
                <a:off x="4489" y="2847"/>
                <a:ext cx="308" cy="446"/>
                <a:chOff x="2154" y="2688"/>
                <a:chExt cx="308" cy="417"/>
              </a:xfrm>
            </p:grpSpPr>
            <p:sp>
              <p:nvSpPr>
                <p:cNvPr id="293137" name="Oval 273"/>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69" name="Text Box 27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70" name="Text Box 27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08" name="Group 276"/>
              <p:cNvGrpSpPr/>
              <p:nvPr/>
            </p:nvGrpSpPr>
            <p:grpSpPr>
              <a:xfrm>
                <a:off x="4678" y="2885"/>
                <a:ext cx="308" cy="446"/>
                <a:chOff x="2154" y="2688"/>
                <a:chExt cx="308" cy="417"/>
              </a:xfrm>
            </p:grpSpPr>
            <p:sp>
              <p:nvSpPr>
                <p:cNvPr id="293141" name="Oval 277"/>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66" name="Text Box 27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67" name="Text Box 27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09" name="Group 280"/>
              <p:cNvGrpSpPr/>
              <p:nvPr/>
            </p:nvGrpSpPr>
            <p:grpSpPr>
              <a:xfrm>
                <a:off x="4830" y="3021"/>
                <a:ext cx="308" cy="446"/>
                <a:chOff x="2154" y="2688"/>
                <a:chExt cx="308" cy="417"/>
              </a:xfrm>
            </p:grpSpPr>
            <p:sp>
              <p:nvSpPr>
                <p:cNvPr id="293145" name="Oval 281"/>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63" name="Text Box 28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64" name="Text Box 28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0" name="Group 284"/>
              <p:cNvGrpSpPr/>
              <p:nvPr/>
            </p:nvGrpSpPr>
            <p:grpSpPr>
              <a:xfrm>
                <a:off x="4966" y="3211"/>
                <a:ext cx="308" cy="446"/>
                <a:chOff x="2154" y="2688"/>
                <a:chExt cx="308" cy="417"/>
              </a:xfrm>
            </p:grpSpPr>
            <p:sp>
              <p:nvSpPr>
                <p:cNvPr id="293149" name="Oval 285"/>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60" name="Text Box 28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61" name="Text Box 28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1" name="Group 288"/>
              <p:cNvGrpSpPr/>
              <p:nvPr/>
            </p:nvGrpSpPr>
            <p:grpSpPr>
              <a:xfrm>
                <a:off x="4628" y="2523"/>
                <a:ext cx="308" cy="446"/>
                <a:chOff x="2154" y="2688"/>
                <a:chExt cx="308" cy="417"/>
              </a:xfrm>
            </p:grpSpPr>
            <p:sp>
              <p:nvSpPr>
                <p:cNvPr id="293153" name="Oval 28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57" name="Text Box 29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58" name="Text Box 29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2" name="Group 292"/>
              <p:cNvGrpSpPr/>
              <p:nvPr/>
            </p:nvGrpSpPr>
            <p:grpSpPr>
              <a:xfrm>
                <a:off x="4830" y="2614"/>
                <a:ext cx="308" cy="446"/>
                <a:chOff x="2154" y="2688"/>
                <a:chExt cx="308" cy="417"/>
              </a:xfrm>
            </p:grpSpPr>
            <p:sp>
              <p:nvSpPr>
                <p:cNvPr id="293157" name="Oval 293"/>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54" name="Text Box 29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55" name="Text Box 29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3" name="Group 296"/>
              <p:cNvGrpSpPr/>
              <p:nvPr/>
            </p:nvGrpSpPr>
            <p:grpSpPr>
              <a:xfrm>
                <a:off x="4966" y="2840"/>
                <a:ext cx="308" cy="446"/>
                <a:chOff x="2154" y="2688"/>
                <a:chExt cx="308" cy="417"/>
              </a:xfrm>
            </p:grpSpPr>
            <p:sp>
              <p:nvSpPr>
                <p:cNvPr id="293161" name="Oval 297"/>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51" name="Text Box 29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52" name="Text Box 29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4" name="Group 300"/>
              <p:cNvGrpSpPr/>
              <p:nvPr/>
            </p:nvGrpSpPr>
            <p:grpSpPr>
              <a:xfrm>
                <a:off x="5102" y="2976"/>
                <a:ext cx="308" cy="446"/>
                <a:chOff x="2154" y="2688"/>
                <a:chExt cx="308" cy="417"/>
              </a:xfrm>
            </p:grpSpPr>
            <p:sp>
              <p:nvSpPr>
                <p:cNvPr id="293165" name="Oval 301"/>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48" name="Text Box 30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49" name="Text Box 30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5" name="Group 304"/>
              <p:cNvGrpSpPr/>
              <p:nvPr/>
            </p:nvGrpSpPr>
            <p:grpSpPr>
              <a:xfrm>
                <a:off x="5248" y="3174"/>
                <a:ext cx="308" cy="446"/>
                <a:chOff x="2154" y="2688"/>
                <a:chExt cx="308" cy="417"/>
              </a:xfrm>
            </p:grpSpPr>
            <p:sp>
              <p:nvSpPr>
                <p:cNvPr id="293169" name="Oval 305"/>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45" name="Text Box 30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46" name="Text Box 30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6" name="Group 308"/>
              <p:cNvGrpSpPr/>
              <p:nvPr/>
            </p:nvGrpSpPr>
            <p:grpSpPr>
              <a:xfrm>
                <a:off x="5028" y="2523"/>
                <a:ext cx="308" cy="446"/>
                <a:chOff x="2154" y="2688"/>
                <a:chExt cx="308" cy="417"/>
              </a:xfrm>
            </p:grpSpPr>
            <p:sp>
              <p:nvSpPr>
                <p:cNvPr id="293173" name="Oval 30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42" name="Text Box 31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43" name="Text Box 31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7" name="Group 312"/>
              <p:cNvGrpSpPr/>
              <p:nvPr/>
            </p:nvGrpSpPr>
            <p:grpSpPr>
              <a:xfrm>
                <a:off x="5188" y="2704"/>
                <a:ext cx="308" cy="446"/>
                <a:chOff x="2154" y="2688"/>
                <a:chExt cx="308" cy="417"/>
              </a:xfrm>
            </p:grpSpPr>
            <p:sp>
              <p:nvSpPr>
                <p:cNvPr id="293177" name="Oval 313"/>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39" name="Text Box 31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40" name="Text Box 31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8" name="Group 316"/>
              <p:cNvGrpSpPr/>
              <p:nvPr/>
            </p:nvGrpSpPr>
            <p:grpSpPr>
              <a:xfrm>
                <a:off x="5339" y="2840"/>
                <a:ext cx="308" cy="446"/>
                <a:chOff x="2154" y="2688"/>
                <a:chExt cx="308" cy="417"/>
              </a:xfrm>
            </p:grpSpPr>
            <p:sp>
              <p:nvSpPr>
                <p:cNvPr id="293181" name="Oval 317"/>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36" name="Text Box 31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37" name="Text Box 31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19" name="Group 320"/>
              <p:cNvGrpSpPr/>
              <p:nvPr/>
            </p:nvGrpSpPr>
            <p:grpSpPr>
              <a:xfrm>
                <a:off x="4422" y="3166"/>
                <a:ext cx="308" cy="446"/>
                <a:chOff x="2154" y="2688"/>
                <a:chExt cx="308" cy="417"/>
              </a:xfrm>
            </p:grpSpPr>
            <p:sp>
              <p:nvSpPr>
                <p:cNvPr id="293185" name="Oval 321"/>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33" name="Text Box 32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34" name="Text Box 32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20" name="Group 324"/>
              <p:cNvGrpSpPr/>
              <p:nvPr/>
            </p:nvGrpSpPr>
            <p:grpSpPr>
              <a:xfrm>
                <a:off x="4629" y="3211"/>
                <a:ext cx="308" cy="446"/>
                <a:chOff x="2154" y="2688"/>
                <a:chExt cx="308" cy="417"/>
              </a:xfrm>
            </p:grpSpPr>
            <p:sp>
              <p:nvSpPr>
                <p:cNvPr id="293189" name="Oval 325"/>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30" name="Text Box 32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31" name="Text Box 32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21" name="Group 328"/>
              <p:cNvGrpSpPr/>
              <p:nvPr/>
            </p:nvGrpSpPr>
            <p:grpSpPr>
              <a:xfrm>
                <a:off x="5390" y="2523"/>
                <a:ext cx="308" cy="446"/>
                <a:chOff x="2154" y="2688"/>
                <a:chExt cx="308" cy="417"/>
              </a:xfrm>
            </p:grpSpPr>
            <p:sp>
              <p:nvSpPr>
                <p:cNvPr id="293193" name="Oval 32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27" name="Text Box 33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28" name="Text Box 33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3522" name="Group 332"/>
              <p:cNvGrpSpPr/>
              <p:nvPr/>
            </p:nvGrpSpPr>
            <p:grpSpPr>
              <a:xfrm>
                <a:off x="5420" y="3203"/>
                <a:ext cx="308" cy="446"/>
                <a:chOff x="2154" y="2688"/>
                <a:chExt cx="308" cy="417"/>
              </a:xfrm>
            </p:grpSpPr>
            <p:sp>
              <p:nvSpPr>
                <p:cNvPr id="293197" name="Oval 333"/>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524" name="Text Box 33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3525" name="Text Box 33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grpSp>
          <p:nvGrpSpPr>
            <p:cNvPr id="63500" name="Group 336"/>
            <p:cNvGrpSpPr/>
            <p:nvPr/>
          </p:nvGrpSpPr>
          <p:grpSpPr>
            <a:xfrm>
              <a:off x="4195" y="2659"/>
              <a:ext cx="295" cy="752"/>
              <a:chOff x="4082" y="2769"/>
              <a:chExt cx="295" cy="752"/>
            </a:xfrm>
          </p:grpSpPr>
          <p:sp>
            <p:nvSpPr>
              <p:cNvPr id="63501" name="Line 337"/>
              <p:cNvSpPr/>
              <p:nvPr/>
            </p:nvSpPr>
            <p:spPr>
              <a:xfrm flipV="1">
                <a:off x="4195" y="2966"/>
                <a:ext cx="0" cy="555"/>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63502" name="Text Box 338"/>
              <p:cNvSpPr txBox="1"/>
              <p:nvPr/>
            </p:nvSpPr>
            <p:spPr>
              <a:xfrm>
                <a:off x="4082" y="2769"/>
                <a:ext cx="295" cy="25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solidFill>
                      <a:srgbClr val="000000"/>
                    </a:solidFill>
                    <a:latin typeface="Times New Roman" panose="02020603050405020304" pitchFamily="18" charset="0"/>
                  </a:rPr>
                  <a:t>E</a:t>
                </a:r>
                <a:endParaRPr lang="en-US" altLang="zh-CN" sz="1600" i="1" baseline="-25000" dirty="0">
                  <a:solidFill>
                    <a:srgbClr val="000000"/>
                  </a:solidFill>
                  <a:latin typeface="Times New Roman" panose="02020603050405020304" pitchFamily="18" charset="0"/>
                </a:endParaRPr>
              </a:p>
            </p:txBody>
          </p:sp>
        </p:grpSp>
      </p:grpSp>
      <p:sp>
        <p:nvSpPr>
          <p:cNvPr id="63494" name="Rectangle 340"/>
          <p:cNvSpPr>
            <a:spLocks noRot="1"/>
          </p:cNvSpPr>
          <p:nvPr/>
        </p:nvSpPr>
        <p:spPr>
          <a:xfrm>
            <a:off x="179388" y="476250"/>
            <a:ext cx="6553200" cy="660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CC"/>
                </a:solidFill>
              </a:rPr>
              <a:t>Polarization of dielectrics</a:t>
            </a:r>
            <a:endParaRPr lang="el-GR" altLang="zh-CN" sz="2800" b="1"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blinds(horizontal)">
                                      <p:cBhvr>
                                        <p:cTn id="7" dur="500"/>
                                        <p:tgtEl>
                                          <p:spTgt spid="2928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2869"/>
                                        </p:tgtEl>
                                        <p:attrNameLst>
                                          <p:attrName>style.visibility</p:attrName>
                                        </p:attrNameLst>
                                      </p:cBhvr>
                                      <p:to>
                                        <p:strVal val="visible"/>
                                      </p:to>
                                    </p:set>
                                    <p:animEffect transition="in" filter="blinds(horizontal)">
                                      <p:cBhvr>
                                        <p:cTn id="12" dur="500"/>
                                        <p:tgtEl>
                                          <p:spTgt spid="2928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3025"/>
                                        </p:tgtEl>
                                        <p:attrNameLst>
                                          <p:attrName>style.visibility</p:attrName>
                                        </p:attrNameLst>
                                      </p:cBhvr>
                                      <p:to>
                                        <p:strVal val="visible"/>
                                      </p:to>
                                    </p:set>
                                    <p:animEffect transition="in" filter="blinds(horizontal)">
                                      <p:cBhvr>
                                        <p:cTn id="17" dur="500"/>
                                        <p:tgtEl>
                                          <p:spTgt spid="29302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2867"/>
                                        </p:tgtEl>
                                        <p:attrNameLst>
                                          <p:attrName>style.visibility</p:attrName>
                                        </p:attrNameLst>
                                      </p:cBhvr>
                                      <p:to>
                                        <p:strVal val="visible"/>
                                      </p:to>
                                    </p:set>
                                    <p:animEffect transition="in" filter="blinds(horizontal)">
                                      <p:cBhvr>
                                        <p:cTn id="22" dur="500"/>
                                        <p:tgtEl>
                                          <p:spTgt spid="292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p:nvPr/>
        </p:nvSpPr>
        <p:spPr>
          <a:xfrm>
            <a:off x="250825" y="620713"/>
            <a:ext cx="4826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solidFill>
                  <a:srgbClr val="000000"/>
                </a:solidFill>
                <a:ea typeface="楷体_GB2312" pitchFamily="49" charset="-122"/>
              </a:rPr>
              <a:t>2.  </a:t>
            </a:r>
            <a:r>
              <a:rPr lang="en-US" altLang="zh-CN" sz="2800" b="1" dirty="0">
                <a:solidFill>
                  <a:srgbClr val="000000"/>
                </a:solidFill>
              </a:rPr>
              <a:t>Polarization Intensity</a:t>
            </a:r>
          </a:p>
        </p:txBody>
      </p:sp>
      <p:sp>
        <p:nvSpPr>
          <p:cNvPr id="293891" name="Rectangle 3"/>
          <p:cNvSpPr/>
          <p:nvPr/>
        </p:nvSpPr>
        <p:spPr>
          <a:xfrm>
            <a:off x="900113" y="1125538"/>
            <a:ext cx="6840537" cy="115093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800" b="1" dirty="0">
                <a:solidFill>
                  <a:srgbClr val="FF0000"/>
                </a:solidFill>
                <a:latin typeface="Times New Roman" panose="02020603050405020304" pitchFamily="18" charset="0"/>
                <a:ea typeface="楷体_GB2312" pitchFamily="49" charset="-122"/>
              </a:rPr>
              <a:t>Definition </a:t>
            </a:r>
            <a:r>
              <a:rPr lang="zh-CN" altLang="en-US" sz="2800" b="1" dirty="0">
                <a:solidFill>
                  <a:srgbClr val="FF0000"/>
                </a:solidFill>
                <a:latin typeface="Times New Roman" panose="02020603050405020304" pitchFamily="18" charset="0"/>
                <a:ea typeface="楷体_GB2312" pitchFamily="49" charset="-122"/>
              </a:rPr>
              <a:t>：</a:t>
            </a:r>
            <a:r>
              <a:rPr lang="en-US" altLang="zh-CN" sz="2800" b="1" dirty="0">
                <a:solidFill>
                  <a:srgbClr val="000000"/>
                </a:solidFill>
                <a:latin typeface="Times New Roman" panose="02020603050405020304" pitchFamily="18" charset="0"/>
                <a:ea typeface="楷体_GB2312" pitchFamily="49" charset="-122"/>
              </a:rPr>
              <a:t>the vector sum of the electric </a:t>
            </a:r>
          </a:p>
          <a:p>
            <a:pPr marL="0" lvl="0" indent="0" eaLnBrk="1" hangingPunct="1">
              <a:lnSpc>
                <a:spcPct val="130000"/>
              </a:lnSpc>
              <a:spcBef>
                <a:spcPct val="0"/>
              </a:spcBef>
              <a:buClrTx/>
              <a:buSzTx/>
              <a:buFontTx/>
              <a:buNone/>
            </a:pPr>
            <a:r>
              <a:rPr lang="en-US" altLang="zh-CN" sz="2800" b="1" dirty="0">
                <a:solidFill>
                  <a:srgbClr val="000000"/>
                </a:solidFill>
                <a:latin typeface="Times New Roman" panose="02020603050405020304" pitchFamily="18" charset="0"/>
                <a:ea typeface="楷体_GB2312" pitchFamily="49" charset="-122"/>
              </a:rPr>
              <a:t>                      moments per unit volume</a:t>
            </a:r>
          </a:p>
        </p:txBody>
      </p:sp>
      <p:graphicFrame>
        <p:nvGraphicFramePr>
          <p:cNvPr id="293892" name="Object 4"/>
          <p:cNvGraphicFramePr>
            <a:graphicFrameLocks noChangeAspect="1"/>
          </p:cNvGraphicFramePr>
          <p:nvPr/>
        </p:nvGraphicFramePr>
        <p:xfrm>
          <a:off x="5364163" y="2781300"/>
          <a:ext cx="1295400" cy="512763"/>
        </p:xfrm>
        <a:graphic>
          <a:graphicData uri="http://schemas.openxmlformats.org/presentationml/2006/ole">
            <mc:AlternateContent xmlns:mc="http://schemas.openxmlformats.org/markup-compatibility/2006">
              <mc:Choice xmlns:v="urn:schemas-microsoft-com:vml" Requires="v">
                <p:oleObj r:id="rId2" imgW="335915" imgH="104140" progId="Equation.DSMT4">
                  <p:embed/>
                </p:oleObj>
              </mc:Choice>
              <mc:Fallback>
                <p:oleObj r:id="rId2" imgW="335915" imgH="104140" progId="Equation.DSMT4">
                  <p:embed/>
                  <p:pic>
                    <p:nvPicPr>
                      <p:cNvPr id="293892" name="Object 4"/>
                      <p:cNvPicPr/>
                      <p:nvPr/>
                    </p:nvPicPr>
                    <p:blipFill>
                      <a:blip r:embed="rId3">
                        <a:clrChange>
                          <a:clrFrom>
                            <a:srgbClr val="000000"/>
                          </a:clrFrom>
                          <a:clrTo>
                            <a:srgbClr val="000000"/>
                          </a:clrTo>
                        </a:clrChange>
                      </a:blip>
                      <a:stretch>
                        <a:fillRect/>
                      </a:stretch>
                    </p:blipFill>
                    <p:spPr>
                      <a:xfrm>
                        <a:off x="5364163" y="2781300"/>
                        <a:ext cx="1295400" cy="512763"/>
                      </a:xfrm>
                      <a:prstGeom prst="rect">
                        <a:avLst/>
                      </a:prstGeom>
                      <a:noFill/>
                      <a:ln w="38100">
                        <a:noFill/>
                        <a:miter/>
                      </a:ln>
                    </p:spPr>
                  </p:pic>
                </p:oleObj>
              </mc:Fallback>
            </mc:AlternateContent>
          </a:graphicData>
        </a:graphic>
      </p:graphicFrame>
      <p:graphicFrame>
        <p:nvGraphicFramePr>
          <p:cNvPr id="293893" name="Object 5"/>
          <p:cNvGraphicFramePr>
            <a:graphicFrameLocks noChangeAspect="1"/>
          </p:cNvGraphicFramePr>
          <p:nvPr/>
        </p:nvGraphicFramePr>
        <p:xfrm>
          <a:off x="2339975" y="2276475"/>
          <a:ext cx="2376488" cy="1176338"/>
        </p:xfrm>
        <a:graphic>
          <a:graphicData uri="http://schemas.openxmlformats.org/presentationml/2006/ole">
            <mc:AlternateContent xmlns:mc="http://schemas.openxmlformats.org/markup-compatibility/2006">
              <mc:Choice xmlns:v="urn:schemas-microsoft-com:vml" Requires="v">
                <p:oleObj r:id="rId4" imgW="717550" imgH="382270" progId="Equation.DSMT4">
                  <p:embed/>
                </p:oleObj>
              </mc:Choice>
              <mc:Fallback>
                <p:oleObj r:id="rId4" imgW="717550" imgH="382270" progId="Equation.DSMT4">
                  <p:embed/>
                  <p:pic>
                    <p:nvPicPr>
                      <p:cNvPr id="293893" name="Object 5"/>
                      <p:cNvPicPr/>
                      <p:nvPr/>
                    </p:nvPicPr>
                    <p:blipFill>
                      <a:blip r:embed="rId5">
                        <a:clrChange>
                          <a:clrFrom>
                            <a:srgbClr val="000000"/>
                          </a:clrFrom>
                          <a:clrTo>
                            <a:srgbClr val="000000"/>
                          </a:clrTo>
                        </a:clrChange>
                      </a:blip>
                      <a:stretch>
                        <a:fillRect/>
                      </a:stretch>
                    </p:blipFill>
                    <p:spPr>
                      <a:xfrm>
                        <a:off x="2339975" y="2276475"/>
                        <a:ext cx="2376488" cy="1176338"/>
                      </a:xfrm>
                      <a:prstGeom prst="rect">
                        <a:avLst/>
                      </a:prstGeom>
                      <a:noFill/>
                      <a:ln w="38100">
                        <a:noFill/>
                        <a:miter/>
                      </a:ln>
                    </p:spPr>
                  </p:pic>
                </p:oleObj>
              </mc:Fallback>
            </mc:AlternateContent>
          </a:graphicData>
        </a:graphic>
      </p:graphicFrame>
      <p:grpSp>
        <p:nvGrpSpPr>
          <p:cNvPr id="64518" name="Group 6"/>
          <p:cNvGrpSpPr/>
          <p:nvPr/>
        </p:nvGrpSpPr>
        <p:grpSpPr>
          <a:xfrm>
            <a:off x="2339975" y="3575050"/>
            <a:ext cx="4356100" cy="2590800"/>
            <a:chOff x="2971" y="2387"/>
            <a:chExt cx="2744" cy="1632"/>
          </a:xfrm>
        </p:grpSpPr>
        <p:sp>
          <p:nvSpPr>
            <p:cNvPr id="64520" name="Rectangle 7"/>
            <p:cNvSpPr/>
            <p:nvPr/>
          </p:nvSpPr>
          <p:spPr>
            <a:xfrm>
              <a:off x="2971" y="2387"/>
              <a:ext cx="2744" cy="163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4521" name="Group 8"/>
            <p:cNvGrpSpPr/>
            <p:nvPr/>
          </p:nvGrpSpPr>
          <p:grpSpPr>
            <a:xfrm>
              <a:off x="3061" y="2568"/>
              <a:ext cx="1080" cy="1270"/>
              <a:chOff x="2986" y="2523"/>
              <a:chExt cx="1080" cy="1270"/>
            </a:xfrm>
          </p:grpSpPr>
          <p:sp>
            <p:nvSpPr>
              <p:cNvPr id="64605" name="Rectangle 9"/>
              <p:cNvSpPr/>
              <p:nvPr/>
            </p:nvSpPr>
            <p:spPr>
              <a:xfrm>
                <a:off x="2986" y="2523"/>
                <a:ext cx="1080" cy="1088"/>
              </a:xfrm>
              <a:prstGeom prst="rect">
                <a:avLst/>
              </a:prstGeom>
              <a:solidFill>
                <a:srgbClr val="008080"/>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8080"/>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4606" name="Group 10"/>
              <p:cNvGrpSpPr/>
              <p:nvPr/>
            </p:nvGrpSpPr>
            <p:grpSpPr>
              <a:xfrm>
                <a:off x="3850" y="2579"/>
                <a:ext cx="179" cy="266"/>
                <a:chOff x="3999" y="2808"/>
                <a:chExt cx="179" cy="266"/>
              </a:xfrm>
            </p:grpSpPr>
            <p:sp>
              <p:nvSpPr>
                <p:cNvPr id="293899" name="Oval 11"/>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93" name="Line 12"/>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94" name="Group 13"/>
                <p:cNvGrpSpPr/>
                <p:nvPr/>
              </p:nvGrpSpPr>
              <p:grpSpPr>
                <a:xfrm>
                  <a:off x="4054" y="2840"/>
                  <a:ext cx="59" cy="91"/>
                  <a:chOff x="892" y="2832"/>
                  <a:chExt cx="91" cy="91"/>
                </a:xfrm>
              </p:grpSpPr>
              <p:sp>
                <p:nvSpPr>
                  <p:cNvPr id="64695" name="Line 1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96" name="Line 1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07" name="Group 16"/>
              <p:cNvGrpSpPr/>
              <p:nvPr/>
            </p:nvGrpSpPr>
            <p:grpSpPr>
              <a:xfrm>
                <a:off x="3850" y="2891"/>
                <a:ext cx="179" cy="266"/>
                <a:chOff x="3999" y="2808"/>
                <a:chExt cx="179" cy="266"/>
              </a:xfrm>
            </p:grpSpPr>
            <p:sp>
              <p:nvSpPr>
                <p:cNvPr id="293905" name="Oval 17"/>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88" name="Line 18"/>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89" name="Group 19"/>
                <p:cNvGrpSpPr/>
                <p:nvPr/>
              </p:nvGrpSpPr>
              <p:grpSpPr>
                <a:xfrm>
                  <a:off x="4054" y="2840"/>
                  <a:ext cx="59" cy="91"/>
                  <a:chOff x="892" y="2832"/>
                  <a:chExt cx="91" cy="91"/>
                </a:xfrm>
              </p:grpSpPr>
              <p:sp>
                <p:nvSpPr>
                  <p:cNvPr id="64690" name="Line 2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91" name="Line 2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08" name="Group 22"/>
              <p:cNvGrpSpPr/>
              <p:nvPr/>
            </p:nvGrpSpPr>
            <p:grpSpPr>
              <a:xfrm>
                <a:off x="3850" y="3208"/>
                <a:ext cx="179" cy="266"/>
                <a:chOff x="3999" y="2808"/>
                <a:chExt cx="179" cy="266"/>
              </a:xfrm>
            </p:grpSpPr>
            <p:sp>
              <p:nvSpPr>
                <p:cNvPr id="293911" name="Oval 23"/>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83" name="Line 24"/>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84" name="Group 25"/>
                <p:cNvGrpSpPr/>
                <p:nvPr/>
              </p:nvGrpSpPr>
              <p:grpSpPr>
                <a:xfrm>
                  <a:off x="4054" y="2840"/>
                  <a:ext cx="59" cy="91"/>
                  <a:chOff x="892" y="2832"/>
                  <a:chExt cx="91" cy="91"/>
                </a:xfrm>
              </p:grpSpPr>
              <p:sp>
                <p:nvSpPr>
                  <p:cNvPr id="64685" name="Line 2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86" name="Line 2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09" name="Group 28"/>
              <p:cNvGrpSpPr/>
              <p:nvPr/>
            </p:nvGrpSpPr>
            <p:grpSpPr>
              <a:xfrm>
                <a:off x="3652" y="2664"/>
                <a:ext cx="179" cy="266"/>
                <a:chOff x="3999" y="2808"/>
                <a:chExt cx="179" cy="266"/>
              </a:xfrm>
            </p:grpSpPr>
            <p:sp>
              <p:nvSpPr>
                <p:cNvPr id="293917" name="Oval 29"/>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78" name="Line 30"/>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79" name="Group 31"/>
                <p:cNvGrpSpPr/>
                <p:nvPr/>
              </p:nvGrpSpPr>
              <p:grpSpPr>
                <a:xfrm>
                  <a:off x="4054" y="2840"/>
                  <a:ext cx="59" cy="91"/>
                  <a:chOff x="892" y="2832"/>
                  <a:chExt cx="91" cy="91"/>
                </a:xfrm>
              </p:grpSpPr>
              <p:sp>
                <p:nvSpPr>
                  <p:cNvPr id="64680" name="Line 3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81" name="Line 3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0" name="Group 34"/>
              <p:cNvGrpSpPr/>
              <p:nvPr/>
            </p:nvGrpSpPr>
            <p:grpSpPr>
              <a:xfrm>
                <a:off x="3652" y="2976"/>
                <a:ext cx="179" cy="266"/>
                <a:chOff x="3999" y="2808"/>
                <a:chExt cx="179" cy="266"/>
              </a:xfrm>
            </p:grpSpPr>
            <p:sp>
              <p:nvSpPr>
                <p:cNvPr id="293923" name="Oval 35"/>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73" name="Line 36"/>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74" name="Group 37"/>
                <p:cNvGrpSpPr/>
                <p:nvPr/>
              </p:nvGrpSpPr>
              <p:grpSpPr>
                <a:xfrm>
                  <a:off x="4054" y="2840"/>
                  <a:ext cx="59" cy="91"/>
                  <a:chOff x="892" y="2832"/>
                  <a:chExt cx="91" cy="91"/>
                </a:xfrm>
              </p:grpSpPr>
              <p:sp>
                <p:nvSpPr>
                  <p:cNvPr id="64675" name="Line 3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76" name="Line 3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1" name="Group 40"/>
              <p:cNvGrpSpPr/>
              <p:nvPr/>
            </p:nvGrpSpPr>
            <p:grpSpPr>
              <a:xfrm>
                <a:off x="3652" y="3293"/>
                <a:ext cx="179" cy="266"/>
                <a:chOff x="3999" y="2808"/>
                <a:chExt cx="179" cy="266"/>
              </a:xfrm>
            </p:grpSpPr>
            <p:sp>
              <p:nvSpPr>
                <p:cNvPr id="293929" name="Oval 41"/>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68" name="Line 42"/>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69" name="Group 43"/>
                <p:cNvGrpSpPr/>
                <p:nvPr/>
              </p:nvGrpSpPr>
              <p:grpSpPr>
                <a:xfrm>
                  <a:off x="4054" y="2840"/>
                  <a:ext cx="59" cy="91"/>
                  <a:chOff x="892" y="2832"/>
                  <a:chExt cx="91" cy="91"/>
                </a:xfrm>
              </p:grpSpPr>
              <p:sp>
                <p:nvSpPr>
                  <p:cNvPr id="64670" name="Line 4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71" name="Line 4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2" name="Group 46"/>
              <p:cNvGrpSpPr/>
              <p:nvPr/>
            </p:nvGrpSpPr>
            <p:grpSpPr>
              <a:xfrm>
                <a:off x="3434" y="2573"/>
                <a:ext cx="179" cy="266"/>
                <a:chOff x="3999" y="2808"/>
                <a:chExt cx="179" cy="266"/>
              </a:xfrm>
            </p:grpSpPr>
            <p:sp>
              <p:nvSpPr>
                <p:cNvPr id="293935" name="Oval 47"/>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63" name="Line 48"/>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64" name="Group 49"/>
                <p:cNvGrpSpPr/>
                <p:nvPr/>
              </p:nvGrpSpPr>
              <p:grpSpPr>
                <a:xfrm>
                  <a:off x="4054" y="2840"/>
                  <a:ext cx="59" cy="91"/>
                  <a:chOff x="892" y="2832"/>
                  <a:chExt cx="91" cy="91"/>
                </a:xfrm>
              </p:grpSpPr>
              <p:sp>
                <p:nvSpPr>
                  <p:cNvPr id="64665" name="Line 5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66" name="Line 5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3" name="Group 52"/>
              <p:cNvGrpSpPr/>
              <p:nvPr/>
            </p:nvGrpSpPr>
            <p:grpSpPr>
              <a:xfrm>
                <a:off x="3434" y="2885"/>
                <a:ext cx="179" cy="266"/>
                <a:chOff x="3999" y="2808"/>
                <a:chExt cx="179" cy="266"/>
              </a:xfrm>
            </p:grpSpPr>
            <p:sp>
              <p:nvSpPr>
                <p:cNvPr id="293941" name="Oval 53"/>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58" name="Line 54"/>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59" name="Group 55"/>
                <p:cNvGrpSpPr/>
                <p:nvPr/>
              </p:nvGrpSpPr>
              <p:grpSpPr>
                <a:xfrm>
                  <a:off x="4054" y="2840"/>
                  <a:ext cx="59" cy="91"/>
                  <a:chOff x="892" y="2832"/>
                  <a:chExt cx="91" cy="91"/>
                </a:xfrm>
              </p:grpSpPr>
              <p:sp>
                <p:nvSpPr>
                  <p:cNvPr id="64660" name="Line 5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61" name="Line 5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4" name="Group 58"/>
              <p:cNvGrpSpPr/>
              <p:nvPr/>
            </p:nvGrpSpPr>
            <p:grpSpPr>
              <a:xfrm>
                <a:off x="3434" y="3202"/>
                <a:ext cx="179" cy="266"/>
                <a:chOff x="3999" y="2808"/>
                <a:chExt cx="179" cy="266"/>
              </a:xfrm>
            </p:grpSpPr>
            <p:sp>
              <p:nvSpPr>
                <p:cNvPr id="293947" name="Oval 59"/>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53" name="Line 60"/>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54" name="Group 61"/>
                <p:cNvGrpSpPr/>
                <p:nvPr/>
              </p:nvGrpSpPr>
              <p:grpSpPr>
                <a:xfrm>
                  <a:off x="4054" y="2840"/>
                  <a:ext cx="59" cy="91"/>
                  <a:chOff x="892" y="2832"/>
                  <a:chExt cx="91" cy="91"/>
                </a:xfrm>
              </p:grpSpPr>
              <p:sp>
                <p:nvSpPr>
                  <p:cNvPr id="64655" name="Line 6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56" name="Line 6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5" name="Group 64"/>
              <p:cNvGrpSpPr/>
              <p:nvPr/>
            </p:nvGrpSpPr>
            <p:grpSpPr>
              <a:xfrm>
                <a:off x="3239" y="2664"/>
                <a:ext cx="179" cy="266"/>
                <a:chOff x="3999" y="2808"/>
                <a:chExt cx="179" cy="266"/>
              </a:xfrm>
            </p:grpSpPr>
            <p:sp>
              <p:nvSpPr>
                <p:cNvPr id="293953" name="Oval 65"/>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48" name="Line 66"/>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49" name="Group 67"/>
                <p:cNvGrpSpPr/>
                <p:nvPr/>
              </p:nvGrpSpPr>
              <p:grpSpPr>
                <a:xfrm>
                  <a:off x="4054" y="2840"/>
                  <a:ext cx="59" cy="91"/>
                  <a:chOff x="892" y="2832"/>
                  <a:chExt cx="91" cy="91"/>
                </a:xfrm>
              </p:grpSpPr>
              <p:sp>
                <p:nvSpPr>
                  <p:cNvPr id="64650" name="Line 6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51" name="Line 6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6" name="Group 70"/>
              <p:cNvGrpSpPr/>
              <p:nvPr/>
            </p:nvGrpSpPr>
            <p:grpSpPr>
              <a:xfrm>
                <a:off x="3239" y="2976"/>
                <a:ext cx="179" cy="266"/>
                <a:chOff x="3999" y="2808"/>
                <a:chExt cx="179" cy="266"/>
              </a:xfrm>
            </p:grpSpPr>
            <p:sp>
              <p:nvSpPr>
                <p:cNvPr id="293959" name="Oval 71"/>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43" name="Line 72"/>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44" name="Group 73"/>
                <p:cNvGrpSpPr/>
                <p:nvPr/>
              </p:nvGrpSpPr>
              <p:grpSpPr>
                <a:xfrm>
                  <a:off x="4054" y="2840"/>
                  <a:ext cx="59" cy="91"/>
                  <a:chOff x="892" y="2832"/>
                  <a:chExt cx="91" cy="91"/>
                </a:xfrm>
              </p:grpSpPr>
              <p:sp>
                <p:nvSpPr>
                  <p:cNvPr id="64645" name="Line 7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46" name="Line 7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7" name="Group 76"/>
              <p:cNvGrpSpPr/>
              <p:nvPr/>
            </p:nvGrpSpPr>
            <p:grpSpPr>
              <a:xfrm>
                <a:off x="3239" y="3293"/>
                <a:ext cx="179" cy="266"/>
                <a:chOff x="3999" y="2808"/>
                <a:chExt cx="179" cy="266"/>
              </a:xfrm>
            </p:grpSpPr>
            <p:sp>
              <p:nvSpPr>
                <p:cNvPr id="293965" name="Oval 77"/>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38" name="Line 78"/>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39" name="Group 79"/>
                <p:cNvGrpSpPr/>
                <p:nvPr/>
              </p:nvGrpSpPr>
              <p:grpSpPr>
                <a:xfrm>
                  <a:off x="4054" y="2840"/>
                  <a:ext cx="59" cy="91"/>
                  <a:chOff x="892" y="2832"/>
                  <a:chExt cx="91" cy="91"/>
                </a:xfrm>
              </p:grpSpPr>
              <p:sp>
                <p:nvSpPr>
                  <p:cNvPr id="64640" name="Line 8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41" name="Line 8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8" name="Group 82"/>
              <p:cNvGrpSpPr/>
              <p:nvPr/>
            </p:nvGrpSpPr>
            <p:grpSpPr>
              <a:xfrm>
                <a:off x="3031" y="2585"/>
                <a:ext cx="179" cy="266"/>
                <a:chOff x="3999" y="2808"/>
                <a:chExt cx="179" cy="266"/>
              </a:xfrm>
            </p:grpSpPr>
            <p:sp>
              <p:nvSpPr>
                <p:cNvPr id="293971" name="Oval 83"/>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33" name="Line 84"/>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34" name="Group 85"/>
                <p:cNvGrpSpPr/>
                <p:nvPr/>
              </p:nvGrpSpPr>
              <p:grpSpPr>
                <a:xfrm>
                  <a:off x="4054" y="2840"/>
                  <a:ext cx="59" cy="91"/>
                  <a:chOff x="892" y="2832"/>
                  <a:chExt cx="91" cy="91"/>
                </a:xfrm>
              </p:grpSpPr>
              <p:sp>
                <p:nvSpPr>
                  <p:cNvPr id="64635" name="Line 8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36" name="Line 8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19" name="Group 88"/>
              <p:cNvGrpSpPr/>
              <p:nvPr/>
            </p:nvGrpSpPr>
            <p:grpSpPr>
              <a:xfrm>
                <a:off x="3031" y="2897"/>
                <a:ext cx="179" cy="266"/>
                <a:chOff x="3999" y="2808"/>
                <a:chExt cx="179" cy="266"/>
              </a:xfrm>
            </p:grpSpPr>
            <p:sp>
              <p:nvSpPr>
                <p:cNvPr id="293977" name="Oval 89"/>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28" name="Line 90"/>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29" name="Group 91"/>
                <p:cNvGrpSpPr/>
                <p:nvPr/>
              </p:nvGrpSpPr>
              <p:grpSpPr>
                <a:xfrm>
                  <a:off x="4054" y="2840"/>
                  <a:ext cx="59" cy="91"/>
                  <a:chOff x="892" y="2832"/>
                  <a:chExt cx="91" cy="91"/>
                </a:xfrm>
              </p:grpSpPr>
              <p:sp>
                <p:nvSpPr>
                  <p:cNvPr id="64630" name="Line 9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31" name="Line 9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4620" name="Group 94"/>
              <p:cNvGrpSpPr/>
              <p:nvPr/>
            </p:nvGrpSpPr>
            <p:grpSpPr>
              <a:xfrm>
                <a:off x="3031" y="3214"/>
                <a:ext cx="179" cy="266"/>
                <a:chOff x="3999" y="2808"/>
                <a:chExt cx="179" cy="266"/>
              </a:xfrm>
            </p:grpSpPr>
            <p:sp>
              <p:nvSpPr>
                <p:cNvPr id="293983" name="Oval 95"/>
                <p:cNvSpPr>
                  <a:spLocks noChangeAspect="1" noChangeArrowheads="1"/>
                </p:cNvSpPr>
                <p:nvPr/>
              </p:nvSpPr>
              <p:spPr bwMode="auto">
                <a:xfrm>
                  <a:off x="3999" y="2808"/>
                  <a:ext cx="179"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4623" name="Line 96"/>
                <p:cNvSpPr/>
                <p:nvPr/>
              </p:nvSpPr>
              <p:spPr>
                <a:xfrm>
                  <a:off x="4046" y="3022"/>
                  <a:ext cx="79"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4624" name="Group 97"/>
                <p:cNvGrpSpPr/>
                <p:nvPr/>
              </p:nvGrpSpPr>
              <p:grpSpPr>
                <a:xfrm>
                  <a:off x="4054" y="2840"/>
                  <a:ext cx="59" cy="91"/>
                  <a:chOff x="892" y="2832"/>
                  <a:chExt cx="91" cy="91"/>
                </a:xfrm>
              </p:grpSpPr>
              <p:sp>
                <p:nvSpPr>
                  <p:cNvPr id="64625" name="Line 9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4626" name="Line 9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sp>
            <p:nvSpPr>
              <p:cNvPr id="64621" name="Text Box 100"/>
              <p:cNvSpPr txBox="1"/>
              <p:nvPr/>
            </p:nvSpPr>
            <p:spPr>
              <a:xfrm>
                <a:off x="3152" y="3567"/>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Nonpolar</a:t>
                </a:r>
              </a:p>
            </p:txBody>
          </p:sp>
        </p:grpSp>
        <p:sp>
          <p:nvSpPr>
            <p:cNvPr id="64522" name="Text Box 101"/>
            <p:cNvSpPr txBox="1"/>
            <p:nvPr/>
          </p:nvSpPr>
          <p:spPr>
            <a:xfrm>
              <a:off x="4613" y="3612"/>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Polar</a:t>
              </a:r>
            </a:p>
          </p:txBody>
        </p:sp>
        <p:sp>
          <p:nvSpPr>
            <p:cNvPr id="64523" name="Text Box 102"/>
            <p:cNvSpPr txBox="1"/>
            <p:nvPr/>
          </p:nvSpPr>
          <p:spPr>
            <a:xfrm>
              <a:off x="3878" y="3793"/>
              <a:ext cx="907"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With E field</a:t>
              </a:r>
            </a:p>
          </p:txBody>
        </p:sp>
        <p:grpSp>
          <p:nvGrpSpPr>
            <p:cNvPr id="64524" name="Group 103"/>
            <p:cNvGrpSpPr/>
            <p:nvPr/>
          </p:nvGrpSpPr>
          <p:grpSpPr>
            <a:xfrm>
              <a:off x="4378" y="2568"/>
              <a:ext cx="1314" cy="1134"/>
              <a:chOff x="4414" y="2523"/>
              <a:chExt cx="1314" cy="1134"/>
            </a:xfrm>
          </p:grpSpPr>
          <p:grpSp>
            <p:nvGrpSpPr>
              <p:cNvPr id="64528" name="Group 104"/>
              <p:cNvGrpSpPr/>
              <p:nvPr/>
            </p:nvGrpSpPr>
            <p:grpSpPr>
              <a:xfrm>
                <a:off x="5339" y="3174"/>
                <a:ext cx="308" cy="446"/>
                <a:chOff x="2154" y="2688"/>
                <a:chExt cx="308" cy="417"/>
              </a:xfrm>
            </p:grpSpPr>
            <p:sp>
              <p:nvSpPr>
                <p:cNvPr id="293993" name="Oval 105"/>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3" name="Text Box 10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604" name="Text Box 10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29" name="Group 108"/>
              <p:cNvGrpSpPr/>
              <p:nvPr/>
            </p:nvGrpSpPr>
            <p:grpSpPr>
              <a:xfrm>
                <a:off x="5294" y="2523"/>
                <a:ext cx="308" cy="446"/>
                <a:chOff x="2154" y="2688"/>
                <a:chExt cx="308" cy="417"/>
              </a:xfrm>
            </p:grpSpPr>
            <p:sp>
              <p:nvSpPr>
                <p:cNvPr id="293997" name="Oval 10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0" name="Text Box 11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601" name="Text Box 11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4530" name="Rectangle 112"/>
              <p:cNvSpPr/>
              <p:nvPr/>
            </p:nvSpPr>
            <p:spPr>
              <a:xfrm>
                <a:off x="4414" y="2523"/>
                <a:ext cx="1225" cy="1088"/>
              </a:xfrm>
              <a:prstGeom prst="rect">
                <a:avLst/>
              </a:prstGeom>
              <a:solidFill>
                <a:srgbClr val="33CCCC"/>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33CCCC"/>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4531" name="Group 113"/>
              <p:cNvGrpSpPr/>
              <p:nvPr/>
            </p:nvGrpSpPr>
            <p:grpSpPr>
              <a:xfrm>
                <a:off x="4422" y="2561"/>
                <a:ext cx="308" cy="446"/>
                <a:chOff x="2154" y="2688"/>
                <a:chExt cx="308" cy="417"/>
              </a:xfrm>
            </p:grpSpPr>
            <p:sp>
              <p:nvSpPr>
                <p:cNvPr id="294002" name="Oval 114"/>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7" name="Text Box 11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98" name="Text Box 11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2" name="Group 117"/>
              <p:cNvGrpSpPr/>
              <p:nvPr/>
            </p:nvGrpSpPr>
            <p:grpSpPr>
              <a:xfrm>
                <a:off x="4489" y="2847"/>
                <a:ext cx="308" cy="446"/>
                <a:chOff x="2154" y="2688"/>
                <a:chExt cx="308" cy="417"/>
              </a:xfrm>
            </p:grpSpPr>
            <p:sp>
              <p:nvSpPr>
                <p:cNvPr id="294006" name="Oval 118"/>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4" name="Text Box 11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95" name="Text Box 12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3" name="Group 121"/>
              <p:cNvGrpSpPr/>
              <p:nvPr/>
            </p:nvGrpSpPr>
            <p:grpSpPr>
              <a:xfrm>
                <a:off x="4678" y="2885"/>
                <a:ext cx="308" cy="446"/>
                <a:chOff x="2154" y="2688"/>
                <a:chExt cx="308" cy="417"/>
              </a:xfrm>
            </p:grpSpPr>
            <p:sp>
              <p:nvSpPr>
                <p:cNvPr id="294010" name="Oval 122"/>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1" name="Text Box 12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92" name="Text Box 12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4" name="Group 125"/>
              <p:cNvGrpSpPr/>
              <p:nvPr/>
            </p:nvGrpSpPr>
            <p:grpSpPr>
              <a:xfrm>
                <a:off x="4830" y="3021"/>
                <a:ext cx="308" cy="446"/>
                <a:chOff x="2154" y="2688"/>
                <a:chExt cx="308" cy="417"/>
              </a:xfrm>
            </p:grpSpPr>
            <p:sp>
              <p:nvSpPr>
                <p:cNvPr id="294014" name="Oval 126"/>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88" name="Text Box 12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89" name="Text Box 12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5" name="Group 129"/>
              <p:cNvGrpSpPr/>
              <p:nvPr/>
            </p:nvGrpSpPr>
            <p:grpSpPr>
              <a:xfrm>
                <a:off x="4966" y="3211"/>
                <a:ext cx="308" cy="446"/>
                <a:chOff x="2154" y="2688"/>
                <a:chExt cx="308" cy="417"/>
              </a:xfrm>
            </p:grpSpPr>
            <p:sp>
              <p:nvSpPr>
                <p:cNvPr id="294018" name="Oval 130"/>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85" name="Text Box 13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86" name="Text Box 13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6" name="Group 133"/>
              <p:cNvGrpSpPr/>
              <p:nvPr/>
            </p:nvGrpSpPr>
            <p:grpSpPr>
              <a:xfrm>
                <a:off x="4628" y="2523"/>
                <a:ext cx="308" cy="446"/>
                <a:chOff x="2154" y="2688"/>
                <a:chExt cx="308" cy="417"/>
              </a:xfrm>
            </p:grpSpPr>
            <p:sp>
              <p:nvSpPr>
                <p:cNvPr id="294022" name="Oval 134"/>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82" name="Text Box 13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83" name="Text Box 13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7" name="Group 137"/>
              <p:cNvGrpSpPr/>
              <p:nvPr/>
            </p:nvGrpSpPr>
            <p:grpSpPr>
              <a:xfrm>
                <a:off x="4830" y="2614"/>
                <a:ext cx="308" cy="446"/>
                <a:chOff x="2154" y="2688"/>
                <a:chExt cx="308" cy="417"/>
              </a:xfrm>
            </p:grpSpPr>
            <p:sp>
              <p:nvSpPr>
                <p:cNvPr id="294026" name="Oval 138"/>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79" name="Text Box 13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80" name="Text Box 14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8" name="Group 141"/>
              <p:cNvGrpSpPr/>
              <p:nvPr/>
            </p:nvGrpSpPr>
            <p:grpSpPr>
              <a:xfrm>
                <a:off x="4966" y="2840"/>
                <a:ext cx="308" cy="446"/>
                <a:chOff x="2154" y="2688"/>
                <a:chExt cx="308" cy="417"/>
              </a:xfrm>
            </p:grpSpPr>
            <p:sp>
              <p:nvSpPr>
                <p:cNvPr id="294030" name="Oval 142"/>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76" name="Text Box 14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77" name="Text Box 14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39" name="Group 145"/>
              <p:cNvGrpSpPr/>
              <p:nvPr/>
            </p:nvGrpSpPr>
            <p:grpSpPr>
              <a:xfrm>
                <a:off x="5102" y="2976"/>
                <a:ext cx="308" cy="446"/>
                <a:chOff x="2154" y="2688"/>
                <a:chExt cx="308" cy="417"/>
              </a:xfrm>
            </p:grpSpPr>
            <p:sp>
              <p:nvSpPr>
                <p:cNvPr id="294034" name="Oval 146"/>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73" name="Text Box 14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74" name="Text Box 14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0" name="Group 149"/>
              <p:cNvGrpSpPr/>
              <p:nvPr/>
            </p:nvGrpSpPr>
            <p:grpSpPr>
              <a:xfrm>
                <a:off x="5248" y="3174"/>
                <a:ext cx="308" cy="446"/>
                <a:chOff x="2154" y="2688"/>
                <a:chExt cx="308" cy="417"/>
              </a:xfrm>
            </p:grpSpPr>
            <p:sp>
              <p:nvSpPr>
                <p:cNvPr id="294038" name="Oval 150"/>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70" name="Text Box 15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71" name="Text Box 15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1" name="Group 153"/>
              <p:cNvGrpSpPr/>
              <p:nvPr/>
            </p:nvGrpSpPr>
            <p:grpSpPr>
              <a:xfrm>
                <a:off x="5028" y="2523"/>
                <a:ext cx="308" cy="446"/>
                <a:chOff x="2154" y="2688"/>
                <a:chExt cx="308" cy="417"/>
              </a:xfrm>
            </p:grpSpPr>
            <p:sp>
              <p:nvSpPr>
                <p:cNvPr id="294042" name="Oval 154"/>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67" name="Text Box 15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68" name="Text Box 15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2" name="Group 157"/>
              <p:cNvGrpSpPr/>
              <p:nvPr/>
            </p:nvGrpSpPr>
            <p:grpSpPr>
              <a:xfrm>
                <a:off x="5188" y="2704"/>
                <a:ext cx="308" cy="446"/>
                <a:chOff x="2154" y="2688"/>
                <a:chExt cx="308" cy="417"/>
              </a:xfrm>
            </p:grpSpPr>
            <p:sp>
              <p:nvSpPr>
                <p:cNvPr id="294046" name="Oval 158"/>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64" name="Text Box 15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65" name="Text Box 16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3" name="Group 161"/>
              <p:cNvGrpSpPr/>
              <p:nvPr/>
            </p:nvGrpSpPr>
            <p:grpSpPr>
              <a:xfrm>
                <a:off x="5339" y="2840"/>
                <a:ext cx="308" cy="446"/>
                <a:chOff x="2154" y="2688"/>
                <a:chExt cx="308" cy="417"/>
              </a:xfrm>
            </p:grpSpPr>
            <p:sp>
              <p:nvSpPr>
                <p:cNvPr id="294050" name="Oval 162"/>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61" name="Text Box 16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62" name="Text Box 16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4" name="Group 165"/>
              <p:cNvGrpSpPr/>
              <p:nvPr/>
            </p:nvGrpSpPr>
            <p:grpSpPr>
              <a:xfrm>
                <a:off x="4422" y="3166"/>
                <a:ext cx="308" cy="446"/>
                <a:chOff x="2154" y="2688"/>
                <a:chExt cx="308" cy="417"/>
              </a:xfrm>
            </p:grpSpPr>
            <p:sp>
              <p:nvSpPr>
                <p:cNvPr id="294054" name="Oval 166"/>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8" name="Text Box 16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59" name="Text Box 16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5" name="Group 169"/>
              <p:cNvGrpSpPr/>
              <p:nvPr/>
            </p:nvGrpSpPr>
            <p:grpSpPr>
              <a:xfrm>
                <a:off x="4629" y="3211"/>
                <a:ext cx="308" cy="446"/>
                <a:chOff x="2154" y="2688"/>
                <a:chExt cx="308" cy="417"/>
              </a:xfrm>
            </p:grpSpPr>
            <p:sp>
              <p:nvSpPr>
                <p:cNvPr id="294058" name="Oval 170"/>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5" name="Text Box 17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56" name="Text Box 17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6" name="Group 173"/>
              <p:cNvGrpSpPr/>
              <p:nvPr/>
            </p:nvGrpSpPr>
            <p:grpSpPr>
              <a:xfrm>
                <a:off x="5390" y="2523"/>
                <a:ext cx="308" cy="446"/>
                <a:chOff x="2154" y="2688"/>
                <a:chExt cx="308" cy="417"/>
              </a:xfrm>
            </p:grpSpPr>
            <p:sp>
              <p:nvSpPr>
                <p:cNvPr id="294062" name="Oval 174"/>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2" name="Text Box 17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53" name="Text Box 17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4547" name="Group 177"/>
              <p:cNvGrpSpPr/>
              <p:nvPr/>
            </p:nvGrpSpPr>
            <p:grpSpPr>
              <a:xfrm>
                <a:off x="5420" y="3203"/>
                <a:ext cx="308" cy="446"/>
                <a:chOff x="2154" y="2688"/>
                <a:chExt cx="308" cy="417"/>
              </a:xfrm>
            </p:grpSpPr>
            <p:sp>
              <p:nvSpPr>
                <p:cNvPr id="294066" name="Oval 178"/>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9" name="Text Box 17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4550" name="Text Box 18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grpSp>
          <p:nvGrpSpPr>
            <p:cNvPr id="64525" name="Group 181"/>
            <p:cNvGrpSpPr/>
            <p:nvPr/>
          </p:nvGrpSpPr>
          <p:grpSpPr>
            <a:xfrm>
              <a:off x="4195" y="2659"/>
              <a:ext cx="295" cy="752"/>
              <a:chOff x="4082" y="2769"/>
              <a:chExt cx="295" cy="752"/>
            </a:xfrm>
          </p:grpSpPr>
          <p:sp>
            <p:nvSpPr>
              <p:cNvPr id="64526" name="Line 182"/>
              <p:cNvSpPr/>
              <p:nvPr/>
            </p:nvSpPr>
            <p:spPr>
              <a:xfrm flipV="1">
                <a:off x="4195" y="2966"/>
                <a:ext cx="0" cy="555"/>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64527" name="Text Box 183"/>
              <p:cNvSpPr txBox="1"/>
              <p:nvPr/>
            </p:nvSpPr>
            <p:spPr>
              <a:xfrm>
                <a:off x="4082" y="2769"/>
                <a:ext cx="295" cy="25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solidFill>
                      <a:srgbClr val="000000"/>
                    </a:solidFill>
                    <a:latin typeface="Times New Roman" panose="02020603050405020304" pitchFamily="18" charset="0"/>
                  </a:rPr>
                  <a:t>E</a:t>
                </a:r>
                <a:endParaRPr lang="en-US" altLang="zh-CN" sz="1600" i="1" baseline="-25000" dirty="0">
                  <a:solidFill>
                    <a:srgbClr val="000000"/>
                  </a:solidFill>
                  <a:latin typeface="Times New Roman" panose="02020603050405020304" pitchFamily="18" charset="0"/>
                </a:endParaRPr>
              </a:p>
            </p:txBody>
          </p:sp>
        </p:grpSp>
      </p:grpSp>
      <p:pic>
        <p:nvPicPr>
          <p:cNvPr id="11" name="Picture 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3891">
                                            <p:txEl>
                                              <p:pRg st="0" end="0"/>
                                            </p:txEl>
                                          </p:spTgt>
                                        </p:tgtEl>
                                        <p:attrNameLst>
                                          <p:attrName>style.visibility</p:attrName>
                                        </p:attrNameLst>
                                      </p:cBhvr>
                                      <p:to>
                                        <p:strVal val="visible"/>
                                      </p:to>
                                    </p:set>
                                    <p:animEffect transition="in" filter="blinds(horizontal)">
                                      <p:cBhvr>
                                        <p:cTn id="7" dur="500"/>
                                        <p:tgtEl>
                                          <p:spTgt spid="293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3891">
                                            <p:txEl>
                                              <p:pRg st="1" end="1"/>
                                            </p:txEl>
                                          </p:spTgt>
                                        </p:tgtEl>
                                        <p:attrNameLst>
                                          <p:attrName>style.visibility</p:attrName>
                                        </p:attrNameLst>
                                      </p:cBhvr>
                                      <p:to>
                                        <p:strVal val="visible"/>
                                      </p:to>
                                    </p:set>
                                    <p:animEffect transition="in" filter="blinds(horizontal)">
                                      <p:cBhvr>
                                        <p:cTn id="12" dur="500"/>
                                        <p:tgtEl>
                                          <p:spTgt spid="293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3893"/>
                                        </p:tgtEl>
                                        <p:attrNameLst>
                                          <p:attrName>style.visibility</p:attrName>
                                        </p:attrNameLst>
                                      </p:cBhvr>
                                      <p:to>
                                        <p:strVal val="visible"/>
                                      </p:to>
                                    </p:set>
                                    <p:animEffect transition="in" filter="blinds(horizontal)">
                                      <p:cBhvr>
                                        <p:cTn id="17" dur="500"/>
                                        <p:tgtEl>
                                          <p:spTgt spid="2938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3892"/>
                                        </p:tgtEl>
                                        <p:attrNameLst>
                                          <p:attrName>style.visibility</p:attrName>
                                        </p:attrNameLst>
                                      </p:cBhvr>
                                      <p:to>
                                        <p:strVal val="visible"/>
                                      </p:to>
                                    </p:set>
                                    <p:animEffect transition="in" filter="blinds(horizontal)">
                                      <p:cBhvr>
                                        <p:cTn id="22" dur="500"/>
                                        <p:tgtEl>
                                          <p:spTgt spid="293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p:nvPr/>
        </p:nvSpPr>
        <p:spPr>
          <a:xfrm>
            <a:off x="250825" y="922338"/>
            <a:ext cx="3960813"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1</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楷体_GB2312" pitchFamily="49" charset="-122"/>
              </a:rPr>
              <a:t>Without E field</a:t>
            </a:r>
          </a:p>
          <a:p>
            <a:pPr marL="457200" lvl="1" indent="0" eaLnBrk="1" hangingPunct="1">
              <a:lnSpc>
                <a:spcPct val="130000"/>
              </a:lnSpc>
              <a:spcBef>
                <a:spcPct val="0"/>
              </a:spcBef>
              <a:buClrTx/>
              <a:buSzTx/>
              <a:buFontTx/>
              <a:buChar char="•"/>
            </a:pPr>
            <a:r>
              <a:rPr lang="en-US" altLang="zh-CN" sz="2400" b="1" dirty="0">
                <a:solidFill>
                  <a:srgbClr val="000000"/>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Nonpolar molecules</a:t>
            </a:r>
            <a:r>
              <a:rPr lang="zh-CN" altLang="en-US" sz="2400" b="1" dirty="0">
                <a:solidFill>
                  <a:srgbClr val="0000CC"/>
                </a:solidFill>
                <a:latin typeface="Times New Roman" panose="02020603050405020304" pitchFamily="18" charset="0"/>
                <a:ea typeface="楷体_GB2312" pitchFamily="49" charset="-122"/>
              </a:rPr>
              <a:t>：</a:t>
            </a:r>
          </a:p>
        </p:txBody>
      </p:sp>
      <p:sp>
        <p:nvSpPr>
          <p:cNvPr id="65539" name="Rectangle 3"/>
          <p:cNvSpPr/>
          <p:nvPr/>
        </p:nvSpPr>
        <p:spPr>
          <a:xfrm>
            <a:off x="1835150" y="260350"/>
            <a:ext cx="4752975" cy="576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40000"/>
              </a:lnSpc>
              <a:buClrTx/>
              <a:buSzTx/>
              <a:buFontTx/>
              <a:buNone/>
            </a:pPr>
            <a:r>
              <a:rPr lang="en-US" altLang="zh-CN" sz="2800" b="1" dirty="0">
                <a:solidFill>
                  <a:srgbClr val="0000CC"/>
                </a:solidFill>
                <a:ea typeface="楷体_GB2312" pitchFamily="49" charset="-122"/>
              </a:rPr>
              <a:t>Discussion</a:t>
            </a:r>
            <a:endParaRPr lang="en-US" altLang="zh-CN" sz="2800" b="1" dirty="0">
              <a:solidFill>
                <a:srgbClr val="0000CC"/>
              </a:solidFill>
            </a:endParaRPr>
          </a:p>
        </p:txBody>
      </p:sp>
      <p:graphicFrame>
        <p:nvGraphicFramePr>
          <p:cNvPr id="294916" name="Object 4"/>
          <p:cNvGraphicFramePr>
            <a:graphicFrameLocks noChangeAspect="1"/>
          </p:cNvGraphicFramePr>
          <p:nvPr/>
        </p:nvGraphicFramePr>
        <p:xfrm>
          <a:off x="2994025" y="2001838"/>
          <a:ext cx="857250" cy="484187"/>
        </p:xfrm>
        <a:graphic>
          <a:graphicData uri="http://schemas.openxmlformats.org/presentationml/2006/ole">
            <mc:AlternateContent xmlns:mc="http://schemas.openxmlformats.org/markup-compatibility/2006">
              <mc:Choice xmlns:v="urn:schemas-microsoft-com:vml" Requires="v">
                <p:oleObj r:id="rId2" imgW="237490" imgH="92710" progId="Equation.DSMT4">
                  <p:embed/>
                </p:oleObj>
              </mc:Choice>
              <mc:Fallback>
                <p:oleObj r:id="rId2" imgW="237490" imgH="92710" progId="Equation.DSMT4">
                  <p:embed/>
                  <p:pic>
                    <p:nvPicPr>
                      <p:cNvPr id="294916" name="Object 4"/>
                      <p:cNvPicPr/>
                      <p:nvPr/>
                    </p:nvPicPr>
                    <p:blipFill>
                      <a:blip r:embed="rId3">
                        <a:clrChange>
                          <a:clrFrom>
                            <a:srgbClr val="000000"/>
                          </a:clrFrom>
                          <a:clrTo>
                            <a:srgbClr val="000000"/>
                          </a:clrTo>
                        </a:clrChange>
                      </a:blip>
                      <a:stretch>
                        <a:fillRect/>
                      </a:stretch>
                    </p:blipFill>
                    <p:spPr>
                      <a:xfrm>
                        <a:off x="2994025" y="2001838"/>
                        <a:ext cx="857250" cy="484187"/>
                      </a:xfrm>
                      <a:prstGeom prst="rect">
                        <a:avLst/>
                      </a:prstGeom>
                      <a:noFill/>
                      <a:ln w="38100">
                        <a:noFill/>
                        <a:miter/>
                      </a:ln>
                    </p:spPr>
                  </p:pic>
                </p:oleObj>
              </mc:Fallback>
            </mc:AlternateContent>
          </a:graphicData>
        </a:graphic>
      </p:graphicFrame>
      <p:graphicFrame>
        <p:nvGraphicFramePr>
          <p:cNvPr id="294917" name="Object 5"/>
          <p:cNvGraphicFramePr>
            <a:graphicFrameLocks noChangeAspect="1"/>
          </p:cNvGraphicFramePr>
          <p:nvPr/>
        </p:nvGraphicFramePr>
        <p:xfrm>
          <a:off x="1006475" y="2035175"/>
          <a:ext cx="973138" cy="457200"/>
        </p:xfrm>
        <a:graphic>
          <a:graphicData uri="http://schemas.openxmlformats.org/presentationml/2006/ole">
            <mc:AlternateContent xmlns:mc="http://schemas.openxmlformats.org/markup-compatibility/2006">
              <mc:Choice xmlns:v="urn:schemas-microsoft-com:vml" Requires="v">
                <p:oleObj r:id="rId4" imgW="266065" imgH="104140" progId="Equation.DSMT4">
                  <p:embed/>
                </p:oleObj>
              </mc:Choice>
              <mc:Fallback>
                <p:oleObj r:id="rId4" imgW="266065" imgH="104140" progId="Equation.DSMT4">
                  <p:embed/>
                  <p:pic>
                    <p:nvPicPr>
                      <p:cNvPr id="294917" name="Object 5"/>
                      <p:cNvPicPr/>
                      <p:nvPr/>
                    </p:nvPicPr>
                    <p:blipFill>
                      <a:blip r:embed="rId5">
                        <a:clrChange>
                          <a:clrFrom>
                            <a:srgbClr val="000000"/>
                          </a:clrFrom>
                          <a:clrTo>
                            <a:srgbClr val="000000"/>
                          </a:clrTo>
                        </a:clrChange>
                      </a:blip>
                      <a:stretch>
                        <a:fillRect/>
                      </a:stretch>
                    </p:blipFill>
                    <p:spPr>
                      <a:xfrm>
                        <a:off x="1006475" y="2035175"/>
                        <a:ext cx="973138" cy="457200"/>
                      </a:xfrm>
                      <a:prstGeom prst="rect">
                        <a:avLst/>
                      </a:prstGeom>
                      <a:noFill/>
                      <a:ln w="38100">
                        <a:noFill/>
                        <a:miter/>
                      </a:ln>
                    </p:spPr>
                  </p:pic>
                </p:oleObj>
              </mc:Fallback>
            </mc:AlternateContent>
          </a:graphicData>
        </a:graphic>
      </p:graphicFrame>
      <p:graphicFrame>
        <p:nvGraphicFramePr>
          <p:cNvPr id="294919" name="Object 7"/>
          <p:cNvGraphicFramePr>
            <a:graphicFrameLocks noChangeAspect="1"/>
          </p:cNvGraphicFramePr>
          <p:nvPr/>
        </p:nvGraphicFramePr>
        <p:xfrm>
          <a:off x="2987675" y="3141663"/>
          <a:ext cx="857250" cy="484187"/>
        </p:xfrm>
        <a:graphic>
          <a:graphicData uri="http://schemas.openxmlformats.org/presentationml/2006/ole">
            <mc:AlternateContent xmlns:mc="http://schemas.openxmlformats.org/markup-compatibility/2006">
              <mc:Choice xmlns:v="urn:schemas-microsoft-com:vml" Requires="v">
                <p:oleObj r:id="rId2" imgW="237490" imgH="92710" progId="Equation.DSMT4">
                  <p:embed/>
                </p:oleObj>
              </mc:Choice>
              <mc:Fallback>
                <p:oleObj r:id="rId2" imgW="237490" imgH="92710" progId="Equation.DSMT4">
                  <p:embed/>
                  <p:pic>
                    <p:nvPicPr>
                      <p:cNvPr id="294919" name="Object 7"/>
                      <p:cNvPicPr/>
                      <p:nvPr/>
                    </p:nvPicPr>
                    <p:blipFill>
                      <a:blip r:embed="rId6">
                        <a:clrChange>
                          <a:clrFrom>
                            <a:srgbClr val="000000"/>
                          </a:clrFrom>
                          <a:clrTo>
                            <a:srgbClr val="000000"/>
                          </a:clrTo>
                        </a:clrChange>
                      </a:blip>
                      <a:stretch>
                        <a:fillRect/>
                      </a:stretch>
                    </p:blipFill>
                    <p:spPr>
                      <a:xfrm>
                        <a:off x="2987675" y="3141663"/>
                        <a:ext cx="857250" cy="484187"/>
                      </a:xfrm>
                      <a:prstGeom prst="rect">
                        <a:avLst/>
                      </a:prstGeom>
                      <a:noFill/>
                      <a:ln w="38100">
                        <a:noFill/>
                        <a:miter/>
                      </a:ln>
                    </p:spPr>
                  </p:pic>
                </p:oleObj>
              </mc:Fallback>
            </mc:AlternateContent>
          </a:graphicData>
        </a:graphic>
      </p:graphicFrame>
      <p:graphicFrame>
        <p:nvGraphicFramePr>
          <p:cNvPr id="294920" name="Object 8"/>
          <p:cNvGraphicFramePr>
            <a:graphicFrameLocks noChangeAspect="1"/>
          </p:cNvGraphicFramePr>
          <p:nvPr/>
        </p:nvGraphicFramePr>
        <p:xfrm>
          <a:off x="684213" y="3175000"/>
          <a:ext cx="1428750" cy="685800"/>
        </p:xfrm>
        <a:graphic>
          <a:graphicData uri="http://schemas.openxmlformats.org/presentationml/2006/ole">
            <mc:AlternateContent xmlns:mc="http://schemas.openxmlformats.org/markup-compatibility/2006">
              <mc:Choice xmlns:v="urn:schemas-microsoft-com:vml" Requires="v">
                <p:oleObj r:id="rId7" imgW="440055" imgH="202565" progId="Equation.DSMT4">
                  <p:embed/>
                </p:oleObj>
              </mc:Choice>
              <mc:Fallback>
                <p:oleObj r:id="rId7" imgW="440055" imgH="202565" progId="Equation.DSMT4">
                  <p:embed/>
                  <p:pic>
                    <p:nvPicPr>
                      <p:cNvPr id="294920" name="Object 8"/>
                      <p:cNvPicPr/>
                      <p:nvPr/>
                    </p:nvPicPr>
                    <p:blipFill>
                      <a:blip r:embed="rId8">
                        <a:clrChange>
                          <a:clrFrom>
                            <a:srgbClr val="000000"/>
                          </a:clrFrom>
                          <a:clrTo>
                            <a:srgbClr val="000000"/>
                          </a:clrTo>
                        </a:clrChange>
                      </a:blip>
                      <a:stretch>
                        <a:fillRect/>
                      </a:stretch>
                    </p:blipFill>
                    <p:spPr>
                      <a:xfrm>
                        <a:off x="684213" y="3175000"/>
                        <a:ext cx="1428750" cy="685800"/>
                      </a:xfrm>
                      <a:prstGeom prst="rect">
                        <a:avLst/>
                      </a:prstGeom>
                      <a:noFill/>
                      <a:ln w="38100">
                        <a:noFill/>
                        <a:miter/>
                      </a:ln>
                    </p:spPr>
                  </p:pic>
                </p:oleObj>
              </mc:Fallback>
            </mc:AlternateContent>
          </a:graphicData>
        </a:graphic>
      </p:graphicFrame>
      <p:sp>
        <p:nvSpPr>
          <p:cNvPr id="294922" name="Rectangle 10"/>
          <p:cNvSpPr/>
          <p:nvPr/>
        </p:nvSpPr>
        <p:spPr>
          <a:xfrm>
            <a:off x="684213" y="2435225"/>
            <a:ext cx="3024187"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Char char="•"/>
            </a:pPr>
            <a:r>
              <a:rPr lang="en-US" altLang="zh-CN" sz="2400" b="1" dirty="0">
                <a:solidFill>
                  <a:srgbClr val="000000"/>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Polar molecules </a:t>
            </a:r>
            <a:r>
              <a:rPr lang="zh-CN" altLang="en-US" sz="2400" b="1" dirty="0">
                <a:solidFill>
                  <a:srgbClr val="0000CC"/>
                </a:solidFill>
                <a:latin typeface="Times New Roman" panose="02020603050405020304" pitchFamily="18" charset="0"/>
                <a:ea typeface="楷体_GB2312" pitchFamily="49" charset="-122"/>
              </a:rPr>
              <a:t>：</a:t>
            </a:r>
          </a:p>
        </p:txBody>
      </p:sp>
      <p:sp>
        <p:nvSpPr>
          <p:cNvPr id="294923" name="Rectangle 11"/>
          <p:cNvSpPr/>
          <p:nvPr/>
        </p:nvSpPr>
        <p:spPr>
          <a:xfrm>
            <a:off x="4427538" y="908050"/>
            <a:ext cx="4464050"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2</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楷体_GB2312" pitchFamily="49" charset="-122"/>
              </a:rPr>
              <a:t>With external E field</a:t>
            </a:r>
          </a:p>
        </p:txBody>
      </p:sp>
      <p:graphicFrame>
        <p:nvGraphicFramePr>
          <p:cNvPr id="294924" name="Object 12"/>
          <p:cNvGraphicFramePr>
            <a:graphicFrameLocks noChangeAspect="1"/>
          </p:cNvGraphicFramePr>
          <p:nvPr/>
        </p:nvGraphicFramePr>
        <p:xfrm>
          <a:off x="5630863" y="2492375"/>
          <a:ext cx="1028700" cy="541338"/>
        </p:xfrm>
        <a:graphic>
          <a:graphicData uri="http://schemas.openxmlformats.org/presentationml/2006/ole">
            <mc:AlternateContent xmlns:mc="http://schemas.openxmlformats.org/markup-compatibility/2006">
              <mc:Choice xmlns:v="urn:schemas-microsoft-com:vml" Requires="v">
                <p:oleObj r:id="rId9" imgW="312420" imgH="109855" progId="Equation.DSMT4">
                  <p:embed/>
                </p:oleObj>
              </mc:Choice>
              <mc:Fallback>
                <p:oleObj r:id="rId9" imgW="312420" imgH="109855" progId="Equation.DSMT4">
                  <p:embed/>
                  <p:pic>
                    <p:nvPicPr>
                      <p:cNvPr id="294924" name="Object 12"/>
                      <p:cNvPicPr/>
                      <p:nvPr/>
                    </p:nvPicPr>
                    <p:blipFill>
                      <a:blip r:embed="rId10">
                        <a:clrChange>
                          <a:clrFrom>
                            <a:srgbClr val="000000"/>
                          </a:clrFrom>
                          <a:clrTo>
                            <a:srgbClr val="000000"/>
                          </a:clrTo>
                        </a:clrChange>
                      </a:blip>
                      <a:stretch>
                        <a:fillRect/>
                      </a:stretch>
                    </p:blipFill>
                    <p:spPr>
                      <a:xfrm>
                        <a:off x="5630863" y="2492375"/>
                        <a:ext cx="1028700" cy="541338"/>
                      </a:xfrm>
                      <a:prstGeom prst="rect">
                        <a:avLst/>
                      </a:prstGeom>
                      <a:noFill/>
                      <a:ln w="38100">
                        <a:noFill/>
                        <a:miter/>
                      </a:ln>
                    </p:spPr>
                  </p:pic>
                </p:oleObj>
              </mc:Fallback>
            </mc:AlternateContent>
          </a:graphicData>
        </a:graphic>
      </p:graphicFrame>
      <p:graphicFrame>
        <p:nvGraphicFramePr>
          <p:cNvPr id="294925" name="Object 13"/>
          <p:cNvGraphicFramePr>
            <a:graphicFrameLocks noChangeAspect="1"/>
          </p:cNvGraphicFramePr>
          <p:nvPr/>
        </p:nvGraphicFramePr>
        <p:xfrm>
          <a:off x="4789488" y="1570038"/>
          <a:ext cx="973137" cy="457200"/>
        </p:xfrm>
        <a:graphic>
          <a:graphicData uri="http://schemas.openxmlformats.org/presentationml/2006/ole">
            <mc:AlternateContent xmlns:mc="http://schemas.openxmlformats.org/markup-compatibility/2006">
              <mc:Choice xmlns:v="urn:schemas-microsoft-com:vml" Requires="v">
                <p:oleObj r:id="rId11" imgW="266065" imgH="104140" progId="Equation.DSMT4">
                  <p:embed/>
                </p:oleObj>
              </mc:Choice>
              <mc:Fallback>
                <p:oleObj r:id="rId11" imgW="266065" imgH="104140" progId="Equation.DSMT4">
                  <p:embed/>
                  <p:pic>
                    <p:nvPicPr>
                      <p:cNvPr id="294925" name="Object 13"/>
                      <p:cNvPicPr/>
                      <p:nvPr/>
                    </p:nvPicPr>
                    <p:blipFill>
                      <a:blip r:embed="rId12">
                        <a:clrChange>
                          <a:clrFrom>
                            <a:srgbClr val="000000"/>
                          </a:clrFrom>
                          <a:clrTo>
                            <a:srgbClr val="000000"/>
                          </a:clrTo>
                        </a:clrChange>
                      </a:blip>
                      <a:stretch>
                        <a:fillRect/>
                      </a:stretch>
                    </p:blipFill>
                    <p:spPr>
                      <a:xfrm>
                        <a:off x="4789488" y="1570038"/>
                        <a:ext cx="973137" cy="457200"/>
                      </a:xfrm>
                      <a:prstGeom prst="rect">
                        <a:avLst/>
                      </a:prstGeom>
                      <a:noFill/>
                      <a:ln w="38100">
                        <a:noFill/>
                        <a:miter/>
                      </a:ln>
                    </p:spPr>
                  </p:pic>
                </p:oleObj>
              </mc:Fallback>
            </mc:AlternateContent>
          </a:graphicData>
        </a:graphic>
      </p:graphicFrame>
      <p:graphicFrame>
        <p:nvGraphicFramePr>
          <p:cNvPr id="294927" name="Object 15"/>
          <p:cNvGraphicFramePr>
            <a:graphicFrameLocks noChangeAspect="1"/>
          </p:cNvGraphicFramePr>
          <p:nvPr/>
        </p:nvGraphicFramePr>
        <p:xfrm>
          <a:off x="5575300" y="1916113"/>
          <a:ext cx="1701800" cy="685800"/>
        </p:xfrm>
        <a:graphic>
          <a:graphicData uri="http://schemas.openxmlformats.org/presentationml/2006/ole">
            <mc:AlternateContent xmlns:mc="http://schemas.openxmlformats.org/markup-compatibility/2006">
              <mc:Choice xmlns:v="urn:schemas-microsoft-com:vml" Requires="v">
                <p:oleObj r:id="rId13" imgW="544195" imgH="202565" progId="Equation.DSMT4">
                  <p:embed/>
                </p:oleObj>
              </mc:Choice>
              <mc:Fallback>
                <p:oleObj r:id="rId13" imgW="544195" imgH="202565" progId="Equation.DSMT4">
                  <p:embed/>
                  <p:pic>
                    <p:nvPicPr>
                      <p:cNvPr id="294927" name="Object 15"/>
                      <p:cNvPicPr/>
                      <p:nvPr/>
                    </p:nvPicPr>
                    <p:blipFill>
                      <a:blip r:embed="rId14">
                        <a:clrChange>
                          <a:clrFrom>
                            <a:srgbClr val="000000"/>
                          </a:clrFrom>
                          <a:clrTo>
                            <a:srgbClr val="000000"/>
                          </a:clrTo>
                        </a:clrChange>
                      </a:blip>
                      <a:stretch>
                        <a:fillRect/>
                      </a:stretch>
                    </p:blipFill>
                    <p:spPr>
                      <a:xfrm>
                        <a:off x="5575300" y="1916113"/>
                        <a:ext cx="1701800" cy="685800"/>
                      </a:xfrm>
                      <a:prstGeom prst="rect">
                        <a:avLst/>
                      </a:prstGeom>
                      <a:noFill/>
                      <a:ln w="38100">
                        <a:noFill/>
                        <a:miter/>
                      </a:ln>
                    </p:spPr>
                  </p:pic>
                </p:oleObj>
              </mc:Fallback>
            </mc:AlternateContent>
          </a:graphicData>
        </a:graphic>
      </p:graphicFrame>
      <p:sp>
        <p:nvSpPr>
          <p:cNvPr id="294929" name="Rectangle 17"/>
          <p:cNvSpPr/>
          <p:nvPr/>
        </p:nvSpPr>
        <p:spPr>
          <a:xfrm>
            <a:off x="5724525" y="1435100"/>
            <a:ext cx="836613" cy="5254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CC"/>
                </a:solidFill>
                <a:latin typeface="楷体_GB2312" pitchFamily="49" charset="-122"/>
                <a:ea typeface="楷体_GB2312" pitchFamily="49" charset="-122"/>
              </a:rPr>
              <a:t>and</a:t>
            </a:r>
          </a:p>
        </p:txBody>
      </p:sp>
      <p:graphicFrame>
        <p:nvGraphicFramePr>
          <p:cNvPr id="294930" name="Object 18"/>
          <p:cNvGraphicFramePr>
            <a:graphicFrameLocks noChangeAspect="1"/>
          </p:cNvGraphicFramePr>
          <p:nvPr/>
        </p:nvGraphicFramePr>
        <p:xfrm>
          <a:off x="6429375" y="1531938"/>
          <a:ext cx="2463800" cy="457200"/>
        </p:xfrm>
        <a:graphic>
          <a:graphicData uri="http://schemas.openxmlformats.org/presentationml/2006/ole">
            <mc:AlternateContent xmlns:mc="http://schemas.openxmlformats.org/markup-compatibility/2006">
              <mc:Choice xmlns:v="urn:schemas-microsoft-com:vml" Requires="v">
                <p:oleObj r:id="rId15" imgW="833120" imgH="104140" progId="Equation.DSMT4">
                  <p:embed/>
                </p:oleObj>
              </mc:Choice>
              <mc:Fallback>
                <p:oleObj r:id="rId15" imgW="833120" imgH="104140" progId="Equation.DSMT4">
                  <p:embed/>
                  <p:pic>
                    <p:nvPicPr>
                      <p:cNvPr id="294930" name="Object 18"/>
                      <p:cNvPicPr/>
                      <p:nvPr/>
                    </p:nvPicPr>
                    <p:blipFill>
                      <a:blip r:embed="rId16">
                        <a:clrChange>
                          <a:clrFrom>
                            <a:srgbClr val="000000"/>
                          </a:clrFrom>
                          <a:clrTo>
                            <a:srgbClr val="000000"/>
                          </a:clrTo>
                        </a:clrChange>
                      </a:blip>
                      <a:stretch>
                        <a:fillRect/>
                      </a:stretch>
                    </p:blipFill>
                    <p:spPr>
                      <a:xfrm>
                        <a:off x="6429375" y="1531938"/>
                        <a:ext cx="2463800" cy="457200"/>
                      </a:xfrm>
                      <a:prstGeom prst="rect">
                        <a:avLst/>
                      </a:prstGeom>
                      <a:noFill/>
                      <a:ln w="38100">
                        <a:noFill/>
                        <a:miter/>
                      </a:ln>
                    </p:spPr>
                  </p:pic>
                </p:oleObj>
              </mc:Fallback>
            </mc:AlternateContent>
          </a:graphicData>
        </a:graphic>
      </p:graphicFrame>
      <p:sp>
        <p:nvSpPr>
          <p:cNvPr id="294931" name="Rectangle 19"/>
          <p:cNvSpPr/>
          <p:nvPr/>
        </p:nvSpPr>
        <p:spPr>
          <a:xfrm>
            <a:off x="4464050" y="2852738"/>
            <a:ext cx="4679950" cy="7921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1800" b="1" dirty="0">
                <a:solidFill>
                  <a:srgbClr val="FF0000"/>
                </a:solidFill>
                <a:latin typeface="Times New Roman" panose="02020603050405020304" pitchFamily="18" charset="0"/>
                <a:ea typeface="楷体_GB2312" pitchFamily="49" charset="-122"/>
              </a:rPr>
              <a:t>n</a:t>
            </a:r>
            <a:r>
              <a:rPr lang="en-US" altLang="zh-CN" sz="1800" b="1" dirty="0">
                <a:solidFill>
                  <a:srgbClr val="0000CC"/>
                </a:solidFill>
                <a:latin typeface="Times New Roman" panose="02020603050405020304" pitchFamily="18" charset="0"/>
                <a:ea typeface="楷体_GB2312" pitchFamily="49" charset="-122"/>
              </a:rPr>
              <a:t> is the number of polarized molecules per unit volume </a:t>
            </a:r>
          </a:p>
        </p:txBody>
      </p:sp>
      <p:sp>
        <p:nvSpPr>
          <p:cNvPr id="294932" name="Rectangle 20"/>
          <p:cNvSpPr/>
          <p:nvPr/>
        </p:nvSpPr>
        <p:spPr>
          <a:xfrm>
            <a:off x="250825" y="981075"/>
            <a:ext cx="8713788" cy="5400675"/>
          </a:xfrm>
          <a:prstGeom prst="rect">
            <a:avLst/>
          </a:prstGeom>
          <a:noFill/>
          <a:ln w="38100" cap="flat" cmpd="sng">
            <a:solidFill>
              <a:srgbClr val="0000CC"/>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94933" name="Line 21"/>
          <p:cNvSpPr/>
          <p:nvPr/>
        </p:nvSpPr>
        <p:spPr>
          <a:xfrm>
            <a:off x="4356100" y="981075"/>
            <a:ext cx="0" cy="5400675"/>
          </a:xfrm>
          <a:prstGeom prst="line">
            <a:avLst/>
          </a:prstGeom>
          <a:ln w="38100" cap="flat" cmpd="sng">
            <a:solidFill>
              <a:srgbClr val="0000CC"/>
            </a:solidFill>
            <a:prstDash val="solid"/>
            <a:headEnd type="none" w="med" len="med"/>
            <a:tailEnd type="none" w="med" len="med"/>
          </a:ln>
        </p:spPr>
        <p:txBody>
          <a:bodyPr/>
          <a:lstStyle/>
          <a:p>
            <a:endParaRPr lang="zh-CN" altLang="en-US"/>
          </a:p>
        </p:txBody>
      </p:sp>
      <p:grpSp>
        <p:nvGrpSpPr>
          <p:cNvPr id="294934" name="Group 22"/>
          <p:cNvGrpSpPr/>
          <p:nvPr/>
        </p:nvGrpSpPr>
        <p:grpSpPr>
          <a:xfrm>
            <a:off x="279400" y="4003675"/>
            <a:ext cx="3960813" cy="2305050"/>
            <a:chOff x="2971" y="845"/>
            <a:chExt cx="2744" cy="1452"/>
          </a:xfrm>
        </p:grpSpPr>
        <p:sp>
          <p:nvSpPr>
            <p:cNvPr id="65731" name="Rectangle 23"/>
            <p:cNvSpPr/>
            <p:nvPr/>
          </p:nvSpPr>
          <p:spPr>
            <a:xfrm>
              <a:off x="2971" y="845"/>
              <a:ext cx="2744" cy="145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5732" name="Text Box 24"/>
            <p:cNvSpPr txBox="1"/>
            <p:nvPr/>
          </p:nvSpPr>
          <p:spPr>
            <a:xfrm>
              <a:off x="3334" y="1888"/>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dirty="0">
                  <a:solidFill>
                    <a:srgbClr val="000000"/>
                  </a:solidFill>
                  <a:latin typeface="Times New Roman" panose="02020603050405020304" pitchFamily="18" charset="0"/>
                  <a:ea typeface="仿宋_GB2312" pitchFamily="49" charset="-122"/>
                </a:rPr>
                <a:t>Nonpolar</a:t>
              </a:r>
            </a:p>
          </p:txBody>
        </p:sp>
        <p:grpSp>
          <p:nvGrpSpPr>
            <p:cNvPr id="65733" name="Group 25"/>
            <p:cNvGrpSpPr/>
            <p:nvPr/>
          </p:nvGrpSpPr>
          <p:grpSpPr>
            <a:xfrm>
              <a:off x="3054" y="1013"/>
              <a:ext cx="1188" cy="907"/>
              <a:chOff x="431" y="2659"/>
              <a:chExt cx="1188" cy="907"/>
            </a:xfrm>
          </p:grpSpPr>
          <p:sp>
            <p:nvSpPr>
              <p:cNvPr id="65794" name="Text Box 26"/>
              <p:cNvSpPr txBox="1"/>
              <p:nvPr/>
            </p:nvSpPr>
            <p:spPr>
              <a:xfrm>
                <a:off x="1323" y="3145"/>
                <a:ext cx="296" cy="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sp>
            <p:nvSpPr>
              <p:cNvPr id="65795" name="Rectangle 27"/>
              <p:cNvSpPr/>
              <p:nvPr/>
            </p:nvSpPr>
            <p:spPr>
              <a:xfrm>
                <a:off x="431" y="2659"/>
                <a:ext cx="1179" cy="907"/>
              </a:xfrm>
              <a:prstGeom prst="rect">
                <a:avLst/>
              </a:prstGeom>
              <a:solidFill>
                <a:srgbClr val="008080"/>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8080"/>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5796" name="Group 28"/>
              <p:cNvGrpSpPr/>
              <p:nvPr/>
            </p:nvGrpSpPr>
            <p:grpSpPr>
              <a:xfrm>
                <a:off x="521" y="2750"/>
                <a:ext cx="204" cy="204"/>
                <a:chOff x="839" y="2795"/>
                <a:chExt cx="204" cy="204"/>
              </a:xfrm>
            </p:grpSpPr>
            <p:sp>
              <p:nvSpPr>
                <p:cNvPr id="294941" name="Oval 29"/>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82" name="Line 30"/>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83" name="Group 31"/>
                <p:cNvGrpSpPr/>
                <p:nvPr/>
              </p:nvGrpSpPr>
              <p:grpSpPr>
                <a:xfrm>
                  <a:off x="892" y="2832"/>
                  <a:ext cx="91" cy="91"/>
                  <a:chOff x="892" y="2832"/>
                  <a:chExt cx="91" cy="91"/>
                </a:xfrm>
              </p:grpSpPr>
              <p:sp>
                <p:nvSpPr>
                  <p:cNvPr id="65884" name="Line 3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85" name="Line 3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797" name="Group 34"/>
              <p:cNvGrpSpPr/>
              <p:nvPr/>
            </p:nvGrpSpPr>
            <p:grpSpPr>
              <a:xfrm>
                <a:off x="769" y="2704"/>
                <a:ext cx="204" cy="204"/>
                <a:chOff x="839" y="2795"/>
                <a:chExt cx="204" cy="204"/>
              </a:xfrm>
            </p:grpSpPr>
            <p:sp>
              <p:nvSpPr>
                <p:cNvPr id="294947" name="Oval 35"/>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77" name="Line 36"/>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78" name="Group 37"/>
                <p:cNvGrpSpPr/>
                <p:nvPr/>
              </p:nvGrpSpPr>
              <p:grpSpPr>
                <a:xfrm>
                  <a:off x="892" y="2832"/>
                  <a:ext cx="91" cy="91"/>
                  <a:chOff x="892" y="2832"/>
                  <a:chExt cx="91" cy="91"/>
                </a:xfrm>
              </p:grpSpPr>
              <p:sp>
                <p:nvSpPr>
                  <p:cNvPr id="65879" name="Line 3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80" name="Line 3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798" name="Group 40"/>
              <p:cNvGrpSpPr/>
              <p:nvPr/>
            </p:nvGrpSpPr>
            <p:grpSpPr>
              <a:xfrm>
                <a:off x="703" y="2931"/>
                <a:ext cx="204" cy="204"/>
                <a:chOff x="839" y="2795"/>
                <a:chExt cx="204" cy="204"/>
              </a:xfrm>
            </p:grpSpPr>
            <p:sp>
              <p:nvSpPr>
                <p:cNvPr id="294953" name="Oval 41"/>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72" name="Line 42"/>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73" name="Group 43"/>
                <p:cNvGrpSpPr/>
                <p:nvPr/>
              </p:nvGrpSpPr>
              <p:grpSpPr>
                <a:xfrm>
                  <a:off x="892" y="2832"/>
                  <a:ext cx="91" cy="91"/>
                  <a:chOff x="892" y="2832"/>
                  <a:chExt cx="91" cy="91"/>
                </a:xfrm>
              </p:grpSpPr>
              <p:sp>
                <p:nvSpPr>
                  <p:cNvPr id="65874" name="Line 4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75" name="Line 4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799" name="Group 46"/>
              <p:cNvGrpSpPr/>
              <p:nvPr/>
            </p:nvGrpSpPr>
            <p:grpSpPr>
              <a:xfrm>
                <a:off x="476" y="3022"/>
                <a:ext cx="204" cy="204"/>
                <a:chOff x="839" y="2795"/>
                <a:chExt cx="204" cy="204"/>
              </a:xfrm>
            </p:grpSpPr>
            <p:sp>
              <p:nvSpPr>
                <p:cNvPr id="294959" name="Oval 47"/>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67" name="Line 48"/>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68" name="Group 49"/>
                <p:cNvGrpSpPr/>
                <p:nvPr/>
              </p:nvGrpSpPr>
              <p:grpSpPr>
                <a:xfrm>
                  <a:off x="892" y="2832"/>
                  <a:ext cx="91" cy="91"/>
                  <a:chOff x="892" y="2832"/>
                  <a:chExt cx="91" cy="91"/>
                </a:xfrm>
              </p:grpSpPr>
              <p:sp>
                <p:nvSpPr>
                  <p:cNvPr id="65869" name="Line 5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70" name="Line 5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0" name="Group 52"/>
              <p:cNvGrpSpPr/>
              <p:nvPr/>
            </p:nvGrpSpPr>
            <p:grpSpPr>
              <a:xfrm>
                <a:off x="999" y="2750"/>
                <a:ext cx="204" cy="204"/>
                <a:chOff x="839" y="2795"/>
                <a:chExt cx="204" cy="204"/>
              </a:xfrm>
            </p:grpSpPr>
            <p:sp>
              <p:nvSpPr>
                <p:cNvPr id="294965" name="Oval 53"/>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62" name="Line 54"/>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63" name="Group 55"/>
                <p:cNvGrpSpPr/>
                <p:nvPr/>
              </p:nvGrpSpPr>
              <p:grpSpPr>
                <a:xfrm>
                  <a:off x="892" y="2832"/>
                  <a:ext cx="91" cy="91"/>
                  <a:chOff x="892" y="2832"/>
                  <a:chExt cx="91" cy="91"/>
                </a:xfrm>
              </p:grpSpPr>
              <p:sp>
                <p:nvSpPr>
                  <p:cNvPr id="65864" name="Line 5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65" name="Line 5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1" name="Group 58"/>
              <p:cNvGrpSpPr/>
              <p:nvPr/>
            </p:nvGrpSpPr>
            <p:grpSpPr>
              <a:xfrm>
                <a:off x="930" y="2976"/>
                <a:ext cx="204" cy="204"/>
                <a:chOff x="839" y="2795"/>
                <a:chExt cx="204" cy="204"/>
              </a:xfrm>
            </p:grpSpPr>
            <p:sp>
              <p:nvSpPr>
                <p:cNvPr id="294971" name="Oval 59"/>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57" name="Line 60"/>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58" name="Group 61"/>
                <p:cNvGrpSpPr/>
                <p:nvPr/>
              </p:nvGrpSpPr>
              <p:grpSpPr>
                <a:xfrm>
                  <a:off x="892" y="2832"/>
                  <a:ext cx="91" cy="91"/>
                  <a:chOff x="892" y="2832"/>
                  <a:chExt cx="91" cy="91"/>
                </a:xfrm>
              </p:grpSpPr>
              <p:sp>
                <p:nvSpPr>
                  <p:cNvPr id="65859" name="Line 6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60" name="Line 6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2" name="Group 64"/>
              <p:cNvGrpSpPr/>
              <p:nvPr/>
            </p:nvGrpSpPr>
            <p:grpSpPr>
              <a:xfrm>
                <a:off x="665" y="3181"/>
                <a:ext cx="204" cy="204"/>
                <a:chOff x="839" y="2795"/>
                <a:chExt cx="204" cy="204"/>
              </a:xfrm>
            </p:grpSpPr>
            <p:sp>
              <p:nvSpPr>
                <p:cNvPr id="294977" name="Oval 65"/>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52" name="Line 66"/>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53" name="Group 67"/>
                <p:cNvGrpSpPr/>
                <p:nvPr/>
              </p:nvGrpSpPr>
              <p:grpSpPr>
                <a:xfrm>
                  <a:off x="892" y="2832"/>
                  <a:ext cx="91" cy="91"/>
                  <a:chOff x="892" y="2832"/>
                  <a:chExt cx="91" cy="91"/>
                </a:xfrm>
              </p:grpSpPr>
              <p:sp>
                <p:nvSpPr>
                  <p:cNvPr id="65854" name="Line 6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55" name="Line 6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3" name="Group 70"/>
              <p:cNvGrpSpPr/>
              <p:nvPr/>
            </p:nvGrpSpPr>
            <p:grpSpPr>
              <a:xfrm>
                <a:off x="900" y="3226"/>
                <a:ext cx="204" cy="204"/>
                <a:chOff x="839" y="2795"/>
                <a:chExt cx="204" cy="204"/>
              </a:xfrm>
            </p:grpSpPr>
            <p:sp>
              <p:nvSpPr>
                <p:cNvPr id="294983" name="Oval 71"/>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47" name="Line 72"/>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48" name="Group 73"/>
                <p:cNvGrpSpPr/>
                <p:nvPr/>
              </p:nvGrpSpPr>
              <p:grpSpPr>
                <a:xfrm>
                  <a:off x="892" y="2832"/>
                  <a:ext cx="91" cy="91"/>
                  <a:chOff x="892" y="2832"/>
                  <a:chExt cx="91" cy="91"/>
                </a:xfrm>
              </p:grpSpPr>
              <p:sp>
                <p:nvSpPr>
                  <p:cNvPr id="65849" name="Line 7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50" name="Line 7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4" name="Group 76"/>
              <p:cNvGrpSpPr/>
              <p:nvPr/>
            </p:nvGrpSpPr>
            <p:grpSpPr>
              <a:xfrm>
                <a:off x="476" y="3294"/>
                <a:ext cx="204" cy="204"/>
                <a:chOff x="839" y="2795"/>
                <a:chExt cx="204" cy="204"/>
              </a:xfrm>
            </p:grpSpPr>
            <p:sp>
              <p:nvSpPr>
                <p:cNvPr id="294989" name="Oval 77"/>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42" name="Line 78"/>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43" name="Group 79"/>
                <p:cNvGrpSpPr/>
                <p:nvPr/>
              </p:nvGrpSpPr>
              <p:grpSpPr>
                <a:xfrm>
                  <a:off x="892" y="2832"/>
                  <a:ext cx="91" cy="91"/>
                  <a:chOff x="892" y="2832"/>
                  <a:chExt cx="91" cy="91"/>
                </a:xfrm>
              </p:grpSpPr>
              <p:sp>
                <p:nvSpPr>
                  <p:cNvPr id="65844" name="Line 8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45" name="Line 8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5" name="Group 82"/>
              <p:cNvGrpSpPr/>
              <p:nvPr/>
            </p:nvGrpSpPr>
            <p:grpSpPr>
              <a:xfrm>
                <a:off x="1292" y="2704"/>
                <a:ext cx="204" cy="204"/>
                <a:chOff x="839" y="2795"/>
                <a:chExt cx="204" cy="204"/>
              </a:xfrm>
            </p:grpSpPr>
            <p:sp>
              <p:nvSpPr>
                <p:cNvPr id="294995" name="Oval 83"/>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37" name="Line 84"/>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38" name="Group 85"/>
                <p:cNvGrpSpPr/>
                <p:nvPr/>
              </p:nvGrpSpPr>
              <p:grpSpPr>
                <a:xfrm>
                  <a:off x="892" y="2832"/>
                  <a:ext cx="91" cy="91"/>
                  <a:chOff x="892" y="2832"/>
                  <a:chExt cx="91" cy="91"/>
                </a:xfrm>
              </p:grpSpPr>
              <p:sp>
                <p:nvSpPr>
                  <p:cNvPr id="65839" name="Line 8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40" name="Line 8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6" name="Group 88"/>
              <p:cNvGrpSpPr/>
              <p:nvPr/>
            </p:nvGrpSpPr>
            <p:grpSpPr>
              <a:xfrm>
                <a:off x="1179" y="2886"/>
                <a:ext cx="204" cy="204"/>
                <a:chOff x="839" y="2795"/>
                <a:chExt cx="204" cy="204"/>
              </a:xfrm>
            </p:grpSpPr>
            <p:sp>
              <p:nvSpPr>
                <p:cNvPr id="295001" name="Oval 89"/>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32" name="Line 90"/>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33" name="Group 91"/>
                <p:cNvGrpSpPr/>
                <p:nvPr/>
              </p:nvGrpSpPr>
              <p:grpSpPr>
                <a:xfrm>
                  <a:off x="892" y="2832"/>
                  <a:ext cx="91" cy="91"/>
                  <a:chOff x="892" y="2832"/>
                  <a:chExt cx="91" cy="91"/>
                </a:xfrm>
              </p:grpSpPr>
              <p:sp>
                <p:nvSpPr>
                  <p:cNvPr id="65834" name="Line 92"/>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35" name="Line 93"/>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7" name="Group 94"/>
              <p:cNvGrpSpPr/>
              <p:nvPr/>
            </p:nvGrpSpPr>
            <p:grpSpPr>
              <a:xfrm>
                <a:off x="1111" y="3090"/>
                <a:ext cx="204" cy="204"/>
                <a:chOff x="839" y="2795"/>
                <a:chExt cx="204" cy="204"/>
              </a:xfrm>
            </p:grpSpPr>
            <p:sp>
              <p:nvSpPr>
                <p:cNvPr id="295007" name="Oval 95"/>
                <p:cNvSpPr>
                  <a:spLocks noChangeAspect="1" noChangeArrowheads="1"/>
                </p:cNvSpPr>
                <p:nvPr/>
              </p:nvSpPr>
              <p:spPr bwMode="auto">
                <a:xfrm>
                  <a:off x="839" y="2795"/>
                  <a:ext cx="198"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27" name="Line 96"/>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28" name="Group 97"/>
                <p:cNvGrpSpPr/>
                <p:nvPr/>
              </p:nvGrpSpPr>
              <p:grpSpPr>
                <a:xfrm>
                  <a:off x="892" y="2832"/>
                  <a:ext cx="91" cy="91"/>
                  <a:chOff x="892" y="2832"/>
                  <a:chExt cx="91" cy="91"/>
                </a:xfrm>
              </p:grpSpPr>
              <p:sp>
                <p:nvSpPr>
                  <p:cNvPr id="65829" name="Line 98"/>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30" name="Line 99"/>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8" name="Group 100"/>
              <p:cNvGrpSpPr/>
              <p:nvPr/>
            </p:nvGrpSpPr>
            <p:grpSpPr>
              <a:xfrm rot="-269076">
                <a:off x="1361" y="2999"/>
                <a:ext cx="204" cy="204"/>
                <a:chOff x="839" y="2795"/>
                <a:chExt cx="204" cy="204"/>
              </a:xfrm>
            </p:grpSpPr>
            <p:sp>
              <p:nvSpPr>
                <p:cNvPr id="295013" name="Oval 101"/>
                <p:cNvSpPr>
                  <a:spLocks noChangeAspect="1" noChangeArrowheads="1"/>
                </p:cNvSpPr>
                <p:nvPr/>
              </p:nvSpPr>
              <p:spPr bwMode="auto">
                <a:xfrm>
                  <a:off x="826" y="2791"/>
                  <a:ext cx="211"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22" name="Line 102"/>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23" name="Group 103"/>
                <p:cNvGrpSpPr/>
                <p:nvPr/>
              </p:nvGrpSpPr>
              <p:grpSpPr>
                <a:xfrm>
                  <a:off x="892" y="2832"/>
                  <a:ext cx="91" cy="91"/>
                  <a:chOff x="892" y="2832"/>
                  <a:chExt cx="91" cy="91"/>
                </a:xfrm>
              </p:grpSpPr>
              <p:sp>
                <p:nvSpPr>
                  <p:cNvPr id="65824" name="Line 104"/>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25" name="Line 105"/>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09" name="Group 106"/>
              <p:cNvGrpSpPr/>
              <p:nvPr/>
            </p:nvGrpSpPr>
            <p:grpSpPr>
              <a:xfrm>
                <a:off x="1118" y="3317"/>
                <a:ext cx="204" cy="204"/>
                <a:chOff x="839" y="2795"/>
                <a:chExt cx="204" cy="204"/>
              </a:xfrm>
            </p:grpSpPr>
            <p:sp>
              <p:nvSpPr>
                <p:cNvPr id="295019" name="Oval 107"/>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17" name="Line 108"/>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18" name="Group 109"/>
                <p:cNvGrpSpPr/>
                <p:nvPr/>
              </p:nvGrpSpPr>
              <p:grpSpPr>
                <a:xfrm>
                  <a:off x="892" y="2832"/>
                  <a:ext cx="91" cy="91"/>
                  <a:chOff x="892" y="2832"/>
                  <a:chExt cx="91" cy="91"/>
                </a:xfrm>
              </p:grpSpPr>
              <p:sp>
                <p:nvSpPr>
                  <p:cNvPr id="65819" name="Line 110"/>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20" name="Line 111"/>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nvGrpSpPr>
              <p:cNvPr id="65810" name="Group 112"/>
              <p:cNvGrpSpPr/>
              <p:nvPr/>
            </p:nvGrpSpPr>
            <p:grpSpPr>
              <a:xfrm>
                <a:off x="1315" y="3226"/>
                <a:ext cx="204" cy="204"/>
                <a:chOff x="839" y="2795"/>
                <a:chExt cx="204" cy="204"/>
              </a:xfrm>
            </p:grpSpPr>
            <p:sp>
              <p:nvSpPr>
                <p:cNvPr id="295025" name="Oval 113"/>
                <p:cNvSpPr>
                  <a:spLocks noChangeAspect="1" noChangeArrowheads="1"/>
                </p:cNvSpPr>
                <p:nvPr/>
              </p:nvSpPr>
              <p:spPr bwMode="auto">
                <a:xfrm>
                  <a:off x="839" y="2795"/>
                  <a:ext cx="210" cy="20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endParaRPr kumimoji="0" lang="zh-CN" altLang="zh-CN" sz="1600" b="0" i="0" u="none" strike="noStrike" kern="1200" cap="none" spc="0" normalizeH="0" baseline="0" noProof="0">
                    <a:ln>
                      <a:noFill/>
                    </a:ln>
                    <a:solidFill>
                      <a:srgbClr val="FF00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endParaRPr>
                </a:p>
              </p:txBody>
            </p:sp>
            <p:sp>
              <p:nvSpPr>
                <p:cNvPr id="65812" name="Line 114"/>
                <p:cNvSpPr/>
                <p:nvPr/>
              </p:nvSpPr>
              <p:spPr>
                <a:xfrm>
                  <a:off x="892" y="2944"/>
                  <a:ext cx="91" cy="0"/>
                </a:xfrm>
                <a:prstGeom prst="line">
                  <a:avLst/>
                </a:prstGeom>
                <a:ln w="9525" cap="flat" cmpd="sng">
                  <a:solidFill>
                    <a:srgbClr val="0000FF"/>
                  </a:solidFill>
                  <a:prstDash val="solid"/>
                  <a:headEnd type="none" w="med" len="med"/>
                  <a:tailEnd type="none" w="med" len="med"/>
                </a:ln>
              </p:spPr>
              <p:txBody>
                <a:bodyPr/>
                <a:lstStyle/>
                <a:p>
                  <a:endParaRPr lang="zh-CN" altLang="en-US"/>
                </a:p>
              </p:txBody>
            </p:sp>
            <p:grpSp>
              <p:nvGrpSpPr>
                <p:cNvPr id="65813" name="Group 115"/>
                <p:cNvGrpSpPr/>
                <p:nvPr/>
              </p:nvGrpSpPr>
              <p:grpSpPr>
                <a:xfrm>
                  <a:off x="892" y="2832"/>
                  <a:ext cx="91" cy="91"/>
                  <a:chOff x="892" y="2832"/>
                  <a:chExt cx="91" cy="91"/>
                </a:xfrm>
              </p:grpSpPr>
              <p:sp>
                <p:nvSpPr>
                  <p:cNvPr id="65814" name="Line 116"/>
                  <p:cNvSpPr/>
                  <p:nvPr/>
                </p:nvSpPr>
                <p:spPr>
                  <a:xfrm>
                    <a:off x="892" y="2886"/>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sp>
                <p:nvSpPr>
                  <p:cNvPr id="65815" name="Line 117"/>
                  <p:cNvSpPr/>
                  <p:nvPr/>
                </p:nvSpPr>
                <p:spPr>
                  <a:xfrm rot="5400000">
                    <a:off x="892" y="2877"/>
                    <a:ext cx="91" cy="0"/>
                  </a:xfrm>
                  <a:prstGeom prst="line">
                    <a:avLst/>
                  </a:prstGeom>
                  <a:ln w="9525" cap="flat" cmpd="sng">
                    <a:solidFill>
                      <a:srgbClr val="FF0000"/>
                    </a:solidFill>
                    <a:prstDash val="solid"/>
                    <a:headEnd type="none" w="med" len="med"/>
                    <a:tailEnd type="none" w="med" len="med"/>
                  </a:ln>
                </p:spPr>
                <p:txBody>
                  <a:bodyPr/>
                  <a:lstStyle/>
                  <a:p>
                    <a:endParaRPr lang="zh-CN" altLang="en-US"/>
                  </a:p>
                </p:txBody>
              </p:sp>
            </p:grpSp>
          </p:grpSp>
        </p:grpSp>
        <p:grpSp>
          <p:nvGrpSpPr>
            <p:cNvPr id="65734" name="Group 118"/>
            <p:cNvGrpSpPr/>
            <p:nvPr/>
          </p:nvGrpSpPr>
          <p:grpSpPr>
            <a:xfrm>
              <a:off x="4347" y="968"/>
              <a:ext cx="1262" cy="1035"/>
              <a:chOff x="1701" y="2614"/>
              <a:chExt cx="1262" cy="1035"/>
            </a:xfrm>
          </p:grpSpPr>
          <p:sp>
            <p:nvSpPr>
              <p:cNvPr id="65737" name="Rectangle 119"/>
              <p:cNvSpPr/>
              <p:nvPr/>
            </p:nvSpPr>
            <p:spPr>
              <a:xfrm>
                <a:off x="1722" y="2659"/>
                <a:ext cx="1179" cy="907"/>
              </a:xfrm>
              <a:prstGeom prst="rect">
                <a:avLst/>
              </a:prstGeom>
              <a:solidFill>
                <a:srgbClr val="33CCCC"/>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33CCCC"/>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5738" name="Group 120"/>
              <p:cNvGrpSpPr/>
              <p:nvPr/>
            </p:nvGrpSpPr>
            <p:grpSpPr>
              <a:xfrm rot="10629801">
                <a:off x="2324" y="2712"/>
                <a:ext cx="308" cy="446"/>
                <a:chOff x="2154" y="2688"/>
                <a:chExt cx="308" cy="417"/>
              </a:xfrm>
            </p:grpSpPr>
            <p:sp>
              <p:nvSpPr>
                <p:cNvPr id="295033" name="Oval 121"/>
                <p:cNvSpPr>
                  <a:spLocks noChangeArrowheads="1"/>
                </p:cNvSpPr>
                <p:nvPr/>
              </p:nvSpPr>
              <p:spPr bwMode="auto">
                <a:xfrm>
                  <a:off x="2201" y="2743"/>
                  <a:ext cx="134"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92" name="Text Box 12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93" name="Text Box 12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39" name="Group 124"/>
              <p:cNvGrpSpPr/>
              <p:nvPr/>
            </p:nvGrpSpPr>
            <p:grpSpPr>
              <a:xfrm rot="1635320">
                <a:off x="2594" y="2840"/>
                <a:ext cx="308" cy="446"/>
                <a:chOff x="2154" y="2688"/>
                <a:chExt cx="308" cy="417"/>
              </a:xfrm>
            </p:grpSpPr>
            <p:sp>
              <p:nvSpPr>
                <p:cNvPr id="295037" name="Oval 125"/>
                <p:cNvSpPr>
                  <a:spLocks noChangeArrowheads="1"/>
                </p:cNvSpPr>
                <p:nvPr/>
              </p:nvSpPr>
              <p:spPr bwMode="auto">
                <a:xfrm>
                  <a:off x="2193" y="2732"/>
                  <a:ext cx="137"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89" name="Text Box 12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90" name="Text Box 12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0" name="Group 128"/>
              <p:cNvGrpSpPr/>
              <p:nvPr/>
            </p:nvGrpSpPr>
            <p:grpSpPr>
              <a:xfrm rot="-4806886">
                <a:off x="2359" y="2931"/>
                <a:ext cx="308" cy="446"/>
                <a:chOff x="2154" y="2688"/>
                <a:chExt cx="308" cy="417"/>
              </a:xfrm>
            </p:grpSpPr>
            <p:sp>
              <p:nvSpPr>
                <p:cNvPr id="295041" name="Oval 12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86" name="Text Box 13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87" name="Text Box 13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1" name="Group 132"/>
              <p:cNvGrpSpPr/>
              <p:nvPr/>
            </p:nvGrpSpPr>
            <p:grpSpPr>
              <a:xfrm rot="2541892">
                <a:off x="2602" y="3120"/>
                <a:ext cx="308" cy="446"/>
                <a:chOff x="2154" y="2688"/>
                <a:chExt cx="308" cy="417"/>
              </a:xfrm>
            </p:grpSpPr>
            <p:sp>
              <p:nvSpPr>
                <p:cNvPr id="295045" name="Oval 133"/>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83" name="Text Box 13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84" name="Text Box 13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2" name="Group 136"/>
              <p:cNvGrpSpPr/>
              <p:nvPr/>
            </p:nvGrpSpPr>
            <p:grpSpPr>
              <a:xfrm rot="10629801">
                <a:off x="1701" y="2848"/>
                <a:ext cx="308" cy="446"/>
                <a:chOff x="2154" y="2688"/>
                <a:chExt cx="308" cy="417"/>
              </a:xfrm>
            </p:grpSpPr>
            <p:sp>
              <p:nvSpPr>
                <p:cNvPr id="295049" name="Oval 137"/>
                <p:cNvSpPr>
                  <a:spLocks noChangeArrowheads="1"/>
                </p:cNvSpPr>
                <p:nvPr/>
              </p:nvSpPr>
              <p:spPr bwMode="auto">
                <a:xfrm>
                  <a:off x="2218" y="2752"/>
                  <a:ext cx="133" cy="270"/>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80" name="Text Box 13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81" name="Text Box 13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3" name="Group 140"/>
              <p:cNvGrpSpPr/>
              <p:nvPr/>
            </p:nvGrpSpPr>
            <p:grpSpPr>
              <a:xfrm rot="1635320">
                <a:off x="1951" y="2984"/>
                <a:ext cx="308" cy="446"/>
                <a:chOff x="2154" y="2688"/>
                <a:chExt cx="308" cy="417"/>
              </a:xfrm>
            </p:grpSpPr>
            <p:sp>
              <p:nvSpPr>
                <p:cNvPr id="295053" name="Oval 141"/>
                <p:cNvSpPr>
                  <a:spLocks noChangeArrowheads="1"/>
                </p:cNvSpPr>
                <p:nvPr/>
              </p:nvSpPr>
              <p:spPr bwMode="auto">
                <a:xfrm>
                  <a:off x="2179" y="2728"/>
                  <a:ext cx="137"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77" name="Text Box 14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78" name="Text Box 14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4" name="Group 144"/>
              <p:cNvGrpSpPr/>
              <p:nvPr/>
            </p:nvGrpSpPr>
            <p:grpSpPr>
              <a:xfrm rot="-4806886">
                <a:off x="1815" y="3128"/>
                <a:ext cx="308" cy="446"/>
                <a:chOff x="2154" y="2688"/>
                <a:chExt cx="308" cy="417"/>
              </a:xfrm>
            </p:grpSpPr>
            <p:sp>
              <p:nvSpPr>
                <p:cNvPr id="295057" name="Oval 145"/>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74" name="Text Box 14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75" name="Text Box 14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5" name="Group 148"/>
              <p:cNvGrpSpPr/>
              <p:nvPr/>
            </p:nvGrpSpPr>
            <p:grpSpPr>
              <a:xfrm rot="2541892">
                <a:off x="2071" y="3203"/>
                <a:ext cx="308" cy="446"/>
                <a:chOff x="2154" y="2688"/>
                <a:chExt cx="308" cy="417"/>
              </a:xfrm>
            </p:grpSpPr>
            <p:sp>
              <p:nvSpPr>
                <p:cNvPr id="295061" name="Oval 149"/>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71" name="Text Box 15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72" name="Text Box 15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6" name="Group 152"/>
              <p:cNvGrpSpPr/>
              <p:nvPr/>
            </p:nvGrpSpPr>
            <p:grpSpPr>
              <a:xfrm rot="10629801">
                <a:off x="1937" y="2621"/>
                <a:ext cx="308" cy="446"/>
                <a:chOff x="2154" y="2688"/>
                <a:chExt cx="308" cy="417"/>
              </a:xfrm>
            </p:grpSpPr>
            <p:sp>
              <p:nvSpPr>
                <p:cNvPr id="295065" name="Oval 153"/>
                <p:cNvSpPr>
                  <a:spLocks noChangeArrowheads="1"/>
                </p:cNvSpPr>
                <p:nvPr/>
              </p:nvSpPr>
              <p:spPr bwMode="auto">
                <a:xfrm>
                  <a:off x="2201" y="2743"/>
                  <a:ext cx="134"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68" name="Text Box 15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69" name="Text Box 15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7" name="Group 156"/>
              <p:cNvGrpSpPr/>
              <p:nvPr/>
            </p:nvGrpSpPr>
            <p:grpSpPr>
              <a:xfrm rot="1635320">
                <a:off x="2209" y="2629"/>
                <a:ext cx="308" cy="446"/>
                <a:chOff x="2154" y="2688"/>
                <a:chExt cx="308" cy="417"/>
              </a:xfrm>
            </p:grpSpPr>
            <p:sp>
              <p:nvSpPr>
                <p:cNvPr id="295069" name="Oval 157"/>
                <p:cNvSpPr>
                  <a:spLocks noChangeArrowheads="1"/>
                </p:cNvSpPr>
                <p:nvPr/>
              </p:nvSpPr>
              <p:spPr bwMode="auto">
                <a:xfrm>
                  <a:off x="2191" y="2733"/>
                  <a:ext cx="133"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65" name="Text Box 15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66" name="Text Box 15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8" name="Group 160"/>
              <p:cNvGrpSpPr/>
              <p:nvPr/>
            </p:nvGrpSpPr>
            <p:grpSpPr>
              <a:xfrm rot="-4806886">
                <a:off x="1770" y="2590"/>
                <a:ext cx="308" cy="446"/>
                <a:chOff x="2154" y="2688"/>
                <a:chExt cx="308" cy="417"/>
              </a:xfrm>
            </p:grpSpPr>
            <p:sp>
              <p:nvSpPr>
                <p:cNvPr id="295073" name="Oval 161"/>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62" name="Text Box 16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63" name="Text Box 16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49" name="Group 164"/>
              <p:cNvGrpSpPr/>
              <p:nvPr/>
            </p:nvGrpSpPr>
            <p:grpSpPr>
              <a:xfrm rot="2541892">
                <a:off x="2199" y="2848"/>
                <a:ext cx="308" cy="446"/>
                <a:chOff x="2154" y="2688"/>
                <a:chExt cx="308" cy="417"/>
              </a:xfrm>
            </p:grpSpPr>
            <p:sp>
              <p:nvSpPr>
                <p:cNvPr id="295077" name="Oval 165"/>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59" name="Text Box 16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60" name="Text Box 16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50" name="Group 168"/>
              <p:cNvGrpSpPr/>
              <p:nvPr/>
            </p:nvGrpSpPr>
            <p:grpSpPr>
              <a:xfrm rot="-4806886">
                <a:off x="2586" y="2545"/>
                <a:ext cx="308" cy="446"/>
                <a:chOff x="2154" y="2688"/>
                <a:chExt cx="308" cy="417"/>
              </a:xfrm>
            </p:grpSpPr>
            <p:sp>
              <p:nvSpPr>
                <p:cNvPr id="295081" name="Oval 16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56" name="Text Box 17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57" name="Text Box 17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751" name="Group 172"/>
              <p:cNvGrpSpPr/>
              <p:nvPr/>
            </p:nvGrpSpPr>
            <p:grpSpPr>
              <a:xfrm rot="7496936">
                <a:off x="2322" y="3235"/>
                <a:ext cx="308" cy="446"/>
                <a:chOff x="2154" y="2688"/>
                <a:chExt cx="308" cy="417"/>
              </a:xfrm>
            </p:grpSpPr>
            <p:sp>
              <p:nvSpPr>
                <p:cNvPr id="295085" name="Oval 173"/>
                <p:cNvSpPr>
                  <a:spLocks noChangeArrowheads="1"/>
                </p:cNvSpPr>
                <p:nvPr/>
              </p:nvSpPr>
              <p:spPr bwMode="auto">
                <a:xfrm>
                  <a:off x="2200" y="2739"/>
                  <a:ext cx="136"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53" name="Text Box 17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54" name="Text Box 17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sp>
          <p:nvSpPr>
            <p:cNvPr id="65735" name="Text Box 176"/>
            <p:cNvSpPr txBox="1"/>
            <p:nvPr/>
          </p:nvSpPr>
          <p:spPr>
            <a:xfrm>
              <a:off x="4619" y="1888"/>
              <a:ext cx="706"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dirty="0">
                  <a:solidFill>
                    <a:srgbClr val="000000"/>
                  </a:solidFill>
                  <a:latin typeface="Times New Roman" panose="02020603050405020304" pitchFamily="18" charset="0"/>
                  <a:ea typeface="仿宋_GB2312" pitchFamily="49" charset="-122"/>
                </a:rPr>
                <a:t>Polar</a:t>
              </a:r>
            </a:p>
          </p:txBody>
        </p:sp>
        <p:sp>
          <p:nvSpPr>
            <p:cNvPr id="65736" name="Text Box 177"/>
            <p:cNvSpPr txBox="1"/>
            <p:nvPr/>
          </p:nvSpPr>
          <p:spPr>
            <a:xfrm>
              <a:off x="3894" y="2069"/>
              <a:ext cx="907" cy="22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dirty="0">
                  <a:solidFill>
                    <a:srgbClr val="000000"/>
                  </a:solidFill>
                  <a:latin typeface="Times New Roman" panose="02020603050405020304" pitchFamily="18" charset="0"/>
                </a:rPr>
                <a:t>No E field</a:t>
              </a:r>
            </a:p>
          </p:txBody>
        </p:sp>
      </p:grpSp>
      <p:grpSp>
        <p:nvGrpSpPr>
          <p:cNvPr id="295090" name="Group 178"/>
          <p:cNvGrpSpPr/>
          <p:nvPr/>
        </p:nvGrpSpPr>
        <p:grpSpPr>
          <a:xfrm>
            <a:off x="5292725" y="4221163"/>
            <a:ext cx="2987675" cy="2087562"/>
            <a:chOff x="3651" y="890"/>
            <a:chExt cx="2109" cy="1678"/>
          </a:xfrm>
        </p:grpSpPr>
        <p:sp>
          <p:nvSpPr>
            <p:cNvPr id="65566" name="Rectangle 179"/>
            <p:cNvSpPr/>
            <p:nvPr/>
          </p:nvSpPr>
          <p:spPr>
            <a:xfrm>
              <a:off x="3651" y="890"/>
              <a:ext cx="2109" cy="1678"/>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5567" name="Rectangle 180"/>
            <p:cNvSpPr/>
            <p:nvPr/>
          </p:nvSpPr>
          <p:spPr>
            <a:xfrm rot="5400000">
              <a:off x="3992" y="799"/>
              <a:ext cx="1316" cy="1769"/>
            </a:xfrm>
            <a:prstGeom prst="rect">
              <a:avLst/>
            </a:prstGeom>
            <a:solidFill>
              <a:srgbClr val="00CCFF"/>
            </a:solidFill>
            <a:ln w="9525" cap="flat" cmpd="sng">
              <a:prstDash val="solid"/>
              <a:miter/>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CCFF"/>
              </a:extrusionClr>
            </a:sp3d>
          </p:spPr>
          <p:txBody>
            <a:bodyPr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5568" name="Group 181"/>
            <p:cNvGrpSpPr/>
            <p:nvPr/>
          </p:nvGrpSpPr>
          <p:grpSpPr>
            <a:xfrm rot="5400000">
              <a:off x="4898" y="957"/>
              <a:ext cx="308" cy="446"/>
              <a:chOff x="2154" y="2688"/>
              <a:chExt cx="308" cy="417"/>
            </a:xfrm>
          </p:grpSpPr>
          <p:sp>
            <p:nvSpPr>
              <p:cNvPr id="295094" name="Oval 182"/>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29" name="Text Box 18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30" name="Text Box 18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69" name="Group 185"/>
            <p:cNvGrpSpPr/>
            <p:nvPr/>
          </p:nvGrpSpPr>
          <p:grpSpPr>
            <a:xfrm rot="5400000">
              <a:off x="5043" y="1107"/>
              <a:ext cx="308" cy="446"/>
              <a:chOff x="2154" y="2688"/>
              <a:chExt cx="308" cy="417"/>
            </a:xfrm>
          </p:grpSpPr>
          <p:sp>
            <p:nvSpPr>
              <p:cNvPr id="295098" name="Oval 186"/>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26" name="Text Box 18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27" name="Text Box 18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0" name="Group 189"/>
            <p:cNvGrpSpPr/>
            <p:nvPr/>
          </p:nvGrpSpPr>
          <p:grpSpPr>
            <a:xfrm rot="5400000">
              <a:off x="5179" y="1272"/>
              <a:ext cx="308" cy="446"/>
              <a:chOff x="2154" y="2688"/>
              <a:chExt cx="308" cy="417"/>
            </a:xfrm>
          </p:grpSpPr>
          <p:sp>
            <p:nvSpPr>
              <p:cNvPr id="295102" name="Oval 190"/>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23" name="Text Box 19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24" name="Text Box 19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1" name="Group 193"/>
            <p:cNvGrpSpPr/>
            <p:nvPr/>
          </p:nvGrpSpPr>
          <p:grpSpPr>
            <a:xfrm rot="5400000">
              <a:off x="5179" y="957"/>
              <a:ext cx="308" cy="446"/>
              <a:chOff x="2154" y="2688"/>
              <a:chExt cx="308" cy="417"/>
            </a:xfrm>
          </p:grpSpPr>
          <p:sp>
            <p:nvSpPr>
              <p:cNvPr id="295106" name="Oval 194"/>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20" name="Text Box 19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21" name="Text Box 19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2" name="Group 197"/>
            <p:cNvGrpSpPr/>
            <p:nvPr/>
          </p:nvGrpSpPr>
          <p:grpSpPr>
            <a:xfrm rot="5400000">
              <a:off x="4580" y="957"/>
              <a:ext cx="308" cy="446"/>
              <a:chOff x="2154" y="2688"/>
              <a:chExt cx="308" cy="417"/>
            </a:xfrm>
          </p:grpSpPr>
          <p:sp>
            <p:nvSpPr>
              <p:cNvPr id="295110" name="Oval 198"/>
              <p:cNvSpPr>
                <a:spLocks noChangeArrowheads="1"/>
              </p:cNvSpPr>
              <p:nvPr/>
            </p:nvSpPr>
            <p:spPr bwMode="auto">
              <a:xfrm>
                <a:off x="2200" y="2750"/>
                <a:ext cx="135" cy="267"/>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17" name="Text Box 19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18" name="Text Box 20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3" name="Group 201"/>
            <p:cNvGrpSpPr/>
            <p:nvPr/>
          </p:nvGrpSpPr>
          <p:grpSpPr>
            <a:xfrm rot="5400000">
              <a:off x="4725" y="1107"/>
              <a:ext cx="308" cy="446"/>
              <a:chOff x="2154" y="2688"/>
              <a:chExt cx="308" cy="417"/>
            </a:xfrm>
          </p:grpSpPr>
          <p:sp>
            <p:nvSpPr>
              <p:cNvPr id="295114" name="Oval 202"/>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14" name="Text Box 20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15" name="Text Box 20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4" name="Group 205"/>
            <p:cNvGrpSpPr/>
            <p:nvPr/>
          </p:nvGrpSpPr>
          <p:grpSpPr>
            <a:xfrm rot="5400000">
              <a:off x="4861" y="1272"/>
              <a:ext cx="308" cy="446"/>
              <a:chOff x="2154" y="2688"/>
              <a:chExt cx="308" cy="417"/>
            </a:xfrm>
          </p:grpSpPr>
          <p:sp>
            <p:nvSpPr>
              <p:cNvPr id="295118" name="Oval 206"/>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11" name="Text Box 20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12" name="Text Box 20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5" name="Group 209"/>
            <p:cNvGrpSpPr/>
            <p:nvPr/>
          </p:nvGrpSpPr>
          <p:grpSpPr>
            <a:xfrm rot="5400000">
              <a:off x="4997" y="1432"/>
              <a:ext cx="308" cy="446"/>
              <a:chOff x="2154" y="2688"/>
              <a:chExt cx="308" cy="417"/>
            </a:xfrm>
          </p:grpSpPr>
          <p:sp>
            <p:nvSpPr>
              <p:cNvPr id="295122" name="Oval 210"/>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08" name="Text Box 21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09" name="Text Box 21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6" name="Group 213"/>
            <p:cNvGrpSpPr/>
            <p:nvPr/>
          </p:nvGrpSpPr>
          <p:grpSpPr>
            <a:xfrm rot="5400000">
              <a:off x="5133" y="1592"/>
              <a:ext cx="308" cy="446"/>
              <a:chOff x="2154" y="2688"/>
              <a:chExt cx="308" cy="417"/>
            </a:xfrm>
          </p:grpSpPr>
          <p:sp>
            <p:nvSpPr>
              <p:cNvPr id="295126" name="Oval 214"/>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05" name="Text Box 21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06" name="Text Box 21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7" name="Group 217"/>
            <p:cNvGrpSpPr/>
            <p:nvPr/>
          </p:nvGrpSpPr>
          <p:grpSpPr>
            <a:xfrm rot="5400000">
              <a:off x="4255" y="957"/>
              <a:ext cx="308" cy="446"/>
              <a:chOff x="2154" y="2688"/>
              <a:chExt cx="308" cy="417"/>
            </a:xfrm>
          </p:grpSpPr>
          <p:sp>
            <p:nvSpPr>
              <p:cNvPr id="295130" name="Oval 218"/>
              <p:cNvSpPr>
                <a:spLocks noChangeArrowheads="1"/>
              </p:cNvSpPr>
              <p:nvPr/>
            </p:nvSpPr>
            <p:spPr bwMode="auto">
              <a:xfrm>
                <a:off x="2200" y="2750"/>
                <a:ext cx="135" cy="267"/>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702" name="Text Box 21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03" name="Text Box 22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8" name="Group 221"/>
            <p:cNvGrpSpPr/>
            <p:nvPr/>
          </p:nvGrpSpPr>
          <p:grpSpPr>
            <a:xfrm rot="5400000">
              <a:off x="4400" y="1107"/>
              <a:ext cx="308" cy="446"/>
              <a:chOff x="2154" y="2688"/>
              <a:chExt cx="308" cy="417"/>
            </a:xfrm>
          </p:grpSpPr>
          <p:sp>
            <p:nvSpPr>
              <p:cNvPr id="295134" name="Oval 222"/>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99" name="Text Box 22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700" name="Text Box 22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79" name="Group 225"/>
            <p:cNvGrpSpPr/>
            <p:nvPr/>
          </p:nvGrpSpPr>
          <p:grpSpPr>
            <a:xfrm rot="5400000">
              <a:off x="4536" y="1272"/>
              <a:ext cx="308" cy="446"/>
              <a:chOff x="2154" y="2688"/>
              <a:chExt cx="308" cy="417"/>
            </a:xfrm>
          </p:grpSpPr>
          <p:sp>
            <p:nvSpPr>
              <p:cNvPr id="295138" name="Oval 226"/>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96" name="Text Box 22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97" name="Text Box 22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0" name="Group 229"/>
            <p:cNvGrpSpPr/>
            <p:nvPr/>
          </p:nvGrpSpPr>
          <p:grpSpPr>
            <a:xfrm rot="5400000">
              <a:off x="4672" y="1432"/>
              <a:ext cx="308" cy="446"/>
              <a:chOff x="2154" y="2688"/>
              <a:chExt cx="308" cy="417"/>
            </a:xfrm>
          </p:grpSpPr>
          <p:sp>
            <p:nvSpPr>
              <p:cNvPr id="295142" name="Oval 230"/>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93" name="Text Box 23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94" name="Text Box 23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1" name="Group 233"/>
            <p:cNvGrpSpPr/>
            <p:nvPr/>
          </p:nvGrpSpPr>
          <p:grpSpPr>
            <a:xfrm rot="5400000">
              <a:off x="4808" y="1592"/>
              <a:ext cx="308" cy="446"/>
              <a:chOff x="2154" y="2688"/>
              <a:chExt cx="308" cy="417"/>
            </a:xfrm>
          </p:grpSpPr>
          <p:sp>
            <p:nvSpPr>
              <p:cNvPr id="295146" name="Oval 234"/>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90" name="Text Box 23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91" name="Text Box 23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2" name="Group 237"/>
            <p:cNvGrpSpPr/>
            <p:nvPr/>
          </p:nvGrpSpPr>
          <p:grpSpPr>
            <a:xfrm rot="5400000">
              <a:off x="4912" y="1753"/>
              <a:ext cx="308" cy="446"/>
              <a:chOff x="2154" y="2688"/>
              <a:chExt cx="308" cy="417"/>
            </a:xfrm>
          </p:grpSpPr>
          <p:sp>
            <p:nvSpPr>
              <p:cNvPr id="295150" name="Oval 238"/>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87" name="Text Box 23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88" name="Text Box 24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3" name="Group 241"/>
            <p:cNvGrpSpPr/>
            <p:nvPr/>
          </p:nvGrpSpPr>
          <p:grpSpPr>
            <a:xfrm rot="5400000">
              <a:off x="5080" y="1909"/>
              <a:ext cx="308" cy="446"/>
              <a:chOff x="2154" y="2688"/>
              <a:chExt cx="308" cy="417"/>
            </a:xfrm>
          </p:grpSpPr>
          <p:sp>
            <p:nvSpPr>
              <p:cNvPr id="295154" name="Oval 242"/>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84" name="Text Box 24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85" name="Text Box 24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4" name="Group 245"/>
            <p:cNvGrpSpPr/>
            <p:nvPr/>
          </p:nvGrpSpPr>
          <p:grpSpPr>
            <a:xfrm rot="5400000">
              <a:off x="5176" y="2062"/>
              <a:ext cx="308" cy="446"/>
              <a:chOff x="2154" y="2688"/>
              <a:chExt cx="308" cy="417"/>
            </a:xfrm>
          </p:grpSpPr>
          <p:sp>
            <p:nvSpPr>
              <p:cNvPr id="295158" name="Oval 246"/>
              <p:cNvSpPr>
                <a:spLocks noChangeArrowheads="1"/>
              </p:cNvSpPr>
              <p:nvPr/>
            </p:nvSpPr>
            <p:spPr bwMode="auto">
              <a:xfrm>
                <a:off x="2203" y="2734"/>
                <a:ext cx="133"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81" name="Text Box 24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82" name="Text Box 24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5" name="Group 249"/>
            <p:cNvGrpSpPr/>
            <p:nvPr/>
          </p:nvGrpSpPr>
          <p:grpSpPr>
            <a:xfrm rot="5400000">
              <a:off x="5185" y="1753"/>
              <a:ext cx="308" cy="446"/>
              <a:chOff x="2154" y="2688"/>
              <a:chExt cx="308" cy="417"/>
            </a:xfrm>
          </p:grpSpPr>
          <p:sp>
            <p:nvSpPr>
              <p:cNvPr id="295162" name="Oval 250"/>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78" name="Text Box 25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79" name="Text Box 25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6" name="Group 253"/>
            <p:cNvGrpSpPr/>
            <p:nvPr/>
          </p:nvGrpSpPr>
          <p:grpSpPr>
            <a:xfrm rot="5400000">
              <a:off x="3938" y="957"/>
              <a:ext cx="308" cy="446"/>
              <a:chOff x="2154" y="2688"/>
              <a:chExt cx="308" cy="417"/>
            </a:xfrm>
          </p:grpSpPr>
          <p:sp>
            <p:nvSpPr>
              <p:cNvPr id="295166" name="Oval 254"/>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75" name="Text Box 25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76" name="Text Box 25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7" name="Group 257"/>
            <p:cNvGrpSpPr/>
            <p:nvPr/>
          </p:nvGrpSpPr>
          <p:grpSpPr>
            <a:xfrm rot="5400000">
              <a:off x="4083" y="1107"/>
              <a:ext cx="308" cy="446"/>
              <a:chOff x="2154" y="2688"/>
              <a:chExt cx="308" cy="417"/>
            </a:xfrm>
          </p:grpSpPr>
          <p:sp>
            <p:nvSpPr>
              <p:cNvPr id="295170" name="Oval 258"/>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72" name="Text Box 25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73" name="Text Box 26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8" name="Group 261"/>
            <p:cNvGrpSpPr/>
            <p:nvPr/>
          </p:nvGrpSpPr>
          <p:grpSpPr>
            <a:xfrm rot="5400000">
              <a:off x="4219" y="1272"/>
              <a:ext cx="308" cy="446"/>
              <a:chOff x="2154" y="2688"/>
              <a:chExt cx="308" cy="417"/>
            </a:xfrm>
          </p:grpSpPr>
          <p:sp>
            <p:nvSpPr>
              <p:cNvPr id="295174" name="Oval 262"/>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69" name="Text Box 26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70" name="Text Box 26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89" name="Group 265"/>
            <p:cNvGrpSpPr/>
            <p:nvPr/>
          </p:nvGrpSpPr>
          <p:grpSpPr>
            <a:xfrm rot="5400000">
              <a:off x="4355" y="1432"/>
              <a:ext cx="308" cy="446"/>
              <a:chOff x="2154" y="2688"/>
              <a:chExt cx="308" cy="417"/>
            </a:xfrm>
          </p:grpSpPr>
          <p:sp>
            <p:nvSpPr>
              <p:cNvPr id="295178" name="Oval 266"/>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66" name="Text Box 26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67" name="Text Box 26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0" name="Group 269"/>
            <p:cNvGrpSpPr/>
            <p:nvPr/>
          </p:nvGrpSpPr>
          <p:grpSpPr>
            <a:xfrm rot="5400000">
              <a:off x="4491" y="1592"/>
              <a:ext cx="308" cy="446"/>
              <a:chOff x="2154" y="2688"/>
              <a:chExt cx="308" cy="417"/>
            </a:xfrm>
          </p:grpSpPr>
          <p:sp>
            <p:nvSpPr>
              <p:cNvPr id="295182" name="Oval 270"/>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63" name="Text Box 27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64" name="Text Box 27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1" name="Group 273"/>
            <p:cNvGrpSpPr/>
            <p:nvPr/>
          </p:nvGrpSpPr>
          <p:grpSpPr>
            <a:xfrm rot="5400000">
              <a:off x="4595" y="1753"/>
              <a:ext cx="308" cy="446"/>
              <a:chOff x="2154" y="2688"/>
              <a:chExt cx="308" cy="417"/>
            </a:xfrm>
          </p:grpSpPr>
          <p:sp>
            <p:nvSpPr>
              <p:cNvPr id="295186" name="Oval 274"/>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60" name="Text Box 27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61" name="Text Box 27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2" name="Group 277"/>
            <p:cNvGrpSpPr/>
            <p:nvPr/>
          </p:nvGrpSpPr>
          <p:grpSpPr>
            <a:xfrm rot="5400000">
              <a:off x="4763" y="1909"/>
              <a:ext cx="308" cy="446"/>
              <a:chOff x="2154" y="2688"/>
              <a:chExt cx="308" cy="417"/>
            </a:xfrm>
          </p:grpSpPr>
          <p:sp>
            <p:nvSpPr>
              <p:cNvPr id="295190" name="Oval 278"/>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57" name="Text Box 27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58" name="Text Box 28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3" name="Group 281"/>
            <p:cNvGrpSpPr/>
            <p:nvPr/>
          </p:nvGrpSpPr>
          <p:grpSpPr>
            <a:xfrm rot="5400000">
              <a:off x="4859" y="2062"/>
              <a:ext cx="308" cy="446"/>
              <a:chOff x="2154" y="2688"/>
              <a:chExt cx="308" cy="417"/>
            </a:xfrm>
          </p:grpSpPr>
          <p:sp>
            <p:nvSpPr>
              <p:cNvPr id="295194" name="Oval 282"/>
              <p:cNvSpPr>
                <a:spLocks noChangeArrowheads="1"/>
              </p:cNvSpPr>
              <p:nvPr/>
            </p:nvSpPr>
            <p:spPr bwMode="auto">
              <a:xfrm>
                <a:off x="2203" y="2750"/>
                <a:ext cx="133" cy="267"/>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54" name="Text Box 28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55" name="Text Box 28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4" name="Group 285"/>
            <p:cNvGrpSpPr/>
            <p:nvPr/>
          </p:nvGrpSpPr>
          <p:grpSpPr>
            <a:xfrm rot="5400000">
              <a:off x="3765" y="1117"/>
              <a:ext cx="308" cy="446"/>
              <a:chOff x="2154" y="2688"/>
              <a:chExt cx="308" cy="417"/>
            </a:xfrm>
          </p:grpSpPr>
          <p:sp>
            <p:nvSpPr>
              <p:cNvPr id="295198" name="Oval 286"/>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51" name="Text Box 28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52" name="Text Box 28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5" name="Group 289"/>
            <p:cNvGrpSpPr/>
            <p:nvPr/>
          </p:nvGrpSpPr>
          <p:grpSpPr>
            <a:xfrm rot="5400000">
              <a:off x="3901" y="1282"/>
              <a:ext cx="308" cy="446"/>
              <a:chOff x="2154" y="2688"/>
              <a:chExt cx="308" cy="417"/>
            </a:xfrm>
          </p:grpSpPr>
          <p:sp>
            <p:nvSpPr>
              <p:cNvPr id="295202" name="Oval 290"/>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48" name="Text Box 29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49" name="Text Box 29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6" name="Group 293"/>
            <p:cNvGrpSpPr/>
            <p:nvPr/>
          </p:nvGrpSpPr>
          <p:grpSpPr>
            <a:xfrm rot="5400000">
              <a:off x="4037" y="1442"/>
              <a:ext cx="308" cy="446"/>
              <a:chOff x="2154" y="2688"/>
              <a:chExt cx="308" cy="417"/>
            </a:xfrm>
          </p:grpSpPr>
          <p:sp>
            <p:nvSpPr>
              <p:cNvPr id="295206" name="Oval 294"/>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45" name="Text Box 29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46" name="Text Box 29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7" name="Group 297"/>
            <p:cNvGrpSpPr/>
            <p:nvPr/>
          </p:nvGrpSpPr>
          <p:grpSpPr>
            <a:xfrm rot="5400000">
              <a:off x="4173" y="1602"/>
              <a:ext cx="308" cy="446"/>
              <a:chOff x="2154" y="2688"/>
              <a:chExt cx="308" cy="417"/>
            </a:xfrm>
          </p:grpSpPr>
          <p:sp>
            <p:nvSpPr>
              <p:cNvPr id="295210" name="Oval 298"/>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42" name="Text Box 29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43" name="Text Box 30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8" name="Group 301"/>
            <p:cNvGrpSpPr/>
            <p:nvPr/>
          </p:nvGrpSpPr>
          <p:grpSpPr>
            <a:xfrm rot="5400000">
              <a:off x="4277" y="1763"/>
              <a:ext cx="308" cy="446"/>
              <a:chOff x="2154" y="2688"/>
              <a:chExt cx="308" cy="417"/>
            </a:xfrm>
          </p:grpSpPr>
          <p:sp>
            <p:nvSpPr>
              <p:cNvPr id="295214" name="Oval 302"/>
              <p:cNvSpPr>
                <a:spLocks noChangeArrowheads="1"/>
              </p:cNvSpPr>
              <p:nvPr/>
            </p:nvSpPr>
            <p:spPr bwMode="auto">
              <a:xfrm>
                <a:off x="2200" y="2734"/>
                <a:ext cx="13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39" name="Text Box 30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40" name="Text Box 30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599" name="Group 305"/>
            <p:cNvGrpSpPr/>
            <p:nvPr/>
          </p:nvGrpSpPr>
          <p:grpSpPr>
            <a:xfrm rot="5400000">
              <a:off x="4445" y="1919"/>
              <a:ext cx="308" cy="446"/>
              <a:chOff x="2154" y="2688"/>
              <a:chExt cx="308" cy="417"/>
            </a:xfrm>
          </p:grpSpPr>
          <p:sp>
            <p:nvSpPr>
              <p:cNvPr id="295218" name="Oval 306"/>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36" name="Text Box 30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37" name="Text Box 30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0" name="Group 309"/>
            <p:cNvGrpSpPr/>
            <p:nvPr/>
          </p:nvGrpSpPr>
          <p:grpSpPr>
            <a:xfrm rot="5400000">
              <a:off x="4541" y="2072"/>
              <a:ext cx="308" cy="446"/>
              <a:chOff x="2154" y="2688"/>
              <a:chExt cx="308" cy="417"/>
            </a:xfrm>
          </p:grpSpPr>
          <p:sp>
            <p:nvSpPr>
              <p:cNvPr id="295222" name="Oval 310"/>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33" name="Text Box 31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34" name="Text Box 31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1" name="Group 313"/>
            <p:cNvGrpSpPr/>
            <p:nvPr/>
          </p:nvGrpSpPr>
          <p:grpSpPr>
            <a:xfrm rot="5400000">
              <a:off x="3744" y="1456"/>
              <a:ext cx="308" cy="446"/>
              <a:chOff x="2154" y="2688"/>
              <a:chExt cx="308" cy="417"/>
            </a:xfrm>
          </p:grpSpPr>
          <p:sp>
            <p:nvSpPr>
              <p:cNvPr id="295226" name="Oval 314"/>
              <p:cNvSpPr>
                <a:spLocks noChangeArrowheads="1"/>
              </p:cNvSpPr>
              <p:nvPr/>
            </p:nvSpPr>
            <p:spPr bwMode="auto">
              <a:xfrm>
                <a:off x="2200" y="2750"/>
                <a:ext cx="135" cy="267"/>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30" name="Text Box 31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31" name="Text Box 31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2" name="Group 317"/>
            <p:cNvGrpSpPr/>
            <p:nvPr/>
          </p:nvGrpSpPr>
          <p:grpSpPr>
            <a:xfrm rot="5400000">
              <a:off x="3856" y="1602"/>
              <a:ext cx="308" cy="446"/>
              <a:chOff x="2154" y="2688"/>
              <a:chExt cx="308" cy="417"/>
            </a:xfrm>
          </p:grpSpPr>
          <p:sp>
            <p:nvSpPr>
              <p:cNvPr id="295230" name="Oval 318"/>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27" name="Text Box 31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28" name="Text Box 32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3" name="Group 321"/>
            <p:cNvGrpSpPr/>
            <p:nvPr/>
          </p:nvGrpSpPr>
          <p:grpSpPr>
            <a:xfrm rot="5400000">
              <a:off x="3971" y="1766"/>
              <a:ext cx="308" cy="446"/>
              <a:chOff x="2154" y="2688"/>
              <a:chExt cx="308" cy="417"/>
            </a:xfrm>
          </p:grpSpPr>
          <p:sp>
            <p:nvSpPr>
              <p:cNvPr id="295234" name="Oval 322"/>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24" name="Text Box 32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25" name="Text Box 32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4" name="Group 325"/>
            <p:cNvGrpSpPr/>
            <p:nvPr/>
          </p:nvGrpSpPr>
          <p:grpSpPr>
            <a:xfrm rot="5400000">
              <a:off x="4115" y="1919"/>
              <a:ext cx="308" cy="446"/>
              <a:chOff x="2154" y="2688"/>
              <a:chExt cx="308" cy="417"/>
            </a:xfrm>
          </p:grpSpPr>
          <p:sp>
            <p:nvSpPr>
              <p:cNvPr id="295238" name="Oval 326"/>
              <p:cNvSpPr>
                <a:spLocks noChangeArrowheads="1"/>
              </p:cNvSpPr>
              <p:nvPr/>
            </p:nvSpPr>
            <p:spPr bwMode="auto">
              <a:xfrm>
                <a:off x="2198" y="2750"/>
                <a:ext cx="138" cy="267"/>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21" name="Text Box 32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22" name="Text Box 32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5" name="Group 329"/>
            <p:cNvGrpSpPr/>
            <p:nvPr/>
          </p:nvGrpSpPr>
          <p:grpSpPr>
            <a:xfrm rot="5400000">
              <a:off x="4219" y="2083"/>
              <a:ext cx="308" cy="446"/>
              <a:chOff x="2154" y="2688"/>
              <a:chExt cx="308" cy="417"/>
            </a:xfrm>
          </p:grpSpPr>
          <p:sp>
            <p:nvSpPr>
              <p:cNvPr id="295242" name="Oval 330"/>
              <p:cNvSpPr>
                <a:spLocks noChangeArrowheads="1"/>
              </p:cNvSpPr>
              <p:nvPr/>
            </p:nvSpPr>
            <p:spPr bwMode="auto">
              <a:xfrm>
                <a:off x="2200"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18" name="Text Box 33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19" name="Text Box 33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6" name="Group 333"/>
            <p:cNvGrpSpPr/>
            <p:nvPr/>
          </p:nvGrpSpPr>
          <p:grpSpPr>
            <a:xfrm rot="5400000">
              <a:off x="3765" y="1910"/>
              <a:ext cx="308" cy="446"/>
              <a:chOff x="2154" y="2688"/>
              <a:chExt cx="308" cy="417"/>
            </a:xfrm>
          </p:grpSpPr>
          <p:sp>
            <p:nvSpPr>
              <p:cNvPr id="295246" name="Oval 334"/>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15" name="Text Box 33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16" name="Text Box 33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5607" name="Group 337"/>
            <p:cNvGrpSpPr/>
            <p:nvPr/>
          </p:nvGrpSpPr>
          <p:grpSpPr>
            <a:xfrm rot="5400000">
              <a:off x="3901" y="2072"/>
              <a:ext cx="308" cy="446"/>
              <a:chOff x="2154" y="2688"/>
              <a:chExt cx="308" cy="417"/>
            </a:xfrm>
          </p:grpSpPr>
          <p:sp>
            <p:nvSpPr>
              <p:cNvPr id="295250" name="Oval 338"/>
              <p:cNvSpPr>
                <a:spLocks noChangeArrowheads="1"/>
              </p:cNvSpPr>
              <p:nvPr/>
            </p:nvSpPr>
            <p:spPr bwMode="auto">
              <a:xfrm>
                <a:off x="2198" y="2734"/>
                <a:ext cx="138"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612" name="Text Box 33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5613" name="Text Box 34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5608" name="Oval 341"/>
            <p:cNvSpPr/>
            <p:nvPr/>
          </p:nvSpPr>
          <p:spPr>
            <a:xfrm>
              <a:off x="4195" y="1207"/>
              <a:ext cx="771" cy="817"/>
            </a:xfrm>
            <a:prstGeom prst="ellipse">
              <a:avLst/>
            </a:prstGeom>
            <a:solidFill>
              <a:srgbClr val="FF00FF">
                <a:alpha val="27843"/>
              </a:srgbClr>
            </a:solidFill>
            <a:ln w="28575" cap="flat" cmpd="sng">
              <a:solidFill>
                <a:srgbClr val="FF33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en-US" altLang="zh-CN" sz="1800" dirty="0">
                <a:solidFill>
                  <a:schemeClr val="accent2"/>
                </a:solidFill>
              </a:endParaRPr>
            </a:p>
          </p:txBody>
        </p:sp>
        <p:sp>
          <p:nvSpPr>
            <p:cNvPr id="65609" name="Line 342"/>
            <p:cNvSpPr/>
            <p:nvPr/>
          </p:nvSpPr>
          <p:spPr>
            <a:xfrm flipV="1">
              <a:off x="4386" y="2462"/>
              <a:ext cx="498" cy="0"/>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65610" name="Text Box 343"/>
            <p:cNvSpPr txBox="1"/>
            <p:nvPr/>
          </p:nvSpPr>
          <p:spPr>
            <a:xfrm>
              <a:off x="4876" y="2341"/>
              <a:ext cx="317" cy="22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solidFill>
                    <a:srgbClr val="000000"/>
                  </a:solidFill>
                  <a:latin typeface="Times New Roman" panose="02020603050405020304" pitchFamily="18" charset="0"/>
                </a:rPr>
                <a:t>E</a:t>
              </a:r>
              <a:endParaRPr lang="en-US" altLang="zh-CN" sz="1600" i="1" baseline="-25000" dirty="0">
                <a:solidFill>
                  <a:srgbClr val="000000"/>
                </a:solidFill>
                <a:latin typeface="Times New Roman" panose="02020603050405020304" pitchFamily="18" charset="0"/>
              </a:endParaRPr>
            </a:p>
          </p:txBody>
        </p:sp>
      </p:grpSp>
      <p:grpSp>
        <p:nvGrpSpPr>
          <p:cNvPr id="295256" name="Group 344"/>
          <p:cNvGrpSpPr/>
          <p:nvPr/>
        </p:nvGrpSpPr>
        <p:grpSpPr>
          <a:xfrm>
            <a:off x="6877050" y="3665538"/>
            <a:ext cx="1317625" cy="1419225"/>
            <a:chOff x="4694" y="346"/>
            <a:chExt cx="830" cy="894"/>
          </a:xfrm>
        </p:grpSpPr>
        <p:graphicFrame>
          <p:nvGraphicFramePr>
            <p:cNvPr id="65564" name="Object 345"/>
            <p:cNvGraphicFramePr>
              <a:graphicFrameLocks noChangeAspect="1"/>
            </p:cNvGraphicFramePr>
            <p:nvPr/>
          </p:nvGraphicFramePr>
          <p:xfrm>
            <a:off x="4876" y="346"/>
            <a:ext cx="648" cy="341"/>
          </p:xfrm>
          <a:graphic>
            <a:graphicData uri="http://schemas.openxmlformats.org/presentationml/2006/ole">
              <mc:AlternateContent xmlns:mc="http://schemas.openxmlformats.org/markup-compatibility/2006">
                <mc:Choice xmlns:v="urn:schemas-microsoft-com:vml" Requires="v">
                  <p:oleObj r:id="rId17" imgW="312420" imgH="109855" progId="Equation.DSMT4">
                    <p:embed/>
                  </p:oleObj>
                </mc:Choice>
                <mc:Fallback>
                  <p:oleObj r:id="rId17" imgW="312420" imgH="109855" progId="Equation.DSMT4">
                    <p:embed/>
                    <p:pic>
                      <p:nvPicPr>
                        <p:cNvPr id="65564" name="Object 345"/>
                        <p:cNvPicPr/>
                        <p:nvPr/>
                      </p:nvPicPr>
                      <p:blipFill>
                        <a:blip r:embed="rId18">
                          <a:clrChange>
                            <a:clrFrom>
                              <a:srgbClr val="000000"/>
                            </a:clrFrom>
                            <a:clrTo>
                              <a:srgbClr val="000000"/>
                            </a:clrTo>
                          </a:clrChange>
                        </a:blip>
                        <a:stretch>
                          <a:fillRect/>
                        </a:stretch>
                      </p:blipFill>
                      <p:spPr>
                        <a:xfrm>
                          <a:off x="4876" y="346"/>
                          <a:ext cx="648" cy="341"/>
                        </a:xfrm>
                        <a:prstGeom prst="rect">
                          <a:avLst/>
                        </a:prstGeom>
                        <a:noFill/>
                        <a:ln w="19050" cap="flat" cmpd="sng">
                          <a:solidFill>
                            <a:srgbClr val="FF0000"/>
                          </a:solidFill>
                          <a:prstDash val="dash"/>
                          <a:miter/>
                          <a:headEnd type="none" w="med" len="med"/>
                          <a:tailEnd type="none" w="med" len="med"/>
                        </a:ln>
                      </p:spPr>
                    </p:pic>
                  </p:oleObj>
                </mc:Fallback>
              </mc:AlternateContent>
            </a:graphicData>
          </a:graphic>
        </p:graphicFrame>
        <p:sp>
          <p:nvSpPr>
            <p:cNvPr id="65565" name="Line 346"/>
            <p:cNvSpPr/>
            <p:nvPr/>
          </p:nvSpPr>
          <p:spPr>
            <a:xfrm flipV="1">
              <a:off x="4694" y="664"/>
              <a:ext cx="273" cy="576"/>
            </a:xfrm>
            <a:prstGeom prst="line">
              <a:avLst/>
            </a:prstGeom>
            <a:ln w="28575" cap="flat" cmpd="sng">
              <a:solidFill>
                <a:srgbClr val="FF3300"/>
              </a:solidFill>
              <a:prstDash val="dash"/>
              <a:headEnd type="none" w="med" len="med"/>
              <a:tailEnd type="triangle" w="med" len="lg"/>
            </a:ln>
          </p:spPr>
          <p:txBody>
            <a:bodyPr/>
            <a:lstStyle/>
            <a:p>
              <a:endParaRPr lang="zh-CN" altLang="en-US"/>
            </a:p>
          </p:txBody>
        </p:sp>
      </p:grpSp>
      <p:grpSp>
        <p:nvGrpSpPr>
          <p:cNvPr id="295259" name="Group 347"/>
          <p:cNvGrpSpPr/>
          <p:nvPr/>
        </p:nvGrpSpPr>
        <p:grpSpPr>
          <a:xfrm>
            <a:off x="5292725" y="3716338"/>
            <a:ext cx="942975" cy="1152525"/>
            <a:chOff x="4150" y="391"/>
            <a:chExt cx="594" cy="726"/>
          </a:xfrm>
        </p:grpSpPr>
        <p:graphicFrame>
          <p:nvGraphicFramePr>
            <p:cNvPr id="65562" name="Object 348"/>
            <p:cNvGraphicFramePr>
              <a:graphicFrameLocks noChangeAspect="1"/>
            </p:cNvGraphicFramePr>
            <p:nvPr/>
          </p:nvGraphicFramePr>
          <p:xfrm>
            <a:off x="4150" y="391"/>
            <a:ext cx="594" cy="323"/>
          </p:xfrm>
          <a:graphic>
            <a:graphicData uri="http://schemas.openxmlformats.org/presentationml/2006/ole">
              <mc:AlternateContent xmlns:mc="http://schemas.openxmlformats.org/markup-compatibility/2006">
                <mc:Choice xmlns:v="urn:schemas-microsoft-com:vml" Requires="v">
                  <p:oleObj r:id="rId19" imgW="271780" imgH="104140" progId="Equation.DSMT4">
                    <p:embed/>
                  </p:oleObj>
                </mc:Choice>
                <mc:Fallback>
                  <p:oleObj r:id="rId19" imgW="271780" imgH="104140" progId="Equation.DSMT4">
                    <p:embed/>
                    <p:pic>
                      <p:nvPicPr>
                        <p:cNvPr id="65562" name="Object 348"/>
                        <p:cNvPicPr/>
                        <p:nvPr/>
                      </p:nvPicPr>
                      <p:blipFill>
                        <a:blip r:embed="rId20">
                          <a:clrChange>
                            <a:clrFrom>
                              <a:srgbClr val="000000"/>
                            </a:clrFrom>
                            <a:clrTo>
                              <a:srgbClr val="000000"/>
                            </a:clrTo>
                          </a:clrChange>
                        </a:blip>
                        <a:stretch>
                          <a:fillRect/>
                        </a:stretch>
                      </p:blipFill>
                      <p:spPr>
                        <a:xfrm>
                          <a:off x="4150" y="391"/>
                          <a:ext cx="594" cy="323"/>
                        </a:xfrm>
                        <a:prstGeom prst="rect">
                          <a:avLst/>
                        </a:prstGeom>
                        <a:noFill/>
                        <a:ln w="19050" cap="flat" cmpd="sng">
                          <a:solidFill>
                            <a:srgbClr val="FF0000"/>
                          </a:solidFill>
                          <a:prstDash val="dash"/>
                          <a:miter/>
                          <a:headEnd type="none" w="med" len="med"/>
                          <a:tailEnd type="none" w="med" len="med"/>
                        </a:ln>
                      </p:spPr>
                    </p:pic>
                  </p:oleObj>
                </mc:Fallback>
              </mc:AlternateContent>
            </a:graphicData>
          </a:graphic>
        </p:graphicFrame>
        <p:sp>
          <p:nvSpPr>
            <p:cNvPr id="65563" name="Line 349"/>
            <p:cNvSpPr/>
            <p:nvPr/>
          </p:nvSpPr>
          <p:spPr>
            <a:xfrm flipV="1">
              <a:off x="4422" y="709"/>
              <a:ext cx="0" cy="408"/>
            </a:xfrm>
            <a:prstGeom prst="line">
              <a:avLst/>
            </a:prstGeom>
            <a:ln w="31750" cap="flat" cmpd="sng">
              <a:solidFill>
                <a:srgbClr val="FF3300"/>
              </a:solidFill>
              <a:prstDash val="dash"/>
              <a:headEnd type="none" w="med" len="med"/>
              <a:tailEnd type="triangle" w="med" len="lg"/>
            </a:ln>
          </p:spPr>
          <p:txBody>
            <a:bodyPr/>
            <a:lstStyle/>
            <a:p>
              <a:endParaRPr lang="zh-CN" altLang="en-US"/>
            </a:p>
          </p:txBody>
        </p:sp>
      </p:grpSp>
      <p:sp>
        <p:nvSpPr>
          <p:cNvPr id="295263" name="AutoShape 351"/>
          <p:cNvSpPr/>
          <p:nvPr/>
        </p:nvSpPr>
        <p:spPr>
          <a:xfrm>
            <a:off x="2195513" y="3284538"/>
            <a:ext cx="647700" cy="288925"/>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95264" name="AutoShape 352"/>
          <p:cNvSpPr/>
          <p:nvPr/>
        </p:nvSpPr>
        <p:spPr>
          <a:xfrm>
            <a:off x="2195513" y="2133600"/>
            <a:ext cx="647700" cy="288925"/>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295265" name="AutoShape 353"/>
          <p:cNvSpPr/>
          <p:nvPr/>
        </p:nvSpPr>
        <p:spPr>
          <a:xfrm>
            <a:off x="4787900" y="2060575"/>
            <a:ext cx="647700" cy="288925"/>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zh-CN" sz="1800" b="1" dirty="0"/>
          </a:p>
        </p:txBody>
      </p:sp>
      <p:sp>
        <p:nvSpPr>
          <p:cNvPr id="295266" name="AutoShape 354"/>
          <p:cNvSpPr/>
          <p:nvPr/>
        </p:nvSpPr>
        <p:spPr>
          <a:xfrm>
            <a:off x="4787900" y="2636838"/>
            <a:ext cx="647700" cy="288925"/>
          </a:xfrm>
          <a:prstGeom prst="rightArrow">
            <a:avLst>
              <a:gd name="adj1" fmla="val 50000"/>
              <a:gd name="adj2" fmla="val 56043"/>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94932"/>
                                        </p:tgtEl>
                                        <p:attrNameLst>
                                          <p:attrName>style.visibility</p:attrName>
                                        </p:attrNameLst>
                                      </p:cBhvr>
                                      <p:to>
                                        <p:strVal val="visible"/>
                                      </p:to>
                                    </p:set>
                                    <p:animEffect transition="in" filter="blinds(horizontal)">
                                      <p:cBhvr>
                                        <p:cTn id="7" dur="500"/>
                                        <p:tgtEl>
                                          <p:spTgt spid="2949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4914">
                                            <p:txEl>
                                              <p:pRg st="0" end="0"/>
                                            </p:txEl>
                                          </p:spTgt>
                                        </p:tgtEl>
                                        <p:attrNameLst>
                                          <p:attrName>style.visibility</p:attrName>
                                        </p:attrNameLst>
                                      </p:cBhvr>
                                      <p:to>
                                        <p:strVal val="visible"/>
                                      </p:to>
                                    </p:set>
                                    <p:animEffect transition="in" filter="blinds(horizontal)">
                                      <p:cBhvr>
                                        <p:cTn id="12" dur="500"/>
                                        <p:tgtEl>
                                          <p:spTgt spid="2949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4934"/>
                                        </p:tgtEl>
                                        <p:attrNameLst>
                                          <p:attrName>style.visibility</p:attrName>
                                        </p:attrNameLst>
                                      </p:cBhvr>
                                      <p:to>
                                        <p:strVal val="visible"/>
                                      </p:to>
                                    </p:set>
                                    <p:animEffect transition="in" filter="blinds(horizontal)">
                                      <p:cBhvr>
                                        <p:cTn id="17" dur="500"/>
                                        <p:tgtEl>
                                          <p:spTgt spid="29493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4914">
                                            <p:txEl>
                                              <p:pRg st="1" end="1"/>
                                            </p:txEl>
                                          </p:spTgt>
                                        </p:tgtEl>
                                        <p:attrNameLst>
                                          <p:attrName>style.visibility</p:attrName>
                                        </p:attrNameLst>
                                      </p:cBhvr>
                                      <p:to>
                                        <p:strVal val="visible"/>
                                      </p:to>
                                    </p:set>
                                    <p:animEffect transition="in" filter="blinds(horizontal)">
                                      <p:cBhvr>
                                        <p:cTn id="22" dur="500"/>
                                        <p:tgtEl>
                                          <p:spTgt spid="2949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94917"/>
                                        </p:tgtEl>
                                        <p:attrNameLst>
                                          <p:attrName>style.visibility</p:attrName>
                                        </p:attrNameLst>
                                      </p:cBhvr>
                                      <p:to>
                                        <p:strVal val="visible"/>
                                      </p:to>
                                    </p:set>
                                    <p:animEffect transition="in" filter="blinds(horizontal)">
                                      <p:cBhvr>
                                        <p:cTn id="27" dur="500"/>
                                        <p:tgtEl>
                                          <p:spTgt spid="294917"/>
                                        </p:tgtEl>
                                      </p:cBhvr>
                                    </p:animEffect>
                                  </p:childTnLst>
                                </p:cTn>
                              </p:par>
                              <p:par>
                                <p:cTn id="28" presetID="3" presetClass="entr" presetSubtype="10" fill="hold" nodeType="withEffect">
                                  <p:stCondLst>
                                    <p:cond delay="0"/>
                                  </p:stCondLst>
                                  <p:childTnLst>
                                    <p:set>
                                      <p:cBhvr>
                                        <p:cTn id="29" dur="1" fill="hold">
                                          <p:stCondLst>
                                            <p:cond delay="0"/>
                                          </p:stCondLst>
                                        </p:cTn>
                                        <p:tgtEl>
                                          <p:spTgt spid="295264"/>
                                        </p:tgtEl>
                                        <p:attrNameLst>
                                          <p:attrName>style.visibility</p:attrName>
                                        </p:attrNameLst>
                                      </p:cBhvr>
                                      <p:to>
                                        <p:strVal val="visible"/>
                                      </p:to>
                                    </p:set>
                                    <p:animEffect transition="in" filter="blinds(horizontal)">
                                      <p:cBhvr>
                                        <p:cTn id="30" dur="500"/>
                                        <p:tgtEl>
                                          <p:spTgt spid="295264"/>
                                        </p:tgtEl>
                                      </p:cBhvr>
                                    </p:animEffect>
                                  </p:childTnLst>
                                </p:cTn>
                              </p:par>
                              <p:par>
                                <p:cTn id="31" presetID="3" presetClass="entr" presetSubtype="10" fill="hold" nodeType="withEffect">
                                  <p:stCondLst>
                                    <p:cond delay="0"/>
                                  </p:stCondLst>
                                  <p:childTnLst>
                                    <p:set>
                                      <p:cBhvr>
                                        <p:cTn id="32" dur="1" fill="hold">
                                          <p:stCondLst>
                                            <p:cond delay="0"/>
                                          </p:stCondLst>
                                        </p:cTn>
                                        <p:tgtEl>
                                          <p:spTgt spid="294916"/>
                                        </p:tgtEl>
                                        <p:attrNameLst>
                                          <p:attrName>style.visibility</p:attrName>
                                        </p:attrNameLst>
                                      </p:cBhvr>
                                      <p:to>
                                        <p:strVal val="visible"/>
                                      </p:to>
                                    </p:set>
                                    <p:animEffect transition="in" filter="blinds(horizontal)">
                                      <p:cBhvr>
                                        <p:cTn id="33" dur="500"/>
                                        <p:tgtEl>
                                          <p:spTgt spid="29491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94922"/>
                                        </p:tgtEl>
                                        <p:attrNameLst>
                                          <p:attrName>style.visibility</p:attrName>
                                        </p:attrNameLst>
                                      </p:cBhvr>
                                      <p:to>
                                        <p:strVal val="visible"/>
                                      </p:to>
                                    </p:set>
                                    <p:animEffect transition="in" filter="blinds(horizontal)">
                                      <p:cBhvr>
                                        <p:cTn id="38" dur="500"/>
                                        <p:tgtEl>
                                          <p:spTgt spid="29492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94920"/>
                                        </p:tgtEl>
                                        <p:attrNameLst>
                                          <p:attrName>style.visibility</p:attrName>
                                        </p:attrNameLst>
                                      </p:cBhvr>
                                      <p:to>
                                        <p:strVal val="visible"/>
                                      </p:to>
                                    </p:set>
                                    <p:animEffect transition="in" filter="blinds(horizontal)">
                                      <p:cBhvr>
                                        <p:cTn id="43" dur="500"/>
                                        <p:tgtEl>
                                          <p:spTgt spid="294920"/>
                                        </p:tgtEl>
                                      </p:cBhvr>
                                    </p:animEffect>
                                  </p:childTnLst>
                                </p:cTn>
                              </p:par>
                              <p:par>
                                <p:cTn id="44" presetID="3" presetClass="entr" presetSubtype="10" fill="hold" nodeType="withEffect">
                                  <p:stCondLst>
                                    <p:cond delay="0"/>
                                  </p:stCondLst>
                                  <p:childTnLst>
                                    <p:set>
                                      <p:cBhvr>
                                        <p:cTn id="45" dur="1" fill="hold">
                                          <p:stCondLst>
                                            <p:cond delay="0"/>
                                          </p:stCondLst>
                                        </p:cTn>
                                        <p:tgtEl>
                                          <p:spTgt spid="295263"/>
                                        </p:tgtEl>
                                        <p:attrNameLst>
                                          <p:attrName>style.visibility</p:attrName>
                                        </p:attrNameLst>
                                      </p:cBhvr>
                                      <p:to>
                                        <p:strVal val="visible"/>
                                      </p:to>
                                    </p:set>
                                    <p:animEffect transition="in" filter="blinds(horizontal)">
                                      <p:cBhvr>
                                        <p:cTn id="46" dur="500"/>
                                        <p:tgtEl>
                                          <p:spTgt spid="295263"/>
                                        </p:tgtEl>
                                      </p:cBhvr>
                                    </p:animEffect>
                                  </p:childTnLst>
                                </p:cTn>
                              </p:par>
                              <p:par>
                                <p:cTn id="47" presetID="3" presetClass="entr" presetSubtype="10" fill="hold" nodeType="withEffect">
                                  <p:stCondLst>
                                    <p:cond delay="0"/>
                                  </p:stCondLst>
                                  <p:childTnLst>
                                    <p:set>
                                      <p:cBhvr>
                                        <p:cTn id="48" dur="1" fill="hold">
                                          <p:stCondLst>
                                            <p:cond delay="0"/>
                                          </p:stCondLst>
                                        </p:cTn>
                                        <p:tgtEl>
                                          <p:spTgt spid="294919"/>
                                        </p:tgtEl>
                                        <p:attrNameLst>
                                          <p:attrName>style.visibility</p:attrName>
                                        </p:attrNameLst>
                                      </p:cBhvr>
                                      <p:to>
                                        <p:strVal val="visible"/>
                                      </p:to>
                                    </p:set>
                                    <p:animEffect transition="in" filter="blinds(horizontal)">
                                      <p:cBhvr>
                                        <p:cTn id="49" dur="500"/>
                                        <p:tgtEl>
                                          <p:spTgt spid="29491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294923"/>
                                        </p:tgtEl>
                                        <p:attrNameLst>
                                          <p:attrName>style.visibility</p:attrName>
                                        </p:attrNameLst>
                                      </p:cBhvr>
                                      <p:to>
                                        <p:strVal val="visible"/>
                                      </p:to>
                                    </p:set>
                                    <p:animEffect transition="in" filter="blinds(horizontal)">
                                      <p:cBhvr>
                                        <p:cTn id="54" dur="500"/>
                                        <p:tgtEl>
                                          <p:spTgt spid="294923"/>
                                        </p:tgtEl>
                                      </p:cBhvr>
                                    </p:animEffect>
                                  </p:childTnLst>
                                </p:cTn>
                              </p:par>
                            </p:childTnLst>
                          </p:cTn>
                        </p:par>
                        <p:par>
                          <p:cTn id="55" fill="hold">
                            <p:stCondLst>
                              <p:cond delay="500"/>
                            </p:stCondLst>
                            <p:childTnLst>
                              <p:par>
                                <p:cTn id="56" presetID="3" presetClass="entr" presetSubtype="10" fill="hold" nodeType="afterEffect">
                                  <p:stCondLst>
                                    <p:cond delay="0"/>
                                  </p:stCondLst>
                                  <p:childTnLst>
                                    <p:set>
                                      <p:cBhvr>
                                        <p:cTn id="57" dur="1" fill="hold">
                                          <p:stCondLst>
                                            <p:cond delay="0"/>
                                          </p:stCondLst>
                                        </p:cTn>
                                        <p:tgtEl>
                                          <p:spTgt spid="295090"/>
                                        </p:tgtEl>
                                        <p:attrNameLst>
                                          <p:attrName>style.visibility</p:attrName>
                                        </p:attrNameLst>
                                      </p:cBhvr>
                                      <p:to>
                                        <p:strVal val="visible"/>
                                      </p:to>
                                    </p:set>
                                    <p:animEffect transition="in" filter="blinds(horizontal)">
                                      <p:cBhvr>
                                        <p:cTn id="58" dur="500"/>
                                        <p:tgtEl>
                                          <p:spTgt spid="295090"/>
                                        </p:tgtEl>
                                      </p:cBhvr>
                                    </p:animEffect>
                                  </p:childTnLst>
                                </p:cTn>
                              </p:par>
                            </p:childTnLst>
                          </p:cTn>
                        </p:par>
                        <p:par>
                          <p:cTn id="59" fill="hold">
                            <p:stCondLst>
                              <p:cond delay="1000"/>
                            </p:stCondLst>
                            <p:childTnLst>
                              <p:par>
                                <p:cTn id="60" presetID="3" presetClass="entr" presetSubtype="10" fill="hold" nodeType="afterEffect">
                                  <p:stCondLst>
                                    <p:cond delay="0"/>
                                  </p:stCondLst>
                                  <p:childTnLst>
                                    <p:set>
                                      <p:cBhvr>
                                        <p:cTn id="61" dur="1" fill="hold">
                                          <p:stCondLst>
                                            <p:cond delay="0"/>
                                          </p:stCondLst>
                                        </p:cTn>
                                        <p:tgtEl>
                                          <p:spTgt spid="294933"/>
                                        </p:tgtEl>
                                        <p:attrNameLst>
                                          <p:attrName>style.visibility</p:attrName>
                                        </p:attrNameLst>
                                      </p:cBhvr>
                                      <p:to>
                                        <p:strVal val="visible"/>
                                      </p:to>
                                    </p:set>
                                    <p:animEffect transition="in" filter="blinds(horizontal)">
                                      <p:cBhvr>
                                        <p:cTn id="62" dur="500"/>
                                        <p:tgtEl>
                                          <p:spTgt spid="29493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94925"/>
                                        </p:tgtEl>
                                        <p:attrNameLst>
                                          <p:attrName>style.visibility</p:attrName>
                                        </p:attrNameLst>
                                      </p:cBhvr>
                                      <p:to>
                                        <p:strVal val="visible"/>
                                      </p:to>
                                    </p:set>
                                    <p:animEffect transition="in" filter="blinds(horizontal)">
                                      <p:cBhvr>
                                        <p:cTn id="67" dur="500"/>
                                        <p:tgtEl>
                                          <p:spTgt spid="29492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94930"/>
                                        </p:tgtEl>
                                        <p:attrNameLst>
                                          <p:attrName>style.visibility</p:attrName>
                                        </p:attrNameLst>
                                      </p:cBhvr>
                                      <p:to>
                                        <p:strVal val="visible"/>
                                      </p:to>
                                    </p:set>
                                    <p:animEffect transition="in" filter="blinds(horizontal)">
                                      <p:cBhvr>
                                        <p:cTn id="72" dur="500"/>
                                        <p:tgtEl>
                                          <p:spTgt spid="294930"/>
                                        </p:tgtEl>
                                      </p:cBhvr>
                                    </p:animEffect>
                                  </p:childTnLst>
                                </p:cTn>
                              </p:par>
                              <p:par>
                                <p:cTn id="73" presetID="3" presetClass="entr" presetSubtype="10" fill="hold" nodeType="withEffect">
                                  <p:stCondLst>
                                    <p:cond delay="0"/>
                                  </p:stCondLst>
                                  <p:childTnLst>
                                    <p:set>
                                      <p:cBhvr>
                                        <p:cTn id="74" dur="1" fill="hold">
                                          <p:stCondLst>
                                            <p:cond delay="0"/>
                                          </p:stCondLst>
                                        </p:cTn>
                                        <p:tgtEl>
                                          <p:spTgt spid="294929"/>
                                        </p:tgtEl>
                                        <p:attrNameLst>
                                          <p:attrName>style.visibility</p:attrName>
                                        </p:attrNameLst>
                                      </p:cBhvr>
                                      <p:to>
                                        <p:strVal val="visible"/>
                                      </p:to>
                                    </p:set>
                                    <p:animEffect transition="in" filter="blinds(horizontal)">
                                      <p:cBhvr>
                                        <p:cTn id="75" dur="500"/>
                                        <p:tgtEl>
                                          <p:spTgt spid="294929"/>
                                        </p:tgtEl>
                                      </p:cBhvr>
                                    </p:animEffect>
                                  </p:childTnLst>
                                </p:cTn>
                              </p:par>
                            </p:childTnLst>
                          </p:cTn>
                        </p:par>
                        <p:par>
                          <p:cTn id="76" fill="hold">
                            <p:stCondLst>
                              <p:cond delay="500"/>
                            </p:stCondLst>
                            <p:childTnLst>
                              <p:par>
                                <p:cTn id="77" presetID="3" presetClass="entr" presetSubtype="10" fill="hold" nodeType="afterEffect">
                                  <p:stCondLst>
                                    <p:cond delay="0"/>
                                  </p:stCondLst>
                                  <p:childTnLst>
                                    <p:set>
                                      <p:cBhvr>
                                        <p:cTn id="78" dur="1" fill="hold">
                                          <p:stCondLst>
                                            <p:cond delay="0"/>
                                          </p:stCondLst>
                                        </p:cTn>
                                        <p:tgtEl>
                                          <p:spTgt spid="295259"/>
                                        </p:tgtEl>
                                        <p:attrNameLst>
                                          <p:attrName>style.visibility</p:attrName>
                                        </p:attrNameLst>
                                      </p:cBhvr>
                                      <p:to>
                                        <p:strVal val="visible"/>
                                      </p:to>
                                    </p:set>
                                    <p:animEffect transition="in" filter="blinds(horizontal)">
                                      <p:cBhvr>
                                        <p:cTn id="79" dur="500"/>
                                        <p:tgtEl>
                                          <p:spTgt spid="295259"/>
                                        </p:tgtEl>
                                      </p:cBhvr>
                                    </p:animEffect>
                                  </p:childTnLst>
                                </p:cTn>
                              </p:par>
                              <p:par>
                                <p:cTn id="80" presetID="3" presetClass="entr" presetSubtype="10" fill="hold" nodeType="withEffect">
                                  <p:stCondLst>
                                    <p:cond delay="0"/>
                                  </p:stCondLst>
                                  <p:childTnLst>
                                    <p:set>
                                      <p:cBhvr>
                                        <p:cTn id="81" dur="1" fill="hold">
                                          <p:stCondLst>
                                            <p:cond delay="0"/>
                                          </p:stCondLst>
                                        </p:cTn>
                                        <p:tgtEl>
                                          <p:spTgt spid="295265"/>
                                        </p:tgtEl>
                                        <p:attrNameLst>
                                          <p:attrName>style.visibility</p:attrName>
                                        </p:attrNameLst>
                                      </p:cBhvr>
                                      <p:to>
                                        <p:strVal val="visible"/>
                                      </p:to>
                                    </p:set>
                                    <p:animEffect transition="in" filter="blinds(horizontal)">
                                      <p:cBhvr>
                                        <p:cTn id="82" dur="500"/>
                                        <p:tgtEl>
                                          <p:spTgt spid="295265"/>
                                        </p:tgtEl>
                                      </p:cBhvr>
                                    </p:animEffect>
                                  </p:childTnLst>
                                </p:cTn>
                              </p:par>
                              <p:par>
                                <p:cTn id="83" presetID="3" presetClass="entr" presetSubtype="10" fill="hold" nodeType="withEffect">
                                  <p:stCondLst>
                                    <p:cond delay="0"/>
                                  </p:stCondLst>
                                  <p:childTnLst>
                                    <p:set>
                                      <p:cBhvr>
                                        <p:cTn id="84" dur="1" fill="hold">
                                          <p:stCondLst>
                                            <p:cond delay="0"/>
                                          </p:stCondLst>
                                        </p:cTn>
                                        <p:tgtEl>
                                          <p:spTgt spid="294927"/>
                                        </p:tgtEl>
                                        <p:attrNameLst>
                                          <p:attrName>style.visibility</p:attrName>
                                        </p:attrNameLst>
                                      </p:cBhvr>
                                      <p:to>
                                        <p:strVal val="visible"/>
                                      </p:to>
                                    </p:set>
                                    <p:animEffect transition="in" filter="blinds(horizontal)">
                                      <p:cBhvr>
                                        <p:cTn id="85" dur="500"/>
                                        <p:tgtEl>
                                          <p:spTgt spid="294927"/>
                                        </p:tgtEl>
                                      </p:cBhvr>
                                    </p:animEffect>
                                  </p:childTnLst>
                                </p:cTn>
                              </p:par>
                              <p:par>
                                <p:cTn id="86" presetID="3" presetClass="entr" presetSubtype="10" fill="hold" nodeType="withEffect">
                                  <p:stCondLst>
                                    <p:cond delay="0"/>
                                  </p:stCondLst>
                                  <p:childTnLst>
                                    <p:set>
                                      <p:cBhvr>
                                        <p:cTn id="87" dur="1" fill="hold">
                                          <p:stCondLst>
                                            <p:cond delay="0"/>
                                          </p:stCondLst>
                                        </p:cTn>
                                        <p:tgtEl>
                                          <p:spTgt spid="295266"/>
                                        </p:tgtEl>
                                        <p:attrNameLst>
                                          <p:attrName>style.visibility</p:attrName>
                                        </p:attrNameLst>
                                      </p:cBhvr>
                                      <p:to>
                                        <p:strVal val="visible"/>
                                      </p:to>
                                    </p:set>
                                    <p:animEffect transition="in" filter="blinds(horizontal)">
                                      <p:cBhvr>
                                        <p:cTn id="88" dur="500"/>
                                        <p:tgtEl>
                                          <p:spTgt spid="295266"/>
                                        </p:tgtEl>
                                      </p:cBhvr>
                                    </p:animEffect>
                                  </p:childTnLst>
                                </p:cTn>
                              </p:par>
                              <p:par>
                                <p:cTn id="89" presetID="3" presetClass="entr" presetSubtype="10" fill="hold" nodeType="withEffect">
                                  <p:stCondLst>
                                    <p:cond delay="0"/>
                                  </p:stCondLst>
                                  <p:childTnLst>
                                    <p:set>
                                      <p:cBhvr>
                                        <p:cTn id="90" dur="1" fill="hold">
                                          <p:stCondLst>
                                            <p:cond delay="0"/>
                                          </p:stCondLst>
                                        </p:cTn>
                                        <p:tgtEl>
                                          <p:spTgt spid="294924"/>
                                        </p:tgtEl>
                                        <p:attrNameLst>
                                          <p:attrName>style.visibility</p:attrName>
                                        </p:attrNameLst>
                                      </p:cBhvr>
                                      <p:to>
                                        <p:strVal val="visible"/>
                                      </p:to>
                                    </p:set>
                                    <p:animEffect transition="in" filter="blinds(horizontal)">
                                      <p:cBhvr>
                                        <p:cTn id="91" dur="500"/>
                                        <p:tgtEl>
                                          <p:spTgt spid="294924"/>
                                        </p:tgtEl>
                                      </p:cBhvr>
                                    </p:animEffect>
                                  </p:childTnLst>
                                </p:cTn>
                              </p:par>
                            </p:childTnLst>
                          </p:cTn>
                        </p:par>
                        <p:par>
                          <p:cTn id="92" fill="hold">
                            <p:stCondLst>
                              <p:cond delay="1000"/>
                            </p:stCondLst>
                            <p:childTnLst>
                              <p:par>
                                <p:cTn id="93" presetID="3" presetClass="entr" presetSubtype="10" fill="hold" nodeType="afterEffect">
                                  <p:stCondLst>
                                    <p:cond delay="0"/>
                                  </p:stCondLst>
                                  <p:childTnLst>
                                    <p:set>
                                      <p:cBhvr>
                                        <p:cTn id="94" dur="1" fill="hold">
                                          <p:stCondLst>
                                            <p:cond delay="0"/>
                                          </p:stCondLst>
                                        </p:cTn>
                                        <p:tgtEl>
                                          <p:spTgt spid="295256"/>
                                        </p:tgtEl>
                                        <p:attrNameLst>
                                          <p:attrName>style.visibility</p:attrName>
                                        </p:attrNameLst>
                                      </p:cBhvr>
                                      <p:to>
                                        <p:strVal val="visible"/>
                                      </p:to>
                                    </p:set>
                                    <p:animEffect transition="in" filter="blinds(horizontal)">
                                      <p:cBhvr>
                                        <p:cTn id="95" dur="500"/>
                                        <p:tgtEl>
                                          <p:spTgt spid="295256"/>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294931"/>
                                        </p:tgtEl>
                                        <p:attrNameLst>
                                          <p:attrName>style.visibility</p:attrName>
                                        </p:attrNameLst>
                                      </p:cBhvr>
                                      <p:to>
                                        <p:strVal val="visible"/>
                                      </p:to>
                                    </p:set>
                                    <p:animEffect transition="in" filter="blinds(horizontal)">
                                      <p:cBhvr>
                                        <p:cTn id="100" dur="500"/>
                                        <p:tgtEl>
                                          <p:spTgt spid="294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22" grpId="0"/>
      <p:bldP spid="294923" grpId="0"/>
      <p:bldP spid="294929" grpId="0"/>
      <p:bldP spid="294931" grpId="0"/>
      <p:bldP spid="29526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p:nvPr/>
        </p:nvSpPr>
        <p:spPr>
          <a:xfrm>
            <a:off x="900113" y="836613"/>
            <a:ext cx="7632700" cy="3178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200" b="1" dirty="0">
                <a:solidFill>
                  <a:srgbClr val="000000"/>
                </a:solidFill>
                <a:latin typeface="Times New Roman" panose="02020603050405020304" pitchFamily="18" charset="0"/>
                <a:ea typeface="楷体_GB2312" pitchFamily="49" charset="-122"/>
              </a:rPr>
              <a:t>1</a:t>
            </a:r>
            <a:r>
              <a:rPr lang="zh-CN" altLang="en-US" sz="2200" b="1" dirty="0">
                <a:solidFill>
                  <a:srgbClr val="000000"/>
                </a:solidFill>
                <a:latin typeface="Times New Roman" panose="02020603050405020304" pitchFamily="18" charset="0"/>
                <a:ea typeface="楷体_GB2312" pitchFamily="49" charset="-122"/>
              </a:rPr>
              <a:t>） </a:t>
            </a:r>
            <a:r>
              <a:rPr lang="en-US" altLang="zh-CN" sz="2200" b="1" dirty="0">
                <a:solidFill>
                  <a:srgbClr val="000000"/>
                </a:solidFill>
                <a:latin typeface="Times New Roman" panose="02020603050405020304" pitchFamily="18" charset="0"/>
                <a:ea typeface="楷体_GB2312" pitchFamily="49" charset="-122"/>
              </a:rPr>
              <a:t>The magnitude of the polarization intensity is related to the dielectric material. </a:t>
            </a:r>
          </a:p>
          <a:p>
            <a:pPr marL="0" lvl="0" indent="0" eaLnBrk="1" hangingPunct="1">
              <a:lnSpc>
                <a:spcPct val="130000"/>
              </a:lnSpc>
              <a:spcBef>
                <a:spcPct val="0"/>
              </a:spcBef>
              <a:buClrTx/>
              <a:buSzTx/>
              <a:buFontTx/>
              <a:buNone/>
            </a:pPr>
            <a:r>
              <a:rPr lang="en-US" altLang="zh-CN" sz="2200" b="1" dirty="0">
                <a:solidFill>
                  <a:srgbClr val="000000"/>
                </a:solidFill>
                <a:latin typeface="Times New Roman" panose="02020603050405020304" pitchFamily="18" charset="0"/>
                <a:ea typeface="楷体_GB2312" pitchFamily="49" charset="-122"/>
              </a:rPr>
              <a:t>2</a:t>
            </a:r>
            <a:r>
              <a:rPr lang="zh-CN" altLang="en-US" sz="2200" b="1" dirty="0">
                <a:solidFill>
                  <a:srgbClr val="000000"/>
                </a:solidFill>
                <a:latin typeface="Times New Roman" panose="02020603050405020304" pitchFamily="18" charset="0"/>
                <a:ea typeface="楷体_GB2312" pitchFamily="49" charset="-122"/>
              </a:rPr>
              <a:t>） </a:t>
            </a:r>
            <a:r>
              <a:rPr lang="en-US" altLang="zh-CN" sz="2200" b="1" dirty="0">
                <a:solidFill>
                  <a:srgbClr val="000000"/>
                </a:solidFill>
                <a:latin typeface="Times New Roman" panose="02020603050405020304" pitchFamily="18" charset="0"/>
                <a:ea typeface="楷体_GB2312" pitchFamily="49" charset="-122"/>
              </a:rPr>
              <a:t>The magnitude of the polarization intensity is also related to the intensity of the applied electric field            . </a:t>
            </a:r>
          </a:p>
          <a:p>
            <a:pPr marL="457200" lvl="1" indent="0" eaLnBrk="1" hangingPunct="1">
              <a:lnSpc>
                <a:spcPct val="130000"/>
              </a:lnSpc>
              <a:spcBef>
                <a:spcPct val="0"/>
              </a:spcBef>
              <a:buClrTx/>
              <a:buSzTx/>
              <a:buFontTx/>
              <a:buChar char="•"/>
            </a:pPr>
            <a:r>
              <a:rPr lang="en-US" altLang="zh-CN" sz="24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After the polarization, the additional electric field         will be generated in the space. </a:t>
            </a:r>
            <a:endParaRPr lang="en-US" altLang="zh-CN" sz="2400" b="1" dirty="0">
              <a:solidFill>
                <a:srgbClr val="000000"/>
              </a:solidFill>
              <a:latin typeface="Times New Roman" panose="02020603050405020304" pitchFamily="18" charset="0"/>
              <a:ea typeface="楷体_GB2312" pitchFamily="49" charset="-122"/>
            </a:endParaRPr>
          </a:p>
          <a:p>
            <a:pPr marL="457200" lvl="1" indent="0" eaLnBrk="1" hangingPunct="1">
              <a:lnSpc>
                <a:spcPct val="130000"/>
              </a:lnSpc>
              <a:spcBef>
                <a:spcPct val="0"/>
              </a:spcBef>
              <a:buClrTx/>
              <a:buSzTx/>
              <a:buFontTx/>
              <a:buChar char="•"/>
            </a:pPr>
            <a:r>
              <a:rPr lang="en-US" altLang="zh-CN" sz="24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The total electric field          in the medium is</a:t>
            </a:r>
          </a:p>
        </p:txBody>
      </p:sp>
      <p:sp>
        <p:nvSpPr>
          <p:cNvPr id="295939" name="Rectangle 3"/>
          <p:cNvSpPr/>
          <p:nvPr/>
        </p:nvSpPr>
        <p:spPr>
          <a:xfrm>
            <a:off x="1042988" y="4403725"/>
            <a:ext cx="7416800" cy="9636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30000"/>
              </a:lnSpc>
              <a:spcBef>
                <a:spcPct val="0"/>
              </a:spcBef>
              <a:buClrTx/>
              <a:buSzTx/>
              <a:buFontTx/>
              <a:buNone/>
            </a:pPr>
            <a:r>
              <a:rPr lang="en-US" altLang="zh-CN" sz="2400" b="1" u="sng" dirty="0">
                <a:solidFill>
                  <a:srgbClr val="FF3300"/>
                </a:solidFill>
                <a:ea typeface="楷体_GB2312" pitchFamily="49" charset="-122"/>
              </a:rPr>
              <a:t>Experimental observation shows</a:t>
            </a:r>
            <a:r>
              <a:rPr lang="zh-CN" altLang="en-US" sz="2400" b="1" dirty="0">
                <a:solidFill>
                  <a:srgbClr val="FF3300"/>
                </a:solidFill>
                <a:ea typeface="楷体_GB2312" pitchFamily="49" charset="-122"/>
              </a:rPr>
              <a:t>：</a:t>
            </a:r>
          </a:p>
          <a:p>
            <a:pPr marL="0" lvl="0" indent="0"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For linear and isotropic media </a:t>
            </a:r>
            <a:r>
              <a:rPr lang="zh-CN" altLang="en-US" sz="20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is proportional to</a:t>
            </a:r>
          </a:p>
        </p:txBody>
      </p:sp>
      <p:sp>
        <p:nvSpPr>
          <p:cNvPr id="66564" name="Text Box 4"/>
          <p:cNvSpPr txBox="1"/>
          <p:nvPr/>
        </p:nvSpPr>
        <p:spPr>
          <a:xfrm>
            <a:off x="3708400" y="404813"/>
            <a:ext cx="259238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solidFill>
                  <a:srgbClr val="0000CC"/>
                </a:solidFill>
                <a:ea typeface="楷体_GB2312" pitchFamily="49" charset="-122"/>
              </a:rPr>
              <a:t>Conclusion</a:t>
            </a:r>
            <a:endParaRPr lang="en-US" altLang="zh-CN" sz="2800" b="1" dirty="0">
              <a:solidFill>
                <a:srgbClr val="0000CC"/>
              </a:solidFill>
            </a:endParaRPr>
          </a:p>
        </p:txBody>
      </p:sp>
      <p:graphicFrame>
        <p:nvGraphicFramePr>
          <p:cNvPr id="295941" name="Object 5"/>
          <p:cNvGraphicFramePr>
            <a:graphicFrameLocks noChangeAspect="1"/>
          </p:cNvGraphicFramePr>
          <p:nvPr/>
        </p:nvGraphicFramePr>
        <p:xfrm>
          <a:off x="3476625" y="3968750"/>
          <a:ext cx="1743075" cy="539750"/>
        </p:xfrm>
        <a:graphic>
          <a:graphicData uri="http://schemas.openxmlformats.org/presentationml/2006/ole">
            <mc:AlternateContent xmlns:mc="http://schemas.openxmlformats.org/markup-compatibility/2006">
              <mc:Choice xmlns:v="urn:schemas-microsoft-com:vml" Requires="v">
                <p:oleObj r:id="rId2" imgW="596265" imgH="109855" progId="Equation.DSMT4">
                  <p:embed/>
                </p:oleObj>
              </mc:Choice>
              <mc:Fallback>
                <p:oleObj r:id="rId2" imgW="596265" imgH="109855" progId="Equation.DSMT4">
                  <p:embed/>
                  <p:pic>
                    <p:nvPicPr>
                      <p:cNvPr id="295941" name="Object 5"/>
                      <p:cNvPicPr/>
                      <p:nvPr/>
                    </p:nvPicPr>
                    <p:blipFill>
                      <a:blip r:embed="rId3">
                        <a:clrChange>
                          <a:clrFrom>
                            <a:srgbClr val="000000"/>
                          </a:clrFrom>
                          <a:clrTo>
                            <a:srgbClr val="000000"/>
                          </a:clrTo>
                        </a:clrChange>
                      </a:blip>
                      <a:stretch>
                        <a:fillRect/>
                      </a:stretch>
                    </p:blipFill>
                    <p:spPr>
                      <a:xfrm>
                        <a:off x="3476625" y="3968750"/>
                        <a:ext cx="1743075" cy="539750"/>
                      </a:xfrm>
                      <a:prstGeom prst="rect">
                        <a:avLst/>
                      </a:prstGeom>
                      <a:noFill/>
                      <a:ln w="38100">
                        <a:noFill/>
                        <a:miter/>
                      </a:ln>
                    </p:spPr>
                  </p:pic>
                </p:oleObj>
              </mc:Fallback>
            </mc:AlternateContent>
          </a:graphicData>
        </a:graphic>
      </p:graphicFrame>
      <p:graphicFrame>
        <p:nvGraphicFramePr>
          <p:cNvPr id="295942" name="Object 6"/>
          <p:cNvGraphicFramePr>
            <a:graphicFrameLocks noChangeAspect="1"/>
          </p:cNvGraphicFramePr>
          <p:nvPr/>
        </p:nvGraphicFramePr>
        <p:xfrm>
          <a:off x="4787900" y="4941888"/>
          <a:ext cx="365125" cy="406400"/>
        </p:xfrm>
        <a:graphic>
          <a:graphicData uri="http://schemas.openxmlformats.org/presentationml/2006/ole">
            <mc:AlternateContent xmlns:mc="http://schemas.openxmlformats.org/markup-compatibility/2006">
              <mc:Choice xmlns:v="urn:schemas-microsoft-com:vml" Requires="v">
                <p:oleObj r:id="rId4" imgW="29210" imgH="74930" progId="Equation.DSMT4">
                  <p:embed/>
                </p:oleObj>
              </mc:Choice>
              <mc:Fallback>
                <p:oleObj r:id="rId4" imgW="29210" imgH="74930" progId="Equation.DSMT4">
                  <p:embed/>
                  <p:pic>
                    <p:nvPicPr>
                      <p:cNvPr id="295942" name="Object 6"/>
                      <p:cNvPicPr/>
                      <p:nvPr/>
                    </p:nvPicPr>
                    <p:blipFill>
                      <a:blip r:embed="rId5">
                        <a:clrChange>
                          <a:clrFrom>
                            <a:srgbClr val="000000"/>
                          </a:clrFrom>
                          <a:clrTo>
                            <a:srgbClr val="000000"/>
                          </a:clrTo>
                        </a:clrChange>
                      </a:blip>
                      <a:stretch>
                        <a:fillRect/>
                      </a:stretch>
                    </p:blipFill>
                    <p:spPr>
                      <a:xfrm>
                        <a:off x="4787900" y="4941888"/>
                        <a:ext cx="365125" cy="406400"/>
                      </a:xfrm>
                      <a:prstGeom prst="rect">
                        <a:avLst/>
                      </a:prstGeom>
                      <a:noFill/>
                      <a:ln w="38100">
                        <a:noFill/>
                        <a:miter/>
                      </a:ln>
                    </p:spPr>
                  </p:pic>
                </p:oleObj>
              </mc:Fallback>
            </mc:AlternateContent>
          </a:graphicData>
        </a:graphic>
      </p:graphicFrame>
      <p:graphicFrame>
        <p:nvGraphicFramePr>
          <p:cNvPr id="295943" name="Object 7"/>
          <p:cNvGraphicFramePr>
            <a:graphicFrameLocks noChangeAspect="1"/>
          </p:cNvGraphicFramePr>
          <p:nvPr/>
        </p:nvGraphicFramePr>
        <p:xfrm>
          <a:off x="3492500" y="5445125"/>
          <a:ext cx="1611313" cy="508000"/>
        </p:xfrm>
        <a:graphic>
          <a:graphicData uri="http://schemas.openxmlformats.org/presentationml/2006/ole">
            <mc:AlternateContent xmlns:mc="http://schemas.openxmlformats.org/markup-compatibility/2006">
              <mc:Choice xmlns:v="urn:schemas-microsoft-com:vml" Requires="v">
                <p:oleObj r:id="rId6" imgW="509270" imgH="127635" progId="Equation.DSMT4">
                  <p:embed/>
                </p:oleObj>
              </mc:Choice>
              <mc:Fallback>
                <p:oleObj r:id="rId6" imgW="509270" imgH="127635" progId="Equation.DSMT4">
                  <p:embed/>
                  <p:pic>
                    <p:nvPicPr>
                      <p:cNvPr id="295943" name="Object 7"/>
                      <p:cNvPicPr/>
                      <p:nvPr/>
                    </p:nvPicPr>
                    <p:blipFill>
                      <a:blip r:embed="rId7">
                        <a:clrChange>
                          <a:clrFrom>
                            <a:srgbClr val="000000"/>
                          </a:clrFrom>
                          <a:clrTo>
                            <a:srgbClr val="000000"/>
                          </a:clrTo>
                        </a:clrChange>
                      </a:blip>
                      <a:stretch>
                        <a:fillRect/>
                      </a:stretch>
                    </p:blipFill>
                    <p:spPr>
                      <a:xfrm>
                        <a:off x="3492500" y="5445125"/>
                        <a:ext cx="1611313" cy="508000"/>
                      </a:xfrm>
                      <a:prstGeom prst="rect">
                        <a:avLst/>
                      </a:prstGeom>
                      <a:noFill/>
                      <a:ln w="38100">
                        <a:noFill/>
                        <a:miter/>
                      </a:ln>
                    </p:spPr>
                  </p:pic>
                </p:oleObj>
              </mc:Fallback>
            </mc:AlternateContent>
          </a:graphicData>
        </a:graphic>
      </p:graphicFrame>
      <p:graphicFrame>
        <p:nvGraphicFramePr>
          <p:cNvPr id="295944" name="Object 8"/>
          <p:cNvGraphicFramePr>
            <a:graphicFrameLocks noChangeAspect="1"/>
          </p:cNvGraphicFramePr>
          <p:nvPr/>
        </p:nvGraphicFramePr>
        <p:xfrm>
          <a:off x="2555875" y="5949950"/>
          <a:ext cx="1185863" cy="431800"/>
        </p:xfrm>
        <a:graphic>
          <a:graphicData uri="http://schemas.openxmlformats.org/presentationml/2006/ole">
            <mc:AlternateContent xmlns:mc="http://schemas.openxmlformats.org/markup-compatibility/2006">
              <mc:Choice xmlns:v="urn:schemas-microsoft-com:vml" Requires="v">
                <p:oleObj r:id="rId8" imgW="347345" imgH="104140" progId="Equation.DSMT4">
                  <p:embed/>
                </p:oleObj>
              </mc:Choice>
              <mc:Fallback>
                <p:oleObj r:id="rId8" imgW="347345" imgH="104140" progId="Equation.DSMT4">
                  <p:embed/>
                  <p:pic>
                    <p:nvPicPr>
                      <p:cNvPr id="295944" name="Object 8"/>
                      <p:cNvPicPr/>
                      <p:nvPr/>
                    </p:nvPicPr>
                    <p:blipFill>
                      <a:blip r:embed="rId9">
                        <a:clrChange>
                          <a:clrFrom>
                            <a:srgbClr val="000000"/>
                          </a:clrFrom>
                          <a:clrTo>
                            <a:srgbClr val="000000"/>
                          </a:clrTo>
                        </a:clrChange>
                      </a:blip>
                      <a:stretch>
                        <a:fillRect/>
                      </a:stretch>
                    </p:blipFill>
                    <p:spPr>
                      <a:xfrm>
                        <a:off x="2555875" y="5949950"/>
                        <a:ext cx="1185863" cy="431800"/>
                      </a:xfrm>
                      <a:prstGeom prst="rect">
                        <a:avLst/>
                      </a:prstGeom>
                      <a:noFill/>
                      <a:ln w="38100">
                        <a:noFill/>
                        <a:miter/>
                      </a:ln>
                    </p:spPr>
                  </p:pic>
                </p:oleObj>
              </mc:Fallback>
            </mc:AlternateContent>
          </a:graphicData>
        </a:graphic>
      </p:graphicFrame>
      <p:sp>
        <p:nvSpPr>
          <p:cNvPr id="295945" name="Rectangle 9"/>
          <p:cNvSpPr/>
          <p:nvPr/>
        </p:nvSpPr>
        <p:spPr>
          <a:xfrm>
            <a:off x="1331913" y="5895975"/>
            <a:ext cx="1584325" cy="62865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in which,</a:t>
            </a:r>
          </a:p>
        </p:txBody>
      </p:sp>
      <p:sp>
        <p:nvSpPr>
          <p:cNvPr id="295946" name="Rectangle 10"/>
          <p:cNvSpPr/>
          <p:nvPr/>
        </p:nvSpPr>
        <p:spPr>
          <a:xfrm>
            <a:off x="3851275" y="5805488"/>
            <a:ext cx="5113338" cy="62865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ea typeface="楷体_GB2312" pitchFamily="49" charset="-122"/>
              </a:rPr>
              <a:t>is called the electric</a:t>
            </a:r>
            <a:r>
              <a:rPr lang="en-US" altLang="zh-CN" sz="2000" b="1" dirty="0">
                <a:solidFill>
                  <a:srgbClr val="000000"/>
                </a:solidFill>
                <a:latin typeface="Times New Roman" panose="02020603050405020304" pitchFamily="18" charset="0"/>
              </a:rPr>
              <a:t> susceptibility</a:t>
            </a:r>
            <a:r>
              <a:rPr lang="en-US" altLang="zh-CN" sz="2400" b="1" dirty="0">
                <a:solidFill>
                  <a:schemeClr val="bg1"/>
                </a:solidFill>
                <a:latin typeface="宋体" panose="02010600030101010101" pitchFamily="2" charset="-122"/>
              </a:rPr>
              <a:t>   </a:t>
            </a:r>
            <a:endParaRPr lang="en-US" altLang="zh-CN" sz="2000" b="1" dirty="0">
              <a:solidFill>
                <a:schemeClr val="bg1"/>
              </a:solidFill>
              <a:latin typeface="楷体_GB2312" pitchFamily="49" charset="-122"/>
              <a:ea typeface="楷体_GB2312" pitchFamily="49" charset="-122"/>
            </a:endParaRPr>
          </a:p>
        </p:txBody>
      </p:sp>
      <p:sp>
        <p:nvSpPr>
          <p:cNvPr id="295947" name="Rectangle 11"/>
          <p:cNvSpPr/>
          <p:nvPr/>
        </p:nvSpPr>
        <p:spPr>
          <a:xfrm>
            <a:off x="611188" y="908050"/>
            <a:ext cx="8353425" cy="5545138"/>
          </a:xfrm>
          <a:prstGeom prst="rect">
            <a:avLst/>
          </a:prstGeom>
          <a:noFill/>
          <a:ln w="38100" cap="flat" cmpd="sng">
            <a:solidFill>
              <a:srgbClr val="0000CC"/>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295948" name="Object 12"/>
          <p:cNvGraphicFramePr>
            <a:graphicFrameLocks noChangeAspect="1"/>
          </p:cNvGraphicFramePr>
          <p:nvPr/>
        </p:nvGraphicFramePr>
        <p:xfrm>
          <a:off x="6156325" y="2133600"/>
          <a:ext cx="457200" cy="484188"/>
        </p:xfrm>
        <a:graphic>
          <a:graphicData uri="http://schemas.openxmlformats.org/presentationml/2006/ole">
            <mc:AlternateContent xmlns:mc="http://schemas.openxmlformats.org/markup-compatibility/2006">
              <mc:Choice xmlns:v="urn:schemas-microsoft-com:vml" Requires="v">
                <p:oleObj r:id="rId10" imgW="74930" imgH="92710" progId="Equation.DSMT4">
                  <p:embed/>
                </p:oleObj>
              </mc:Choice>
              <mc:Fallback>
                <p:oleObj r:id="rId10" imgW="74930" imgH="92710" progId="Equation.DSMT4">
                  <p:embed/>
                  <p:pic>
                    <p:nvPicPr>
                      <p:cNvPr id="295948" name="Object 12"/>
                      <p:cNvPicPr/>
                      <p:nvPr/>
                    </p:nvPicPr>
                    <p:blipFill>
                      <a:blip r:embed="rId11">
                        <a:clrChange>
                          <a:clrFrom>
                            <a:srgbClr val="000000"/>
                          </a:clrFrom>
                          <a:clrTo>
                            <a:srgbClr val="000000"/>
                          </a:clrTo>
                        </a:clrChange>
                      </a:blip>
                      <a:stretch>
                        <a:fillRect/>
                      </a:stretch>
                    </p:blipFill>
                    <p:spPr>
                      <a:xfrm>
                        <a:off x="6156325" y="2133600"/>
                        <a:ext cx="457200" cy="484188"/>
                      </a:xfrm>
                      <a:prstGeom prst="rect">
                        <a:avLst/>
                      </a:prstGeom>
                      <a:noFill/>
                      <a:ln w="38100">
                        <a:noFill/>
                        <a:miter/>
                      </a:ln>
                    </p:spPr>
                  </p:pic>
                </p:oleObj>
              </mc:Fallback>
            </mc:AlternateContent>
          </a:graphicData>
        </a:graphic>
      </p:graphicFrame>
      <p:graphicFrame>
        <p:nvGraphicFramePr>
          <p:cNvPr id="295949" name="Object 13"/>
          <p:cNvGraphicFramePr>
            <a:graphicFrameLocks noChangeAspect="1"/>
          </p:cNvGraphicFramePr>
          <p:nvPr/>
        </p:nvGraphicFramePr>
        <p:xfrm>
          <a:off x="4211638" y="3500438"/>
          <a:ext cx="342900" cy="455612"/>
        </p:xfrm>
        <a:graphic>
          <a:graphicData uri="http://schemas.openxmlformats.org/presentationml/2006/ole">
            <mc:AlternateContent xmlns:mc="http://schemas.openxmlformats.org/markup-compatibility/2006">
              <mc:Choice xmlns:v="urn:schemas-microsoft-com:vml" Requires="v">
                <p:oleObj r:id="rId12" imgW="29210" imgH="74930" progId="Equation.DSMT4">
                  <p:embed/>
                </p:oleObj>
              </mc:Choice>
              <mc:Fallback>
                <p:oleObj r:id="rId12" imgW="29210" imgH="74930" progId="Equation.DSMT4">
                  <p:embed/>
                  <p:pic>
                    <p:nvPicPr>
                      <p:cNvPr id="295949" name="Object 13"/>
                      <p:cNvPicPr/>
                      <p:nvPr/>
                    </p:nvPicPr>
                    <p:blipFill>
                      <a:blip r:embed="rId13">
                        <a:clrChange>
                          <a:clrFrom>
                            <a:srgbClr val="000000"/>
                          </a:clrFrom>
                          <a:clrTo>
                            <a:srgbClr val="000000"/>
                          </a:clrTo>
                        </a:clrChange>
                      </a:blip>
                      <a:stretch>
                        <a:fillRect/>
                      </a:stretch>
                    </p:blipFill>
                    <p:spPr>
                      <a:xfrm>
                        <a:off x="4211638" y="3500438"/>
                        <a:ext cx="342900" cy="455612"/>
                      </a:xfrm>
                      <a:prstGeom prst="rect">
                        <a:avLst/>
                      </a:prstGeom>
                      <a:noFill/>
                      <a:ln w="38100">
                        <a:noFill/>
                        <a:miter/>
                      </a:ln>
                    </p:spPr>
                  </p:pic>
                </p:oleObj>
              </mc:Fallback>
            </mc:AlternateContent>
          </a:graphicData>
        </a:graphic>
      </p:graphicFrame>
      <p:graphicFrame>
        <p:nvGraphicFramePr>
          <p:cNvPr id="295950" name="Object 14"/>
          <p:cNvGraphicFramePr>
            <a:graphicFrameLocks noChangeAspect="1"/>
          </p:cNvGraphicFramePr>
          <p:nvPr/>
        </p:nvGraphicFramePr>
        <p:xfrm>
          <a:off x="7164388" y="2636838"/>
          <a:ext cx="485775" cy="541337"/>
        </p:xfrm>
        <a:graphic>
          <a:graphicData uri="http://schemas.openxmlformats.org/presentationml/2006/ole">
            <mc:AlternateContent xmlns:mc="http://schemas.openxmlformats.org/markup-compatibility/2006">
              <mc:Choice xmlns:v="urn:schemas-microsoft-com:vml" Requires="v">
                <p:oleObj r:id="rId14" imgW="92710" imgH="109855" progId="Equation.DSMT4">
                  <p:embed/>
                </p:oleObj>
              </mc:Choice>
              <mc:Fallback>
                <p:oleObj r:id="rId14" imgW="92710" imgH="109855" progId="Equation.DSMT4">
                  <p:embed/>
                  <p:pic>
                    <p:nvPicPr>
                      <p:cNvPr id="295950" name="Object 14"/>
                      <p:cNvPicPr/>
                      <p:nvPr/>
                    </p:nvPicPr>
                    <p:blipFill>
                      <a:blip r:embed="rId15">
                        <a:clrChange>
                          <a:clrFrom>
                            <a:srgbClr val="000000"/>
                          </a:clrFrom>
                          <a:clrTo>
                            <a:srgbClr val="000000"/>
                          </a:clrTo>
                        </a:clrChange>
                      </a:blip>
                      <a:stretch>
                        <a:fillRect/>
                      </a:stretch>
                    </p:blipFill>
                    <p:spPr>
                      <a:xfrm>
                        <a:off x="7164388" y="2636838"/>
                        <a:ext cx="485775" cy="541337"/>
                      </a:xfrm>
                      <a:prstGeom prst="rect">
                        <a:avLst/>
                      </a:prstGeom>
                      <a:noFill/>
                      <a:ln w="38100">
                        <a:noFill/>
                        <a:miter/>
                      </a:ln>
                    </p:spPr>
                  </p:pic>
                </p:oleObj>
              </mc:Fallback>
            </mc:AlternateContent>
          </a:graphicData>
        </a:graphic>
      </p:graphicFrame>
      <p:graphicFrame>
        <p:nvGraphicFramePr>
          <p:cNvPr id="295951" name="Object 15"/>
          <p:cNvGraphicFramePr>
            <a:graphicFrameLocks noChangeAspect="1"/>
          </p:cNvGraphicFramePr>
          <p:nvPr/>
        </p:nvGraphicFramePr>
        <p:xfrm>
          <a:off x="7308850" y="4868863"/>
          <a:ext cx="342900" cy="455612"/>
        </p:xfrm>
        <a:graphic>
          <a:graphicData uri="http://schemas.openxmlformats.org/presentationml/2006/ole">
            <mc:AlternateContent xmlns:mc="http://schemas.openxmlformats.org/markup-compatibility/2006">
              <mc:Choice xmlns:v="urn:schemas-microsoft-com:vml" Requires="v">
                <p:oleObj r:id="rId12" imgW="29210" imgH="74930" progId="Equation.DSMT4">
                  <p:embed/>
                </p:oleObj>
              </mc:Choice>
              <mc:Fallback>
                <p:oleObj r:id="rId12" imgW="29210" imgH="74930" progId="Equation.DSMT4">
                  <p:embed/>
                  <p:pic>
                    <p:nvPicPr>
                      <p:cNvPr id="295951" name="Object 15"/>
                      <p:cNvPicPr/>
                      <p:nvPr/>
                    </p:nvPicPr>
                    <p:blipFill>
                      <a:blip r:embed="rId16">
                        <a:clrChange>
                          <a:clrFrom>
                            <a:srgbClr val="000000"/>
                          </a:clrFrom>
                          <a:clrTo>
                            <a:srgbClr val="000000"/>
                          </a:clrTo>
                        </a:clrChange>
                      </a:blip>
                      <a:stretch>
                        <a:fillRect/>
                      </a:stretch>
                    </p:blipFill>
                    <p:spPr>
                      <a:xfrm>
                        <a:off x="7308850" y="4868863"/>
                        <a:ext cx="342900" cy="4556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95947"/>
                                        </p:tgtEl>
                                        <p:attrNameLst>
                                          <p:attrName>style.visibility</p:attrName>
                                        </p:attrNameLst>
                                      </p:cBhvr>
                                      <p:to>
                                        <p:strVal val="visible"/>
                                      </p:to>
                                    </p:set>
                                    <p:animEffect transition="in" filter="blinds(horizontal)">
                                      <p:cBhvr>
                                        <p:cTn id="7" dur="500"/>
                                        <p:tgtEl>
                                          <p:spTgt spid="2959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5938">
                                            <p:txEl>
                                              <p:pRg st="0" end="0"/>
                                            </p:txEl>
                                          </p:spTgt>
                                        </p:tgtEl>
                                        <p:attrNameLst>
                                          <p:attrName>style.visibility</p:attrName>
                                        </p:attrNameLst>
                                      </p:cBhvr>
                                      <p:to>
                                        <p:strVal val="visible"/>
                                      </p:to>
                                    </p:set>
                                    <p:animEffect transition="in" filter="blinds(horizontal)">
                                      <p:cBhvr>
                                        <p:cTn id="12" dur="500"/>
                                        <p:tgtEl>
                                          <p:spTgt spid="2959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5938">
                                            <p:txEl>
                                              <p:pRg st="1" end="1"/>
                                            </p:txEl>
                                          </p:spTgt>
                                        </p:tgtEl>
                                        <p:attrNameLst>
                                          <p:attrName>style.visibility</p:attrName>
                                        </p:attrNameLst>
                                      </p:cBhvr>
                                      <p:to>
                                        <p:strVal val="visible"/>
                                      </p:to>
                                    </p:set>
                                    <p:animEffect transition="in" filter="blinds(horizontal)">
                                      <p:cBhvr>
                                        <p:cTn id="17" dur="500"/>
                                        <p:tgtEl>
                                          <p:spTgt spid="295938">
                                            <p:txEl>
                                              <p:pRg st="1" end="1"/>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295948"/>
                                        </p:tgtEl>
                                        <p:attrNameLst>
                                          <p:attrName>style.visibility</p:attrName>
                                        </p:attrNameLst>
                                      </p:cBhvr>
                                      <p:to>
                                        <p:strVal val="visible"/>
                                      </p:to>
                                    </p:set>
                                    <p:animEffect transition="in" filter="blinds(horizontal)">
                                      <p:cBhvr>
                                        <p:cTn id="21" dur="500"/>
                                        <p:tgtEl>
                                          <p:spTgt spid="29594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95938">
                                            <p:txEl>
                                              <p:pRg st="2" end="2"/>
                                            </p:txEl>
                                          </p:spTgt>
                                        </p:tgtEl>
                                        <p:attrNameLst>
                                          <p:attrName>style.visibility</p:attrName>
                                        </p:attrNameLst>
                                      </p:cBhvr>
                                      <p:to>
                                        <p:strVal val="visible"/>
                                      </p:to>
                                    </p:set>
                                    <p:animEffect transition="in" filter="blinds(horizontal)">
                                      <p:cBhvr>
                                        <p:cTn id="26" dur="500"/>
                                        <p:tgtEl>
                                          <p:spTgt spid="295938">
                                            <p:txEl>
                                              <p:pRg st="2" end="2"/>
                                            </p:txEl>
                                          </p:spTgt>
                                        </p:tgtEl>
                                      </p:cBhvr>
                                    </p:animEffect>
                                  </p:childTnLst>
                                </p:cTn>
                              </p:par>
                            </p:childTnLst>
                          </p:cTn>
                        </p:par>
                        <p:par>
                          <p:cTn id="27" fill="hold">
                            <p:stCondLst>
                              <p:cond delay="500"/>
                            </p:stCondLst>
                            <p:childTnLst>
                              <p:par>
                                <p:cTn id="28" presetID="3" presetClass="entr" presetSubtype="10" fill="hold" nodeType="afterEffect">
                                  <p:stCondLst>
                                    <p:cond delay="0"/>
                                  </p:stCondLst>
                                  <p:childTnLst>
                                    <p:set>
                                      <p:cBhvr>
                                        <p:cTn id="29" dur="1" fill="hold">
                                          <p:stCondLst>
                                            <p:cond delay="0"/>
                                          </p:stCondLst>
                                        </p:cTn>
                                        <p:tgtEl>
                                          <p:spTgt spid="295950"/>
                                        </p:tgtEl>
                                        <p:attrNameLst>
                                          <p:attrName>style.visibility</p:attrName>
                                        </p:attrNameLst>
                                      </p:cBhvr>
                                      <p:to>
                                        <p:strVal val="visible"/>
                                      </p:to>
                                    </p:set>
                                    <p:animEffect transition="in" filter="blinds(horizontal)">
                                      <p:cBhvr>
                                        <p:cTn id="30" dur="500"/>
                                        <p:tgtEl>
                                          <p:spTgt spid="29595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95938">
                                            <p:txEl>
                                              <p:pRg st="3" end="3"/>
                                            </p:txEl>
                                          </p:spTgt>
                                        </p:tgtEl>
                                        <p:attrNameLst>
                                          <p:attrName>style.visibility</p:attrName>
                                        </p:attrNameLst>
                                      </p:cBhvr>
                                      <p:to>
                                        <p:strVal val="visible"/>
                                      </p:to>
                                    </p:set>
                                    <p:animEffect transition="in" filter="blinds(horizontal)">
                                      <p:cBhvr>
                                        <p:cTn id="35" dur="500"/>
                                        <p:tgtEl>
                                          <p:spTgt spid="295938">
                                            <p:txEl>
                                              <p:pRg st="3" end="3"/>
                                            </p:txEl>
                                          </p:spTgt>
                                        </p:tgtEl>
                                      </p:cBhvr>
                                    </p:animEffect>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295949"/>
                                        </p:tgtEl>
                                        <p:attrNameLst>
                                          <p:attrName>style.visibility</p:attrName>
                                        </p:attrNameLst>
                                      </p:cBhvr>
                                      <p:to>
                                        <p:strVal val="visible"/>
                                      </p:to>
                                    </p:set>
                                    <p:animEffect transition="in" filter="blinds(horizontal)">
                                      <p:cBhvr>
                                        <p:cTn id="39" dur="500"/>
                                        <p:tgtEl>
                                          <p:spTgt spid="29594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295941"/>
                                        </p:tgtEl>
                                        <p:attrNameLst>
                                          <p:attrName>style.visibility</p:attrName>
                                        </p:attrNameLst>
                                      </p:cBhvr>
                                      <p:to>
                                        <p:strVal val="visible"/>
                                      </p:to>
                                    </p:set>
                                    <p:animEffect transition="in" filter="blinds(horizontal)">
                                      <p:cBhvr>
                                        <p:cTn id="44" dur="500"/>
                                        <p:tgtEl>
                                          <p:spTgt spid="295941"/>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295942"/>
                                        </p:tgtEl>
                                        <p:attrNameLst>
                                          <p:attrName>style.visibility</p:attrName>
                                        </p:attrNameLst>
                                      </p:cBhvr>
                                      <p:to>
                                        <p:strVal val="visible"/>
                                      </p:to>
                                    </p:set>
                                    <p:animEffect transition="in" filter="blinds(horizontal)">
                                      <p:cBhvr>
                                        <p:cTn id="49" dur="500"/>
                                        <p:tgtEl>
                                          <p:spTgt spid="295942"/>
                                        </p:tgtEl>
                                      </p:cBhvr>
                                    </p:animEffect>
                                  </p:childTnLst>
                                </p:cTn>
                              </p:par>
                              <p:par>
                                <p:cTn id="50" presetID="3" presetClass="entr" presetSubtype="10" fill="hold" nodeType="withEffect">
                                  <p:stCondLst>
                                    <p:cond delay="0"/>
                                  </p:stCondLst>
                                  <p:childTnLst>
                                    <p:set>
                                      <p:cBhvr>
                                        <p:cTn id="51" dur="1" fill="hold">
                                          <p:stCondLst>
                                            <p:cond delay="0"/>
                                          </p:stCondLst>
                                        </p:cTn>
                                        <p:tgtEl>
                                          <p:spTgt spid="295951"/>
                                        </p:tgtEl>
                                        <p:attrNameLst>
                                          <p:attrName>style.visibility</p:attrName>
                                        </p:attrNameLst>
                                      </p:cBhvr>
                                      <p:to>
                                        <p:strVal val="visible"/>
                                      </p:to>
                                    </p:set>
                                    <p:animEffect transition="in" filter="blinds(horizontal)">
                                      <p:cBhvr>
                                        <p:cTn id="52" dur="500"/>
                                        <p:tgtEl>
                                          <p:spTgt spid="295951"/>
                                        </p:tgtEl>
                                      </p:cBhvr>
                                    </p:animEffect>
                                  </p:childTnLst>
                                </p:cTn>
                              </p:par>
                              <p:par>
                                <p:cTn id="53" presetID="3" presetClass="entr" presetSubtype="10" fill="hold" nodeType="withEffect">
                                  <p:stCondLst>
                                    <p:cond delay="0"/>
                                  </p:stCondLst>
                                  <p:childTnLst>
                                    <p:set>
                                      <p:cBhvr>
                                        <p:cTn id="54" dur="1" fill="hold">
                                          <p:stCondLst>
                                            <p:cond delay="0"/>
                                          </p:stCondLst>
                                        </p:cTn>
                                        <p:tgtEl>
                                          <p:spTgt spid="295939"/>
                                        </p:tgtEl>
                                        <p:attrNameLst>
                                          <p:attrName>style.visibility</p:attrName>
                                        </p:attrNameLst>
                                      </p:cBhvr>
                                      <p:to>
                                        <p:strVal val="visible"/>
                                      </p:to>
                                    </p:set>
                                    <p:animEffect transition="in" filter="blinds(horizontal)">
                                      <p:cBhvr>
                                        <p:cTn id="55" dur="500"/>
                                        <p:tgtEl>
                                          <p:spTgt spid="29593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295943"/>
                                        </p:tgtEl>
                                        <p:attrNameLst>
                                          <p:attrName>style.visibility</p:attrName>
                                        </p:attrNameLst>
                                      </p:cBhvr>
                                      <p:to>
                                        <p:strVal val="visible"/>
                                      </p:to>
                                    </p:set>
                                    <p:animEffect transition="in" filter="blinds(horizontal)">
                                      <p:cBhvr>
                                        <p:cTn id="60" dur="500"/>
                                        <p:tgtEl>
                                          <p:spTgt spid="295943"/>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295945"/>
                                        </p:tgtEl>
                                        <p:attrNameLst>
                                          <p:attrName>style.visibility</p:attrName>
                                        </p:attrNameLst>
                                      </p:cBhvr>
                                      <p:to>
                                        <p:strVal val="visible"/>
                                      </p:to>
                                    </p:set>
                                    <p:animEffect transition="in" filter="blinds(horizontal)">
                                      <p:cBhvr>
                                        <p:cTn id="65" dur="500"/>
                                        <p:tgtEl>
                                          <p:spTgt spid="295945"/>
                                        </p:tgtEl>
                                      </p:cBhvr>
                                    </p:animEffect>
                                  </p:childTnLst>
                                </p:cTn>
                              </p:par>
                              <p:par>
                                <p:cTn id="66" presetID="3" presetClass="entr" presetSubtype="10" fill="hold" nodeType="withEffect">
                                  <p:stCondLst>
                                    <p:cond delay="0"/>
                                  </p:stCondLst>
                                  <p:childTnLst>
                                    <p:set>
                                      <p:cBhvr>
                                        <p:cTn id="67" dur="1" fill="hold">
                                          <p:stCondLst>
                                            <p:cond delay="0"/>
                                          </p:stCondLst>
                                        </p:cTn>
                                        <p:tgtEl>
                                          <p:spTgt spid="295944"/>
                                        </p:tgtEl>
                                        <p:attrNameLst>
                                          <p:attrName>style.visibility</p:attrName>
                                        </p:attrNameLst>
                                      </p:cBhvr>
                                      <p:to>
                                        <p:strVal val="visible"/>
                                      </p:to>
                                    </p:set>
                                    <p:animEffect transition="in" filter="blinds(horizontal)">
                                      <p:cBhvr>
                                        <p:cTn id="68" dur="500"/>
                                        <p:tgtEl>
                                          <p:spTgt spid="295944"/>
                                        </p:tgtEl>
                                      </p:cBhvr>
                                    </p:animEffect>
                                  </p:childTnLst>
                                </p:cTn>
                              </p:par>
                              <p:par>
                                <p:cTn id="69" presetID="3" presetClass="entr" presetSubtype="10" fill="hold" nodeType="withEffect">
                                  <p:stCondLst>
                                    <p:cond delay="0"/>
                                  </p:stCondLst>
                                  <p:childTnLst>
                                    <p:set>
                                      <p:cBhvr>
                                        <p:cTn id="70" dur="1" fill="hold">
                                          <p:stCondLst>
                                            <p:cond delay="0"/>
                                          </p:stCondLst>
                                        </p:cTn>
                                        <p:tgtEl>
                                          <p:spTgt spid="295946"/>
                                        </p:tgtEl>
                                        <p:attrNameLst>
                                          <p:attrName>style.visibility</p:attrName>
                                        </p:attrNameLst>
                                      </p:cBhvr>
                                      <p:to>
                                        <p:strVal val="visible"/>
                                      </p:to>
                                    </p:set>
                                    <p:animEffect transition="in" filter="blinds(horizontal)">
                                      <p:cBhvr>
                                        <p:cTn id="71" dur="500"/>
                                        <p:tgtEl>
                                          <p:spTgt spid="295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p:bldP spid="295945" grpId="0"/>
      <p:bldP spid="29594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Rot="1"/>
          </p:cNvSpPr>
          <p:nvPr>
            <p:ph idx="1" hasCustomPrompt="1"/>
          </p:nvPr>
        </p:nvSpPr>
        <p:spPr>
          <a:xfrm>
            <a:off x="250825" y="3068638"/>
            <a:ext cx="6481763" cy="3429000"/>
          </a:xfrm>
        </p:spPr>
        <p:txBody>
          <a:bodyPr vert="horz" wrap="square" lIns="91440" tIns="45720" rIns="91440" bIns="45720" anchor="t" anchorCtr="0"/>
          <a:lstStyle/>
          <a:p>
            <a:pPr eaLnBrk="1" hangingPunct="1"/>
            <a:r>
              <a:rPr lang="en-US" altLang="zh-CN" b="1" dirty="0">
                <a:solidFill>
                  <a:srgbClr val="000000"/>
                </a:solidFill>
              </a:rPr>
              <a:t> Additional electric field</a:t>
            </a:r>
            <a:r>
              <a:rPr lang="en-US" altLang="zh-CN" dirty="0"/>
              <a:t> </a:t>
            </a:r>
            <a:endParaRPr lang="en-US" altLang="zh-CN" b="1" dirty="0"/>
          </a:p>
          <a:p>
            <a:pPr lvl="1" eaLnBrk="1" hangingPunct="1">
              <a:buNone/>
            </a:pPr>
            <a:r>
              <a:rPr lang="en-US" altLang="zh-CN" b="1" dirty="0">
                <a:solidFill>
                  <a:srgbClr val="FF0000"/>
                </a:solidFill>
                <a:latin typeface="Times New Roman" panose="02020603050405020304" pitchFamily="18" charset="0"/>
              </a:rPr>
              <a:t>Inside</a:t>
            </a:r>
            <a:r>
              <a:rPr lang="zh-CN" altLang="en-US" b="1" dirty="0">
                <a:solidFill>
                  <a:srgbClr val="FF0000"/>
                </a:solidFill>
                <a:latin typeface="Times New Roman" panose="02020603050405020304" pitchFamily="18" charset="0"/>
              </a:rPr>
              <a:t>：</a:t>
            </a:r>
            <a:r>
              <a:rPr lang="zh-CN" altLang="en-US" b="1" dirty="0">
                <a:solidFill>
                  <a:srgbClr val="0000CC"/>
                </a:solidFill>
                <a:latin typeface="Times New Roman" panose="02020603050405020304" pitchFamily="18" charset="0"/>
              </a:rPr>
              <a:t>  </a:t>
            </a:r>
            <a:r>
              <a:rPr lang="en-US" altLang="zh-CN" b="1" dirty="0">
                <a:solidFill>
                  <a:srgbClr val="0000CC"/>
                </a:solidFill>
                <a:latin typeface="Times New Roman" panose="02020603050405020304" pitchFamily="18" charset="0"/>
              </a:rPr>
              <a:t>the opposite direction with the applied electric field, weaker</a:t>
            </a:r>
          </a:p>
          <a:p>
            <a:pPr lvl="1" eaLnBrk="1" hangingPunct="1">
              <a:buNone/>
            </a:pPr>
            <a:r>
              <a:rPr lang="en-US" altLang="zh-CN" b="1" dirty="0">
                <a:solidFill>
                  <a:srgbClr val="FF0000"/>
                </a:solidFill>
                <a:latin typeface="Times New Roman" panose="02020603050405020304" pitchFamily="18" charset="0"/>
              </a:rPr>
              <a:t>Outside</a:t>
            </a:r>
            <a:r>
              <a:rPr lang="zh-CN" altLang="en-US" b="1" dirty="0">
                <a:solidFill>
                  <a:srgbClr val="FF0000"/>
                </a:solidFill>
                <a:latin typeface="Times New Roman" panose="02020603050405020304" pitchFamily="18" charset="0"/>
              </a:rPr>
              <a:t>：</a:t>
            </a:r>
            <a:r>
              <a:rPr lang="en-US" altLang="zh-CN" b="1" dirty="0">
                <a:solidFill>
                  <a:srgbClr val="0000CC"/>
                </a:solidFill>
                <a:latin typeface="Times New Roman" panose="02020603050405020304" pitchFamily="18" charset="0"/>
              </a:rPr>
              <a:t>mainly</a:t>
            </a:r>
            <a:r>
              <a:rPr lang="en-US" altLang="zh-CN" b="1" dirty="0">
                <a:solidFill>
                  <a:srgbClr val="FF0000"/>
                </a:solidFill>
                <a:latin typeface="Times New Roman" panose="02020603050405020304" pitchFamily="18" charset="0"/>
              </a:rPr>
              <a:t> </a:t>
            </a:r>
            <a:r>
              <a:rPr lang="en-US" altLang="zh-CN" b="1" dirty="0">
                <a:solidFill>
                  <a:srgbClr val="0000CC"/>
                </a:solidFill>
                <a:latin typeface="Times New Roman" panose="02020603050405020304" pitchFamily="18" charset="0"/>
              </a:rPr>
              <a:t>the same direction with the applied electric field, some place stronger and some place weaker</a:t>
            </a:r>
          </a:p>
        </p:txBody>
      </p:sp>
      <p:pic>
        <p:nvPicPr>
          <p:cNvPr id="67587" name="Picture 3"/>
          <p:cNvPicPr>
            <a:picLocks noChangeAspect="1"/>
          </p:cNvPicPr>
          <p:nvPr/>
        </p:nvPicPr>
        <p:blipFill>
          <a:blip r:embed="rId2"/>
          <a:stretch>
            <a:fillRect/>
          </a:stretch>
        </p:blipFill>
        <p:spPr>
          <a:xfrm>
            <a:off x="395288" y="620713"/>
            <a:ext cx="8424862" cy="2312987"/>
          </a:xfrm>
          <a:prstGeom prst="rect">
            <a:avLst/>
          </a:prstGeom>
          <a:noFill/>
          <a:ln w="9525">
            <a:noFill/>
          </a:ln>
        </p:spPr>
      </p:pic>
      <p:pic>
        <p:nvPicPr>
          <p:cNvPr id="67588" name="Picture 4" descr="033"/>
          <p:cNvPicPr>
            <a:picLocks noChangeAspect="1"/>
          </p:cNvPicPr>
          <p:nvPr/>
        </p:nvPicPr>
        <p:blipFill>
          <a:blip r:embed="rId3"/>
          <a:stretch>
            <a:fillRect/>
          </a:stretch>
        </p:blipFill>
        <p:spPr>
          <a:xfrm>
            <a:off x="7019925" y="4149725"/>
            <a:ext cx="1943100" cy="2222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3586">
                                            <p:txEl>
                                              <p:pRg st="0" end="0"/>
                                            </p:txEl>
                                          </p:spTgt>
                                        </p:tgtEl>
                                        <p:attrNameLst>
                                          <p:attrName>style.visibility</p:attrName>
                                        </p:attrNameLst>
                                      </p:cBhvr>
                                      <p:to>
                                        <p:strVal val="visible"/>
                                      </p:to>
                                    </p:set>
                                    <p:animEffect transition="in" filter="dissolve">
                                      <p:cBhvr>
                                        <p:cTn id="7" dur="500"/>
                                        <p:tgtEl>
                                          <p:spTgt spid="32358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23586">
                                            <p:txEl>
                                              <p:pRg st="1" end="1"/>
                                            </p:txEl>
                                          </p:spTgt>
                                        </p:tgtEl>
                                        <p:attrNameLst>
                                          <p:attrName>style.visibility</p:attrName>
                                        </p:attrNameLst>
                                      </p:cBhvr>
                                      <p:to>
                                        <p:strVal val="visible"/>
                                      </p:to>
                                    </p:set>
                                    <p:animEffect transition="in" filter="dissolve">
                                      <p:cBhvr>
                                        <p:cTn id="10" dur="500"/>
                                        <p:tgtEl>
                                          <p:spTgt spid="323586">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23586">
                                            <p:txEl>
                                              <p:pRg st="2" end="2"/>
                                            </p:txEl>
                                          </p:spTgt>
                                        </p:tgtEl>
                                        <p:attrNameLst>
                                          <p:attrName>style.visibility</p:attrName>
                                        </p:attrNameLst>
                                      </p:cBhvr>
                                      <p:to>
                                        <p:strVal val="visible"/>
                                      </p:to>
                                    </p:set>
                                    <p:animEffect transition="in" filter="dissolve">
                                      <p:cBhvr>
                                        <p:cTn id="13" dur="500"/>
                                        <p:tgtEl>
                                          <p:spTgt spid="3235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p:cNvSpPr txBox="1"/>
          <p:nvPr/>
        </p:nvSpPr>
        <p:spPr>
          <a:xfrm>
            <a:off x="468313" y="981075"/>
            <a:ext cx="8207375"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Char char="•"/>
            </a:pPr>
            <a:r>
              <a:rPr lang="en-US" altLang="zh-CN"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After the dielectric polarization, there might be net charges inside, which is polarized volume charge density          .</a:t>
            </a:r>
          </a:p>
        </p:txBody>
      </p:sp>
      <p:sp>
        <p:nvSpPr>
          <p:cNvPr id="68611" name="Text Box 3"/>
          <p:cNvSpPr txBox="1"/>
          <p:nvPr/>
        </p:nvSpPr>
        <p:spPr>
          <a:xfrm>
            <a:off x="2655888" y="476250"/>
            <a:ext cx="3429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solidFill>
                  <a:srgbClr val="0000CC"/>
                </a:solidFill>
                <a:ea typeface="楷体_GB2312" pitchFamily="49" charset="-122"/>
              </a:rPr>
              <a:t>Further discussion</a:t>
            </a:r>
          </a:p>
        </p:txBody>
      </p:sp>
      <p:sp>
        <p:nvSpPr>
          <p:cNvPr id="297988" name="Text Box 4"/>
          <p:cNvSpPr txBox="1"/>
          <p:nvPr/>
        </p:nvSpPr>
        <p:spPr>
          <a:xfrm>
            <a:off x="468313" y="1989138"/>
            <a:ext cx="8496300"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Char char="•"/>
            </a:pPr>
            <a:r>
              <a:rPr lang="en-US" altLang="zh-CN" sz="2400" b="1" dirty="0">
                <a:solidFill>
                  <a:srgbClr val="0000CC"/>
                </a:solidFill>
                <a:latin typeface="楷体_GB2312" pitchFamily="49" charset="-122"/>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After the dielectric polarization, net charges might appear on the interface, which is polarized surface charge density         .</a:t>
            </a:r>
            <a:r>
              <a:rPr lang="en-US" altLang="zh-CN" sz="2000" b="1" dirty="0">
                <a:solidFill>
                  <a:srgbClr val="0000CC"/>
                </a:solidFill>
                <a:ea typeface="楷体_GB2312" pitchFamily="49" charset="-122"/>
              </a:rPr>
              <a:t> </a:t>
            </a:r>
          </a:p>
        </p:txBody>
      </p:sp>
      <p:graphicFrame>
        <p:nvGraphicFramePr>
          <p:cNvPr id="297989" name="Object 5"/>
          <p:cNvGraphicFramePr>
            <a:graphicFrameLocks noGrp="1" noChangeAspect="1"/>
          </p:cNvGraphicFramePr>
          <p:nvPr>
            <p:ph hasCustomPrompt="1"/>
          </p:nvPr>
        </p:nvGraphicFramePr>
        <p:xfrm>
          <a:off x="6948488" y="1557338"/>
          <a:ext cx="436562" cy="473075"/>
        </p:xfrm>
        <a:graphic>
          <a:graphicData uri="http://schemas.openxmlformats.org/presentationml/2006/ole">
            <mc:AlternateContent xmlns:mc="http://schemas.openxmlformats.org/markup-compatibility/2006">
              <mc:Choice xmlns:v="urn:schemas-microsoft-com:vml" Requires="v">
                <p:oleObj r:id="rId2" imgW="69215" imgH="104140" progId="Equation.DSMT4">
                  <p:embed/>
                </p:oleObj>
              </mc:Choice>
              <mc:Fallback>
                <p:oleObj r:id="rId2" imgW="69215" imgH="104140" progId="Equation.DSMT4">
                  <p:embed/>
                  <p:pic>
                    <p:nvPicPr>
                      <p:cNvPr id="297989" name="Object 5"/>
                      <p:cNvPicPr/>
                      <p:nvPr/>
                    </p:nvPicPr>
                    <p:blipFill>
                      <a:blip r:embed="rId3">
                        <a:clrChange>
                          <a:clrFrom>
                            <a:srgbClr val="000000"/>
                          </a:clrFrom>
                          <a:clrTo>
                            <a:srgbClr val="000000"/>
                          </a:clrTo>
                        </a:clrChange>
                      </a:blip>
                      <a:srcRect/>
                      <a:stretch>
                        <a:fillRect/>
                      </a:stretch>
                    </p:blipFill>
                    <p:spPr>
                      <a:xfrm>
                        <a:off x="6948488" y="1557338"/>
                        <a:ext cx="436562" cy="473075"/>
                      </a:xfrm>
                      <a:prstGeom prst="rect">
                        <a:avLst/>
                      </a:prstGeom>
                      <a:noFill/>
                      <a:ln w="38100">
                        <a:miter/>
                      </a:ln>
                    </p:spPr>
                  </p:pic>
                </p:oleObj>
              </mc:Fallback>
            </mc:AlternateContent>
          </a:graphicData>
        </a:graphic>
      </p:graphicFrame>
      <p:graphicFrame>
        <p:nvGraphicFramePr>
          <p:cNvPr id="297990" name="Object 6"/>
          <p:cNvGraphicFramePr>
            <a:graphicFrameLocks noChangeAspect="1"/>
          </p:cNvGraphicFramePr>
          <p:nvPr/>
        </p:nvGraphicFramePr>
        <p:xfrm>
          <a:off x="7812088" y="2492375"/>
          <a:ext cx="477837" cy="504825"/>
        </p:xfrm>
        <a:graphic>
          <a:graphicData uri="http://schemas.openxmlformats.org/presentationml/2006/ole">
            <mc:AlternateContent xmlns:mc="http://schemas.openxmlformats.org/markup-compatibility/2006">
              <mc:Choice xmlns:v="urn:schemas-microsoft-com:vml" Requires="v">
                <p:oleObj r:id="rId4" imgW="92710" imgH="104140" progId="Equation.DSMT4">
                  <p:embed/>
                </p:oleObj>
              </mc:Choice>
              <mc:Fallback>
                <p:oleObj r:id="rId4" imgW="92710" imgH="104140" progId="Equation.DSMT4">
                  <p:embed/>
                  <p:pic>
                    <p:nvPicPr>
                      <p:cNvPr id="297990" name="Object 6"/>
                      <p:cNvPicPr/>
                      <p:nvPr/>
                    </p:nvPicPr>
                    <p:blipFill>
                      <a:blip r:embed="rId5">
                        <a:clrChange>
                          <a:clrFrom>
                            <a:srgbClr val="000000"/>
                          </a:clrFrom>
                          <a:clrTo>
                            <a:srgbClr val="000000"/>
                          </a:clrTo>
                        </a:clrChange>
                      </a:blip>
                      <a:stretch>
                        <a:fillRect/>
                      </a:stretch>
                    </p:blipFill>
                    <p:spPr>
                      <a:xfrm>
                        <a:off x="7812088" y="2492375"/>
                        <a:ext cx="477837" cy="504825"/>
                      </a:xfrm>
                      <a:prstGeom prst="rect">
                        <a:avLst/>
                      </a:prstGeom>
                      <a:noFill/>
                      <a:ln w="38100">
                        <a:noFill/>
                        <a:miter/>
                      </a:ln>
                    </p:spPr>
                  </p:pic>
                </p:oleObj>
              </mc:Fallback>
            </mc:AlternateContent>
          </a:graphicData>
        </a:graphic>
      </p:graphicFrame>
      <p:sp>
        <p:nvSpPr>
          <p:cNvPr id="68615" name="Rectangle 7"/>
          <p:cNvSpPr/>
          <p:nvPr/>
        </p:nvSpPr>
        <p:spPr>
          <a:xfrm>
            <a:off x="393700" y="1052513"/>
            <a:ext cx="8426450" cy="5400675"/>
          </a:xfrm>
          <a:prstGeom prst="rect">
            <a:avLst/>
          </a:prstGeom>
          <a:noFill/>
          <a:ln w="38100" cap="flat" cmpd="sng">
            <a:solidFill>
              <a:srgbClr val="0000CC"/>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8616" name="Group 8"/>
          <p:cNvGrpSpPr/>
          <p:nvPr/>
        </p:nvGrpSpPr>
        <p:grpSpPr>
          <a:xfrm>
            <a:off x="2555875" y="3141663"/>
            <a:ext cx="4392613" cy="3098800"/>
            <a:chOff x="1655" y="1979"/>
            <a:chExt cx="1951" cy="1952"/>
          </a:xfrm>
        </p:grpSpPr>
        <p:sp>
          <p:nvSpPr>
            <p:cNvPr id="68618" name="Rectangle 9"/>
            <p:cNvSpPr/>
            <p:nvPr/>
          </p:nvSpPr>
          <p:spPr>
            <a:xfrm>
              <a:off x="1655" y="1979"/>
              <a:ext cx="1951" cy="195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8619" name="Freeform 10"/>
            <p:cNvSpPr/>
            <p:nvPr/>
          </p:nvSpPr>
          <p:spPr>
            <a:xfrm flipH="1">
              <a:off x="1729" y="2052"/>
              <a:ext cx="1757" cy="1332"/>
            </a:xfrm>
            <a:custGeom>
              <a:avLst/>
              <a:gdLst/>
              <a:ahLst/>
              <a:cxnLst>
                <a:cxn ang="0">
                  <a:pos x="24" y="43"/>
                </a:cxn>
                <a:cxn ang="0">
                  <a:pos x="5" y="34"/>
                </a:cxn>
                <a:cxn ang="0">
                  <a:pos x="3" y="23"/>
                </a:cxn>
                <a:cxn ang="0">
                  <a:pos x="9" y="8"/>
                </a:cxn>
                <a:cxn ang="0">
                  <a:pos x="18" y="5"/>
                </a:cxn>
                <a:cxn ang="0">
                  <a:pos x="57" y="5"/>
                </a:cxn>
                <a:cxn ang="0">
                  <a:pos x="123" y="2"/>
                </a:cxn>
                <a:cxn ang="0">
                  <a:pos x="172" y="2"/>
                </a:cxn>
                <a:cxn ang="0">
                  <a:pos x="176" y="2"/>
                </a:cxn>
                <a:cxn ang="0">
                  <a:pos x="172" y="8"/>
                </a:cxn>
                <a:cxn ang="0">
                  <a:pos x="171" y="17"/>
                </a:cxn>
                <a:cxn ang="0">
                  <a:pos x="176" y="25"/>
                </a:cxn>
                <a:cxn ang="0">
                  <a:pos x="185" y="34"/>
                </a:cxn>
                <a:cxn ang="0">
                  <a:pos x="185" y="46"/>
                </a:cxn>
                <a:cxn ang="0">
                  <a:pos x="168" y="43"/>
                </a:cxn>
                <a:cxn ang="0">
                  <a:pos x="141" y="43"/>
                </a:cxn>
                <a:cxn ang="0">
                  <a:pos x="88" y="42"/>
                </a:cxn>
                <a:cxn ang="0">
                  <a:pos x="57" y="43"/>
                </a:cxn>
                <a:cxn ang="0">
                  <a:pos x="40" y="43"/>
                </a:cxn>
                <a:cxn ang="0">
                  <a:pos x="24" y="43"/>
                </a:cxn>
              </a:cxnLst>
              <a:rect l="0" t="0" r="0" b="0"/>
              <a:pathLst>
                <a:path w="2087" h="1724">
                  <a:moveTo>
                    <a:pt x="261" y="1609"/>
                  </a:moveTo>
                  <a:cubicBezTo>
                    <a:pt x="196" y="1549"/>
                    <a:pt x="100" y="1391"/>
                    <a:pt x="58" y="1268"/>
                  </a:cubicBezTo>
                  <a:cubicBezTo>
                    <a:pt x="16" y="1145"/>
                    <a:pt x="0" y="1034"/>
                    <a:pt x="9" y="872"/>
                  </a:cubicBezTo>
                  <a:cubicBezTo>
                    <a:pt x="17" y="709"/>
                    <a:pt x="74" y="409"/>
                    <a:pt x="106" y="295"/>
                  </a:cubicBezTo>
                  <a:cubicBezTo>
                    <a:pt x="139" y="180"/>
                    <a:pt x="115" y="205"/>
                    <a:pt x="204" y="187"/>
                  </a:cubicBezTo>
                  <a:cubicBezTo>
                    <a:pt x="293" y="168"/>
                    <a:pt x="448" y="211"/>
                    <a:pt x="642" y="187"/>
                  </a:cubicBezTo>
                  <a:cubicBezTo>
                    <a:pt x="837" y="163"/>
                    <a:pt x="1162" y="66"/>
                    <a:pt x="1373" y="42"/>
                  </a:cubicBezTo>
                  <a:cubicBezTo>
                    <a:pt x="1583" y="18"/>
                    <a:pt x="1811" y="42"/>
                    <a:pt x="1909" y="42"/>
                  </a:cubicBezTo>
                  <a:cubicBezTo>
                    <a:pt x="2006" y="42"/>
                    <a:pt x="1958" y="0"/>
                    <a:pt x="1958" y="42"/>
                  </a:cubicBezTo>
                  <a:cubicBezTo>
                    <a:pt x="1958" y="84"/>
                    <a:pt x="1919" y="201"/>
                    <a:pt x="1909" y="295"/>
                  </a:cubicBezTo>
                  <a:cubicBezTo>
                    <a:pt x="1899" y="389"/>
                    <a:pt x="1893" y="505"/>
                    <a:pt x="1901" y="609"/>
                  </a:cubicBezTo>
                  <a:cubicBezTo>
                    <a:pt x="1909" y="713"/>
                    <a:pt x="1931" y="811"/>
                    <a:pt x="1957" y="921"/>
                  </a:cubicBezTo>
                  <a:cubicBezTo>
                    <a:pt x="1983" y="1031"/>
                    <a:pt x="2039" y="1144"/>
                    <a:pt x="2055" y="1268"/>
                  </a:cubicBezTo>
                  <a:cubicBezTo>
                    <a:pt x="2071" y="1392"/>
                    <a:pt x="2087" y="1605"/>
                    <a:pt x="2055" y="1664"/>
                  </a:cubicBezTo>
                  <a:cubicBezTo>
                    <a:pt x="2023" y="1724"/>
                    <a:pt x="1941" y="1640"/>
                    <a:pt x="1860" y="1628"/>
                  </a:cubicBezTo>
                  <a:cubicBezTo>
                    <a:pt x="1780" y="1616"/>
                    <a:pt x="1714" y="1604"/>
                    <a:pt x="1568" y="1592"/>
                  </a:cubicBezTo>
                  <a:cubicBezTo>
                    <a:pt x="1422" y="1580"/>
                    <a:pt x="1139" y="1556"/>
                    <a:pt x="984" y="1556"/>
                  </a:cubicBezTo>
                  <a:cubicBezTo>
                    <a:pt x="829" y="1556"/>
                    <a:pt x="731" y="1580"/>
                    <a:pt x="642" y="1592"/>
                  </a:cubicBezTo>
                  <a:cubicBezTo>
                    <a:pt x="553" y="1604"/>
                    <a:pt x="511" y="1625"/>
                    <a:pt x="448" y="1628"/>
                  </a:cubicBezTo>
                  <a:cubicBezTo>
                    <a:pt x="385" y="1631"/>
                    <a:pt x="326" y="1669"/>
                    <a:pt x="261" y="1609"/>
                  </a:cubicBezTo>
                  <a:close/>
                </a:path>
              </a:pathLst>
            </a:custGeom>
            <a:solidFill>
              <a:srgbClr val="00CCFF">
                <a:alpha val="100000"/>
              </a:srgbClr>
            </a:solidFill>
            <a:ln w="9525" cap="flat" cmpd="sng">
              <a:prstDash val="solid"/>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CCFF"/>
              </a:extrusionClr>
            </a:sp3d>
          </p:spPr>
          <p:txBody>
            <a:bodyPr/>
            <a:lstStyle/>
            <a:p>
              <a:endParaRPr lang="zh-CN" altLang="en-US"/>
            </a:p>
          </p:txBody>
        </p:sp>
        <p:grpSp>
          <p:nvGrpSpPr>
            <p:cNvPr id="68620" name="Group 11"/>
            <p:cNvGrpSpPr/>
            <p:nvPr/>
          </p:nvGrpSpPr>
          <p:grpSpPr>
            <a:xfrm rot="5400000">
              <a:off x="3021" y="2087"/>
              <a:ext cx="238" cy="422"/>
              <a:chOff x="2154" y="2688"/>
              <a:chExt cx="308" cy="417"/>
            </a:xfrm>
          </p:grpSpPr>
          <p:sp>
            <p:nvSpPr>
              <p:cNvPr id="297996" name="Oval 12"/>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802" name="Text Box 1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803" name="Text Box 1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1" name="Group 15"/>
            <p:cNvGrpSpPr/>
            <p:nvPr/>
          </p:nvGrpSpPr>
          <p:grpSpPr>
            <a:xfrm rot="5400000">
              <a:off x="3142" y="2318"/>
              <a:ext cx="238" cy="422"/>
              <a:chOff x="2154" y="2688"/>
              <a:chExt cx="308" cy="417"/>
            </a:xfrm>
          </p:grpSpPr>
          <p:sp>
            <p:nvSpPr>
              <p:cNvPr id="298000" name="Oval 1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99" name="Text Box 1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800" name="Text Box 1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2" name="Group 19"/>
            <p:cNvGrpSpPr/>
            <p:nvPr/>
          </p:nvGrpSpPr>
          <p:grpSpPr>
            <a:xfrm rot="5400000">
              <a:off x="3150" y="2450"/>
              <a:ext cx="238" cy="422"/>
              <a:chOff x="2154" y="2688"/>
              <a:chExt cx="308" cy="417"/>
            </a:xfrm>
          </p:grpSpPr>
          <p:sp>
            <p:nvSpPr>
              <p:cNvPr id="298004" name="Oval 2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96" name="Text Box 2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97" name="Text Box 2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3" name="Group 23"/>
            <p:cNvGrpSpPr/>
            <p:nvPr/>
          </p:nvGrpSpPr>
          <p:grpSpPr>
            <a:xfrm rot="5400000">
              <a:off x="3106" y="2205"/>
              <a:ext cx="239" cy="422"/>
              <a:chOff x="2154" y="2688"/>
              <a:chExt cx="308" cy="417"/>
            </a:xfrm>
          </p:grpSpPr>
          <p:sp>
            <p:nvSpPr>
              <p:cNvPr id="298008" name="Oval 24"/>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93" name="Text Box 2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94" name="Text Box 2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4" name="Group 27"/>
            <p:cNvGrpSpPr/>
            <p:nvPr/>
          </p:nvGrpSpPr>
          <p:grpSpPr>
            <a:xfrm rot="5400000">
              <a:off x="2849" y="2352"/>
              <a:ext cx="238" cy="422"/>
              <a:chOff x="2154" y="2688"/>
              <a:chExt cx="308" cy="417"/>
            </a:xfrm>
          </p:grpSpPr>
          <p:sp>
            <p:nvSpPr>
              <p:cNvPr id="298012" name="Oval 28"/>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90" name="Text Box 2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91" name="Text Box 3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5" name="Group 31"/>
            <p:cNvGrpSpPr/>
            <p:nvPr/>
          </p:nvGrpSpPr>
          <p:grpSpPr>
            <a:xfrm rot="5400000">
              <a:off x="2713" y="2177"/>
              <a:ext cx="239" cy="422"/>
              <a:chOff x="2154" y="2688"/>
              <a:chExt cx="308" cy="417"/>
            </a:xfrm>
          </p:grpSpPr>
          <p:sp>
            <p:nvSpPr>
              <p:cNvPr id="298016" name="Oval 32"/>
              <p:cNvSpPr>
                <a:spLocks noChangeArrowheads="1"/>
              </p:cNvSpPr>
              <p:nvPr/>
            </p:nvSpPr>
            <p:spPr bwMode="auto">
              <a:xfrm>
                <a:off x="2200" y="2729"/>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87" name="Text Box 3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88" name="Text Box 3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6" name="Group 35"/>
            <p:cNvGrpSpPr/>
            <p:nvPr/>
          </p:nvGrpSpPr>
          <p:grpSpPr>
            <a:xfrm rot="5400000">
              <a:off x="2780" y="2275"/>
              <a:ext cx="238" cy="422"/>
              <a:chOff x="2154" y="2688"/>
              <a:chExt cx="308" cy="417"/>
            </a:xfrm>
          </p:grpSpPr>
          <p:sp>
            <p:nvSpPr>
              <p:cNvPr id="298020" name="Oval 3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84" name="Text Box 3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85" name="Text Box 3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7" name="Group 39"/>
            <p:cNvGrpSpPr/>
            <p:nvPr/>
          </p:nvGrpSpPr>
          <p:grpSpPr>
            <a:xfrm rot="5400000">
              <a:off x="3192" y="2564"/>
              <a:ext cx="239" cy="421"/>
              <a:chOff x="2154" y="2688"/>
              <a:chExt cx="308" cy="417"/>
            </a:xfrm>
          </p:grpSpPr>
          <p:sp>
            <p:nvSpPr>
              <p:cNvPr id="298024" name="Oval 40"/>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81" name="Text Box 4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82" name="Text Box 4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8" name="Group 43"/>
            <p:cNvGrpSpPr/>
            <p:nvPr/>
          </p:nvGrpSpPr>
          <p:grpSpPr>
            <a:xfrm rot="5400000">
              <a:off x="3150" y="2684"/>
              <a:ext cx="238" cy="422"/>
              <a:chOff x="2154" y="2688"/>
              <a:chExt cx="308" cy="417"/>
            </a:xfrm>
          </p:grpSpPr>
          <p:sp>
            <p:nvSpPr>
              <p:cNvPr id="298028" name="Oval 44"/>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78" name="Text Box 4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79" name="Text Box 4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29" name="Group 47"/>
            <p:cNvGrpSpPr/>
            <p:nvPr/>
          </p:nvGrpSpPr>
          <p:grpSpPr>
            <a:xfrm rot="5400000">
              <a:off x="2420" y="2107"/>
              <a:ext cx="239" cy="422"/>
              <a:chOff x="2154" y="2688"/>
              <a:chExt cx="308" cy="417"/>
            </a:xfrm>
          </p:grpSpPr>
          <p:sp>
            <p:nvSpPr>
              <p:cNvPr id="298032" name="Oval 48"/>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75" name="Text Box 4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76" name="Text Box 5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0" name="Group 51"/>
            <p:cNvGrpSpPr/>
            <p:nvPr/>
          </p:nvGrpSpPr>
          <p:grpSpPr>
            <a:xfrm rot="5400000">
              <a:off x="2421" y="2229"/>
              <a:ext cx="238" cy="422"/>
              <a:chOff x="2154" y="2688"/>
              <a:chExt cx="308" cy="417"/>
            </a:xfrm>
          </p:grpSpPr>
          <p:sp>
            <p:nvSpPr>
              <p:cNvPr id="298036" name="Oval 52"/>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72" name="Text Box 5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73" name="Text Box 5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1" name="Group 55"/>
            <p:cNvGrpSpPr/>
            <p:nvPr/>
          </p:nvGrpSpPr>
          <p:grpSpPr>
            <a:xfrm rot="5400000">
              <a:off x="2549" y="2352"/>
              <a:ext cx="238" cy="421"/>
              <a:chOff x="2154" y="2688"/>
              <a:chExt cx="308" cy="417"/>
            </a:xfrm>
          </p:grpSpPr>
          <p:sp>
            <p:nvSpPr>
              <p:cNvPr id="298040" name="Oval 56"/>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69" name="Text Box 5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70" name="Text Box 5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2" name="Group 59"/>
            <p:cNvGrpSpPr/>
            <p:nvPr/>
          </p:nvGrpSpPr>
          <p:grpSpPr>
            <a:xfrm rot="5400000">
              <a:off x="2867" y="2458"/>
              <a:ext cx="238" cy="422"/>
              <a:chOff x="2154" y="2688"/>
              <a:chExt cx="308" cy="417"/>
            </a:xfrm>
          </p:grpSpPr>
          <p:sp>
            <p:nvSpPr>
              <p:cNvPr id="298044" name="Oval 6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66" name="Text Box 6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67" name="Text Box 6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3" name="Group 63"/>
            <p:cNvGrpSpPr/>
            <p:nvPr/>
          </p:nvGrpSpPr>
          <p:grpSpPr>
            <a:xfrm rot="5400000">
              <a:off x="2910" y="2568"/>
              <a:ext cx="237" cy="421"/>
              <a:chOff x="2154" y="2688"/>
              <a:chExt cx="308" cy="417"/>
            </a:xfrm>
          </p:grpSpPr>
          <p:sp>
            <p:nvSpPr>
              <p:cNvPr id="298048" name="Oval 64"/>
              <p:cNvSpPr>
                <a:spLocks noChangeArrowheads="1"/>
              </p:cNvSpPr>
              <p:nvPr/>
            </p:nvSpPr>
            <p:spPr bwMode="auto">
              <a:xfrm>
                <a:off x="2199"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63" name="Text Box 6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64" name="Text Box 6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4" name="Group 67"/>
            <p:cNvGrpSpPr/>
            <p:nvPr/>
          </p:nvGrpSpPr>
          <p:grpSpPr>
            <a:xfrm rot="5400000">
              <a:off x="2806" y="2802"/>
              <a:ext cx="238" cy="421"/>
              <a:chOff x="2154" y="2688"/>
              <a:chExt cx="308" cy="417"/>
            </a:xfrm>
          </p:grpSpPr>
          <p:sp>
            <p:nvSpPr>
              <p:cNvPr id="298052" name="Oval 68"/>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60" name="Text Box 6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61" name="Text Box 7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5" name="Group 71"/>
            <p:cNvGrpSpPr/>
            <p:nvPr/>
          </p:nvGrpSpPr>
          <p:grpSpPr>
            <a:xfrm rot="5400000">
              <a:off x="3099" y="2941"/>
              <a:ext cx="238" cy="421"/>
              <a:chOff x="2154" y="2688"/>
              <a:chExt cx="308" cy="417"/>
            </a:xfrm>
          </p:grpSpPr>
          <p:sp>
            <p:nvSpPr>
              <p:cNvPr id="298056" name="Oval 72"/>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57" name="Text Box 7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58" name="Text Box 7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6" name="Group 75"/>
            <p:cNvGrpSpPr/>
            <p:nvPr/>
          </p:nvGrpSpPr>
          <p:grpSpPr>
            <a:xfrm rot="5400000">
              <a:off x="2799" y="2684"/>
              <a:ext cx="237" cy="422"/>
              <a:chOff x="2154" y="2688"/>
              <a:chExt cx="308" cy="417"/>
            </a:xfrm>
          </p:grpSpPr>
          <p:sp>
            <p:nvSpPr>
              <p:cNvPr id="298060" name="Oval 76"/>
              <p:cNvSpPr>
                <a:spLocks noChangeArrowheads="1"/>
              </p:cNvSpPr>
              <p:nvPr/>
            </p:nvSpPr>
            <p:spPr bwMode="auto">
              <a:xfrm>
                <a:off x="2199"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54" name="Text Box 7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55" name="Text Box 7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7" name="Group 79"/>
            <p:cNvGrpSpPr/>
            <p:nvPr/>
          </p:nvGrpSpPr>
          <p:grpSpPr>
            <a:xfrm rot="5400000">
              <a:off x="3107" y="2808"/>
              <a:ext cx="238" cy="422"/>
              <a:chOff x="2154" y="2688"/>
              <a:chExt cx="308" cy="417"/>
            </a:xfrm>
          </p:grpSpPr>
          <p:sp>
            <p:nvSpPr>
              <p:cNvPr id="298064" name="Oval 8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51" name="Text Box 8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52" name="Text Box 8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8" name="Group 83"/>
            <p:cNvGrpSpPr/>
            <p:nvPr/>
          </p:nvGrpSpPr>
          <p:grpSpPr>
            <a:xfrm rot="5400000">
              <a:off x="2206" y="1994"/>
              <a:ext cx="238" cy="421"/>
              <a:chOff x="2154" y="2688"/>
              <a:chExt cx="308" cy="417"/>
            </a:xfrm>
          </p:grpSpPr>
          <p:sp>
            <p:nvSpPr>
              <p:cNvPr id="298068" name="Oval 84"/>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48" name="Text Box 8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49" name="Text Box 8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39" name="Group 87"/>
            <p:cNvGrpSpPr/>
            <p:nvPr/>
          </p:nvGrpSpPr>
          <p:grpSpPr>
            <a:xfrm rot="5400000">
              <a:off x="2164" y="2283"/>
              <a:ext cx="238" cy="422"/>
              <a:chOff x="2154" y="2688"/>
              <a:chExt cx="308" cy="417"/>
            </a:xfrm>
          </p:grpSpPr>
          <p:sp>
            <p:nvSpPr>
              <p:cNvPr id="298072" name="Oval 88"/>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45" name="Text Box 8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46" name="Text Box 9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0" name="Group 91"/>
            <p:cNvGrpSpPr/>
            <p:nvPr/>
          </p:nvGrpSpPr>
          <p:grpSpPr>
            <a:xfrm rot="5400000">
              <a:off x="2242" y="2410"/>
              <a:ext cx="238" cy="421"/>
              <a:chOff x="2154" y="2688"/>
              <a:chExt cx="308" cy="417"/>
            </a:xfrm>
          </p:grpSpPr>
          <p:sp>
            <p:nvSpPr>
              <p:cNvPr id="298076" name="Oval 92"/>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42" name="Text Box 9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43" name="Text Box 9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1" name="Group 95"/>
            <p:cNvGrpSpPr/>
            <p:nvPr/>
          </p:nvGrpSpPr>
          <p:grpSpPr>
            <a:xfrm rot="5400000">
              <a:off x="2592" y="2493"/>
              <a:ext cx="238" cy="422"/>
              <a:chOff x="2154" y="2688"/>
              <a:chExt cx="308" cy="417"/>
            </a:xfrm>
          </p:grpSpPr>
          <p:sp>
            <p:nvSpPr>
              <p:cNvPr id="298080" name="Oval 9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39" name="Text Box 9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40" name="Text Box 9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2" name="Group 99"/>
            <p:cNvGrpSpPr/>
            <p:nvPr/>
          </p:nvGrpSpPr>
          <p:grpSpPr>
            <a:xfrm rot="5400000">
              <a:off x="2549" y="2626"/>
              <a:ext cx="238" cy="421"/>
              <a:chOff x="2154" y="2688"/>
              <a:chExt cx="308" cy="417"/>
            </a:xfrm>
          </p:grpSpPr>
          <p:sp>
            <p:nvSpPr>
              <p:cNvPr id="298084" name="Oval 100"/>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36" name="Text Box 10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37" name="Text Box 10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3" name="Group 103"/>
            <p:cNvGrpSpPr/>
            <p:nvPr/>
          </p:nvGrpSpPr>
          <p:grpSpPr>
            <a:xfrm rot="5400000">
              <a:off x="2233" y="2657"/>
              <a:ext cx="237" cy="422"/>
              <a:chOff x="2154" y="2688"/>
              <a:chExt cx="308" cy="417"/>
            </a:xfrm>
          </p:grpSpPr>
          <p:sp>
            <p:nvSpPr>
              <p:cNvPr id="298088" name="Oval 104"/>
              <p:cNvSpPr>
                <a:spLocks noChangeArrowheads="1"/>
              </p:cNvSpPr>
              <p:nvPr/>
            </p:nvSpPr>
            <p:spPr bwMode="auto">
              <a:xfrm>
                <a:off x="2199" y="2721"/>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33" name="Text Box 10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34" name="Text Box 10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4" name="Group 107"/>
            <p:cNvGrpSpPr/>
            <p:nvPr/>
          </p:nvGrpSpPr>
          <p:grpSpPr>
            <a:xfrm rot="5400000">
              <a:off x="2828" y="2931"/>
              <a:ext cx="238" cy="421"/>
              <a:chOff x="2154" y="2688"/>
              <a:chExt cx="308" cy="417"/>
            </a:xfrm>
          </p:grpSpPr>
          <p:sp>
            <p:nvSpPr>
              <p:cNvPr id="298092" name="Oval 108"/>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30" name="Text Box 10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31" name="Text Box 11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5" name="Group 111"/>
            <p:cNvGrpSpPr/>
            <p:nvPr/>
          </p:nvGrpSpPr>
          <p:grpSpPr>
            <a:xfrm rot="5400000">
              <a:off x="2947" y="3054"/>
              <a:ext cx="238" cy="421"/>
              <a:chOff x="2154" y="2688"/>
              <a:chExt cx="308" cy="417"/>
            </a:xfrm>
          </p:grpSpPr>
          <p:sp>
            <p:nvSpPr>
              <p:cNvPr id="298096" name="Oval 112"/>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27" name="Text Box 11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28" name="Text Box 11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6" name="Group 115"/>
            <p:cNvGrpSpPr/>
            <p:nvPr/>
          </p:nvGrpSpPr>
          <p:grpSpPr>
            <a:xfrm rot="5400000">
              <a:off x="1907" y="2248"/>
              <a:ext cx="238" cy="422"/>
              <a:chOff x="2154" y="2688"/>
              <a:chExt cx="308" cy="417"/>
            </a:xfrm>
          </p:grpSpPr>
          <p:sp>
            <p:nvSpPr>
              <p:cNvPr id="298100" name="Oval 11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24" name="Text Box 11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25" name="Text Box 11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7" name="Group 119"/>
            <p:cNvGrpSpPr/>
            <p:nvPr/>
          </p:nvGrpSpPr>
          <p:grpSpPr>
            <a:xfrm rot="5400000">
              <a:off x="1927" y="2380"/>
              <a:ext cx="238" cy="422"/>
              <a:chOff x="2154" y="2688"/>
              <a:chExt cx="308" cy="417"/>
            </a:xfrm>
          </p:grpSpPr>
          <p:sp>
            <p:nvSpPr>
              <p:cNvPr id="298104" name="Oval 12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21" name="Text Box 12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22" name="Text Box 12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8" name="Group 123"/>
            <p:cNvGrpSpPr/>
            <p:nvPr/>
          </p:nvGrpSpPr>
          <p:grpSpPr>
            <a:xfrm rot="5400000">
              <a:off x="2303" y="2528"/>
              <a:ext cx="238" cy="422"/>
              <a:chOff x="2154" y="2688"/>
              <a:chExt cx="308" cy="417"/>
            </a:xfrm>
          </p:grpSpPr>
          <p:sp>
            <p:nvSpPr>
              <p:cNvPr id="298108" name="Oval 124"/>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18" name="Text Box 12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19" name="Text Box 12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49" name="Group 127"/>
            <p:cNvGrpSpPr/>
            <p:nvPr/>
          </p:nvGrpSpPr>
          <p:grpSpPr>
            <a:xfrm rot="5400000">
              <a:off x="2114" y="2774"/>
              <a:ext cx="238" cy="422"/>
              <a:chOff x="2154" y="2688"/>
              <a:chExt cx="308" cy="417"/>
            </a:xfrm>
          </p:grpSpPr>
          <p:sp>
            <p:nvSpPr>
              <p:cNvPr id="298112" name="Oval 128"/>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15" name="Text Box 12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16" name="Text Box 13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0" name="Group 131"/>
            <p:cNvGrpSpPr/>
            <p:nvPr/>
          </p:nvGrpSpPr>
          <p:grpSpPr>
            <a:xfrm rot="5400000">
              <a:off x="2507" y="2879"/>
              <a:ext cx="238" cy="422"/>
              <a:chOff x="2154" y="2688"/>
              <a:chExt cx="308" cy="417"/>
            </a:xfrm>
          </p:grpSpPr>
          <p:sp>
            <p:nvSpPr>
              <p:cNvPr id="298116" name="Oval 132"/>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12" name="Text Box 13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13" name="Text Box 13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1" name="Group 135"/>
            <p:cNvGrpSpPr/>
            <p:nvPr/>
          </p:nvGrpSpPr>
          <p:grpSpPr>
            <a:xfrm rot="5400000">
              <a:off x="2525" y="2941"/>
              <a:ext cx="297" cy="421"/>
              <a:chOff x="2043" y="2688"/>
              <a:chExt cx="383" cy="417"/>
            </a:xfrm>
          </p:grpSpPr>
          <p:sp>
            <p:nvSpPr>
              <p:cNvPr id="298120" name="Oval 136"/>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09" name="Text Box 13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10" name="Text Box 138"/>
              <p:cNvSpPr txBox="1"/>
              <p:nvPr/>
            </p:nvSpPr>
            <p:spPr>
              <a:xfrm>
                <a:off x="2043"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2" name="Group 139"/>
            <p:cNvGrpSpPr/>
            <p:nvPr/>
          </p:nvGrpSpPr>
          <p:grpSpPr>
            <a:xfrm rot="5400000">
              <a:off x="1899" y="2626"/>
              <a:ext cx="238" cy="421"/>
              <a:chOff x="2154" y="2688"/>
              <a:chExt cx="308" cy="417"/>
            </a:xfrm>
          </p:grpSpPr>
          <p:sp>
            <p:nvSpPr>
              <p:cNvPr id="298124" name="Oval 140"/>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06" name="Text Box 14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07" name="Text Box 14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3" name="Group 143"/>
            <p:cNvGrpSpPr/>
            <p:nvPr/>
          </p:nvGrpSpPr>
          <p:grpSpPr>
            <a:xfrm rot="5400000">
              <a:off x="1821" y="2738"/>
              <a:ext cx="238" cy="422"/>
              <a:chOff x="2154" y="2688"/>
              <a:chExt cx="308" cy="417"/>
            </a:xfrm>
          </p:grpSpPr>
          <p:sp>
            <p:nvSpPr>
              <p:cNvPr id="298128" name="Oval 144"/>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03" name="Text Box 14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04" name="Text Box 14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4" name="Group 147"/>
            <p:cNvGrpSpPr/>
            <p:nvPr/>
          </p:nvGrpSpPr>
          <p:grpSpPr>
            <a:xfrm rot="5400000">
              <a:off x="1778" y="2867"/>
              <a:ext cx="238" cy="421"/>
              <a:chOff x="2154" y="2688"/>
              <a:chExt cx="308" cy="417"/>
            </a:xfrm>
          </p:grpSpPr>
          <p:sp>
            <p:nvSpPr>
              <p:cNvPr id="298132" name="Oval 148"/>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700" name="Text Box 14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701" name="Text Box 15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5" name="Group 151"/>
            <p:cNvGrpSpPr/>
            <p:nvPr/>
          </p:nvGrpSpPr>
          <p:grpSpPr>
            <a:xfrm rot="5400000">
              <a:off x="2206" y="2879"/>
              <a:ext cx="238" cy="421"/>
              <a:chOff x="2154" y="2688"/>
              <a:chExt cx="308" cy="417"/>
            </a:xfrm>
          </p:grpSpPr>
          <p:sp>
            <p:nvSpPr>
              <p:cNvPr id="298136" name="Oval 152"/>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97" name="Text Box 15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98" name="Text Box 15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6" name="Group 155"/>
            <p:cNvGrpSpPr/>
            <p:nvPr/>
          </p:nvGrpSpPr>
          <p:grpSpPr>
            <a:xfrm rot="5400000">
              <a:off x="2250" y="3006"/>
              <a:ext cx="238" cy="422"/>
              <a:chOff x="2154" y="2688"/>
              <a:chExt cx="308" cy="417"/>
            </a:xfrm>
          </p:grpSpPr>
          <p:sp>
            <p:nvSpPr>
              <p:cNvPr id="298140" name="Oval 15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94" name="Text Box 15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95" name="Text Box 15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7" name="Group 159"/>
            <p:cNvGrpSpPr/>
            <p:nvPr/>
          </p:nvGrpSpPr>
          <p:grpSpPr>
            <a:xfrm rot="5400000">
              <a:off x="1979" y="2971"/>
              <a:ext cx="238" cy="421"/>
              <a:chOff x="2154" y="2688"/>
              <a:chExt cx="308" cy="417"/>
            </a:xfrm>
          </p:grpSpPr>
          <p:sp>
            <p:nvSpPr>
              <p:cNvPr id="298144" name="Oval 16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91" name="Text Box 16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92" name="Text Box 16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58" name="Group 163"/>
            <p:cNvGrpSpPr/>
            <p:nvPr/>
          </p:nvGrpSpPr>
          <p:grpSpPr>
            <a:xfrm rot="5400000">
              <a:off x="1755" y="3054"/>
              <a:ext cx="238" cy="422"/>
              <a:chOff x="2154" y="2688"/>
              <a:chExt cx="308" cy="417"/>
            </a:xfrm>
          </p:grpSpPr>
          <p:sp>
            <p:nvSpPr>
              <p:cNvPr id="298148" name="Oval 164"/>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88" name="Text Box 16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89" name="Text Box 16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8659" name="Line 167"/>
            <p:cNvSpPr/>
            <p:nvPr/>
          </p:nvSpPr>
          <p:spPr>
            <a:xfrm flipV="1">
              <a:off x="2100" y="3357"/>
              <a:ext cx="470" cy="0"/>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68660" name="Text Box 168"/>
            <p:cNvSpPr txBox="1"/>
            <p:nvPr/>
          </p:nvSpPr>
          <p:spPr>
            <a:xfrm>
              <a:off x="2579" y="3279"/>
              <a:ext cx="299" cy="1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solidFill>
                    <a:srgbClr val="000000"/>
                  </a:solidFill>
                  <a:latin typeface="Times New Roman" panose="02020603050405020304" pitchFamily="18" charset="0"/>
                </a:rPr>
                <a:t>E</a:t>
              </a:r>
              <a:endParaRPr lang="en-US" altLang="zh-CN" sz="1600" i="1" baseline="-25000" dirty="0">
                <a:solidFill>
                  <a:srgbClr val="000000"/>
                </a:solidFill>
                <a:latin typeface="Times New Roman" panose="02020603050405020304" pitchFamily="18" charset="0"/>
              </a:endParaRPr>
            </a:p>
          </p:txBody>
        </p:sp>
        <p:grpSp>
          <p:nvGrpSpPr>
            <p:cNvPr id="68661" name="Group 169"/>
            <p:cNvGrpSpPr/>
            <p:nvPr/>
          </p:nvGrpSpPr>
          <p:grpSpPr>
            <a:xfrm rot="5400000">
              <a:off x="1857" y="1960"/>
              <a:ext cx="238" cy="422"/>
              <a:chOff x="2154" y="2688"/>
              <a:chExt cx="308" cy="417"/>
            </a:xfrm>
          </p:grpSpPr>
          <p:sp>
            <p:nvSpPr>
              <p:cNvPr id="298154" name="Oval 170"/>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85" name="Text Box 17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86" name="Text Box 17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62" name="Group 173"/>
            <p:cNvGrpSpPr/>
            <p:nvPr/>
          </p:nvGrpSpPr>
          <p:grpSpPr>
            <a:xfrm rot="5400000">
              <a:off x="2720" y="2073"/>
              <a:ext cx="238" cy="421"/>
              <a:chOff x="2154" y="2688"/>
              <a:chExt cx="308" cy="417"/>
            </a:xfrm>
          </p:grpSpPr>
          <p:sp>
            <p:nvSpPr>
              <p:cNvPr id="298158" name="Oval 174"/>
              <p:cNvSpPr>
                <a:spLocks noChangeArrowheads="1"/>
              </p:cNvSpPr>
              <p:nvPr/>
            </p:nvSpPr>
            <p:spPr bwMode="auto">
              <a:xfrm>
                <a:off x="2201" y="2735"/>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82" name="Text Box 17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83" name="Text Box 17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63" name="Group 177"/>
            <p:cNvGrpSpPr/>
            <p:nvPr/>
          </p:nvGrpSpPr>
          <p:grpSpPr>
            <a:xfrm rot="5400000">
              <a:off x="1871" y="2100"/>
              <a:ext cx="238" cy="422"/>
              <a:chOff x="2154" y="2688"/>
              <a:chExt cx="308" cy="417"/>
            </a:xfrm>
          </p:grpSpPr>
          <p:sp>
            <p:nvSpPr>
              <p:cNvPr id="298162" name="Oval 178"/>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79" name="Text Box 17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80" name="Text Box 18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64" name="Group 181"/>
            <p:cNvGrpSpPr/>
            <p:nvPr/>
          </p:nvGrpSpPr>
          <p:grpSpPr>
            <a:xfrm rot="5400000">
              <a:off x="2506" y="2763"/>
              <a:ext cx="238" cy="422"/>
              <a:chOff x="2154" y="2688"/>
              <a:chExt cx="308" cy="417"/>
            </a:xfrm>
          </p:grpSpPr>
          <p:sp>
            <p:nvSpPr>
              <p:cNvPr id="298166" name="Oval 182"/>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76" name="Text Box 18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77" name="Text Box 18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65" name="Group 185"/>
            <p:cNvGrpSpPr/>
            <p:nvPr/>
          </p:nvGrpSpPr>
          <p:grpSpPr>
            <a:xfrm rot="5400000">
              <a:off x="2156" y="2135"/>
              <a:ext cx="238" cy="421"/>
              <a:chOff x="2154" y="2688"/>
              <a:chExt cx="308" cy="417"/>
            </a:xfrm>
          </p:grpSpPr>
          <p:sp>
            <p:nvSpPr>
              <p:cNvPr id="298170" name="Oval 186"/>
              <p:cNvSpPr>
                <a:spLocks noChangeArrowheads="1"/>
              </p:cNvSpPr>
              <p:nvPr/>
            </p:nvSpPr>
            <p:spPr bwMode="auto">
              <a:xfrm>
                <a:off x="2201"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73" name="Text Box 18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74" name="Text Box 18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8666" name="Group 189"/>
            <p:cNvGrpSpPr/>
            <p:nvPr/>
          </p:nvGrpSpPr>
          <p:grpSpPr>
            <a:xfrm rot="5400000">
              <a:off x="1941" y="2509"/>
              <a:ext cx="239" cy="422"/>
              <a:chOff x="2154" y="2688"/>
              <a:chExt cx="308" cy="417"/>
            </a:xfrm>
          </p:grpSpPr>
          <p:sp>
            <p:nvSpPr>
              <p:cNvPr id="298174" name="Oval 190"/>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670" name="Text Box 19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8671" name="Text Box 19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8667" name="Rectangle 193"/>
            <p:cNvSpPr/>
            <p:nvPr/>
          </p:nvSpPr>
          <p:spPr>
            <a:xfrm>
              <a:off x="3028" y="2403"/>
              <a:ext cx="20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800" dirty="0">
                  <a:solidFill>
                    <a:schemeClr val="bg1"/>
                  </a:solidFill>
                  <a:ea typeface="幼圆" panose="02010509060101010101" pitchFamily="49" charset="-122"/>
                </a:rPr>
                <a:t> </a:t>
              </a:r>
              <a:r>
                <a:rPr lang="en-US" altLang="zh-CN" sz="2400" b="1" dirty="0">
                  <a:solidFill>
                    <a:srgbClr val="FF0000"/>
                  </a:solidFill>
                  <a:latin typeface="Times New Roman" panose="02020603050405020304" pitchFamily="18" charset="0"/>
                  <a:ea typeface="幼圆" panose="02010509060101010101" pitchFamily="49" charset="-122"/>
                </a:rPr>
                <a:t>S</a:t>
              </a:r>
            </a:p>
          </p:txBody>
        </p:sp>
        <p:sp>
          <p:nvSpPr>
            <p:cNvPr id="68668" name="Oval 194"/>
            <p:cNvSpPr/>
            <p:nvPr/>
          </p:nvSpPr>
          <p:spPr>
            <a:xfrm>
              <a:off x="2154" y="2341"/>
              <a:ext cx="942" cy="631"/>
            </a:xfrm>
            <a:prstGeom prst="ellipse">
              <a:avLst/>
            </a:prstGeom>
            <a:solidFill>
              <a:srgbClr val="FF00FF">
                <a:alpha val="27843"/>
              </a:srgbClr>
            </a:solidFill>
            <a:ln w="28575" cap="flat" cmpd="sng">
              <a:solidFill>
                <a:srgbClr val="FF33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en-US" altLang="zh-CN" sz="1800" dirty="0">
                <a:solidFill>
                  <a:schemeClr val="accent2"/>
                </a:solidFill>
              </a:endParaRPr>
            </a:p>
          </p:txBody>
        </p:sp>
      </p:grpSp>
      <p:sp>
        <p:nvSpPr>
          <p:cNvPr id="68617" name="Rectangle 196"/>
          <p:cNvSpPr/>
          <p:nvPr/>
        </p:nvSpPr>
        <p:spPr>
          <a:xfrm>
            <a:off x="0" y="0"/>
            <a:ext cx="9144000" cy="0"/>
          </a:xfrm>
          <a:prstGeom prst="rect">
            <a:avLst/>
          </a:prstGeom>
          <a:solidFill>
            <a:srgbClr val="FFFF00"/>
          </a:solidFill>
          <a:ln w="9525">
            <a:noFill/>
          </a:ln>
        </p:spPr>
        <p:txBody>
          <a:bodyPr wrap="none" lIns="14283" tIns="0" rIns="14283"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7989"/>
                                        </p:tgtEl>
                                        <p:attrNameLst>
                                          <p:attrName>style.visibility</p:attrName>
                                        </p:attrNameLst>
                                      </p:cBhvr>
                                      <p:to>
                                        <p:strVal val="visible"/>
                                      </p:to>
                                    </p:set>
                                    <p:animEffect transition="in" filter="dissolve">
                                      <p:cBhvr>
                                        <p:cTn id="7" dur="500"/>
                                        <p:tgtEl>
                                          <p:spTgt spid="297989"/>
                                        </p:tgtEl>
                                      </p:cBhvr>
                                    </p:animEffect>
                                  </p:childTnLst>
                                </p:cTn>
                              </p:par>
                              <p:par>
                                <p:cTn id="8" presetID="9" presetClass="entr" presetSubtype="0" fill="hold" nodeType="withEffect">
                                  <p:stCondLst>
                                    <p:cond delay="0"/>
                                  </p:stCondLst>
                                  <p:childTnLst>
                                    <p:set>
                                      <p:cBhvr>
                                        <p:cTn id="9" dur="1" fill="hold">
                                          <p:stCondLst>
                                            <p:cond delay="0"/>
                                          </p:stCondLst>
                                        </p:cTn>
                                        <p:tgtEl>
                                          <p:spTgt spid="297986"/>
                                        </p:tgtEl>
                                        <p:attrNameLst>
                                          <p:attrName>style.visibility</p:attrName>
                                        </p:attrNameLst>
                                      </p:cBhvr>
                                      <p:to>
                                        <p:strVal val="visible"/>
                                      </p:to>
                                    </p:set>
                                    <p:animEffect transition="in" filter="dissolve">
                                      <p:cBhvr>
                                        <p:cTn id="10" dur="500"/>
                                        <p:tgtEl>
                                          <p:spTgt spid="29798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97990"/>
                                        </p:tgtEl>
                                        <p:attrNameLst>
                                          <p:attrName>style.visibility</p:attrName>
                                        </p:attrNameLst>
                                      </p:cBhvr>
                                      <p:to>
                                        <p:strVal val="visible"/>
                                      </p:to>
                                    </p:set>
                                    <p:animEffect transition="in" filter="dissolve">
                                      <p:cBhvr>
                                        <p:cTn id="15" dur="500"/>
                                        <p:tgtEl>
                                          <p:spTgt spid="297990"/>
                                        </p:tgtEl>
                                      </p:cBhvr>
                                    </p:animEffect>
                                  </p:childTnLst>
                                </p:cTn>
                              </p:par>
                              <p:par>
                                <p:cTn id="16" presetID="9" presetClass="entr" presetSubtype="0" fill="hold" nodeType="withEffect">
                                  <p:stCondLst>
                                    <p:cond delay="0"/>
                                  </p:stCondLst>
                                  <p:childTnLst>
                                    <p:set>
                                      <p:cBhvr>
                                        <p:cTn id="17" dur="1" fill="hold">
                                          <p:stCondLst>
                                            <p:cond delay="0"/>
                                          </p:stCondLst>
                                        </p:cTn>
                                        <p:tgtEl>
                                          <p:spTgt spid="297988"/>
                                        </p:tgtEl>
                                        <p:attrNameLst>
                                          <p:attrName>style.visibility</p:attrName>
                                        </p:attrNameLst>
                                      </p:cBhvr>
                                      <p:to>
                                        <p:strVal val="visible"/>
                                      </p:to>
                                    </p:set>
                                    <p:animEffect transition="in" filter="dissolve">
                                      <p:cBhvr>
                                        <p:cTn id="18" dur="500"/>
                                        <p:tgtEl>
                                          <p:spTgt spid="29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p:bldP spid="29798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Text Box 2"/>
          <p:cNvSpPr txBox="1"/>
          <p:nvPr/>
        </p:nvSpPr>
        <p:spPr>
          <a:xfrm>
            <a:off x="690880" y="692150"/>
            <a:ext cx="75596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i="1" dirty="0">
                <a:solidFill>
                  <a:srgbClr val="0000CC"/>
                </a:solidFill>
                <a:ea typeface="楷体_GB2312" pitchFamily="49" charset="-122"/>
              </a:rPr>
              <a:t>Calculation of polarized volume charge density</a:t>
            </a:r>
            <a:r>
              <a:rPr lang="en-US" altLang="zh-CN" sz="2400" b="1" dirty="0">
                <a:solidFill>
                  <a:srgbClr val="0000CC"/>
                </a:solidFill>
                <a:ea typeface="楷体_GB2312" pitchFamily="49" charset="-122"/>
              </a:rPr>
              <a:t> </a:t>
            </a:r>
          </a:p>
        </p:txBody>
      </p:sp>
      <p:graphicFrame>
        <p:nvGraphicFramePr>
          <p:cNvPr id="299011" name="Object 3"/>
          <p:cNvGraphicFramePr>
            <a:graphicFrameLocks noChangeAspect="1"/>
          </p:cNvGraphicFramePr>
          <p:nvPr/>
        </p:nvGraphicFramePr>
        <p:xfrm>
          <a:off x="1835150" y="3698875"/>
          <a:ext cx="1560513" cy="504825"/>
        </p:xfrm>
        <a:graphic>
          <a:graphicData uri="http://schemas.openxmlformats.org/presentationml/2006/ole">
            <mc:AlternateContent xmlns:mc="http://schemas.openxmlformats.org/markup-compatibility/2006">
              <mc:Choice xmlns:v="urn:schemas-microsoft-com:vml" Requires="v">
                <p:oleObj r:id="rId2" imgW="613410" imgH="127635" progId="Equation.DSMT4">
                  <p:embed/>
                </p:oleObj>
              </mc:Choice>
              <mc:Fallback>
                <p:oleObj r:id="rId2" imgW="613410" imgH="127635" progId="Equation.DSMT4">
                  <p:embed/>
                  <p:pic>
                    <p:nvPicPr>
                      <p:cNvPr id="299011" name="Object 3"/>
                      <p:cNvPicPr/>
                      <p:nvPr/>
                    </p:nvPicPr>
                    <p:blipFill>
                      <a:blip r:embed="rId3">
                        <a:clrChange>
                          <a:clrFrom>
                            <a:srgbClr val="000000"/>
                          </a:clrFrom>
                          <a:clrTo>
                            <a:srgbClr val="000000"/>
                          </a:clrTo>
                        </a:clrChange>
                      </a:blip>
                      <a:stretch>
                        <a:fillRect/>
                      </a:stretch>
                    </p:blipFill>
                    <p:spPr>
                      <a:xfrm>
                        <a:off x="1835150" y="3698875"/>
                        <a:ext cx="1560513" cy="504825"/>
                      </a:xfrm>
                      <a:prstGeom prst="rect">
                        <a:avLst/>
                      </a:prstGeom>
                      <a:noFill/>
                      <a:ln w="38100">
                        <a:noFill/>
                        <a:miter/>
                      </a:ln>
                    </p:spPr>
                  </p:pic>
                </p:oleObj>
              </mc:Fallback>
            </mc:AlternateContent>
          </a:graphicData>
        </a:graphic>
      </p:graphicFrame>
      <p:grpSp>
        <p:nvGrpSpPr>
          <p:cNvPr id="299016" name="Group 8"/>
          <p:cNvGrpSpPr/>
          <p:nvPr/>
        </p:nvGrpSpPr>
        <p:grpSpPr>
          <a:xfrm>
            <a:off x="5861050" y="1146810"/>
            <a:ext cx="2951163" cy="2879725"/>
            <a:chOff x="3779" y="1118"/>
            <a:chExt cx="1951" cy="2334"/>
          </a:xfrm>
        </p:grpSpPr>
        <p:sp>
          <p:nvSpPr>
            <p:cNvPr id="69843" name="Rectangle 9"/>
            <p:cNvSpPr/>
            <p:nvPr/>
          </p:nvSpPr>
          <p:spPr>
            <a:xfrm>
              <a:off x="3779" y="1118"/>
              <a:ext cx="1951" cy="2312"/>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844" name="Freeform 10"/>
            <p:cNvSpPr/>
            <p:nvPr/>
          </p:nvSpPr>
          <p:spPr>
            <a:xfrm flipH="1">
              <a:off x="3853" y="1204"/>
              <a:ext cx="1757" cy="1578"/>
            </a:xfrm>
            <a:custGeom>
              <a:avLst/>
              <a:gdLst/>
              <a:ahLst/>
              <a:cxnLst>
                <a:cxn ang="0">
                  <a:pos x="24" y="467"/>
                </a:cxn>
                <a:cxn ang="0">
                  <a:pos x="5" y="368"/>
                </a:cxn>
                <a:cxn ang="0">
                  <a:pos x="3" y="253"/>
                </a:cxn>
                <a:cxn ang="0">
                  <a:pos x="9" y="86"/>
                </a:cxn>
                <a:cxn ang="0">
                  <a:pos x="18" y="54"/>
                </a:cxn>
                <a:cxn ang="0">
                  <a:pos x="57" y="54"/>
                </a:cxn>
                <a:cxn ang="0">
                  <a:pos x="123" y="13"/>
                </a:cxn>
                <a:cxn ang="0">
                  <a:pos x="172" y="13"/>
                </a:cxn>
                <a:cxn ang="0">
                  <a:pos x="176" y="13"/>
                </a:cxn>
                <a:cxn ang="0">
                  <a:pos x="172" y="86"/>
                </a:cxn>
                <a:cxn ang="0">
                  <a:pos x="171" y="177"/>
                </a:cxn>
                <a:cxn ang="0">
                  <a:pos x="176" y="267"/>
                </a:cxn>
                <a:cxn ang="0">
                  <a:pos x="185" y="368"/>
                </a:cxn>
                <a:cxn ang="0">
                  <a:pos x="185" y="481"/>
                </a:cxn>
                <a:cxn ang="0">
                  <a:pos x="168" y="471"/>
                </a:cxn>
                <a:cxn ang="0">
                  <a:pos x="141" y="460"/>
                </a:cxn>
                <a:cxn ang="0">
                  <a:pos x="88" y="451"/>
                </a:cxn>
                <a:cxn ang="0">
                  <a:pos x="57" y="460"/>
                </a:cxn>
                <a:cxn ang="0">
                  <a:pos x="40" y="471"/>
                </a:cxn>
                <a:cxn ang="0">
                  <a:pos x="24" y="467"/>
                </a:cxn>
              </a:cxnLst>
              <a:rect l="0" t="0" r="0" b="0"/>
              <a:pathLst>
                <a:path w="2087" h="1724">
                  <a:moveTo>
                    <a:pt x="261" y="1609"/>
                  </a:moveTo>
                  <a:cubicBezTo>
                    <a:pt x="196" y="1549"/>
                    <a:pt x="100" y="1391"/>
                    <a:pt x="58" y="1268"/>
                  </a:cubicBezTo>
                  <a:cubicBezTo>
                    <a:pt x="16" y="1145"/>
                    <a:pt x="0" y="1034"/>
                    <a:pt x="9" y="872"/>
                  </a:cubicBezTo>
                  <a:cubicBezTo>
                    <a:pt x="17" y="709"/>
                    <a:pt x="74" y="409"/>
                    <a:pt x="106" y="295"/>
                  </a:cubicBezTo>
                  <a:cubicBezTo>
                    <a:pt x="139" y="180"/>
                    <a:pt x="115" y="205"/>
                    <a:pt x="204" y="187"/>
                  </a:cubicBezTo>
                  <a:cubicBezTo>
                    <a:pt x="293" y="168"/>
                    <a:pt x="448" y="211"/>
                    <a:pt x="642" y="187"/>
                  </a:cubicBezTo>
                  <a:cubicBezTo>
                    <a:pt x="837" y="163"/>
                    <a:pt x="1162" y="66"/>
                    <a:pt x="1373" y="42"/>
                  </a:cubicBezTo>
                  <a:cubicBezTo>
                    <a:pt x="1583" y="18"/>
                    <a:pt x="1811" y="42"/>
                    <a:pt x="1909" y="42"/>
                  </a:cubicBezTo>
                  <a:cubicBezTo>
                    <a:pt x="2006" y="42"/>
                    <a:pt x="1958" y="0"/>
                    <a:pt x="1958" y="42"/>
                  </a:cubicBezTo>
                  <a:cubicBezTo>
                    <a:pt x="1958" y="84"/>
                    <a:pt x="1919" y="201"/>
                    <a:pt x="1909" y="295"/>
                  </a:cubicBezTo>
                  <a:cubicBezTo>
                    <a:pt x="1899" y="389"/>
                    <a:pt x="1893" y="505"/>
                    <a:pt x="1901" y="609"/>
                  </a:cubicBezTo>
                  <a:cubicBezTo>
                    <a:pt x="1909" y="713"/>
                    <a:pt x="1931" y="811"/>
                    <a:pt x="1957" y="921"/>
                  </a:cubicBezTo>
                  <a:cubicBezTo>
                    <a:pt x="1983" y="1031"/>
                    <a:pt x="2039" y="1144"/>
                    <a:pt x="2055" y="1268"/>
                  </a:cubicBezTo>
                  <a:cubicBezTo>
                    <a:pt x="2071" y="1392"/>
                    <a:pt x="2087" y="1605"/>
                    <a:pt x="2055" y="1664"/>
                  </a:cubicBezTo>
                  <a:cubicBezTo>
                    <a:pt x="2023" y="1724"/>
                    <a:pt x="1941" y="1640"/>
                    <a:pt x="1860" y="1628"/>
                  </a:cubicBezTo>
                  <a:cubicBezTo>
                    <a:pt x="1780" y="1616"/>
                    <a:pt x="1714" y="1604"/>
                    <a:pt x="1568" y="1592"/>
                  </a:cubicBezTo>
                  <a:cubicBezTo>
                    <a:pt x="1422" y="1580"/>
                    <a:pt x="1139" y="1556"/>
                    <a:pt x="984" y="1556"/>
                  </a:cubicBezTo>
                  <a:cubicBezTo>
                    <a:pt x="829" y="1556"/>
                    <a:pt x="731" y="1580"/>
                    <a:pt x="642" y="1592"/>
                  </a:cubicBezTo>
                  <a:cubicBezTo>
                    <a:pt x="553" y="1604"/>
                    <a:pt x="511" y="1625"/>
                    <a:pt x="448" y="1628"/>
                  </a:cubicBezTo>
                  <a:cubicBezTo>
                    <a:pt x="385" y="1631"/>
                    <a:pt x="326" y="1669"/>
                    <a:pt x="261" y="1609"/>
                  </a:cubicBezTo>
                  <a:close/>
                </a:path>
              </a:pathLst>
            </a:custGeom>
            <a:solidFill>
              <a:srgbClr val="00CCFF">
                <a:alpha val="100000"/>
              </a:srgbClr>
            </a:solidFill>
            <a:ln w="9525" cap="flat" cmpd="sng">
              <a:prstDash val="solid"/>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CCFF"/>
              </a:extrusionClr>
            </a:sp3d>
          </p:spPr>
          <p:txBody>
            <a:bodyPr/>
            <a:lstStyle/>
            <a:p>
              <a:endParaRPr lang="zh-CN" altLang="en-US"/>
            </a:p>
          </p:txBody>
        </p:sp>
        <p:grpSp>
          <p:nvGrpSpPr>
            <p:cNvPr id="69845" name="Group 11"/>
            <p:cNvGrpSpPr/>
            <p:nvPr/>
          </p:nvGrpSpPr>
          <p:grpSpPr>
            <a:xfrm rot="5400000">
              <a:off x="5123" y="1285"/>
              <a:ext cx="282" cy="422"/>
              <a:chOff x="2154" y="2688"/>
              <a:chExt cx="308" cy="417"/>
            </a:xfrm>
          </p:grpSpPr>
          <p:sp>
            <p:nvSpPr>
              <p:cNvPr id="299020" name="Oval 12"/>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50" name="Text Box 1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51" name="Text Box 1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46" name="Group 15"/>
            <p:cNvGrpSpPr/>
            <p:nvPr/>
          </p:nvGrpSpPr>
          <p:grpSpPr>
            <a:xfrm rot="5400000">
              <a:off x="5244" y="1558"/>
              <a:ext cx="282" cy="422"/>
              <a:chOff x="2154" y="2688"/>
              <a:chExt cx="308" cy="417"/>
            </a:xfrm>
          </p:grpSpPr>
          <p:sp>
            <p:nvSpPr>
              <p:cNvPr id="299024" name="Oval 16"/>
              <p:cNvSpPr>
                <a:spLocks noChangeArrowheads="1"/>
              </p:cNvSpPr>
              <p:nvPr/>
            </p:nvSpPr>
            <p:spPr bwMode="auto">
              <a:xfrm>
                <a:off x="2200" y="2747"/>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47" name="Text Box 1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48" name="Text Box 1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47" name="Group 19"/>
            <p:cNvGrpSpPr/>
            <p:nvPr/>
          </p:nvGrpSpPr>
          <p:grpSpPr>
            <a:xfrm rot="5400000">
              <a:off x="5252" y="1715"/>
              <a:ext cx="282" cy="422"/>
              <a:chOff x="2154" y="2688"/>
              <a:chExt cx="308" cy="417"/>
            </a:xfrm>
          </p:grpSpPr>
          <p:sp>
            <p:nvSpPr>
              <p:cNvPr id="299028" name="Oval 20"/>
              <p:cNvSpPr>
                <a:spLocks noChangeArrowheads="1"/>
              </p:cNvSpPr>
              <p:nvPr/>
            </p:nvSpPr>
            <p:spPr bwMode="auto">
              <a:xfrm>
                <a:off x="2200" y="2747"/>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44" name="Text Box 2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45" name="Text Box 2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48" name="Group 23"/>
            <p:cNvGrpSpPr/>
            <p:nvPr/>
          </p:nvGrpSpPr>
          <p:grpSpPr>
            <a:xfrm rot="5400000">
              <a:off x="5209" y="1425"/>
              <a:ext cx="282" cy="422"/>
              <a:chOff x="2154" y="2688"/>
              <a:chExt cx="308" cy="417"/>
            </a:xfrm>
          </p:grpSpPr>
          <p:sp>
            <p:nvSpPr>
              <p:cNvPr id="299032" name="Oval 24"/>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41" name="Text Box 2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42" name="Text Box 2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49" name="Group 27"/>
            <p:cNvGrpSpPr/>
            <p:nvPr/>
          </p:nvGrpSpPr>
          <p:grpSpPr>
            <a:xfrm rot="5400000">
              <a:off x="4951" y="1599"/>
              <a:ext cx="282" cy="422"/>
              <a:chOff x="2154" y="2688"/>
              <a:chExt cx="308" cy="417"/>
            </a:xfrm>
          </p:grpSpPr>
          <p:sp>
            <p:nvSpPr>
              <p:cNvPr id="299036" name="Oval 28"/>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38" name="Text Box 2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39" name="Text Box 3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0" name="Group 31"/>
            <p:cNvGrpSpPr/>
            <p:nvPr/>
          </p:nvGrpSpPr>
          <p:grpSpPr>
            <a:xfrm rot="5400000">
              <a:off x="4816" y="1392"/>
              <a:ext cx="282" cy="422"/>
              <a:chOff x="2154" y="2688"/>
              <a:chExt cx="308" cy="417"/>
            </a:xfrm>
          </p:grpSpPr>
          <p:sp>
            <p:nvSpPr>
              <p:cNvPr id="299040" name="Oval 32"/>
              <p:cNvSpPr>
                <a:spLocks noChangeArrowheads="1"/>
              </p:cNvSpPr>
              <p:nvPr/>
            </p:nvSpPr>
            <p:spPr bwMode="auto">
              <a:xfrm>
                <a:off x="2200" y="2726"/>
                <a:ext cx="136"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35" name="Text Box 3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36" name="Text Box 3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1" name="Group 35"/>
            <p:cNvGrpSpPr/>
            <p:nvPr/>
          </p:nvGrpSpPr>
          <p:grpSpPr>
            <a:xfrm rot="5400000">
              <a:off x="4882" y="1507"/>
              <a:ext cx="281" cy="422"/>
              <a:chOff x="2154" y="2688"/>
              <a:chExt cx="308" cy="417"/>
            </a:xfrm>
          </p:grpSpPr>
          <p:sp>
            <p:nvSpPr>
              <p:cNvPr id="299044" name="Oval 36"/>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32" name="Text Box 3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33" name="Text Box 3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2" name="Group 39"/>
            <p:cNvGrpSpPr/>
            <p:nvPr/>
          </p:nvGrpSpPr>
          <p:grpSpPr>
            <a:xfrm rot="5400000">
              <a:off x="5294" y="1849"/>
              <a:ext cx="282" cy="421"/>
              <a:chOff x="2154" y="2688"/>
              <a:chExt cx="308" cy="417"/>
            </a:xfrm>
          </p:grpSpPr>
          <p:sp>
            <p:nvSpPr>
              <p:cNvPr id="299048" name="Oval 40"/>
              <p:cNvSpPr>
                <a:spLocks noChangeArrowheads="1"/>
              </p:cNvSpPr>
              <p:nvPr/>
            </p:nvSpPr>
            <p:spPr bwMode="auto">
              <a:xfrm>
                <a:off x="2218"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29" name="Text Box 4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30" name="Text Box 4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3" name="Group 43"/>
            <p:cNvGrpSpPr/>
            <p:nvPr/>
          </p:nvGrpSpPr>
          <p:grpSpPr>
            <a:xfrm rot="5400000">
              <a:off x="5252" y="1992"/>
              <a:ext cx="282" cy="422"/>
              <a:chOff x="2154" y="2688"/>
              <a:chExt cx="308" cy="417"/>
            </a:xfrm>
          </p:grpSpPr>
          <p:sp>
            <p:nvSpPr>
              <p:cNvPr id="299052" name="Oval 44"/>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26" name="Text Box 4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27" name="Text Box 4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4" name="Group 47"/>
            <p:cNvGrpSpPr/>
            <p:nvPr/>
          </p:nvGrpSpPr>
          <p:grpSpPr>
            <a:xfrm rot="5400000">
              <a:off x="4523" y="1309"/>
              <a:ext cx="282" cy="422"/>
              <a:chOff x="2154" y="2688"/>
              <a:chExt cx="308" cy="417"/>
            </a:xfrm>
          </p:grpSpPr>
          <p:sp>
            <p:nvSpPr>
              <p:cNvPr id="299056" name="Oval 48"/>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23" name="Text Box 4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24" name="Text Box 5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5" name="Group 51"/>
            <p:cNvGrpSpPr/>
            <p:nvPr/>
          </p:nvGrpSpPr>
          <p:grpSpPr>
            <a:xfrm rot="5400000">
              <a:off x="4523" y="1453"/>
              <a:ext cx="282" cy="422"/>
              <a:chOff x="2154" y="2688"/>
              <a:chExt cx="308" cy="417"/>
            </a:xfrm>
          </p:grpSpPr>
          <p:sp>
            <p:nvSpPr>
              <p:cNvPr id="299060" name="Oval 52"/>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20" name="Text Box 5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21" name="Text Box 5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6" name="Group 55"/>
            <p:cNvGrpSpPr/>
            <p:nvPr/>
          </p:nvGrpSpPr>
          <p:grpSpPr>
            <a:xfrm rot="5400000">
              <a:off x="4651" y="1599"/>
              <a:ext cx="282" cy="421"/>
              <a:chOff x="2154" y="2688"/>
              <a:chExt cx="308" cy="417"/>
            </a:xfrm>
          </p:grpSpPr>
          <p:sp>
            <p:nvSpPr>
              <p:cNvPr id="299064" name="Oval 56"/>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17" name="Text Box 5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18" name="Text Box 5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7" name="Group 59"/>
            <p:cNvGrpSpPr/>
            <p:nvPr/>
          </p:nvGrpSpPr>
          <p:grpSpPr>
            <a:xfrm rot="5400000">
              <a:off x="4969" y="1724"/>
              <a:ext cx="282" cy="422"/>
              <a:chOff x="2154" y="2688"/>
              <a:chExt cx="308" cy="417"/>
            </a:xfrm>
          </p:grpSpPr>
          <p:sp>
            <p:nvSpPr>
              <p:cNvPr id="299068" name="Oval 60"/>
              <p:cNvSpPr>
                <a:spLocks noChangeArrowheads="1"/>
              </p:cNvSpPr>
              <p:nvPr/>
            </p:nvSpPr>
            <p:spPr bwMode="auto">
              <a:xfrm>
                <a:off x="2200" y="2747"/>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14" name="Text Box 6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15" name="Text Box 6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8" name="Group 63"/>
            <p:cNvGrpSpPr/>
            <p:nvPr/>
          </p:nvGrpSpPr>
          <p:grpSpPr>
            <a:xfrm rot="5400000">
              <a:off x="5012" y="1854"/>
              <a:ext cx="281" cy="421"/>
              <a:chOff x="2154" y="2688"/>
              <a:chExt cx="308" cy="417"/>
            </a:xfrm>
          </p:grpSpPr>
          <p:sp>
            <p:nvSpPr>
              <p:cNvPr id="299072" name="Oval 64"/>
              <p:cNvSpPr>
                <a:spLocks noChangeArrowheads="1"/>
              </p:cNvSpPr>
              <p:nvPr/>
            </p:nvSpPr>
            <p:spPr bwMode="auto">
              <a:xfrm>
                <a:off x="2200"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11" name="Text Box 6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12" name="Text Box 6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59" name="Group 67"/>
            <p:cNvGrpSpPr/>
            <p:nvPr/>
          </p:nvGrpSpPr>
          <p:grpSpPr>
            <a:xfrm rot="5400000">
              <a:off x="4908" y="2131"/>
              <a:ext cx="282" cy="421"/>
              <a:chOff x="2154" y="2688"/>
              <a:chExt cx="308" cy="417"/>
            </a:xfrm>
          </p:grpSpPr>
          <p:sp>
            <p:nvSpPr>
              <p:cNvPr id="299076" name="Oval 68"/>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08" name="Text Box 6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09" name="Text Box 7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0" name="Group 71"/>
            <p:cNvGrpSpPr/>
            <p:nvPr/>
          </p:nvGrpSpPr>
          <p:grpSpPr>
            <a:xfrm rot="5400000">
              <a:off x="5201" y="2296"/>
              <a:ext cx="282" cy="421"/>
              <a:chOff x="2154" y="2688"/>
              <a:chExt cx="308" cy="417"/>
            </a:xfrm>
          </p:grpSpPr>
          <p:sp>
            <p:nvSpPr>
              <p:cNvPr id="299080" name="Oval 72"/>
              <p:cNvSpPr>
                <a:spLocks noChangeArrowheads="1"/>
              </p:cNvSpPr>
              <p:nvPr/>
            </p:nvSpPr>
            <p:spPr bwMode="auto">
              <a:xfrm>
                <a:off x="2201"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05" name="Text Box 7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06" name="Text Box 7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1" name="Group 75"/>
            <p:cNvGrpSpPr/>
            <p:nvPr/>
          </p:nvGrpSpPr>
          <p:grpSpPr>
            <a:xfrm rot="5400000">
              <a:off x="4901" y="1992"/>
              <a:ext cx="281" cy="422"/>
              <a:chOff x="2154" y="2688"/>
              <a:chExt cx="308" cy="417"/>
            </a:xfrm>
          </p:grpSpPr>
          <p:sp>
            <p:nvSpPr>
              <p:cNvPr id="299084" name="Oval 76"/>
              <p:cNvSpPr>
                <a:spLocks noChangeArrowheads="1"/>
              </p:cNvSpPr>
              <p:nvPr/>
            </p:nvSpPr>
            <p:spPr bwMode="auto">
              <a:xfrm>
                <a:off x="2197"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002" name="Text Box 7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03" name="Text Box 7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2" name="Group 79"/>
            <p:cNvGrpSpPr/>
            <p:nvPr/>
          </p:nvGrpSpPr>
          <p:grpSpPr>
            <a:xfrm rot="5400000">
              <a:off x="5209" y="2139"/>
              <a:ext cx="282" cy="422"/>
              <a:chOff x="2154" y="2688"/>
              <a:chExt cx="308" cy="417"/>
            </a:xfrm>
          </p:grpSpPr>
          <p:sp>
            <p:nvSpPr>
              <p:cNvPr id="299088" name="Oval 80"/>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99" name="Text Box 8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70000" name="Text Box 8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3" name="Group 83"/>
            <p:cNvGrpSpPr/>
            <p:nvPr/>
          </p:nvGrpSpPr>
          <p:grpSpPr>
            <a:xfrm rot="5400000">
              <a:off x="4308" y="1175"/>
              <a:ext cx="282" cy="421"/>
              <a:chOff x="2154" y="2688"/>
              <a:chExt cx="308" cy="417"/>
            </a:xfrm>
          </p:grpSpPr>
          <p:sp>
            <p:nvSpPr>
              <p:cNvPr id="299092" name="Oval 84"/>
              <p:cNvSpPr>
                <a:spLocks noChangeArrowheads="1"/>
              </p:cNvSpPr>
              <p:nvPr/>
            </p:nvSpPr>
            <p:spPr bwMode="auto">
              <a:xfrm>
                <a:off x="2201"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96" name="Text Box 8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97" name="Text Box 8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4" name="Group 87"/>
            <p:cNvGrpSpPr/>
            <p:nvPr/>
          </p:nvGrpSpPr>
          <p:grpSpPr>
            <a:xfrm rot="5400000">
              <a:off x="4266" y="1517"/>
              <a:ext cx="282" cy="422"/>
              <a:chOff x="2154" y="2688"/>
              <a:chExt cx="308" cy="417"/>
            </a:xfrm>
          </p:grpSpPr>
          <p:sp>
            <p:nvSpPr>
              <p:cNvPr id="299096" name="Oval 88"/>
              <p:cNvSpPr>
                <a:spLocks noChangeArrowheads="1"/>
              </p:cNvSpPr>
              <p:nvPr/>
            </p:nvSpPr>
            <p:spPr bwMode="auto">
              <a:xfrm>
                <a:off x="2201" y="2749"/>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93" name="Text Box 8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94" name="Text Box 9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5" name="Group 91"/>
            <p:cNvGrpSpPr/>
            <p:nvPr/>
          </p:nvGrpSpPr>
          <p:grpSpPr>
            <a:xfrm rot="5400000">
              <a:off x="4344" y="1667"/>
              <a:ext cx="282" cy="421"/>
              <a:chOff x="2154" y="2688"/>
              <a:chExt cx="308" cy="417"/>
            </a:xfrm>
          </p:grpSpPr>
          <p:sp>
            <p:nvSpPr>
              <p:cNvPr id="299100" name="Oval 92"/>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90" name="Text Box 9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91" name="Text Box 9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6" name="Group 95"/>
            <p:cNvGrpSpPr/>
            <p:nvPr/>
          </p:nvGrpSpPr>
          <p:grpSpPr>
            <a:xfrm rot="5400000">
              <a:off x="4694" y="1766"/>
              <a:ext cx="282" cy="422"/>
              <a:chOff x="2154" y="2688"/>
              <a:chExt cx="308" cy="417"/>
            </a:xfrm>
          </p:grpSpPr>
          <p:sp>
            <p:nvSpPr>
              <p:cNvPr id="299104" name="Oval 96"/>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87" name="Text Box 9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88" name="Text Box 9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7" name="Group 99"/>
            <p:cNvGrpSpPr/>
            <p:nvPr/>
          </p:nvGrpSpPr>
          <p:grpSpPr>
            <a:xfrm rot="5400000">
              <a:off x="4651" y="1923"/>
              <a:ext cx="282" cy="421"/>
              <a:chOff x="2154" y="2688"/>
              <a:chExt cx="308" cy="417"/>
            </a:xfrm>
          </p:grpSpPr>
          <p:sp>
            <p:nvSpPr>
              <p:cNvPr id="299108" name="Oval 100"/>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84" name="Text Box 10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85" name="Text Box 10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8" name="Group 103"/>
            <p:cNvGrpSpPr/>
            <p:nvPr/>
          </p:nvGrpSpPr>
          <p:grpSpPr>
            <a:xfrm rot="5400000">
              <a:off x="4335" y="1960"/>
              <a:ext cx="281" cy="422"/>
              <a:chOff x="2154" y="2688"/>
              <a:chExt cx="308" cy="417"/>
            </a:xfrm>
          </p:grpSpPr>
          <p:sp>
            <p:nvSpPr>
              <p:cNvPr id="299112" name="Oval 104"/>
              <p:cNvSpPr>
                <a:spLocks noChangeArrowheads="1"/>
              </p:cNvSpPr>
              <p:nvPr/>
            </p:nvSpPr>
            <p:spPr bwMode="auto">
              <a:xfrm>
                <a:off x="2201" y="2733"/>
                <a:ext cx="135"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81" name="Text Box 10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82" name="Text Box 10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69" name="Group 107"/>
            <p:cNvGrpSpPr/>
            <p:nvPr/>
          </p:nvGrpSpPr>
          <p:grpSpPr>
            <a:xfrm rot="5400000">
              <a:off x="4930" y="2284"/>
              <a:ext cx="282" cy="421"/>
              <a:chOff x="2154" y="2688"/>
              <a:chExt cx="308" cy="417"/>
            </a:xfrm>
          </p:grpSpPr>
          <p:sp>
            <p:nvSpPr>
              <p:cNvPr id="299116" name="Oval 108"/>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78" name="Text Box 10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79" name="Text Box 11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0" name="Group 111"/>
            <p:cNvGrpSpPr/>
            <p:nvPr/>
          </p:nvGrpSpPr>
          <p:grpSpPr>
            <a:xfrm rot="5400000">
              <a:off x="5049" y="2430"/>
              <a:ext cx="282" cy="421"/>
              <a:chOff x="2154" y="2688"/>
              <a:chExt cx="308" cy="417"/>
            </a:xfrm>
          </p:grpSpPr>
          <p:sp>
            <p:nvSpPr>
              <p:cNvPr id="299120" name="Oval 112"/>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75" name="Text Box 11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76" name="Text Box 11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1" name="Group 115"/>
            <p:cNvGrpSpPr/>
            <p:nvPr/>
          </p:nvGrpSpPr>
          <p:grpSpPr>
            <a:xfrm rot="5400000">
              <a:off x="4009" y="1475"/>
              <a:ext cx="281" cy="422"/>
              <a:chOff x="2154" y="2688"/>
              <a:chExt cx="308" cy="417"/>
            </a:xfrm>
          </p:grpSpPr>
          <p:sp>
            <p:nvSpPr>
              <p:cNvPr id="299124" name="Oval 116"/>
              <p:cNvSpPr>
                <a:spLocks noChangeArrowheads="1"/>
              </p:cNvSpPr>
              <p:nvPr/>
            </p:nvSpPr>
            <p:spPr bwMode="auto">
              <a:xfrm>
                <a:off x="2200" y="2715"/>
                <a:ext cx="133" cy="28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72" name="Text Box 11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73" name="Text Box 11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2" name="Group 119"/>
            <p:cNvGrpSpPr/>
            <p:nvPr/>
          </p:nvGrpSpPr>
          <p:grpSpPr>
            <a:xfrm rot="5400000">
              <a:off x="4029" y="1632"/>
              <a:ext cx="282" cy="422"/>
              <a:chOff x="2154" y="2688"/>
              <a:chExt cx="308" cy="417"/>
            </a:xfrm>
          </p:grpSpPr>
          <p:sp>
            <p:nvSpPr>
              <p:cNvPr id="299128" name="Oval 120"/>
              <p:cNvSpPr>
                <a:spLocks noChangeArrowheads="1"/>
              </p:cNvSpPr>
              <p:nvPr/>
            </p:nvSpPr>
            <p:spPr bwMode="auto">
              <a:xfrm>
                <a:off x="2201" y="2733"/>
                <a:ext cx="135"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69" name="Text Box 12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70" name="Text Box 12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3" name="Group 123"/>
            <p:cNvGrpSpPr/>
            <p:nvPr/>
          </p:nvGrpSpPr>
          <p:grpSpPr>
            <a:xfrm rot="5400000">
              <a:off x="4405" y="1807"/>
              <a:ext cx="282" cy="422"/>
              <a:chOff x="2154" y="2688"/>
              <a:chExt cx="308" cy="417"/>
            </a:xfrm>
          </p:grpSpPr>
          <p:sp>
            <p:nvSpPr>
              <p:cNvPr id="299132" name="Oval 124"/>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66" name="Text Box 12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67" name="Text Box 12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4" name="Group 127"/>
            <p:cNvGrpSpPr/>
            <p:nvPr/>
          </p:nvGrpSpPr>
          <p:grpSpPr>
            <a:xfrm rot="5400000">
              <a:off x="4216" y="2098"/>
              <a:ext cx="282" cy="422"/>
              <a:chOff x="2154" y="2688"/>
              <a:chExt cx="308" cy="417"/>
            </a:xfrm>
          </p:grpSpPr>
          <p:sp>
            <p:nvSpPr>
              <p:cNvPr id="299136" name="Oval 128"/>
              <p:cNvSpPr>
                <a:spLocks noChangeArrowheads="1"/>
              </p:cNvSpPr>
              <p:nvPr/>
            </p:nvSpPr>
            <p:spPr bwMode="auto">
              <a:xfrm>
                <a:off x="2200" y="2733"/>
                <a:ext cx="135"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63" name="Text Box 12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64" name="Text Box 13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5" name="Group 131"/>
            <p:cNvGrpSpPr/>
            <p:nvPr/>
          </p:nvGrpSpPr>
          <p:grpSpPr>
            <a:xfrm rot="5400000">
              <a:off x="4609" y="2223"/>
              <a:ext cx="282" cy="422"/>
              <a:chOff x="2154" y="2688"/>
              <a:chExt cx="308" cy="417"/>
            </a:xfrm>
          </p:grpSpPr>
          <p:sp>
            <p:nvSpPr>
              <p:cNvPr id="299140" name="Oval 132"/>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60" name="Text Box 13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61" name="Text Box 13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6" name="Group 135"/>
            <p:cNvGrpSpPr/>
            <p:nvPr/>
          </p:nvGrpSpPr>
          <p:grpSpPr>
            <a:xfrm rot="5400000">
              <a:off x="4656" y="2363"/>
              <a:ext cx="282" cy="421"/>
              <a:chOff x="2154" y="2688"/>
              <a:chExt cx="308" cy="417"/>
            </a:xfrm>
          </p:grpSpPr>
          <p:sp>
            <p:nvSpPr>
              <p:cNvPr id="299144" name="Oval 136"/>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57" name="Text Box 13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58" name="Text Box 13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7" name="Group 139"/>
            <p:cNvGrpSpPr/>
            <p:nvPr/>
          </p:nvGrpSpPr>
          <p:grpSpPr>
            <a:xfrm rot="5400000">
              <a:off x="4001" y="1923"/>
              <a:ext cx="282" cy="421"/>
              <a:chOff x="2154" y="2688"/>
              <a:chExt cx="308" cy="417"/>
            </a:xfrm>
          </p:grpSpPr>
          <p:sp>
            <p:nvSpPr>
              <p:cNvPr id="299148" name="Oval 140"/>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54" name="Text Box 14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55" name="Text Box 14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8" name="Group 143"/>
            <p:cNvGrpSpPr/>
            <p:nvPr/>
          </p:nvGrpSpPr>
          <p:grpSpPr>
            <a:xfrm rot="5400000">
              <a:off x="3923" y="2056"/>
              <a:ext cx="282" cy="422"/>
              <a:chOff x="2154" y="2688"/>
              <a:chExt cx="308" cy="417"/>
            </a:xfrm>
          </p:grpSpPr>
          <p:sp>
            <p:nvSpPr>
              <p:cNvPr id="299152" name="Oval 144"/>
              <p:cNvSpPr>
                <a:spLocks noChangeArrowheads="1"/>
              </p:cNvSpPr>
              <p:nvPr/>
            </p:nvSpPr>
            <p:spPr bwMode="auto">
              <a:xfrm>
                <a:off x="2200" y="2733"/>
                <a:ext cx="136"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51" name="Text Box 14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52" name="Text Box 14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79" name="Group 147"/>
            <p:cNvGrpSpPr/>
            <p:nvPr/>
          </p:nvGrpSpPr>
          <p:grpSpPr>
            <a:xfrm rot="5400000">
              <a:off x="3880" y="2208"/>
              <a:ext cx="282" cy="421"/>
              <a:chOff x="2154" y="2688"/>
              <a:chExt cx="308" cy="417"/>
            </a:xfrm>
          </p:grpSpPr>
          <p:sp>
            <p:nvSpPr>
              <p:cNvPr id="299156" name="Oval 148"/>
              <p:cNvSpPr>
                <a:spLocks noChangeArrowheads="1"/>
              </p:cNvSpPr>
              <p:nvPr/>
            </p:nvSpPr>
            <p:spPr bwMode="auto">
              <a:xfrm>
                <a:off x="2218"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48" name="Text Box 14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49" name="Text Box 15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0" name="Group 151"/>
            <p:cNvGrpSpPr/>
            <p:nvPr/>
          </p:nvGrpSpPr>
          <p:grpSpPr>
            <a:xfrm rot="5400000">
              <a:off x="4308" y="2223"/>
              <a:ext cx="282" cy="421"/>
              <a:chOff x="2154" y="2688"/>
              <a:chExt cx="308" cy="417"/>
            </a:xfrm>
          </p:grpSpPr>
          <p:sp>
            <p:nvSpPr>
              <p:cNvPr id="299160" name="Oval 152"/>
              <p:cNvSpPr>
                <a:spLocks noChangeArrowheads="1"/>
              </p:cNvSpPr>
              <p:nvPr/>
            </p:nvSpPr>
            <p:spPr bwMode="auto">
              <a:xfrm>
                <a:off x="2201"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45" name="Text Box 15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46" name="Text Box 15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1" name="Group 155"/>
            <p:cNvGrpSpPr/>
            <p:nvPr/>
          </p:nvGrpSpPr>
          <p:grpSpPr>
            <a:xfrm rot="5400000">
              <a:off x="4352" y="2373"/>
              <a:ext cx="282" cy="422"/>
              <a:chOff x="2154" y="2688"/>
              <a:chExt cx="308" cy="417"/>
            </a:xfrm>
          </p:grpSpPr>
          <p:sp>
            <p:nvSpPr>
              <p:cNvPr id="299164" name="Oval 156"/>
              <p:cNvSpPr>
                <a:spLocks noChangeArrowheads="1"/>
              </p:cNvSpPr>
              <p:nvPr/>
            </p:nvSpPr>
            <p:spPr bwMode="auto">
              <a:xfrm>
                <a:off x="2201" y="2748"/>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42" name="Text Box 157"/>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43" name="Text Box 158"/>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2" name="Group 159"/>
            <p:cNvGrpSpPr/>
            <p:nvPr/>
          </p:nvGrpSpPr>
          <p:grpSpPr>
            <a:xfrm rot="5400000">
              <a:off x="4081" y="2332"/>
              <a:ext cx="282" cy="421"/>
              <a:chOff x="2154" y="2688"/>
              <a:chExt cx="308" cy="417"/>
            </a:xfrm>
          </p:grpSpPr>
          <p:sp>
            <p:nvSpPr>
              <p:cNvPr id="299168" name="Oval 160"/>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39" name="Text Box 16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40" name="Text Box 16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3" name="Group 163"/>
            <p:cNvGrpSpPr/>
            <p:nvPr/>
          </p:nvGrpSpPr>
          <p:grpSpPr>
            <a:xfrm rot="5400000">
              <a:off x="3857" y="2430"/>
              <a:ext cx="282" cy="422"/>
              <a:chOff x="2154" y="2688"/>
              <a:chExt cx="308" cy="417"/>
            </a:xfrm>
          </p:grpSpPr>
          <p:sp>
            <p:nvSpPr>
              <p:cNvPr id="299172" name="Oval 164"/>
              <p:cNvSpPr>
                <a:spLocks noChangeArrowheads="1"/>
              </p:cNvSpPr>
              <p:nvPr/>
            </p:nvSpPr>
            <p:spPr bwMode="auto">
              <a:xfrm>
                <a:off x="2200" y="2733"/>
                <a:ext cx="135"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36" name="Text Box 16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37" name="Text Box 16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9884" name="Line 167"/>
            <p:cNvSpPr/>
            <p:nvPr/>
          </p:nvSpPr>
          <p:spPr>
            <a:xfrm flipV="1">
              <a:off x="4224" y="2750"/>
              <a:ext cx="470" cy="0"/>
            </a:xfrm>
            <a:prstGeom prst="line">
              <a:avLst/>
            </a:prstGeom>
            <a:ln w="28575" cap="flat" cmpd="sng">
              <a:solidFill>
                <a:srgbClr val="FF0000"/>
              </a:solidFill>
              <a:prstDash val="solid"/>
              <a:headEnd type="none" w="med" len="med"/>
              <a:tailEnd type="triangle" w="sm" len="med"/>
            </a:ln>
          </p:spPr>
          <p:txBody>
            <a:bodyPr/>
            <a:lstStyle/>
            <a:p>
              <a:endParaRPr lang="zh-CN" altLang="en-US"/>
            </a:p>
          </p:txBody>
        </p:sp>
        <p:sp>
          <p:nvSpPr>
            <p:cNvPr id="69885" name="Text Box 168"/>
            <p:cNvSpPr txBox="1"/>
            <p:nvPr/>
          </p:nvSpPr>
          <p:spPr>
            <a:xfrm>
              <a:off x="4703" y="2657"/>
              <a:ext cx="299" cy="2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b="1" i="1" dirty="0">
                  <a:latin typeface="Times New Roman" panose="02020603050405020304" pitchFamily="18" charset="0"/>
                </a:rPr>
                <a:t>E</a:t>
              </a:r>
              <a:endParaRPr lang="en-US" altLang="zh-CN" sz="1600" i="1" baseline="-25000" dirty="0">
                <a:latin typeface="Times New Roman" panose="02020603050405020304" pitchFamily="18" charset="0"/>
              </a:endParaRPr>
            </a:p>
          </p:txBody>
        </p:sp>
        <p:grpSp>
          <p:nvGrpSpPr>
            <p:cNvPr id="69886" name="Group 169"/>
            <p:cNvGrpSpPr/>
            <p:nvPr/>
          </p:nvGrpSpPr>
          <p:grpSpPr>
            <a:xfrm rot="5400000">
              <a:off x="3959" y="1134"/>
              <a:ext cx="282" cy="422"/>
              <a:chOff x="2154" y="2688"/>
              <a:chExt cx="308" cy="417"/>
            </a:xfrm>
          </p:grpSpPr>
          <p:sp>
            <p:nvSpPr>
              <p:cNvPr id="299178" name="Oval 170"/>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33" name="Text Box 171"/>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34" name="Text Box 172"/>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7" name="Group 173"/>
            <p:cNvGrpSpPr/>
            <p:nvPr/>
          </p:nvGrpSpPr>
          <p:grpSpPr>
            <a:xfrm rot="5400000">
              <a:off x="4822" y="1268"/>
              <a:ext cx="282" cy="421"/>
              <a:chOff x="2154" y="2688"/>
              <a:chExt cx="308" cy="417"/>
            </a:xfrm>
          </p:grpSpPr>
          <p:sp>
            <p:nvSpPr>
              <p:cNvPr id="299182" name="Oval 174"/>
              <p:cNvSpPr>
                <a:spLocks noChangeArrowheads="1"/>
              </p:cNvSpPr>
              <p:nvPr/>
            </p:nvSpPr>
            <p:spPr bwMode="auto">
              <a:xfrm>
                <a:off x="2201" y="2728"/>
                <a:ext cx="135"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30" name="Text Box 175"/>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31" name="Text Box 176"/>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8" name="Group 177"/>
            <p:cNvGrpSpPr/>
            <p:nvPr/>
          </p:nvGrpSpPr>
          <p:grpSpPr>
            <a:xfrm rot="5400000">
              <a:off x="3973" y="1300"/>
              <a:ext cx="282" cy="422"/>
              <a:chOff x="2154" y="2688"/>
              <a:chExt cx="308" cy="417"/>
            </a:xfrm>
          </p:grpSpPr>
          <p:sp>
            <p:nvSpPr>
              <p:cNvPr id="299186" name="Oval 178"/>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27" name="Text Box 179"/>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28" name="Text Box 180"/>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889" name="Group 181"/>
            <p:cNvGrpSpPr/>
            <p:nvPr/>
          </p:nvGrpSpPr>
          <p:grpSpPr>
            <a:xfrm rot="5400000">
              <a:off x="4608" y="2085"/>
              <a:ext cx="282" cy="422"/>
              <a:chOff x="2154" y="2688"/>
              <a:chExt cx="308" cy="417"/>
            </a:xfrm>
          </p:grpSpPr>
          <p:sp>
            <p:nvSpPr>
              <p:cNvPr id="299190" name="Oval 182"/>
              <p:cNvSpPr>
                <a:spLocks noChangeArrowheads="1"/>
              </p:cNvSpPr>
              <p:nvPr/>
            </p:nvSpPr>
            <p:spPr bwMode="auto">
              <a:xfrm>
                <a:off x="2200"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24" name="Text Box 18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25" name="Text Box 18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9890" name="Oval 185"/>
            <p:cNvSpPr/>
            <p:nvPr/>
          </p:nvSpPr>
          <p:spPr>
            <a:xfrm rot="-3175261" flipV="1">
              <a:off x="5045" y="2012"/>
              <a:ext cx="249" cy="112"/>
            </a:xfrm>
            <a:prstGeom prst="ellipse">
              <a:avLst/>
            </a:prstGeom>
            <a:solidFill>
              <a:srgbClr val="3366FF"/>
            </a:solidFill>
            <a:ln w="9525" cap="flat" cmpd="sng">
              <a:solidFill>
                <a:srgbClr val="0000FF"/>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69891" name="Group 186"/>
            <p:cNvGrpSpPr/>
            <p:nvPr/>
          </p:nvGrpSpPr>
          <p:grpSpPr>
            <a:xfrm rot="5400000">
              <a:off x="4258" y="1342"/>
              <a:ext cx="282" cy="421"/>
              <a:chOff x="2154" y="2688"/>
              <a:chExt cx="308" cy="417"/>
            </a:xfrm>
          </p:grpSpPr>
          <p:sp>
            <p:nvSpPr>
              <p:cNvPr id="299195" name="Oval 187"/>
              <p:cNvSpPr>
                <a:spLocks noChangeArrowheads="1"/>
              </p:cNvSpPr>
              <p:nvPr/>
            </p:nvSpPr>
            <p:spPr bwMode="auto">
              <a:xfrm>
                <a:off x="2200" y="2728"/>
                <a:ext cx="136" cy="271"/>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21" name="Text Box 18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22" name="Text Box 18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9892" name="Line 190"/>
            <p:cNvSpPr/>
            <p:nvPr/>
          </p:nvSpPr>
          <p:spPr>
            <a:xfrm>
              <a:off x="4875" y="2179"/>
              <a:ext cx="214" cy="0"/>
            </a:xfrm>
            <a:prstGeom prst="line">
              <a:avLst/>
            </a:prstGeom>
            <a:ln w="22225" cap="flat" cmpd="sng">
              <a:solidFill>
                <a:srgbClr val="0000FF"/>
              </a:solidFill>
              <a:prstDash val="solid"/>
              <a:headEnd type="none" w="med" len="med"/>
              <a:tailEnd type="none" w="med" len="med"/>
            </a:ln>
          </p:spPr>
          <p:txBody>
            <a:bodyPr/>
            <a:lstStyle/>
            <a:p>
              <a:endParaRPr lang="zh-CN" altLang="en-US"/>
            </a:p>
          </p:txBody>
        </p:sp>
        <p:grpSp>
          <p:nvGrpSpPr>
            <p:cNvPr id="69893" name="Group 191"/>
            <p:cNvGrpSpPr/>
            <p:nvPr/>
          </p:nvGrpSpPr>
          <p:grpSpPr>
            <a:xfrm rot="5400000">
              <a:off x="4044" y="1785"/>
              <a:ext cx="282" cy="422"/>
              <a:chOff x="2154" y="2688"/>
              <a:chExt cx="308" cy="417"/>
            </a:xfrm>
          </p:grpSpPr>
          <p:sp>
            <p:nvSpPr>
              <p:cNvPr id="299200" name="Oval 192"/>
              <p:cNvSpPr>
                <a:spLocks noChangeArrowheads="1"/>
              </p:cNvSpPr>
              <p:nvPr/>
            </p:nvSpPr>
            <p:spPr bwMode="auto">
              <a:xfrm>
                <a:off x="2201" y="2747"/>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918" name="Text Box 193"/>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919" name="Text Box 194"/>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sp>
          <p:nvSpPr>
            <p:cNvPr id="69894" name="Oval 195"/>
            <p:cNvSpPr/>
            <p:nvPr/>
          </p:nvSpPr>
          <p:spPr>
            <a:xfrm>
              <a:off x="4291" y="1536"/>
              <a:ext cx="942" cy="747"/>
            </a:xfrm>
            <a:prstGeom prst="ellipse">
              <a:avLst/>
            </a:prstGeom>
            <a:solidFill>
              <a:srgbClr val="FF00FF">
                <a:alpha val="27843"/>
              </a:srgbClr>
            </a:solidFill>
            <a:ln w="28575" cap="flat" cmpd="sng">
              <a:solidFill>
                <a:srgbClr val="FF33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en-US" altLang="zh-CN" sz="1800" dirty="0">
                <a:solidFill>
                  <a:schemeClr val="accent2"/>
                </a:solidFill>
              </a:endParaRPr>
            </a:p>
          </p:txBody>
        </p:sp>
        <p:sp>
          <p:nvSpPr>
            <p:cNvPr id="69895" name="Line 196"/>
            <p:cNvSpPr/>
            <p:nvPr/>
          </p:nvSpPr>
          <p:spPr>
            <a:xfrm>
              <a:off x="5003" y="1971"/>
              <a:ext cx="215" cy="0"/>
            </a:xfrm>
            <a:prstGeom prst="line">
              <a:avLst/>
            </a:prstGeom>
            <a:ln w="22225" cap="flat" cmpd="sng">
              <a:solidFill>
                <a:srgbClr val="0000FF"/>
              </a:solidFill>
              <a:prstDash val="solid"/>
              <a:headEnd type="none" w="med" len="med"/>
              <a:tailEnd type="none" w="med" len="med"/>
            </a:ln>
          </p:spPr>
          <p:txBody>
            <a:bodyPr/>
            <a:lstStyle/>
            <a:p>
              <a:endParaRPr lang="zh-CN" altLang="en-US"/>
            </a:p>
          </p:txBody>
        </p:sp>
        <p:sp>
          <p:nvSpPr>
            <p:cNvPr id="69896" name="Oval 197"/>
            <p:cNvSpPr/>
            <p:nvPr/>
          </p:nvSpPr>
          <p:spPr>
            <a:xfrm rot="-3175261" flipV="1">
              <a:off x="4806" y="2019"/>
              <a:ext cx="249" cy="112"/>
            </a:xfrm>
            <a:prstGeom prst="ellipse">
              <a:avLst/>
            </a:prstGeom>
            <a:noFill/>
            <a:ln w="9525" cap="flat" cmpd="sng">
              <a:solidFill>
                <a:srgbClr val="0000FF"/>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897" name="Line 198"/>
            <p:cNvSpPr/>
            <p:nvPr/>
          </p:nvSpPr>
          <p:spPr>
            <a:xfrm>
              <a:off x="5174" y="2076"/>
              <a:ext cx="215" cy="125"/>
            </a:xfrm>
            <a:prstGeom prst="line">
              <a:avLst/>
            </a:prstGeom>
            <a:ln w="25400" cap="flat" cmpd="sng">
              <a:solidFill>
                <a:srgbClr val="0000FF"/>
              </a:solidFill>
              <a:prstDash val="solid"/>
              <a:headEnd type="none" w="med" len="med"/>
              <a:tailEnd type="triangle" w="sm" len="lg"/>
            </a:ln>
          </p:spPr>
          <p:txBody>
            <a:bodyPr/>
            <a:lstStyle/>
            <a:p>
              <a:endParaRPr lang="zh-CN" altLang="en-US"/>
            </a:p>
          </p:txBody>
        </p:sp>
        <p:sp>
          <p:nvSpPr>
            <p:cNvPr id="69898" name="Line 199"/>
            <p:cNvSpPr/>
            <p:nvPr/>
          </p:nvSpPr>
          <p:spPr>
            <a:xfrm flipH="1">
              <a:off x="5012" y="2159"/>
              <a:ext cx="34" cy="727"/>
            </a:xfrm>
            <a:prstGeom prst="line">
              <a:avLst/>
            </a:prstGeom>
            <a:ln w="15875" cap="flat" cmpd="sng">
              <a:solidFill>
                <a:srgbClr val="0000FF"/>
              </a:solidFill>
              <a:prstDash val="dash"/>
              <a:headEnd type="none" w="med" len="med"/>
              <a:tailEnd type="triangle" w="med" len="med"/>
            </a:ln>
          </p:spPr>
          <p:txBody>
            <a:bodyPr/>
            <a:lstStyle/>
            <a:p>
              <a:endParaRPr lang="zh-CN" altLang="en-US"/>
            </a:p>
          </p:txBody>
        </p:sp>
        <p:sp>
          <p:nvSpPr>
            <p:cNvPr id="69899" name="Rectangle 200"/>
            <p:cNvSpPr/>
            <p:nvPr/>
          </p:nvSpPr>
          <p:spPr>
            <a:xfrm>
              <a:off x="5152" y="1620"/>
              <a:ext cx="299" cy="42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800" dirty="0">
                  <a:solidFill>
                    <a:schemeClr val="bg1"/>
                  </a:solidFill>
                  <a:ea typeface="幼圆" panose="02010509060101010101" pitchFamily="49" charset="-122"/>
                </a:rPr>
                <a:t> </a:t>
              </a:r>
              <a:r>
                <a:rPr lang="en-US" altLang="zh-CN" sz="2400" b="1" dirty="0">
                  <a:solidFill>
                    <a:srgbClr val="FF0000"/>
                  </a:solidFill>
                  <a:latin typeface="Times New Roman" panose="02020603050405020304" pitchFamily="18" charset="0"/>
                  <a:ea typeface="幼圆" panose="02010509060101010101" pitchFamily="49" charset="-122"/>
                </a:rPr>
                <a:t>S</a:t>
              </a:r>
            </a:p>
          </p:txBody>
        </p:sp>
        <p:grpSp>
          <p:nvGrpSpPr>
            <p:cNvPr id="69900" name="Group 201"/>
            <p:cNvGrpSpPr/>
            <p:nvPr/>
          </p:nvGrpSpPr>
          <p:grpSpPr>
            <a:xfrm>
              <a:off x="4071" y="2840"/>
              <a:ext cx="1531" cy="612"/>
              <a:chOff x="4071" y="2840"/>
              <a:chExt cx="1531" cy="612"/>
            </a:xfrm>
          </p:grpSpPr>
          <p:graphicFrame>
            <p:nvGraphicFramePr>
              <p:cNvPr id="69901" name="Object 202"/>
              <p:cNvGraphicFramePr>
                <a:graphicFrameLocks noChangeAspect="1"/>
              </p:cNvGraphicFramePr>
              <p:nvPr/>
            </p:nvGraphicFramePr>
            <p:xfrm>
              <a:off x="5356" y="2885"/>
              <a:ext cx="200" cy="258"/>
            </p:xfrm>
            <a:graphic>
              <a:graphicData uri="http://schemas.openxmlformats.org/presentationml/2006/ole">
                <mc:AlternateContent xmlns:mc="http://schemas.openxmlformats.org/markup-compatibility/2006">
                  <mc:Choice xmlns:v="urn:schemas-microsoft-com:vml" Requires="v">
                    <p:oleObj r:id="rId4" imgW="152400" imgH="203200" progId="Equation.3">
                      <p:embed/>
                    </p:oleObj>
                  </mc:Choice>
                  <mc:Fallback>
                    <p:oleObj r:id="rId4" imgW="152400" imgH="203200" progId="Equation.3">
                      <p:embed/>
                      <p:pic>
                        <p:nvPicPr>
                          <p:cNvPr id="69901" name="Object 202"/>
                          <p:cNvPicPr/>
                          <p:nvPr/>
                        </p:nvPicPr>
                        <p:blipFill>
                          <a:blip r:embed="rId5"/>
                          <a:stretch>
                            <a:fillRect/>
                          </a:stretch>
                        </p:blipFill>
                        <p:spPr>
                          <a:xfrm>
                            <a:off x="5356" y="2885"/>
                            <a:ext cx="200" cy="258"/>
                          </a:xfrm>
                          <a:prstGeom prst="rect">
                            <a:avLst/>
                          </a:prstGeom>
                          <a:noFill/>
                          <a:ln w="38100">
                            <a:noFill/>
                            <a:miter/>
                          </a:ln>
                        </p:spPr>
                      </p:pic>
                    </p:oleObj>
                  </mc:Fallback>
                </mc:AlternateContent>
              </a:graphicData>
            </a:graphic>
          </p:graphicFrame>
          <p:graphicFrame>
            <p:nvGraphicFramePr>
              <p:cNvPr id="69902" name="Object 203"/>
              <p:cNvGraphicFramePr>
                <a:graphicFrameLocks noChangeAspect="1"/>
              </p:cNvGraphicFramePr>
              <p:nvPr/>
            </p:nvGraphicFramePr>
            <p:xfrm>
              <a:off x="5350" y="3203"/>
              <a:ext cx="252" cy="249"/>
            </p:xfrm>
            <a:graphic>
              <a:graphicData uri="http://schemas.openxmlformats.org/presentationml/2006/ole">
                <mc:AlternateContent xmlns:mc="http://schemas.openxmlformats.org/markup-compatibility/2006">
                  <mc:Choice xmlns:v="urn:schemas-microsoft-com:vml" Requires="v">
                    <p:oleObj r:id="rId6" imgW="215900" imgH="215900" progId="Equation.3">
                      <p:embed/>
                    </p:oleObj>
                  </mc:Choice>
                  <mc:Fallback>
                    <p:oleObj r:id="rId6" imgW="215900" imgH="215900" progId="Equation.3">
                      <p:embed/>
                      <p:pic>
                        <p:nvPicPr>
                          <p:cNvPr id="69902" name="Object 203"/>
                          <p:cNvPicPr/>
                          <p:nvPr/>
                        </p:nvPicPr>
                        <p:blipFill>
                          <a:blip r:embed="rId7"/>
                          <a:stretch>
                            <a:fillRect/>
                          </a:stretch>
                        </p:blipFill>
                        <p:spPr>
                          <a:xfrm>
                            <a:off x="5350" y="3203"/>
                            <a:ext cx="252" cy="249"/>
                          </a:xfrm>
                          <a:prstGeom prst="rect">
                            <a:avLst/>
                          </a:prstGeom>
                          <a:noFill/>
                          <a:ln w="38100">
                            <a:noFill/>
                            <a:miter/>
                          </a:ln>
                        </p:spPr>
                      </p:pic>
                    </p:oleObj>
                  </mc:Fallback>
                </mc:AlternateContent>
              </a:graphicData>
            </a:graphic>
          </p:graphicFrame>
          <p:graphicFrame>
            <p:nvGraphicFramePr>
              <p:cNvPr id="69903" name="Object 204"/>
              <p:cNvGraphicFramePr>
                <a:graphicFrameLocks noChangeAspect="1"/>
              </p:cNvGraphicFramePr>
              <p:nvPr/>
            </p:nvGraphicFramePr>
            <p:xfrm>
              <a:off x="5239" y="3112"/>
              <a:ext cx="124" cy="168"/>
            </p:xfrm>
            <a:graphic>
              <a:graphicData uri="http://schemas.openxmlformats.org/presentationml/2006/ole">
                <mc:AlternateContent xmlns:mc="http://schemas.openxmlformats.org/markup-compatibility/2006">
                  <mc:Choice xmlns:v="urn:schemas-microsoft-com:vml" Requires="v">
                    <p:oleObj r:id="rId8" imgW="127000" imgH="177165" progId="Equation.3">
                      <p:embed/>
                    </p:oleObj>
                  </mc:Choice>
                  <mc:Fallback>
                    <p:oleObj r:id="rId8" imgW="127000" imgH="177165" progId="Equation.3">
                      <p:embed/>
                      <p:pic>
                        <p:nvPicPr>
                          <p:cNvPr id="69903" name="Object 204"/>
                          <p:cNvPicPr/>
                          <p:nvPr/>
                        </p:nvPicPr>
                        <p:blipFill>
                          <a:blip r:embed="rId9"/>
                          <a:stretch>
                            <a:fillRect/>
                          </a:stretch>
                        </p:blipFill>
                        <p:spPr>
                          <a:xfrm>
                            <a:off x="5239" y="3112"/>
                            <a:ext cx="124" cy="168"/>
                          </a:xfrm>
                          <a:prstGeom prst="rect">
                            <a:avLst/>
                          </a:prstGeom>
                          <a:noFill/>
                          <a:ln w="38100">
                            <a:noFill/>
                            <a:miter/>
                          </a:ln>
                        </p:spPr>
                      </p:pic>
                    </p:oleObj>
                  </mc:Fallback>
                </mc:AlternateContent>
              </a:graphicData>
            </a:graphic>
          </p:graphicFrame>
          <p:sp>
            <p:nvSpPr>
              <p:cNvPr id="69904" name="Oval 205"/>
              <p:cNvSpPr/>
              <p:nvPr/>
            </p:nvSpPr>
            <p:spPr>
              <a:xfrm rot="-3062400" flipV="1">
                <a:off x="4790" y="3011"/>
                <a:ext cx="574" cy="231"/>
              </a:xfrm>
              <a:prstGeom prst="ellipse">
                <a:avLst/>
              </a:prstGeom>
              <a:solidFill>
                <a:srgbClr val="6666FF"/>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905" name="Line 206"/>
              <p:cNvSpPr/>
              <p:nvPr/>
            </p:nvSpPr>
            <p:spPr>
              <a:xfrm>
                <a:off x="4196" y="3360"/>
                <a:ext cx="725" cy="0"/>
              </a:xfrm>
              <a:prstGeom prst="line">
                <a:avLst/>
              </a:prstGeom>
              <a:ln w="22225" cap="flat" cmpd="sng">
                <a:solidFill>
                  <a:srgbClr val="6600FF"/>
                </a:solidFill>
                <a:prstDash val="solid"/>
                <a:headEnd type="none" w="med" len="med"/>
                <a:tailEnd type="none" w="med" len="med"/>
              </a:ln>
            </p:spPr>
            <p:txBody>
              <a:bodyPr/>
              <a:lstStyle/>
              <a:p>
                <a:endParaRPr lang="zh-CN" altLang="en-US"/>
              </a:p>
            </p:txBody>
          </p:sp>
          <p:sp>
            <p:nvSpPr>
              <p:cNvPr id="69906" name="Line 207"/>
              <p:cNvSpPr/>
              <p:nvPr/>
            </p:nvSpPr>
            <p:spPr>
              <a:xfrm>
                <a:off x="4585" y="3258"/>
                <a:ext cx="755" cy="0"/>
              </a:xfrm>
              <a:prstGeom prst="line">
                <a:avLst/>
              </a:prstGeom>
              <a:ln w="19050" cap="flat" cmpd="sng">
                <a:solidFill>
                  <a:schemeClr val="hlink"/>
                </a:solidFill>
                <a:prstDash val="solid"/>
                <a:headEnd type="none" w="med" len="med"/>
                <a:tailEnd type="triangle" w="med" len="med"/>
              </a:ln>
            </p:spPr>
            <p:txBody>
              <a:bodyPr/>
              <a:lstStyle/>
              <a:p>
                <a:endParaRPr lang="zh-CN" altLang="en-US"/>
              </a:p>
            </p:txBody>
          </p:sp>
          <p:sp>
            <p:nvSpPr>
              <p:cNvPr id="69907" name="Line 208"/>
              <p:cNvSpPr/>
              <p:nvPr/>
            </p:nvSpPr>
            <p:spPr>
              <a:xfrm>
                <a:off x="4416" y="3134"/>
                <a:ext cx="661" cy="0"/>
              </a:xfrm>
              <a:prstGeom prst="line">
                <a:avLst/>
              </a:prstGeom>
              <a:ln w="19050" cap="flat" cmpd="sng">
                <a:solidFill>
                  <a:schemeClr val="hlink"/>
                </a:solidFill>
                <a:prstDash val="solid"/>
                <a:headEnd type="none" w="med" len="med"/>
                <a:tailEnd type="triangle" w="med" len="med"/>
              </a:ln>
            </p:spPr>
            <p:txBody>
              <a:bodyPr/>
              <a:lstStyle/>
              <a:p>
                <a:endParaRPr lang="zh-CN" altLang="en-US"/>
              </a:p>
            </p:txBody>
          </p:sp>
          <p:sp>
            <p:nvSpPr>
              <p:cNvPr id="69908" name="Line 209"/>
              <p:cNvSpPr/>
              <p:nvPr/>
            </p:nvSpPr>
            <p:spPr>
              <a:xfrm>
                <a:off x="4499" y="2968"/>
                <a:ext cx="692" cy="0"/>
              </a:xfrm>
              <a:prstGeom prst="line">
                <a:avLst/>
              </a:prstGeom>
              <a:ln w="19050" cap="flat" cmpd="sng">
                <a:solidFill>
                  <a:schemeClr val="hlink"/>
                </a:solidFill>
                <a:prstDash val="solid"/>
                <a:headEnd type="none" w="med" len="med"/>
                <a:tailEnd type="triangle" w="med" len="med"/>
              </a:ln>
            </p:spPr>
            <p:txBody>
              <a:bodyPr/>
              <a:lstStyle/>
              <a:p>
                <a:endParaRPr lang="zh-CN" altLang="en-US"/>
              </a:p>
            </p:txBody>
          </p:sp>
          <p:sp>
            <p:nvSpPr>
              <p:cNvPr id="69909" name="Line 210"/>
              <p:cNvSpPr/>
              <p:nvPr/>
            </p:nvSpPr>
            <p:spPr>
              <a:xfrm>
                <a:off x="5076" y="3134"/>
                <a:ext cx="435" cy="0"/>
              </a:xfrm>
              <a:prstGeom prst="line">
                <a:avLst/>
              </a:prstGeom>
              <a:ln w="25400" cap="flat" cmpd="sng">
                <a:solidFill>
                  <a:schemeClr val="tx1"/>
                </a:solidFill>
                <a:prstDash val="solid"/>
                <a:headEnd type="none" w="med" len="med"/>
                <a:tailEnd type="triangle" w="sm" len="lg"/>
              </a:ln>
            </p:spPr>
            <p:txBody>
              <a:bodyPr/>
              <a:lstStyle/>
              <a:p>
                <a:endParaRPr lang="zh-CN" altLang="en-US"/>
              </a:p>
            </p:txBody>
          </p:sp>
          <p:sp>
            <p:nvSpPr>
              <p:cNvPr id="69910" name="Line 211"/>
              <p:cNvSpPr/>
              <p:nvPr/>
            </p:nvSpPr>
            <p:spPr>
              <a:xfrm>
                <a:off x="5073" y="3135"/>
                <a:ext cx="272" cy="204"/>
              </a:xfrm>
              <a:prstGeom prst="line">
                <a:avLst/>
              </a:prstGeom>
              <a:ln w="19050" cap="flat" cmpd="sng">
                <a:solidFill>
                  <a:schemeClr val="tx1"/>
                </a:solidFill>
                <a:prstDash val="solid"/>
                <a:headEnd type="none" w="med" len="med"/>
                <a:tailEnd type="triangle" w="med" len="med"/>
              </a:ln>
            </p:spPr>
            <p:txBody>
              <a:bodyPr/>
              <a:lstStyle/>
              <a:p>
                <a:endParaRPr lang="zh-CN" altLang="en-US"/>
              </a:p>
            </p:txBody>
          </p:sp>
          <p:sp>
            <p:nvSpPr>
              <p:cNvPr id="69911" name="Line 212"/>
              <p:cNvSpPr/>
              <p:nvPr/>
            </p:nvSpPr>
            <p:spPr>
              <a:xfrm>
                <a:off x="4071" y="3175"/>
                <a:ext cx="691" cy="0"/>
              </a:xfrm>
              <a:prstGeom prst="line">
                <a:avLst/>
              </a:prstGeom>
              <a:ln w="19050" cap="flat" cmpd="sng">
                <a:solidFill>
                  <a:schemeClr val="hlink"/>
                </a:solidFill>
                <a:prstDash val="solid"/>
                <a:headEnd type="none" w="med" len="med"/>
                <a:tailEnd type="triangle" w="med" len="med"/>
              </a:ln>
            </p:spPr>
            <p:txBody>
              <a:bodyPr/>
              <a:lstStyle/>
              <a:p>
                <a:endParaRPr lang="zh-CN" altLang="en-US"/>
              </a:p>
            </p:txBody>
          </p:sp>
          <p:sp>
            <p:nvSpPr>
              <p:cNvPr id="69912" name="Line 213"/>
              <p:cNvSpPr/>
              <p:nvPr/>
            </p:nvSpPr>
            <p:spPr>
              <a:xfrm>
                <a:off x="4542" y="3051"/>
                <a:ext cx="692" cy="0"/>
              </a:xfrm>
              <a:prstGeom prst="line">
                <a:avLst/>
              </a:prstGeom>
              <a:ln w="19050" cap="flat" cmpd="sng">
                <a:solidFill>
                  <a:schemeClr val="hlink"/>
                </a:solidFill>
                <a:prstDash val="solid"/>
                <a:headEnd type="none" w="med" len="med"/>
                <a:tailEnd type="triangle" w="med" len="med"/>
              </a:ln>
            </p:spPr>
            <p:txBody>
              <a:bodyPr/>
              <a:lstStyle/>
              <a:p>
                <a:endParaRPr lang="zh-CN" altLang="en-US"/>
              </a:p>
            </p:txBody>
          </p:sp>
          <p:graphicFrame>
            <p:nvGraphicFramePr>
              <p:cNvPr id="69913" name="Object 214"/>
              <p:cNvGraphicFramePr>
                <a:graphicFrameLocks noChangeAspect="1"/>
              </p:cNvGraphicFramePr>
              <p:nvPr/>
            </p:nvGraphicFramePr>
            <p:xfrm>
              <a:off x="4500" y="2968"/>
              <a:ext cx="272" cy="225"/>
            </p:xfrm>
            <a:graphic>
              <a:graphicData uri="http://schemas.openxmlformats.org/presentationml/2006/ole">
                <mc:AlternateContent xmlns:mc="http://schemas.openxmlformats.org/markup-compatibility/2006">
                  <mc:Choice xmlns:v="urn:schemas-microsoft-com:vml" Requires="v">
                    <p:oleObj r:id="rId10" imgW="253365" imgH="177800" progId="Equation.DSMT4">
                      <p:embed/>
                    </p:oleObj>
                  </mc:Choice>
                  <mc:Fallback>
                    <p:oleObj r:id="rId10" imgW="253365" imgH="177800" progId="Equation.DSMT4">
                      <p:embed/>
                      <p:pic>
                        <p:nvPicPr>
                          <p:cNvPr id="69913" name="Object 214"/>
                          <p:cNvPicPr/>
                          <p:nvPr/>
                        </p:nvPicPr>
                        <p:blipFill>
                          <a:blip r:embed="rId11"/>
                          <a:stretch>
                            <a:fillRect/>
                          </a:stretch>
                        </p:blipFill>
                        <p:spPr>
                          <a:xfrm>
                            <a:off x="4500" y="2968"/>
                            <a:ext cx="272" cy="225"/>
                          </a:xfrm>
                          <a:prstGeom prst="rect">
                            <a:avLst/>
                          </a:prstGeom>
                          <a:noFill/>
                          <a:ln w="38100">
                            <a:noFill/>
                            <a:miter/>
                          </a:ln>
                        </p:spPr>
                      </p:pic>
                    </p:oleObj>
                  </mc:Fallback>
                </mc:AlternateContent>
              </a:graphicData>
            </a:graphic>
          </p:graphicFrame>
          <p:sp>
            <p:nvSpPr>
              <p:cNvPr id="69914" name="Oval 215"/>
              <p:cNvSpPr/>
              <p:nvPr/>
            </p:nvSpPr>
            <p:spPr>
              <a:xfrm rot="-3062400" flipV="1">
                <a:off x="4790" y="3011"/>
                <a:ext cx="574" cy="231"/>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915" name="Oval 216"/>
              <p:cNvSpPr/>
              <p:nvPr/>
            </p:nvSpPr>
            <p:spPr>
              <a:xfrm rot="-3062400" flipV="1">
                <a:off x="4069" y="3011"/>
                <a:ext cx="574" cy="231"/>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916" name="Line 217"/>
              <p:cNvSpPr/>
              <p:nvPr/>
            </p:nvSpPr>
            <p:spPr>
              <a:xfrm>
                <a:off x="4514" y="2890"/>
                <a:ext cx="725" cy="0"/>
              </a:xfrm>
              <a:prstGeom prst="line">
                <a:avLst/>
              </a:prstGeom>
              <a:ln w="22225" cap="flat" cmpd="sng">
                <a:solidFill>
                  <a:srgbClr val="6600FF"/>
                </a:solidFill>
                <a:prstDash val="solid"/>
                <a:headEnd type="none" w="med" len="med"/>
                <a:tailEnd type="none" w="med" len="med"/>
              </a:ln>
            </p:spPr>
            <p:txBody>
              <a:bodyPr/>
              <a:lstStyle/>
              <a:p>
                <a:endParaRPr lang="zh-CN" altLang="en-US"/>
              </a:p>
            </p:txBody>
          </p:sp>
        </p:grpSp>
      </p:grpSp>
      <p:sp>
        <p:nvSpPr>
          <p:cNvPr id="299226" name="Text Box 218"/>
          <p:cNvSpPr txBox="1"/>
          <p:nvPr/>
        </p:nvSpPr>
        <p:spPr>
          <a:xfrm>
            <a:off x="395605" y="1484630"/>
            <a:ext cx="5826760"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algn="l" eaLnBrk="1" hangingPunct="1">
              <a:spcBef>
                <a:spcPct val="50000"/>
              </a:spcBef>
              <a:buClrTx/>
              <a:buSzTx/>
              <a:buFontTx/>
              <a:buNone/>
            </a:pPr>
            <a:r>
              <a:rPr lang="en-US" altLang="zh-CN" sz="2000" b="1" u="sng" dirty="0">
                <a:solidFill>
                  <a:srgbClr val="000000"/>
                </a:solidFill>
                <a:latin typeface="Times New Roman" panose="02020603050405020304" pitchFamily="18" charset="0"/>
                <a:ea typeface="仿宋_GB2312" pitchFamily="49" charset="-122"/>
              </a:rPr>
              <a:t>Principle</a:t>
            </a:r>
            <a:r>
              <a:rPr lang="zh-CN" altLang="en-US" sz="2000" b="1" dirty="0">
                <a:solidFill>
                  <a:srgbClr val="000000"/>
                </a:solidFill>
                <a:latin typeface="仿宋_GB2312" pitchFamily="49" charset="-122"/>
                <a:ea typeface="仿宋_GB2312" pitchFamily="49" charset="-122"/>
              </a:rPr>
              <a:t>：</a:t>
            </a:r>
            <a:r>
              <a:rPr lang="en-US" altLang="zh-CN" sz="2000" dirty="0">
                <a:solidFill>
                  <a:srgbClr val="000000"/>
                </a:solidFill>
                <a:latin typeface="Times New Roman" panose="02020603050405020304" pitchFamily="18" charset="0"/>
                <a:ea typeface="仿宋_GB2312" pitchFamily="49" charset="-122"/>
              </a:rPr>
              <a:t>each polarized molecules could be considered as a dipole moment, that </a:t>
            </a:r>
          </a:p>
        </p:txBody>
      </p:sp>
      <p:graphicFrame>
        <p:nvGraphicFramePr>
          <p:cNvPr id="299227" name="Object 219"/>
          <p:cNvGraphicFramePr>
            <a:graphicFrameLocks noChangeAspect="1"/>
          </p:cNvGraphicFramePr>
          <p:nvPr/>
        </p:nvGraphicFramePr>
        <p:xfrm>
          <a:off x="1531938" y="5073333"/>
          <a:ext cx="1484312" cy="506412"/>
        </p:xfrm>
        <a:graphic>
          <a:graphicData uri="http://schemas.openxmlformats.org/presentationml/2006/ole">
            <mc:AlternateContent xmlns:mc="http://schemas.openxmlformats.org/markup-compatibility/2006">
              <mc:Choice xmlns:v="urn:schemas-microsoft-com:vml" Requires="v">
                <p:oleObj r:id="rId12" imgW="578485" imgH="127635" progId="Equation.DSMT4">
                  <p:embed/>
                </p:oleObj>
              </mc:Choice>
              <mc:Fallback>
                <p:oleObj r:id="rId12" imgW="578485" imgH="127635" progId="Equation.DSMT4">
                  <p:embed/>
                  <p:pic>
                    <p:nvPicPr>
                      <p:cNvPr id="299227" name="Object 219"/>
                      <p:cNvPicPr/>
                      <p:nvPr/>
                    </p:nvPicPr>
                    <p:blipFill>
                      <a:blip r:embed="rId13">
                        <a:clrChange>
                          <a:clrFrom>
                            <a:srgbClr val="000000"/>
                          </a:clrFrom>
                          <a:clrTo>
                            <a:srgbClr val="000000"/>
                          </a:clrTo>
                        </a:clrChange>
                      </a:blip>
                      <a:stretch>
                        <a:fillRect/>
                      </a:stretch>
                    </p:blipFill>
                    <p:spPr>
                      <a:xfrm>
                        <a:off x="1531938" y="5073333"/>
                        <a:ext cx="1484312" cy="506412"/>
                      </a:xfrm>
                      <a:prstGeom prst="rect">
                        <a:avLst/>
                      </a:prstGeom>
                      <a:noFill/>
                      <a:ln w="38100">
                        <a:noFill/>
                        <a:miter/>
                      </a:ln>
                    </p:spPr>
                  </p:pic>
                </p:oleObj>
              </mc:Fallback>
            </mc:AlternateContent>
          </a:graphicData>
        </a:graphic>
      </p:graphicFrame>
      <p:graphicFrame>
        <p:nvGraphicFramePr>
          <p:cNvPr id="299423" name="Object 415"/>
          <p:cNvGraphicFramePr>
            <a:graphicFrameLocks noChangeAspect="1"/>
          </p:cNvGraphicFramePr>
          <p:nvPr/>
        </p:nvGraphicFramePr>
        <p:xfrm>
          <a:off x="2125663" y="5576570"/>
          <a:ext cx="2590800" cy="479425"/>
        </p:xfrm>
        <a:graphic>
          <a:graphicData uri="http://schemas.openxmlformats.org/presentationml/2006/ole">
            <mc:AlternateContent xmlns:mc="http://schemas.openxmlformats.org/markup-compatibility/2006">
              <mc:Choice xmlns:v="urn:schemas-microsoft-com:vml" Requires="v">
                <p:oleObj r:id="rId14" imgW="1082040" imgH="109855" progId="Equation.DSMT4">
                  <p:embed/>
                </p:oleObj>
              </mc:Choice>
              <mc:Fallback>
                <p:oleObj r:id="rId14" imgW="1082040" imgH="109855" progId="Equation.DSMT4">
                  <p:embed/>
                  <p:pic>
                    <p:nvPicPr>
                      <p:cNvPr id="299423" name="Object 415"/>
                      <p:cNvPicPr/>
                      <p:nvPr/>
                    </p:nvPicPr>
                    <p:blipFill>
                      <a:blip r:embed="rId15">
                        <a:clrChange>
                          <a:clrFrom>
                            <a:srgbClr val="000000"/>
                          </a:clrFrom>
                          <a:clrTo>
                            <a:srgbClr val="000000"/>
                          </a:clrTo>
                        </a:clrChange>
                      </a:blip>
                      <a:stretch>
                        <a:fillRect/>
                      </a:stretch>
                    </p:blipFill>
                    <p:spPr>
                      <a:xfrm>
                        <a:off x="2125663" y="5576570"/>
                        <a:ext cx="2590800" cy="479425"/>
                      </a:xfrm>
                      <a:prstGeom prst="rect">
                        <a:avLst/>
                      </a:prstGeom>
                      <a:noFill/>
                      <a:ln w="38100">
                        <a:noFill/>
                        <a:miter/>
                      </a:ln>
                    </p:spPr>
                  </p:pic>
                </p:oleObj>
              </mc:Fallback>
            </mc:AlternateContent>
          </a:graphicData>
        </a:graphic>
      </p:graphicFrame>
      <p:graphicFrame>
        <p:nvGraphicFramePr>
          <p:cNvPr id="299424" name="Object 416"/>
          <p:cNvGraphicFramePr>
            <a:graphicFrameLocks noChangeAspect="1"/>
          </p:cNvGraphicFramePr>
          <p:nvPr/>
        </p:nvGraphicFramePr>
        <p:xfrm>
          <a:off x="3059113" y="5144770"/>
          <a:ext cx="1006475" cy="404813"/>
        </p:xfrm>
        <a:graphic>
          <a:graphicData uri="http://schemas.openxmlformats.org/presentationml/2006/ole">
            <mc:AlternateContent xmlns:mc="http://schemas.openxmlformats.org/markup-compatibility/2006">
              <mc:Choice xmlns:v="urn:schemas-microsoft-com:vml" Requires="v">
                <p:oleObj r:id="rId16" imgW="353060" imgH="74930" progId="Equation.DSMT4">
                  <p:embed/>
                </p:oleObj>
              </mc:Choice>
              <mc:Fallback>
                <p:oleObj r:id="rId16" imgW="353060" imgH="74930" progId="Equation.DSMT4">
                  <p:embed/>
                  <p:pic>
                    <p:nvPicPr>
                      <p:cNvPr id="299424" name="Object 416"/>
                      <p:cNvPicPr/>
                      <p:nvPr/>
                    </p:nvPicPr>
                    <p:blipFill>
                      <a:blip r:embed="rId17">
                        <a:clrChange>
                          <a:clrFrom>
                            <a:srgbClr val="000000"/>
                          </a:clrFrom>
                          <a:clrTo>
                            <a:srgbClr val="000000"/>
                          </a:clrTo>
                        </a:clrChange>
                      </a:blip>
                      <a:stretch>
                        <a:fillRect/>
                      </a:stretch>
                    </p:blipFill>
                    <p:spPr>
                      <a:xfrm>
                        <a:off x="3059113" y="5144770"/>
                        <a:ext cx="1006475" cy="404813"/>
                      </a:xfrm>
                      <a:prstGeom prst="rect">
                        <a:avLst/>
                      </a:prstGeom>
                      <a:noFill/>
                      <a:ln w="38100">
                        <a:noFill/>
                        <a:miter/>
                      </a:ln>
                    </p:spPr>
                  </p:pic>
                </p:oleObj>
              </mc:Fallback>
            </mc:AlternateContent>
          </a:graphicData>
        </a:graphic>
      </p:graphicFrame>
      <p:graphicFrame>
        <p:nvGraphicFramePr>
          <p:cNvPr id="299425" name="Object 417"/>
          <p:cNvGraphicFramePr>
            <a:graphicFrameLocks noChangeAspect="1"/>
          </p:cNvGraphicFramePr>
          <p:nvPr/>
        </p:nvGraphicFramePr>
        <p:xfrm>
          <a:off x="3995738" y="5144770"/>
          <a:ext cx="1685925" cy="404813"/>
        </p:xfrm>
        <a:graphic>
          <a:graphicData uri="http://schemas.openxmlformats.org/presentationml/2006/ole">
            <mc:AlternateContent xmlns:mc="http://schemas.openxmlformats.org/markup-compatibility/2006">
              <mc:Choice xmlns:v="urn:schemas-microsoft-com:vml" Requires="v">
                <p:oleObj r:id="rId18" imgW="665480" imgH="74930" progId="Equation.DSMT4">
                  <p:embed/>
                </p:oleObj>
              </mc:Choice>
              <mc:Fallback>
                <p:oleObj r:id="rId18" imgW="665480" imgH="74930" progId="Equation.DSMT4">
                  <p:embed/>
                  <p:pic>
                    <p:nvPicPr>
                      <p:cNvPr id="299425" name="Object 417"/>
                      <p:cNvPicPr/>
                      <p:nvPr/>
                    </p:nvPicPr>
                    <p:blipFill>
                      <a:blip r:embed="rId19">
                        <a:clrChange>
                          <a:clrFrom>
                            <a:srgbClr val="000000"/>
                          </a:clrFrom>
                          <a:clrTo>
                            <a:srgbClr val="000000"/>
                          </a:clrTo>
                        </a:clrChange>
                      </a:blip>
                      <a:stretch>
                        <a:fillRect/>
                      </a:stretch>
                    </p:blipFill>
                    <p:spPr>
                      <a:xfrm>
                        <a:off x="3995738" y="5144770"/>
                        <a:ext cx="1685925" cy="404813"/>
                      </a:xfrm>
                      <a:prstGeom prst="rect">
                        <a:avLst/>
                      </a:prstGeom>
                      <a:noFill/>
                      <a:ln w="38100">
                        <a:noFill/>
                        <a:miter/>
                      </a:ln>
                    </p:spPr>
                  </p:pic>
                </p:oleObj>
              </mc:Fallback>
            </mc:AlternateContent>
          </a:graphicData>
        </a:graphic>
      </p:graphicFrame>
      <p:sp>
        <p:nvSpPr>
          <p:cNvPr id="299428" name="Text Box 420"/>
          <p:cNvSpPr txBox="1"/>
          <p:nvPr/>
        </p:nvSpPr>
        <p:spPr>
          <a:xfrm>
            <a:off x="395288" y="5144770"/>
            <a:ext cx="1079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仿宋_GB2312" pitchFamily="49" charset="-122"/>
              </a:rPr>
              <a:t>Since</a:t>
            </a:r>
            <a:r>
              <a:rPr lang="zh-CN" altLang="en-US" sz="2000" b="1" dirty="0">
                <a:solidFill>
                  <a:srgbClr val="000000"/>
                </a:solidFill>
                <a:latin typeface="Times New Roman" panose="02020603050405020304" pitchFamily="18" charset="0"/>
                <a:ea typeface="仿宋_GB2312" pitchFamily="49" charset="-122"/>
              </a:rPr>
              <a:t>，</a:t>
            </a:r>
          </a:p>
        </p:txBody>
      </p:sp>
      <p:graphicFrame>
        <p:nvGraphicFramePr>
          <p:cNvPr id="56322" name="对象 36865"/>
          <p:cNvGraphicFramePr/>
          <p:nvPr/>
        </p:nvGraphicFramePr>
        <p:xfrm>
          <a:off x="5819775" y="4026535"/>
          <a:ext cx="3324225" cy="2362200"/>
        </p:xfrm>
        <a:graphic>
          <a:graphicData uri="http://schemas.openxmlformats.org/presentationml/2006/ole">
            <mc:AlternateContent xmlns:mc="http://schemas.openxmlformats.org/markup-compatibility/2006">
              <mc:Choice xmlns:v="urn:schemas-microsoft-com:vml" Requires="v">
                <p:oleObj r:id="rId20" imgW="1278255" imgH="765810" progId="Word.Picture.8">
                  <p:embed/>
                </p:oleObj>
              </mc:Choice>
              <mc:Fallback>
                <p:oleObj r:id="rId20" imgW="1278255" imgH="765810" progId="Word.Picture.8">
                  <p:embed/>
                  <p:pic>
                    <p:nvPicPr>
                      <p:cNvPr id="56322" name="对象 36865"/>
                      <p:cNvPicPr/>
                      <p:nvPr/>
                    </p:nvPicPr>
                    <p:blipFill>
                      <a:blip r:embed="rId21">
                        <a:clrChange>
                          <a:clrFrom>
                            <a:srgbClr val="000000"/>
                          </a:clrFrom>
                          <a:clrTo>
                            <a:srgbClr val="CC0000"/>
                          </a:clrTo>
                        </a:clrChange>
                      </a:blip>
                      <a:stretch>
                        <a:fillRect/>
                      </a:stretch>
                    </p:blipFill>
                    <p:spPr>
                      <a:xfrm>
                        <a:off x="5819775" y="4026535"/>
                        <a:ext cx="3324225" cy="2362200"/>
                      </a:xfrm>
                      <a:prstGeom prst="rect">
                        <a:avLst/>
                      </a:prstGeom>
                      <a:noFill/>
                      <a:ln w="38100">
                        <a:noFill/>
                        <a:miter/>
                      </a:ln>
                    </p:spPr>
                  </p:pic>
                </p:oleObj>
              </mc:Fallback>
            </mc:AlternateContent>
          </a:graphicData>
        </a:graphic>
      </p:graphicFrame>
      <p:graphicFrame>
        <p:nvGraphicFramePr>
          <p:cNvPr id="55512" name="对象 137434"/>
          <p:cNvGraphicFramePr/>
          <p:nvPr/>
        </p:nvGraphicFramePr>
        <p:xfrm>
          <a:off x="1691323" y="2132330"/>
          <a:ext cx="936625" cy="468313"/>
        </p:xfrm>
        <a:graphic>
          <a:graphicData uri="http://schemas.openxmlformats.org/presentationml/2006/ole">
            <mc:AlternateContent xmlns:mc="http://schemas.openxmlformats.org/markup-compatibility/2006">
              <mc:Choice xmlns:v="urn:schemas-microsoft-com:vml" Requires="v">
                <p:oleObj r:id="rId22" imgW="457200" imgH="228600" progId="Equation.DSMT4">
                  <p:embed/>
                </p:oleObj>
              </mc:Choice>
              <mc:Fallback>
                <p:oleObj r:id="rId22" imgW="457200" imgH="228600" progId="Equation.DSMT4">
                  <p:embed/>
                  <p:pic>
                    <p:nvPicPr>
                      <p:cNvPr id="55512" name="对象 137434"/>
                      <p:cNvPicPr/>
                      <p:nvPr/>
                    </p:nvPicPr>
                    <p:blipFill>
                      <a:blip r:embed="rId23"/>
                      <a:stretch>
                        <a:fillRect/>
                      </a:stretch>
                    </p:blipFill>
                    <p:spPr>
                      <a:xfrm>
                        <a:off x="1691323" y="2132330"/>
                        <a:ext cx="936625" cy="468313"/>
                      </a:xfrm>
                      <a:prstGeom prst="rect">
                        <a:avLst/>
                      </a:prstGeom>
                      <a:noFill/>
                      <a:ln w="38100">
                        <a:noFill/>
                        <a:miter/>
                      </a:ln>
                    </p:spPr>
                  </p:pic>
                </p:oleObj>
              </mc:Fallback>
            </mc:AlternateContent>
          </a:graphicData>
        </a:graphic>
      </p:graphicFrame>
      <p:sp>
        <p:nvSpPr>
          <p:cNvPr id="2" name="Text Box 420"/>
          <p:cNvSpPr txBox="1"/>
          <p:nvPr/>
        </p:nvSpPr>
        <p:spPr>
          <a:xfrm>
            <a:off x="467360" y="2704465"/>
            <a:ext cx="4637405" cy="101473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solidFill>
                  <a:srgbClr val="000000"/>
                </a:solidFill>
                <a:latin typeface="Times New Roman" panose="02020603050405020304" pitchFamily="18" charset="0"/>
                <a:ea typeface="仿宋_GB2312" pitchFamily="49" charset="-122"/>
              </a:rPr>
              <a:t>As shown in the figure</a:t>
            </a:r>
            <a:r>
              <a:rPr lang="zh-CN" altLang="en-US" sz="2000" dirty="0">
                <a:solidFill>
                  <a:srgbClr val="000000"/>
                </a:solidFill>
                <a:latin typeface="Times New Roman" panose="02020603050405020304" pitchFamily="18" charset="0"/>
                <a:ea typeface="仿宋_GB2312" pitchFamily="49" charset="-122"/>
              </a:rPr>
              <a:t>，</a:t>
            </a:r>
            <a:r>
              <a:rPr lang="en-US" altLang="zh-CN" sz="2000" dirty="0">
                <a:solidFill>
                  <a:srgbClr val="000000"/>
                </a:solidFill>
                <a:latin typeface="Times New Roman" panose="02020603050405020304" pitchFamily="18" charset="0"/>
                <a:ea typeface="仿宋_GB2312" pitchFamily="49" charset="-122"/>
              </a:rPr>
              <a:t>if the negtive charge is inside of ΔV, the corresponding positive charge is out of it.</a:t>
            </a:r>
          </a:p>
        </p:txBody>
      </p:sp>
      <p:sp>
        <p:nvSpPr>
          <p:cNvPr id="3" name="Text Box 420"/>
          <p:cNvSpPr txBox="1"/>
          <p:nvPr/>
        </p:nvSpPr>
        <p:spPr>
          <a:xfrm>
            <a:off x="468630" y="4130040"/>
            <a:ext cx="4637405" cy="101473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sz="2000" dirty="0">
                <a:solidFill>
                  <a:srgbClr val="000000"/>
                </a:solidFill>
                <a:latin typeface="Times New Roman" panose="02020603050405020304" pitchFamily="18" charset="0"/>
                <a:ea typeface="仿宋_GB2312" pitchFamily="49" charset="-122"/>
              </a:rPr>
              <a:t>Then the total polarized charge outside </a:t>
            </a:r>
            <a:r>
              <a:rPr lang="en-US" altLang="zh-CN" sz="2000" dirty="0">
                <a:solidFill>
                  <a:srgbClr val="000000"/>
                </a:solidFill>
                <a:latin typeface="Times New Roman" panose="02020603050405020304" pitchFamily="18" charset="0"/>
                <a:ea typeface="仿宋_GB2312" pitchFamily="49" charset="-122"/>
              </a:rPr>
              <a:t>of ds with the negative charges of the dipole moments in ΔV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9010"/>
                                        </p:tgtEl>
                                        <p:attrNameLst>
                                          <p:attrName>style.visibility</p:attrName>
                                        </p:attrNameLst>
                                      </p:cBhvr>
                                      <p:to>
                                        <p:strVal val="visible"/>
                                      </p:to>
                                    </p:set>
                                    <p:animEffect transition="in" filter="blinds(horizontal)">
                                      <p:cBhvr>
                                        <p:cTn id="7" dur="500"/>
                                        <p:tgtEl>
                                          <p:spTgt spid="2990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9226"/>
                                        </p:tgtEl>
                                        <p:attrNameLst>
                                          <p:attrName>style.visibility</p:attrName>
                                        </p:attrNameLst>
                                      </p:cBhvr>
                                      <p:to>
                                        <p:strVal val="visible"/>
                                      </p:to>
                                    </p:set>
                                    <p:animEffect transition="in" filter="blinds(horizontal)">
                                      <p:cBhvr>
                                        <p:cTn id="12" dur="500"/>
                                        <p:tgtEl>
                                          <p:spTgt spid="299226"/>
                                        </p:tgtEl>
                                      </p:cBhvr>
                                    </p:animEffect>
                                  </p:childTnLst>
                                </p:cTn>
                              </p:par>
                              <p:par>
                                <p:cTn id="13" presetID="3" presetClass="entr" presetSubtype="10" fill="hold" nodeType="withEffect">
                                  <p:stCondLst>
                                    <p:cond delay="0"/>
                                  </p:stCondLst>
                                  <p:childTnLst>
                                    <p:set>
                                      <p:cBhvr>
                                        <p:cTn id="14" dur="1" fill="hold">
                                          <p:stCondLst>
                                            <p:cond delay="0"/>
                                          </p:stCondLst>
                                        </p:cTn>
                                        <p:tgtEl>
                                          <p:spTgt spid="299011"/>
                                        </p:tgtEl>
                                        <p:attrNameLst>
                                          <p:attrName>style.visibility</p:attrName>
                                        </p:attrNameLst>
                                      </p:cBhvr>
                                      <p:to>
                                        <p:strVal val="visible"/>
                                      </p:to>
                                    </p:set>
                                    <p:animEffect transition="in" filter="blinds(horizontal)">
                                      <p:cBhvr>
                                        <p:cTn id="15" dur="500"/>
                                        <p:tgtEl>
                                          <p:spTgt spid="299011"/>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299016"/>
                                        </p:tgtEl>
                                        <p:attrNameLst>
                                          <p:attrName>style.visibility</p:attrName>
                                        </p:attrNameLst>
                                      </p:cBhvr>
                                      <p:to>
                                        <p:strVal val="visible"/>
                                      </p:to>
                                    </p:set>
                                    <p:animEffect transition="in" filter="blinds(horizontal)">
                                      <p:cBhvr>
                                        <p:cTn id="19" dur="500"/>
                                        <p:tgtEl>
                                          <p:spTgt spid="29901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99428"/>
                                        </p:tgtEl>
                                        <p:attrNameLst>
                                          <p:attrName>style.visibility</p:attrName>
                                        </p:attrNameLst>
                                      </p:cBhvr>
                                      <p:to>
                                        <p:strVal val="visible"/>
                                      </p:to>
                                    </p:set>
                                    <p:animEffect transition="in" filter="blinds(horizontal)">
                                      <p:cBhvr>
                                        <p:cTn id="24" dur="500"/>
                                        <p:tgtEl>
                                          <p:spTgt spid="299428"/>
                                        </p:tgtEl>
                                      </p:cBhvr>
                                    </p:animEffect>
                                  </p:childTnLst>
                                </p:cTn>
                              </p:par>
                              <p:par>
                                <p:cTn id="25" presetID="3" presetClass="entr" presetSubtype="10" fill="hold" nodeType="withEffect">
                                  <p:stCondLst>
                                    <p:cond delay="0"/>
                                  </p:stCondLst>
                                  <p:childTnLst>
                                    <p:set>
                                      <p:cBhvr>
                                        <p:cTn id="26" dur="1" fill="hold">
                                          <p:stCondLst>
                                            <p:cond delay="0"/>
                                          </p:stCondLst>
                                        </p:cTn>
                                        <p:tgtEl>
                                          <p:spTgt spid="299227"/>
                                        </p:tgtEl>
                                        <p:attrNameLst>
                                          <p:attrName>style.visibility</p:attrName>
                                        </p:attrNameLst>
                                      </p:cBhvr>
                                      <p:to>
                                        <p:strVal val="visible"/>
                                      </p:to>
                                    </p:set>
                                    <p:animEffect transition="in" filter="blinds(horizontal)">
                                      <p:cBhvr>
                                        <p:cTn id="27" dur="500"/>
                                        <p:tgtEl>
                                          <p:spTgt spid="29922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99424"/>
                                        </p:tgtEl>
                                        <p:attrNameLst>
                                          <p:attrName>style.visibility</p:attrName>
                                        </p:attrNameLst>
                                      </p:cBhvr>
                                      <p:to>
                                        <p:strVal val="visible"/>
                                      </p:to>
                                    </p:set>
                                    <p:animEffect transition="in" filter="blinds(horizontal)">
                                      <p:cBhvr>
                                        <p:cTn id="32" dur="500"/>
                                        <p:tgtEl>
                                          <p:spTgt spid="29942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99425"/>
                                        </p:tgtEl>
                                        <p:attrNameLst>
                                          <p:attrName>style.visibility</p:attrName>
                                        </p:attrNameLst>
                                      </p:cBhvr>
                                      <p:to>
                                        <p:strVal val="visible"/>
                                      </p:to>
                                    </p:set>
                                    <p:animEffect transition="in" filter="blinds(horizontal)">
                                      <p:cBhvr>
                                        <p:cTn id="37" dur="500"/>
                                        <p:tgtEl>
                                          <p:spTgt spid="29942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99423"/>
                                        </p:tgtEl>
                                        <p:attrNameLst>
                                          <p:attrName>style.visibility</p:attrName>
                                        </p:attrNameLst>
                                      </p:cBhvr>
                                      <p:to>
                                        <p:strVal val="visible"/>
                                      </p:to>
                                    </p:set>
                                    <p:animEffect transition="in" filter="blinds(horizontal)">
                                      <p:cBhvr>
                                        <p:cTn id="42" dur="500"/>
                                        <p:tgtEl>
                                          <p:spTgt spid="2994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linds(horizontal)">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p:bldP spid="299226" grpId="0"/>
      <p:bldP spid="299428" grpId="0"/>
      <p:bldP spid="2" grpId="0"/>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229" name="Text Box 221"/>
          <p:cNvSpPr txBox="1"/>
          <p:nvPr/>
        </p:nvSpPr>
        <p:spPr>
          <a:xfrm>
            <a:off x="162243" y="1667828"/>
            <a:ext cx="72009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i="1" dirty="0">
                <a:solidFill>
                  <a:srgbClr val="0000CC"/>
                </a:solidFill>
                <a:ea typeface="楷体_GB2312" pitchFamily="49" charset="-122"/>
              </a:rPr>
              <a:t>Calculation of polarized surface charge density</a:t>
            </a:r>
            <a:r>
              <a:rPr lang="en-US" altLang="zh-CN" sz="2000" b="1" dirty="0">
                <a:solidFill>
                  <a:schemeClr val="bg1"/>
                </a:solidFill>
                <a:ea typeface="楷体_GB2312" pitchFamily="49" charset="-122"/>
              </a:rPr>
              <a:t> </a:t>
            </a:r>
          </a:p>
        </p:txBody>
      </p:sp>
      <p:graphicFrame>
        <p:nvGraphicFramePr>
          <p:cNvPr id="299230" name="Object 222"/>
          <p:cNvGraphicFramePr>
            <a:graphicFrameLocks noChangeAspect="1"/>
          </p:cNvGraphicFramePr>
          <p:nvPr/>
        </p:nvGraphicFramePr>
        <p:xfrm>
          <a:off x="1385888" y="3281998"/>
          <a:ext cx="1584325" cy="596900"/>
        </p:xfrm>
        <a:graphic>
          <a:graphicData uri="http://schemas.openxmlformats.org/presentationml/2006/ole">
            <mc:AlternateContent xmlns:mc="http://schemas.openxmlformats.org/markup-compatibility/2006">
              <mc:Choice xmlns:v="urn:schemas-microsoft-com:vml" Requires="v">
                <p:oleObj r:id="rId2" imgW="526415" imgH="127635" progId="Equation.DSMT4">
                  <p:embed/>
                </p:oleObj>
              </mc:Choice>
              <mc:Fallback>
                <p:oleObj r:id="rId2" imgW="526415" imgH="127635" progId="Equation.DSMT4">
                  <p:embed/>
                  <p:pic>
                    <p:nvPicPr>
                      <p:cNvPr id="299230" name="Object 222"/>
                      <p:cNvPicPr/>
                      <p:nvPr/>
                    </p:nvPicPr>
                    <p:blipFill>
                      <a:blip r:embed="rId3">
                        <a:clrChange>
                          <a:clrFrom>
                            <a:srgbClr val="000000"/>
                          </a:clrFrom>
                          <a:clrTo>
                            <a:srgbClr val="000000"/>
                          </a:clrTo>
                        </a:clrChange>
                      </a:blip>
                      <a:stretch>
                        <a:fillRect/>
                      </a:stretch>
                    </p:blipFill>
                    <p:spPr>
                      <a:xfrm>
                        <a:off x="1385888" y="3281998"/>
                        <a:ext cx="1584325" cy="596900"/>
                      </a:xfrm>
                      <a:prstGeom prst="rect">
                        <a:avLst/>
                      </a:prstGeom>
                      <a:noFill/>
                      <a:ln w="38100">
                        <a:noFill/>
                        <a:miter/>
                      </a:ln>
                    </p:spPr>
                  </p:pic>
                </p:oleObj>
              </mc:Fallback>
            </mc:AlternateContent>
          </a:graphicData>
        </a:graphic>
      </p:graphicFrame>
      <p:grpSp>
        <p:nvGrpSpPr>
          <p:cNvPr id="299231" name="Group 223"/>
          <p:cNvGrpSpPr/>
          <p:nvPr/>
        </p:nvGrpSpPr>
        <p:grpSpPr>
          <a:xfrm>
            <a:off x="6043613" y="1790700"/>
            <a:ext cx="2952750" cy="1944688"/>
            <a:chOff x="2699" y="2115"/>
            <a:chExt cx="2381" cy="1633"/>
          </a:xfrm>
        </p:grpSpPr>
        <p:sp>
          <p:nvSpPr>
            <p:cNvPr id="69659" name="Rectangle 224"/>
            <p:cNvSpPr/>
            <p:nvPr/>
          </p:nvSpPr>
          <p:spPr>
            <a:xfrm>
              <a:off x="2699" y="2115"/>
              <a:ext cx="2381" cy="1633"/>
            </a:xfrm>
            <a:prstGeom prst="rect">
              <a:avLst/>
            </a:prstGeom>
            <a:solidFill>
              <a:srgbClr val="CCFF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660" name="Freeform 225"/>
            <p:cNvSpPr/>
            <p:nvPr/>
          </p:nvSpPr>
          <p:spPr>
            <a:xfrm>
              <a:off x="2830" y="2297"/>
              <a:ext cx="1755" cy="1332"/>
            </a:xfrm>
            <a:custGeom>
              <a:avLst/>
              <a:gdLst/>
              <a:ahLst/>
              <a:cxnLst>
                <a:cxn ang="0">
                  <a:pos x="1511" y="565"/>
                </a:cxn>
                <a:cxn ang="0">
                  <a:pos x="1682" y="434"/>
                </a:cxn>
                <a:cxn ang="0">
                  <a:pos x="1723" y="281"/>
                </a:cxn>
                <a:cxn ang="0">
                  <a:pos x="1568" y="55"/>
                </a:cxn>
                <a:cxn ang="0">
                  <a:pos x="1536" y="21"/>
                </a:cxn>
                <a:cxn ang="0">
                  <a:pos x="1176" y="8"/>
                </a:cxn>
                <a:cxn ang="0">
                  <a:pos x="606" y="24"/>
                </a:cxn>
                <a:cxn ang="0">
                  <a:pos x="166" y="12"/>
                </a:cxn>
                <a:cxn ang="0">
                  <a:pos x="142" y="8"/>
                </a:cxn>
                <a:cxn ang="0">
                  <a:pos x="138" y="59"/>
                </a:cxn>
                <a:cxn ang="0">
                  <a:pos x="174" y="172"/>
                </a:cxn>
                <a:cxn ang="0">
                  <a:pos x="150" y="290"/>
                </a:cxn>
                <a:cxn ang="0">
                  <a:pos x="46" y="432"/>
                </a:cxn>
                <a:cxn ang="0">
                  <a:pos x="22" y="572"/>
                </a:cxn>
                <a:cxn ang="0">
                  <a:pos x="179" y="570"/>
                </a:cxn>
                <a:cxn ang="0">
                  <a:pos x="425" y="557"/>
                </a:cxn>
                <a:cxn ang="0">
                  <a:pos x="903" y="544"/>
                </a:cxn>
                <a:cxn ang="0">
                  <a:pos x="1191" y="557"/>
                </a:cxn>
                <a:cxn ang="0">
                  <a:pos x="1354" y="570"/>
                </a:cxn>
                <a:cxn ang="0">
                  <a:pos x="1511" y="565"/>
                </a:cxn>
              </a:cxnLst>
              <a:rect l="0" t="0" r="0" b="0"/>
              <a:pathLst>
                <a:path w="1756" h="1417">
                  <a:moveTo>
                    <a:pt x="1525" y="1342"/>
                  </a:moveTo>
                  <a:cubicBezTo>
                    <a:pt x="1580" y="1287"/>
                    <a:pt x="1661" y="1142"/>
                    <a:pt x="1696" y="1030"/>
                  </a:cubicBezTo>
                  <a:cubicBezTo>
                    <a:pt x="1732" y="917"/>
                    <a:pt x="1756" y="817"/>
                    <a:pt x="1737" y="667"/>
                  </a:cubicBezTo>
                  <a:cubicBezTo>
                    <a:pt x="1718" y="517"/>
                    <a:pt x="1613" y="232"/>
                    <a:pt x="1582" y="129"/>
                  </a:cubicBezTo>
                  <a:cubicBezTo>
                    <a:pt x="1551" y="26"/>
                    <a:pt x="1615" y="69"/>
                    <a:pt x="1550" y="49"/>
                  </a:cubicBezTo>
                  <a:cubicBezTo>
                    <a:pt x="1485" y="29"/>
                    <a:pt x="1347" y="9"/>
                    <a:pt x="1190" y="11"/>
                  </a:cubicBezTo>
                  <a:cubicBezTo>
                    <a:pt x="1033" y="13"/>
                    <a:pt x="777" y="56"/>
                    <a:pt x="606" y="59"/>
                  </a:cubicBezTo>
                  <a:cubicBezTo>
                    <a:pt x="435" y="62"/>
                    <a:pt x="243" y="34"/>
                    <a:pt x="166" y="27"/>
                  </a:cubicBezTo>
                  <a:cubicBezTo>
                    <a:pt x="89" y="20"/>
                    <a:pt x="147" y="0"/>
                    <a:pt x="142" y="19"/>
                  </a:cubicBezTo>
                  <a:cubicBezTo>
                    <a:pt x="137" y="38"/>
                    <a:pt x="133" y="74"/>
                    <a:pt x="138" y="139"/>
                  </a:cubicBezTo>
                  <a:cubicBezTo>
                    <a:pt x="143" y="204"/>
                    <a:pt x="172" y="317"/>
                    <a:pt x="174" y="409"/>
                  </a:cubicBezTo>
                  <a:cubicBezTo>
                    <a:pt x="176" y="501"/>
                    <a:pt x="171" y="586"/>
                    <a:pt x="150" y="689"/>
                  </a:cubicBezTo>
                  <a:cubicBezTo>
                    <a:pt x="129" y="792"/>
                    <a:pt x="67" y="913"/>
                    <a:pt x="46" y="1025"/>
                  </a:cubicBezTo>
                  <a:cubicBezTo>
                    <a:pt x="25" y="1137"/>
                    <a:pt x="0" y="1305"/>
                    <a:pt x="22" y="1361"/>
                  </a:cubicBezTo>
                  <a:cubicBezTo>
                    <a:pt x="44" y="1417"/>
                    <a:pt x="112" y="1365"/>
                    <a:pt x="179" y="1359"/>
                  </a:cubicBezTo>
                  <a:cubicBezTo>
                    <a:pt x="246" y="1353"/>
                    <a:pt x="302" y="1337"/>
                    <a:pt x="425" y="1326"/>
                  </a:cubicBezTo>
                  <a:cubicBezTo>
                    <a:pt x="548" y="1315"/>
                    <a:pt x="786" y="1293"/>
                    <a:pt x="917" y="1293"/>
                  </a:cubicBezTo>
                  <a:cubicBezTo>
                    <a:pt x="1047" y="1293"/>
                    <a:pt x="1130" y="1315"/>
                    <a:pt x="1205" y="1326"/>
                  </a:cubicBezTo>
                  <a:cubicBezTo>
                    <a:pt x="1279" y="1337"/>
                    <a:pt x="1315" y="1356"/>
                    <a:pt x="1368" y="1359"/>
                  </a:cubicBezTo>
                  <a:cubicBezTo>
                    <a:pt x="1421" y="1362"/>
                    <a:pt x="1471" y="1397"/>
                    <a:pt x="1525" y="1342"/>
                  </a:cubicBezTo>
                  <a:close/>
                </a:path>
              </a:pathLst>
            </a:custGeom>
            <a:solidFill>
              <a:srgbClr val="00CCFF">
                <a:alpha val="100000"/>
              </a:srgbClr>
            </a:solidFill>
            <a:ln w="9525" cap="flat" cmpd="sng">
              <a:prstDash val="solid"/>
              <a:headEnd type="none" w="med" len="med"/>
              <a:tailEnd type="none" w="med" len="med"/>
            </a:ln>
            <a:scene3d>
              <a:camera prst="legacyPerspectiveTopRight">
                <a:rot lat="0" lon="0" rev="0"/>
              </a:camera>
              <a:lightRig rig="legacyFlat3" dir="b"/>
            </a:scene3d>
            <a:sp3d extrusionH="887400" prstMaterial="legacyMatte">
              <a:bevelT w="13500" h="13500" prst="angle"/>
              <a:bevelB w="13500" h="13500" prst="angle"/>
              <a:extrusionClr>
                <a:srgbClr val="00CCFF"/>
              </a:extrusionClr>
            </a:sp3d>
          </p:spPr>
          <p:txBody>
            <a:bodyPr/>
            <a:lstStyle/>
            <a:p>
              <a:endParaRPr lang="zh-CN" altLang="en-US"/>
            </a:p>
          </p:txBody>
        </p:sp>
        <p:grpSp>
          <p:nvGrpSpPr>
            <p:cNvPr id="69661" name="Group 226"/>
            <p:cNvGrpSpPr/>
            <p:nvPr/>
          </p:nvGrpSpPr>
          <p:grpSpPr>
            <a:xfrm rot="5400000">
              <a:off x="4086" y="2237"/>
              <a:ext cx="265" cy="422"/>
              <a:chOff x="2154" y="2688"/>
              <a:chExt cx="308" cy="417"/>
            </a:xfrm>
          </p:grpSpPr>
          <p:sp>
            <p:nvSpPr>
              <p:cNvPr id="299235" name="Oval 227"/>
              <p:cNvSpPr>
                <a:spLocks noChangeArrowheads="1"/>
              </p:cNvSpPr>
              <p:nvPr/>
            </p:nvSpPr>
            <p:spPr bwMode="auto">
              <a:xfrm>
                <a:off x="2200" y="2719"/>
                <a:ext cx="136"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41" name="Text Box 22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42" name="Text Box 22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2" name="Group 230"/>
            <p:cNvGrpSpPr/>
            <p:nvPr/>
          </p:nvGrpSpPr>
          <p:grpSpPr>
            <a:xfrm rot="5400000">
              <a:off x="4207" y="2493"/>
              <a:ext cx="265" cy="422"/>
              <a:chOff x="2154" y="2688"/>
              <a:chExt cx="308" cy="417"/>
            </a:xfrm>
          </p:grpSpPr>
          <p:sp>
            <p:nvSpPr>
              <p:cNvPr id="299239" name="Oval 231"/>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38" name="Text Box 23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39" name="Text Box 23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3" name="Group 234"/>
            <p:cNvGrpSpPr/>
            <p:nvPr/>
          </p:nvGrpSpPr>
          <p:grpSpPr>
            <a:xfrm rot="5400000">
              <a:off x="4234" y="2641"/>
              <a:ext cx="265" cy="422"/>
              <a:chOff x="2154" y="2688"/>
              <a:chExt cx="308" cy="417"/>
            </a:xfrm>
          </p:grpSpPr>
          <p:sp>
            <p:nvSpPr>
              <p:cNvPr id="299243" name="Oval 235"/>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35" name="Text Box 23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36" name="Text Box 23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4" name="Group 238"/>
            <p:cNvGrpSpPr/>
            <p:nvPr/>
          </p:nvGrpSpPr>
          <p:grpSpPr>
            <a:xfrm rot="5400000">
              <a:off x="4172" y="2368"/>
              <a:ext cx="265" cy="422"/>
              <a:chOff x="2154" y="2688"/>
              <a:chExt cx="308" cy="417"/>
            </a:xfrm>
          </p:grpSpPr>
          <p:sp>
            <p:nvSpPr>
              <p:cNvPr id="299247" name="Oval 23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32" name="Text Box 24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33" name="Text Box 24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5" name="Group 242"/>
            <p:cNvGrpSpPr/>
            <p:nvPr/>
          </p:nvGrpSpPr>
          <p:grpSpPr>
            <a:xfrm rot="5400000">
              <a:off x="3914" y="2532"/>
              <a:ext cx="265" cy="422"/>
              <a:chOff x="2154" y="2688"/>
              <a:chExt cx="308" cy="417"/>
            </a:xfrm>
          </p:grpSpPr>
          <p:sp>
            <p:nvSpPr>
              <p:cNvPr id="299251" name="Oval 243"/>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29" name="Text Box 24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30" name="Text Box 24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6" name="Group 246"/>
            <p:cNvGrpSpPr/>
            <p:nvPr/>
          </p:nvGrpSpPr>
          <p:grpSpPr>
            <a:xfrm rot="5400000">
              <a:off x="3779" y="2337"/>
              <a:ext cx="265" cy="422"/>
              <a:chOff x="2154" y="2688"/>
              <a:chExt cx="308" cy="417"/>
            </a:xfrm>
          </p:grpSpPr>
          <p:sp>
            <p:nvSpPr>
              <p:cNvPr id="299255" name="Oval 247"/>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26" name="Text Box 24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27" name="Text Box 24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7" name="Group 250"/>
            <p:cNvGrpSpPr/>
            <p:nvPr/>
          </p:nvGrpSpPr>
          <p:grpSpPr>
            <a:xfrm rot="5400000">
              <a:off x="3846" y="2446"/>
              <a:ext cx="264" cy="422"/>
              <a:chOff x="2154" y="2688"/>
              <a:chExt cx="308" cy="417"/>
            </a:xfrm>
          </p:grpSpPr>
          <p:sp>
            <p:nvSpPr>
              <p:cNvPr id="299259" name="Oval 251"/>
              <p:cNvSpPr>
                <a:spLocks noChangeArrowheads="1"/>
              </p:cNvSpPr>
              <p:nvPr/>
            </p:nvSpPr>
            <p:spPr bwMode="auto">
              <a:xfrm>
                <a:off x="2201"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23" name="Text Box 25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24" name="Text Box 25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8" name="Group 254"/>
            <p:cNvGrpSpPr/>
            <p:nvPr/>
          </p:nvGrpSpPr>
          <p:grpSpPr>
            <a:xfrm rot="5400000">
              <a:off x="4258" y="2768"/>
              <a:ext cx="265" cy="421"/>
              <a:chOff x="2154" y="2688"/>
              <a:chExt cx="308" cy="417"/>
            </a:xfrm>
          </p:grpSpPr>
          <p:sp>
            <p:nvSpPr>
              <p:cNvPr id="299263" name="Oval 255"/>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20" name="Text Box 25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21" name="Text Box 25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69" name="Group 258"/>
            <p:cNvGrpSpPr/>
            <p:nvPr/>
          </p:nvGrpSpPr>
          <p:grpSpPr>
            <a:xfrm rot="5400000">
              <a:off x="4258" y="2901"/>
              <a:ext cx="265" cy="422"/>
              <a:chOff x="2154" y="2688"/>
              <a:chExt cx="308" cy="417"/>
            </a:xfrm>
          </p:grpSpPr>
          <p:sp>
            <p:nvSpPr>
              <p:cNvPr id="299267" name="Oval 259"/>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17" name="Text Box 26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18" name="Text Box 26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0" name="Group 262"/>
            <p:cNvGrpSpPr/>
            <p:nvPr/>
          </p:nvGrpSpPr>
          <p:grpSpPr>
            <a:xfrm rot="5400000">
              <a:off x="3487" y="2260"/>
              <a:ext cx="265" cy="421"/>
              <a:chOff x="2154" y="2688"/>
              <a:chExt cx="308" cy="417"/>
            </a:xfrm>
          </p:grpSpPr>
          <p:sp>
            <p:nvSpPr>
              <p:cNvPr id="299271" name="Oval 263"/>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14" name="Text Box 26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15" name="Text Box 26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1" name="Group 266"/>
            <p:cNvGrpSpPr/>
            <p:nvPr/>
          </p:nvGrpSpPr>
          <p:grpSpPr>
            <a:xfrm rot="5400000">
              <a:off x="3487" y="2396"/>
              <a:ext cx="265" cy="421"/>
              <a:chOff x="2154" y="2688"/>
              <a:chExt cx="308" cy="417"/>
            </a:xfrm>
          </p:grpSpPr>
          <p:sp>
            <p:nvSpPr>
              <p:cNvPr id="299275" name="Oval 267"/>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11" name="Text Box 26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12" name="Text Box 26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2" name="Group 270"/>
            <p:cNvGrpSpPr/>
            <p:nvPr/>
          </p:nvGrpSpPr>
          <p:grpSpPr>
            <a:xfrm rot="5400000">
              <a:off x="3615" y="2533"/>
              <a:ext cx="265" cy="420"/>
              <a:chOff x="2154" y="2688"/>
              <a:chExt cx="308" cy="417"/>
            </a:xfrm>
          </p:grpSpPr>
          <p:sp>
            <p:nvSpPr>
              <p:cNvPr id="299279" name="Oval 271"/>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08" name="Text Box 27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09" name="Text Box 27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3" name="Group 274"/>
            <p:cNvGrpSpPr/>
            <p:nvPr/>
          </p:nvGrpSpPr>
          <p:grpSpPr>
            <a:xfrm rot="5400000">
              <a:off x="3932" y="2649"/>
              <a:ext cx="265" cy="422"/>
              <a:chOff x="2154" y="2688"/>
              <a:chExt cx="308" cy="417"/>
            </a:xfrm>
          </p:grpSpPr>
          <p:sp>
            <p:nvSpPr>
              <p:cNvPr id="299283" name="Oval 275"/>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05" name="Text Box 27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06" name="Text Box 27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4" name="Group 278"/>
            <p:cNvGrpSpPr/>
            <p:nvPr/>
          </p:nvGrpSpPr>
          <p:grpSpPr>
            <a:xfrm rot="5400000">
              <a:off x="3975" y="2772"/>
              <a:ext cx="264" cy="421"/>
              <a:chOff x="2154" y="2688"/>
              <a:chExt cx="308" cy="417"/>
            </a:xfrm>
          </p:grpSpPr>
          <p:sp>
            <p:nvSpPr>
              <p:cNvPr id="299287" name="Oval 279"/>
              <p:cNvSpPr>
                <a:spLocks noChangeArrowheads="1"/>
              </p:cNvSpPr>
              <p:nvPr/>
            </p:nvSpPr>
            <p:spPr bwMode="auto">
              <a:xfrm>
                <a:off x="2201" y="2733"/>
                <a:ext cx="135"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802" name="Text Box 28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03" name="Text Box 28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5" name="Group 282"/>
            <p:cNvGrpSpPr/>
            <p:nvPr/>
          </p:nvGrpSpPr>
          <p:grpSpPr>
            <a:xfrm rot="5400000">
              <a:off x="3872" y="3033"/>
              <a:ext cx="265" cy="421"/>
              <a:chOff x="2154" y="2688"/>
              <a:chExt cx="308" cy="417"/>
            </a:xfrm>
          </p:grpSpPr>
          <p:sp>
            <p:nvSpPr>
              <p:cNvPr id="299291" name="Oval 283"/>
              <p:cNvSpPr>
                <a:spLocks noChangeArrowheads="1"/>
              </p:cNvSpPr>
              <p:nvPr/>
            </p:nvSpPr>
            <p:spPr bwMode="auto">
              <a:xfrm>
                <a:off x="2200" y="2733"/>
                <a:ext cx="136"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99" name="Text Box 28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800" name="Text Box 28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6" name="Group 286"/>
            <p:cNvGrpSpPr/>
            <p:nvPr/>
          </p:nvGrpSpPr>
          <p:grpSpPr>
            <a:xfrm rot="5400000">
              <a:off x="4165" y="3188"/>
              <a:ext cx="265" cy="421"/>
              <a:chOff x="2154" y="2688"/>
              <a:chExt cx="308" cy="417"/>
            </a:xfrm>
          </p:grpSpPr>
          <p:sp>
            <p:nvSpPr>
              <p:cNvPr id="299295" name="Oval 287"/>
              <p:cNvSpPr>
                <a:spLocks noChangeArrowheads="1"/>
              </p:cNvSpPr>
              <p:nvPr/>
            </p:nvSpPr>
            <p:spPr bwMode="auto">
              <a:xfrm>
                <a:off x="2200" y="2733"/>
                <a:ext cx="136"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96" name="Text Box 28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97" name="Text Box 28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7" name="Group 290"/>
            <p:cNvGrpSpPr/>
            <p:nvPr/>
          </p:nvGrpSpPr>
          <p:grpSpPr>
            <a:xfrm rot="5400000">
              <a:off x="3865" y="2902"/>
              <a:ext cx="264" cy="422"/>
              <a:chOff x="2154" y="2688"/>
              <a:chExt cx="308" cy="417"/>
            </a:xfrm>
          </p:grpSpPr>
          <p:sp>
            <p:nvSpPr>
              <p:cNvPr id="299299" name="Oval 291"/>
              <p:cNvSpPr>
                <a:spLocks noChangeArrowheads="1"/>
              </p:cNvSpPr>
              <p:nvPr/>
            </p:nvSpPr>
            <p:spPr bwMode="auto">
              <a:xfrm>
                <a:off x="2201"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93" name="Text Box 29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94" name="Text Box 29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8" name="Group 294"/>
            <p:cNvGrpSpPr/>
            <p:nvPr/>
          </p:nvGrpSpPr>
          <p:grpSpPr>
            <a:xfrm rot="5400000">
              <a:off x="4213" y="3039"/>
              <a:ext cx="265" cy="422"/>
              <a:chOff x="2154" y="2688"/>
              <a:chExt cx="308" cy="417"/>
            </a:xfrm>
          </p:grpSpPr>
          <p:sp>
            <p:nvSpPr>
              <p:cNvPr id="299303" name="Oval 295"/>
              <p:cNvSpPr>
                <a:spLocks noChangeArrowheads="1"/>
              </p:cNvSpPr>
              <p:nvPr/>
            </p:nvSpPr>
            <p:spPr bwMode="auto">
              <a:xfrm>
                <a:off x="2192"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90" name="Text Box 29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91" name="Text Box 29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79" name="Group 298"/>
            <p:cNvGrpSpPr/>
            <p:nvPr/>
          </p:nvGrpSpPr>
          <p:grpSpPr>
            <a:xfrm rot="5400000">
              <a:off x="3230" y="2455"/>
              <a:ext cx="265" cy="422"/>
              <a:chOff x="2154" y="2688"/>
              <a:chExt cx="308" cy="417"/>
            </a:xfrm>
          </p:grpSpPr>
          <p:sp>
            <p:nvSpPr>
              <p:cNvPr id="299307" name="Oval 299"/>
              <p:cNvSpPr>
                <a:spLocks noChangeArrowheads="1"/>
              </p:cNvSpPr>
              <p:nvPr/>
            </p:nvSpPr>
            <p:spPr bwMode="auto">
              <a:xfrm>
                <a:off x="2192" y="2724"/>
                <a:ext cx="135"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87" name="Text Box 30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88" name="Text Box 30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0" name="Group 302"/>
            <p:cNvGrpSpPr/>
            <p:nvPr/>
          </p:nvGrpSpPr>
          <p:grpSpPr>
            <a:xfrm rot="5400000">
              <a:off x="3309" y="2597"/>
              <a:ext cx="265" cy="421"/>
              <a:chOff x="2154" y="2688"/>
              <a:chExt cx="308" cy="417"/>
            </a:xfrm>
          </p:grpSpPr>
          <p:sp>
            <p:nvSpPr>
              <p:cNvPr id="299311" name="Oval 303"/>
              <p:cNvSpPr>
                <a:spLocks noChangeArrowheads="1"/>
              </p:cNvSpPr>
              <p:nvPr/>
            </p:nvSpPr>
            <p:spPr bwMode="auto">
              <a:xfrm>
                <a:off x="2200" y="2742"/>
                <a:ext cx="136" cy="266"/>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84" name="Text Box 30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85" name="Text Box 30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1" name="Group 306"/>
            <p:cNvGrpSpPr/>
            <p:nvPr/>
          </p:nvGrpSpPr>
          <p:grpSpPr>
            <a:xfrm rot="5400000">
              <a:off x="3658" y="2690"/>
              <a:ext cx="265" cy="421"/>
              <a:chOff x="2154" y="2688"/>
              <a:chExt cx="308" cy="417"/>
            </a:xfrm>
          </p:grpSpPr>
          <p:sp>
            <p:nvSpPr>
              <p:cNvPr id="299315" name="Oval 307"/>
              <p:cNvSpPr>
                <a:spLocks noChangeArrowheads="1"/>
              </p:cNvSpPr>
              <p:nvPr/>
            </p:nvSpPr>
            <p:spPr bwMode="auto">
              <a:xfrm>
                <a:off x="2201" y="2733"/>
                <a:ext cx="136"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81" name="Text Box 30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82" name="Text Box 30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2" name="Group 310"/>
            <p:cNvGrpSpPr/>
            <p:nvPr/>
          </p:nvGrpSpPr>
          <p:grpSpPr>
            <a:xfrm rot="5400000">
              <a:off x="3615" y="2837"/>
              <a:ext cx="265" cy="420"/>
              <a:chOff x="2154" y="2688"/>
              <a:chExt cx="308" cy="417"/>
            </a:xfrm>
          </p:grpSpPr>
          <p:sp>
            <p:nvSpPr>
              <p:cNvPr id="299319" name="Oval 311"/>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78" name="Text Box 31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79" name="Text Box 31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3" name="Group 314"/>
            <p:cNvGrpSpPr/>
            <p:nvPr/>
          </p:nvGrpSpPr>
          <p:grpSpPr>
            <a:xfrm rot="5400000">
              <a:off x="3300" y="2872"/>
              <a:ext cx="264" cy="422"/>
              <a:chOff x="2154" y="2688"/>
              <a:chExt cx="308" cy="417"/>
            </a:xfrm>
          </p:grpSpPr>
          <p:sp>
            <p:nvSpPr>
              <p:cNvPr id="299323" name="Oval 315"/>
              <p:cNvSpPr>
                <a:spLocks noChangeArrowheads="1"/>
              </p:cNvSpPr>
              <p:nvPr/>
            </p:nvSpPr>
            <p:spPr bwMode="auto">
              <a:xfrm>
                <a:off x="2200" y="2734"/>
                <a:ext cx="134"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75" name="Text Box 31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76" name="Text Box 31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4" name="Group 318"/>
            <p:cNvGrpSpPr/>
            <p:nvPr/>
          </p:nvGrpSpPr>
          <p:grpSpPr>
            <a:xfrm rot="5400000">
              <a:off x="3894" y="3177"/>
              <a:ext cx="265" cy="421"/>
              <a:chOff x="2154" y="2688"/>
              <a:chExt cx="308" cy="417"/>
            </a:xfrm>
          </p:grpSpPr>
          <p:sp>
            <p:nvSpPr>
              <p:cNvPr id="299327" name="Oval 319"/>
              <p:cNvSpPr>
                <a:spLocks noChangeArrowheads="1"/>
              </p:cNvSpPr>
              <p:nvPr/>
            </p:nvSpPr>
            <p:spPr bwMode="auto">
              <a:xfrm>
                <a:off x="2200" y="2735"/>
                <a:ext cx="136" cy="269"/>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72" name="Text Box 32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73" name="Text Box 32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5" name="Group 322"/>
            <p:cNvGrpSpPr/>
            <p:nvPr/>
          </p:nvGrpSpPr>
          <p:grpSpPr>
            <a:xfrm rot="5400000">
              <a:off x="4013" y="3314"/>
              <a:ext cx="265" cy="421"/>
              <a:chOff x="2154" y="2688"/>
              <a:chExt cx="308" cy="417"/>
            </a:xfrm>
          </p:grpSpPr>
          <p:sp>
            <p:nvSpPr>
              <p:cNvPr id="299331" name="Oval 323"/>
              <p:cNvSpPr>
                <a:spLocks noChangeArrowheads="1"/>
              </p:cNvSpPr>
              <p:nvPr/>
            </p:nvSpPr>
            <p:spPr bwMode="auto">
              <a:xfrm>
                <a:off x="2201" y="2735"/>
                <a:ext cx="136" cy="269"/>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69" name="Text Box 32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70" name="Text Box 32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6" name="Group 326"/>
            <p:cNvGrpSpPr/>
            <p:nvPr/>
          </p:nvGrpSpPr>
          <p:grpSpPr>
            <a:xfrm rot="5400000">
              <a:off x="2974" y="2416"/>
              <a:ext cx="264" cy="422"/>
              <a:chOff x="2154" y="2688"/>
              <a:chExt cx="308" cy="417"/>
            </a:xfrm>
          </p:grpSpPr>
          <p:sp>
            <p:nvSpPr>
              <p:cNvPr id="299335" name="Oval 327"/>
              <p:cNvSpPr>
                <a:spLocks noChangeArrowheads="1"/>
              </p:cNvSpPr>
              <p:nvPr/>
            </p:nvSpPr>
            <p:spPr bwMode="auto">
              <a:xfrm>
                <a:off x="2201"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66" name="Text Box 32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67" name="Text Box 32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7" name="Group 330"/>
            <p:cNvGrpSpPr/>
            <p:nvPr/>
          </p:nvGrpSpPr>
          <p:grpSpPr>
            <a:xfrm rot="5400000">
              <a:off x="2993" y="2563"/>
              <a:ext cx="265" cy="422"/>
              <a:chOff x="2154" y="2688"/>
              <a:chExt cx="308" cy="417"/>
            </a:xfrm>
          </p:grpSpPr>
          <p:sp>
            <p:nvSpPr>
              <p:cNvPr id="299339" name="Oval 331"/>
              <p:cNvSpPr>
                <a:spLocks noChangeArrowheads="1"/>
              </p:cNvSpPr>
              <p:nvPr/>
            </p:nvSpPr>
            <p:spPr bwMode="auto">
              <a:xfrm>
                <a:off x="2192" y="2734"/>
                <a:ext cx="135"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63" name="Text Box 33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64" name="Text Box 33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8" name="Group 334"/>
            <p:cNvGrpSpPr/>
            <p:nvPr/>
          </p:nvGrpSpPr>
          <p:grpSpPr>
            <a:xfrm rot="5400000">
              <a:off x="3369" y="2728"/>
              <a:ext cx="265" cy="421"/>
              <a:chOff x="2154" y="2688"/>
              <a:chExt cx="308" cy="417"/>
            </a:xfrm>
          </p:grpSpPr>
          <p:sp>
            <p:nvSpPr>
              <p:cNvPr id="299343" name="Oval 335"/>
              <p:cNvSpPr>
                <a:spLocks noChangeArrowheads="1"/>
              </p:cNvSpPr>
              <p:nvPr/>
            </p:nvSpPr>
            <p:spPr bwMode="auto">
              <a:xfrm>
                <a:off x="2200" y="2733"/>
                <a:ext cx="136"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60" name="Text Box 33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61" name="Text Box 33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89" name="Group 338"/>
            <p:cNvGrpSpPr/>
            <p:nvPr/>
          </p:nvGrpSpPr>
          <p:grpSpPr>
            <a:xfrm rot="5400000">
              <a:off x="3180" y="3001"/>
              <a:ext cx="265" cy="422"/>
              <a:chOff x="2154" y="2688"/>
              <a:chExt cx="308" cy="417"/>
            </a:xfrm>
          </p:grpSpPr>
          <p:sp>
            <p:nvSpPr>
              <p:cNvPr id="299347" name="Oval 339"/>
              <p:cNvSpPr>
                <a:spLocks noChangeArrowheads="1"/>
              </p:cNvSpPr>
              <p:nvPr/>
            </p:nvSpPr>
            <p:spPr bwMode="auto">
              <a:xfrm>
                <a:off x="2200" y="2734"/>
                <a:ext cx="136"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57" name="Text Box 34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58" name="Text Box 34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0" name="Group 342"/>
            <p:cNvGrpSpPr/>
            <p:nvPr/>
          </p:nvGrpSpPr>
          <p:grpSpPr>
            <a:xfrm rot="5400000">
              <a:off x="3573" y="3119"/>
              <a:ext cx="265" cy="421"/>
              <a:chOff x="2154" y="2688"/>
              <a:chExt cx="308" cy="417"/>
            </a:xfrm>
          </p:grpSpPr>
          <p:sp>
            <p:nvSpPr>
              <p:cNvPr id="299351" name="Oval 343"/>
              <p:cNvSpPr>
                <a:spLocks noChangeArrowheads="1"/>
              </p:cNvSpPr>
              <p:nvPr/>
            </p:nvSpPr>
            <p:spPr bwMode="auto">
              <a:xfrm>
                <a:off x="2201"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54" name="Text Box 34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55" name="Text Box 34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1" name="Group 346"/>
            <p:cNvGrpSpPr/>
            <p:nvPr/>
          </p:nvGrpSpPr>
          <p:grpSpPr>
            <a:xfrm rot="5400000">
              <a:off x="3620" y="3251"/>
              <a:ext cx="265" cy="420"/>
              <a:chOff x="2154" y="2688"/>
              <a:chExt cx="308" cy="417"/>
            </a:xfrm>
          </p:grpSpPr>
          <p:sp>
            <p:nvSpPr>
              <p:cNvPr id="299355" name="Oval 347"/>
              <p:cNvSpPr>
                <a:spLocks noChangeArrowheads="1"/>
              </p:cNvSpPr>
              <p:nvPr/>
            </p:nvSpPr>
            <p:spPr bwMode="auto">
              <a:xfrm>
                <a:off x="2200" y="2734"/>
                <a:ext cx="129" cy="272"/>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51" name="Text Box 34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52" name="Text Box 34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2" name="Group 350"/>
            <p:cNvGrpSpPr/>
            <p:nvPr/>
          </p:nvGrpSpPr>
          <p:grpSpPr>
            <a:xfrm rot="5400000">
              <a:off x="2966" y="2837"/>
              <a:ext cx="265" cy="421"/>
              <a:chOff x="2154" y="2688"/>
              <a:chExt cx="308" cy="417"/>
            </a:xfrm>
          </p:grpSpPr>
          <p:sp>
            <p:nvSpPr>
              <p:cNvPr id="299359" name="Oval 351"/>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48" name="Text Box 35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49" name="Text Box 35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3" name="Group 354"/>
            <p:cNvGrpSpPr/>
            <p:nvPr/>
          </p:nvGrpSpPr>
          <p:grpSpPr>
            <a:xfrm rot="5400000">
              <a:off x="2887" y="2961"/>
              <a:ext cx="265" cy="422"/>
              <a:chOff x="2154" y="2688"/>
              <a:chExt cx="308" cy="417"/>
            </a:xfrm>
          </p:grpSpPr>
          <p:sp>
            <p:nvSpPr>
              <p:cNvPr id="299363" name="Oval 355"/>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45" name="Text Box 35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46" name="Text Box 35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4" name="Group 358"/>
            <p:cNvGrpSpPr/>
            <p:nvPr/>
          </p:nvGrpSpPr>
          <p:grpSpPr>
            <a:xfrm rot="5400000">
              <a:off x="2845" y="3105"/>
              <a:ext cx="265" cy="421"/>
              <a:chOff x="2154" y="2688"/>
              <a:chExt cx="308" cy="417"/>
            </a:xfrm>
          </p:grpSpPr>
          <p:sp>
            <p:nvSpPr>
              <p:cNvPr id="299367" name="Oval 359"/>
              <p:cNvSpPr>
                <a:spLocks noChangeArrowheads="1"/>
              </p:cNvSpPr>
              <p:nvPr/>
            </p:nvSpPr>
            <p:spPr bwMode="auto">
              <a:xfrm>
                <a:off x="2180" y="2729"/>
                <a:ext cx="135"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42" name="Text Box 36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43" name="Text Box 36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5" name="Group 362"/>
            <p:cNvGrpSpPr/>
            <p:nvPr/>
          </p:nvGrpSpPr>
          <p:grpSpPr>
            <a:xfrm rot="5400000">
              <a:off x="3273" y="3119"/>
              <a:ext cx="265" cy="421"/>
              <a:chOff x="2154" y="2688"/>
              <a:chExt cx="308" cy="417"/>
            </a:xfrm>
          </p:grpSpPr>
          <p:sp>
            <p:nvSpPr>
              <p:cNvPr id="299371" name="Oval 363"/>
              <p:cNvSpPr>
                <a:spLocks noChangeArrowheads="1"/>
              </p:cNvSpPr>
              <p:nvPr/>
            </p:nvSpPr>
            <p:spPr bwMode="auto">
              <a:xfrm>
                <a:off x="2201" y="2733"/>
                <a:ext cx="135"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39" name="Text Box 36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40" name="Text Box 36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6" name="Group 366"/>
            <p:cNvGrpSpPr/>
            <p:nvPr/>
          </p:nvGrpSpPr>
          <p:grpSpPr>
            <a:xfrm rot="5400000">
              <a:off x="3316" y="3259"/>
              <a:ext cx="265" cy="422"/>
              <a:chOff x="2154" y="2688"/>
              <a:chExt cx="308" cy="417"/>
            </a:xfrm>
          </p:grpSpPr>
          <p:sp>
            <p:nvSpPr>
              <p:cNvPr id="299375" name="Oval 367"/>
              <p:cNvSpPr>
                <a:spLocks noChangeArrowheads="1"/>
              </p:cNvSpPr>
              <p:nvPr/>
            </p:nvSpPr>
            <p:spPr bwMode="auto">
              <a:xfrm>
                <a:off x="2181"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36" name="Text Box 36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37" name="Text Box 36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7" name="Group 370"/>
            <p:cNvGrpSpPr/>
            <p:nvPr/>
          </p:nvGrpSpPr>
          <p:grpSpPr>
            <a:xfrm rot="5400000">
              <a:off x="3046" y="3222"/>
              <a:ext cx="265" cy="421"/>
              <a:chOff x="2154" y="2688"/>
              <a:chExt cx="308" cy="417"/>
            </a:xfrm>
          </p:grpSpPr>
          <p:sp>
            <p:nvSpPr>
              <p:cNvPr id="299379" name="Oval 371"/>
              <p:cNvSpPr>
                <a:spLocks noChangeArrowheads="1"/>
              </p:cNvSpPr>
              <p:nvPr/>
            </p:nvSpPr>
            <p:spPr bwMode="auto">
              <a:xfrm>
                <a:off x="2201" y="2729"/>
                <a:ext cx="136"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33" name="Text Box 37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34" name="Text Box 37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8" name="Group 374"/>
            <p:cNvGrpSpPr/>
            <p:nvPr/>
          </p:nvGrpSpPr>
          <p:grpSpPr>
            <a:xfrm rot="5400000">
              <a:off x="2821" y="3313"/>
              <a:ext cx="265" cy="422"/>
              <a:chOff x="2154" y="2688"/>
              <a:chExt cx="308" cy="417"/>
            </a:xfrm>
          </p:grpSpPr>
          <p:sp>
            <p:nvSpPr>
              <p:cNvPr id="299383" name="Oval 375"/>
              <p:cNvSpPr>
                <a:spLocks noChangeArrowheads="1"/>
              </p:cNvSpPr>
              <p:nvPr/>
            </p:nvSpPr>
            <p:spPr bwMode="auto">
              <a:xfrm>
                <a:off x="2200" y="2733"/>
                <a:ext cx="136"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30" name="Text Box 37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31" name="Text Box 37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699" name="Group 378"/>
            <p:cNvGrpSpPr/>
            <p:nvPr/>
          </p:nvGrpSpPr>
          <p:grpSpPr>
            <a:xfrm rot="5400000">
              <a:off x="3786" y="2222"/>
              <a:ext cx="265" cy="421"/>
              <a:chOff x="2154" y="2688"/>
              <a:chExt cx="308" cy="417"/>
            </a:xfrm>
          </p:grpSpPr>
          <p:sp>
            <p:nvSpPr>
              <p:cNvPr id="299387" name="Oval 379"/>
              <p:cNvSpPr>
                <a:spLocks noChangeArrowheads="1"/>
              </p:cNvSpPr>
              <p:nvPr/>
            </p:nvSpPr>
            <p:spPr bwMode="auto">
              <a:xfrm>
                <a:off x="2201" y="2729"/>
                <a:ext cx="136" cy="275"/>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27" name="Text Box 380"/>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28" name="Text Box 381"/>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700" name="Group 382"/>
            <p:cNvGrpSpPr/>
            <p:nvPr/>
          </p:nvGrpSpPr>
          <p:grpSpPr>
            <a:xfrm rot="5400000">
              <a:off x="2937" y="2251"/>
              <a:ext cx="265" cy="422"/>
              <a:chOff x="2154" y="2688"/>
              <a:chExt cx="308" cy="417"/>
            </a:xfrm>
          </p:grpSpPr>
          <p:sp>
            <p:nvSpPr>
              <p:cNvPr id="299391" name="Oval 383"/>
              <p:cNvSpPr>
                <a:spLocks noChangeArrowheads="1"/>
              </p:cNvSpPr>
              <p:nvPr/>
            </p:nvSpPr>
            <p:spPr bwMode="auto">
              <a:xfrm>
                <a:off x="2192"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24" name="Text Box 384"/>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25" name="Text Box 385"/>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701" name="Group 386"/>
            <p:cNvGrpSpPr/>
            <p:nvPr/>
          </p:nvGrpSpPr>
          <p:grpSpPr>
            <a:xfrm rot="5400000">
              <a:off x="3572" y="2990"/>
              <a:ext cx="265" cy="421"/>
              <a:chOff x="2154" y="2688"/>
              <a:chExt cx="308" cy="417"/>
            </a:xfrm>
          </p:grpSpPr>
          <p:sp>
            <p:nvSpPr>
              <p:cNvPr id="299395" name="Oval 387"/>
              <p:cNvSpPr>
                <a:spLocks noChangeArrowheads="1"/>
              </p:cNvSpPr>
              <p:nvPr/>
            </p:nvSpPr>
            <p:spPr bwMode="auto">
              <a:xfrm>
                <a:off x="2201" y="2718"/>
                <a:ext cx="136"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21" name="Text Box 388"/>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22" name="Text Box 389"/>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702" name="Group 390"/>
            <p:cNvGrpSpPr/>
            <p:nvPr/>
          </p:nvGrpSpPr>
          <p:grpSpPr>
            <a:xfrm rot="5400000">
              <a:off x="3223" y="2291"/>
              <a:ext cx="265" cy="421"/>
              <a:chOff x="2154" y="2688"/>
              <a:chExt cx="308" cy="417"/>
            </a:xfrm>
          </p:grpSpPr>
          <p:sp>
            <p:nvSpPr>
              <p:cNvPr id="299399" name="Oval 391"/>
              <p:cNvSpPr>
                <a:spLocks noChangeArrowheads="1"/>
              </p:cNvSpPr>
              <p:nvPr/>
            </p:nvSpPr>
            <p:spPr bwMode="auto">
              <a:xfrm>
                <a:off x="2201" y="2733"/>
                <a:ext cx="135" cy="274"/>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18" name="Text Box 392"/>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19" name="Text Box 393"/>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pSp>
          <p:nvGrpSpPr>
            <p:cNvPr id="69703" name="Group 394"/>
            <p:cNvGrpSpPr/>
            <p:nvPr/>
          </p:nvGrpSpPr>
          <p:grpSpPr>
            <a:xfrm rot="5400000">
              <a:off x="3008" y="2707"/>
              <a:ext cx="265" cy="422"/>
              <a:chOff x="2154" y="2688"/>
              <a:chExt cx="308" cy="417"/>
            </a:xfrm>
          </p:grpSpPr>
          <p:sp>
            <p:nvSpPr>
              <p:cNvPr id="299403" name="Oval 395"/>
              <p:cNvSpPr>
                <a:spLocks noChangeArrowheads="1"/>
              </p:cNvSpPr>
              <p:nvPr/>
            </p:nvSpPr>
            <p:spPr bwMode="auto">
              <a:xfrm>
                <a:off x="2192" y="2733"/>
                <a:ext cx="135" cy="273"/>
              </a:xfrm>
              <a:prstGeom prst="ellipse">
                <a:avLst/>
              </a:prstGeom>
              <a:gradFill rotWithShape="1">
                <a:gsLst>
                  <a:gs pos="0">
                    <a:schemeClr val="accent1">
                      <a:gamma/>
                      <a:shade val="46275"/>
                      <a:invGamma/>
                    </a:schemeClr>
                  </a:gs>
                  <a:gs pos="100000">
                    <a:schemeClr val="accent1"/>
                  </a:gs>
                </a:gsLst>
                <a:lin ang="18900000" scaled="1"/>
              </a:gradFill>
              <a:ln>
                <a:noFill/>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715" name="Text Box 396"/>
              <p:cNvSpPr txBox="1"/>
              <p:nvPr/>
            </p:nvSpPr>
            <p:spPr>
              <a:xfrm>
                <a:off x="2154" y="2688"/>
                <a:ext cx="272"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600" dirty="0">
                    <a:solidFill>
                      <a:srgbClr val="FF0000"/>
                    </a:solidFill>
                    <a:latin typeface="Times New Roman" panose="02020603050405020304" pitchFamily="18" charset="0"/>
                    <a:sym typeface="Symbol" panose="05050102010706020507" pitchFamily="18" charset="2"/>
                  </a:rPr>
                  <a:t></a:t>
                </a:r>
                <a:endParaRPr lang="en-US" altLang="zh-CN" sz="1600" dirty="0">
                  <a:solidFill>
                    <a:srgbClr val="FF0000"/>
                  </a:solidFill>
                  <a:latin typeface="Times New Roman" panose="02020603050405020304" pitchFamily="18" charset="0"/>
                </a:endParaRPr>
              </a:p>
            </p:txBody>
          </p:sp>
          <p:sp>
            <p:nvSpPr>
              <p:cNvPr id="69716" name="Text Box 397"/>
              <p:cNvSpPr txBox="1"/>
              <p:nvPr/>
            </p:nvSpPr>
            <p:spPr>
              <a:xfrm>
                <a:off x="2154" y="2840"/>
                <a:ext cx="308" cy="26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1400" dirty="0">
                    <a:solidFill>
                      <a:srgbClr val="0000FF"/>
                    </a:solidFill>
                    <a:latin typeface="Times New Roman" panose="02020603050405020304" pitchFamily="18" charset="0"/>
                    <a:sym typeface="Webdings" panose="05030102010509060703" pitchFamily="18" charset="2"/>
                  </a:rPr>
                  <a:t></a:t>
                </a:r>
                <a:endParaRPr lang="en-US" altLang="zh-CN" sz="1400" dirty="0">
                  <a:solidFill>
                    <a:srgbClr val="0000FF"/>
                  </a:solidFill>
                  <a:latin typeface="Times New Roman" panose="02020603050405020304" pitchFamily="18" charset="0"/>
                </a:endParaRPr>
              </a:p>
            </p:txBody>
          </p:sp>
        </p:grpSp>
        <p:graphicFrame>
          <p:nvGraphicFramePr>
            <p:cNvPr id="69704" name="Object 398"/>
            <p:cNvGraphicFramePr>
              <a:graphicFrameLocks noChangeAspect="1"/>
            </p:cNvGraphicFramePr>
            <p:nvPr/>
          </p:nvGraphicFramePr>
          <p:xfrm>
            <a:off x="4784" y="3294"/>
            <a:ext cx="200" cy="290"/>
          </p:xfrm>
          <a:graphic>
            <a:graphicData uri="http://schemas.openxmlformats.org/presentationml/2006/ole">
              <mc:AlternateContent xmlns:mc="http://schemas.openxmlformats.org/markup-compatibility/2006">
                <mc:Choice xmlns:v="urn:schemas-microsoft-com:vml" Requires="v">
                  <p:oleObj r:id="rId4" imgW="29210" imgH="104140" progId="Equation.DSMT4">
                    <p:embed/>
                  </p:oleObj>
                </mc:Choice>
                <mc:Fallback>
                  <p:oleObj r:id="rId4" imgW="29210" imgH="104140" progId="Equation.DSMT4">
                    <p:embed/>
                    <p:pic>
                      <p:nvPicPr>
                        <p:cNvPr id="69704" name="Object 398"/>
                        <p:cNvPicPr/>
                        <p:nvPr/>
                      </p:nvPicPr>
                      <p:blipFill>
                        <a:blip r:embed="rId5">
                          <a:clrChange>
                            <a:clrFrom>
                              <a:srgbClr val="000000"/>
                            </a:clrFrom>
                            <a:clrTo>
                              <a:srgbClr val="FF0000"/>
                            </a:clrTo>
                          </a:clrChange>
                        </a:blip>
                        <a:stretch>
                          <a:fillRect/>
                        </a:stretch>
                      </p:blipFill>
                      <p:spPr>
                        <a:xfrm>
                          <a:off x="4784" y="3294"/>
                          <a:ext cx="200" cy="290"/>
                        </a:xfrm>
                        <a:prstGeom prst="rect">
                          <a:avLst/>
                        </a:prstGeom>
                        <a:noFill/>
                        <a:ln w="38100">
                          <a:noFill/>
                          <a:miter/>
                        </a:ln>
                      </p:spPr>
                    </p:pic>
                  </p:oleObj>
                </mc:Fallback>
              </mc:AlternateContent>
            </a:graphicData>
          </a:graphic>
        </p:graphicFrame>
        <p:graphicFrame>
          <p:nvGraphicFramePr>
            <p:cNvPr id="69705" name="Object 399"/>
            <p:cNvGraphicFramePr>
              <a:graphicFrameLocks noChangeAspect="1"/>
            </p:cNvGraphicFramePr>
            <p:nvPr/>
          </p:nvGraphicFramePr>
          <p:xfrm>
            <a:off x="4466" y="3316"/>
            <a:ext cx="252" cy="205"/>
          </p:xfrm>
          <a:graphic>
            <a:graphicData uri="http://schemas.openxmlformats.org/presentationml/2006/ole">
              <mc:AlternateContent xmlns:mc="http://schemas.openxmlformats.org/markup-compatibility/2006">
                <mc:Choice xmlns:v="urn:schemas-microsoft-com:vml" Requires="v">
                  <p:oleObj r:id="rId6" imgW="92710" imgH="57785" progId="Equation.DSMT4">
                    <p:embed/>
                  </p:oleObj>
                </mc:Choice>
                <mc:Fallback>
                  <p:oleObj r:id="rId6" imgW="92710" imgH="57785" progId="Equation.DSMT4">
                    <p:embed/>
                    <p:pic>
                      <p:nvPicPr>
                        <p:cNvPr id="69705" name="Object 399"/>
                        <p:cNvPicPr/>
                        <p:nvPr/>
                      </p:nvPicPr>
                      <p:blipFill>
                        <a:blip r:embed="rId7">
                          <a:clrChange>
                            <a:clrFrom>
                              <a:srgbClr val="000000"/>
                            </a:clrFrom>
                            <a:clrTo>
                              <a:srgbClr val="FF0000"/>
                            </a:clrTo>
                          </a:clrChange>
                        </a:blip>
                        <a:stretch>
                          <a:fillRect/>
                        </a:stretch>
                      </p:blipFill>
                      <p:spPr>
                        <a:xfrm>
                          <a:off x="4466" y="3316"/>
                          <a:ext cx="252" cy="205"/>
                        </a:xfrm>
                        <a:prstGeom prst="rect">
                          <a:avLst/>
                        </a:prstGeom>
                        <a:noFill/>
                        <a:ln w="38100">
                          <a:noFill/>
                          <a:miter/>
                        </a:ln>
                      </p:spPr>
                    </p:pic>
                  </p:oleObj>
                </mc:Fallback>
              </mc:AlternateContent>
            </a:graphicData>
          </a:graphic>
        </p:graphicFrame>
        <p:graphicFrame>
          <p:nvGraphicFramePr>
            <p:cNvPr id="69706" name="Object 400"/>
            <p:cNvGraphicFramePr>
              <a:graphicFrameLocks noChangeAspect="1"/>
            </p:cNvGraphicFramePr>
            <p:nvPr/>
          </p:nvGraphicFramePr>
          <p:xfrm>
            <a:off x="4554" y="2659"/>
            <a:ext cx="184" cy="227"/>
          </p:xfrm>
          <a:graphic>
            <a:graphicData uri="http://schemas.openxmlformats.org/presentationml/2006/ole">
              <mc:AlternateContent xmlns:mc="http://schemas.openxmlformats.org/markup-compatibility/2006">
                <mc:Choice xmlns:v="urn:schemas-microsoft-com:vml" Requires="v">
                  <p:oleObj r:id="rId8" imgW="139700" imgH="177800" progId="Equation.DSMT4">
                    <p:embed/>
                  </p:oleObj>
                </mc:Choice>
                <mc:Fallback>
                  <p:oleObj r:id="rId8" imgW="139700" imgH="177800" progId="Equation.DSMT4">
                    <p:embed/>
                    <p:pic>
                      <p:nvPicPr>
                        <p:cNvPr id="69706" name="Object 400"/>
                        <p:cNvPicPr/>
                        <p:nvPr/>
                      </p:nvPicPr>
                      <p:blipFill>
                        <a:blip r:embed="rId9"/>
                        <a:stretch>
                          <a:fillRect/>
                        </a:stretch>
                      </p:blipFill>
                      <p:spPr>
                        <a:xfrm>
                          <a:off x="4554" y="2659"/>
                          <a:ext cx="184" cy="227"/>
                        </a:xfrm>
                        <a:prstGeom prst="rect">
                          <a:avLst/>
                        </a:prstGeom>
                        <a:noFill/>
                        <a:ln w="38100">
                          <a:noFill/>
                          <a:miter/>
                        </a:ln>
                      </p:spPr>
                    </p:pic>
                  </p:oleObj>
                </mc:Fallback>
              </mc:AlternateContent>
            </a:graphicData>
          </a:graphic>
        </p:graphicFrame>
        <p:sp>
          <p:nvSpPr>
            <p:cNvPr id="69707" name="Line 401"/>
            <p:cNvSpPr/>
            <p:nvPr/>
          </p:nvSpPr>
          <p:spPr>
            <a:xfrm>
              <a:off x="4308" y="3069"/>
              <a:ext cx="249" cy="0"/>
            </a:xfrm>
            <a:prstGeom prst="line">
              <a:avLst/>
            </a:prstGeom>
            <a:ln w="19050" cap="flat" cmpd="sng">
              <a:solidFill>
                <a:srgbClr val="000000"/>
              </a:solidFill>
              <a:prstDash val="solid"/>
              <a:headEnd type="none" w="med" len="med"/>
              <a:tailEnd type="none" w="med" len="med"/>
            </a:ln>
          </p:spPr>
          <p:txBody>
            <a:bodyPr/>
            <a:lstStyle/>
            <a:p>
              <a:endParaRPr lang="zh-CN" altLang="en-US"/>
            </a:p>
          </p:txBody>
        </p:sp>
        <p:sp>
          <p:nvSpPr>
            <p:cNvPr id="69708" name="Line 402"/>
            <p:cNvSpPr/>
            <p:nvPr/>
          </p:nvSpPr>
          <p:spPr>
            <a:xfrm>
              <a:off x="4485" y="3209"/>
              <a:ext cx="390" cy="0"/>
            </a:xfrm>
            <a:prstGeom prst="line">
              <a:avLst/>
            </a:prstGeom>
            <a:ln w="25400" cap="flat" cmpd="sng">
              <a:solidFill>
                <a:schemeClr val="tx1"/>
              </a:solidFill>
              <a:prstDash val="solid"/>
              <a:headEnd type="none" w="med" len="med"/>
              <a:tailEnd type="triangle" w="sm" len="lg"/>
            </a:ln>
          </p:spPr>
          <p:txBody>
            <a:bodyPr/>
            <a:lstStyle/>
            <a:p>
              <a:endParaRPr lang="zh-CN" altLang="en-US"/>
            </a:p>
          </p:txBody>
        </p:sp>
        <p:sp>
          <p:nvSpPr>
            <p:cNvPr id="69709" name="Line 403"/>
            <p:cNvSpPr/>
            <p:nvPr/>
          </p:nvSpPr>
          <p:spPr>
            <a:xfrm>
              <a:off x="4490" y="3233"/>
              <a:ext cx="318" cy="136"/>
            </a:xfrm>
            <a:prstGeom prst="line">
              <a:avLst/>
            </a:prstGeom>
            <a:ln w="22225" cap="flat" cmpd="sng">
              <a:solidFill>
                <a:srgbClr val="FF0000"/>
              </a:solidFill>
              <a:prstDash val="solid"/>
              <a:headEnd type="none" w="med" len="med"/>
              <a:tailEnd type="triangle" w="med" len="med"/>
            </a:ln>
          </p:spPr>
          <p:txBody>
            <a:bodyPr/>
            <a:lstStyle/>
            <a:p>
              <a:endParaRPr lang="zh-CN" altLang="en-US"/>
            </a:p>
          </p:txBody>
        </p:sp>
        <p:sp>
          <p:nvSpPr>
            <p:cNvPr id="69710" name="Oval 404"/>
            <p:cNvSpPr/>
            <p:nvPr/>
          </p:nvSpPr>
          <p:spPr>
            <a:xfrm rot="-4258862" flipV="1">
              <a:off x="4358" y="3156"/>
              <a:ext cx="319" cy="129"/>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69711" name="Object 405"/>
            <p:cNvGraphicFramePr>
              <a:graphicFrameLocks noChangeAspect="1"/>
            </p:cNvGraphicFramePr>
            <p:nvPr/>
          </p:nvGraphicFramePr>
          <p:xfrm>
            <a:off x="4757" y="2916"/>
            <a:ext cx="163" cy="258"/>
          </p:xfrm>
          <a:graphic>
            <a:graphicData uri="http://schemas.openxmlformats.org/presentationml/2006/ole">
              <mc:AlternateContent xmlns:mc="http://schemas.openxmlformats.org/markup-compatibility/2006">
                <mc:Choice xmlns:v="urn:schemas-microsoft-com:vml" Requires="v">
                  <p:oleObj r:id="rId10" imgW="152400" imgH="203200" progId="Equation.DSMT4">
                    <p:embed/>
                  </p:oleObj>
                </mc:Choice>
                <mc:Fallback>
                  <p:oleObj r:id="rId10" imgW="152400" imgH="203200" progId="Equation.DSMT4">
                    <p:embed/>
                    <p:pic>
                      <p:nvPicPr>
                        <p:cNvPr id="69711" name="Object 405"/>
                        <p:cNvPicPr/>
                        <p:nvPr/>
                      </p:nvPicPr>
                      <p:blipFill>
                        <a:blip r:embed="rId11"/>
                        <a:stretch>
                          <a:fillRect/>
                        </a:stretch>
                      </p:blipFill>
                      <p:spPr>
                        <a:xfrm>
                          <a:off x="4757" y="2916"/>
                          <a:ext cx="163" cy="258"/>
                        </a:xfrm>
                        <a:prstGeom prst="rect">
                          <a:avLst/>
                        </a:prstGeom>
                        <a:noFill/>
                        <a:ln w="38100">
                          <a:noFill/>
                          <a:miter/>
                        </a:ln>
                      </p:spPr>
                    </p:pic>
                  </p:oleObj>
                </mc:Fallback>
              </mc:AlternateContent>
            </a:graphicData>
          </a:graphic>
        </p:graphicFrame>
        <p:sp>
          <p:nvSpPr>
            <p:cNvPr id="69712" name="Oval 406"/>
            <p:cNvSpPr/>
            <p:nvPr/>
          </p:nvSpPr>
          <p:spPr>
            <a:xfrm rot="-4258862" flipV="1">
              <a:off x="4109" y="3165"/>
              <a:ext cx="319" cy="125"/>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69713" name="Line 407"/>
            <p:cNvSpPr/>
            <p:nvPr/>
          </p:nvSpPr>
          <p:spPr>
            <a:xfrm>
              <a:off x="4217" y="3387"/>
              <a:ext cx="249" cy="0"/>
            </a:xfrm>
            <a:prstGeom prst="line">
              <a:avLst/>
            </a:prstGeom>
            <a:ln w="19050" cap="flat" cmpd="sng">
              <a:solidFill>
                <a:srgbClr val="000000"/>
              </a:solidFill>
              <a:prstDash val="solid"/>
              <a:headEnd type="none" w="med" len="med"/>
              <a:tailEnd type="none" w="med" len="med"/>
            </a:ln>
          </p:spPr>
          <p:txBody>
            <a:bodyPr/>
            <a:lstStyle/>
            <a:p>
              <a:endParaRPr lang="zh-CN" altLang="en-US"/>
            </a:p>
          </p:txBody>
        </p:sp>
      </p:grpSp>
      <p:graphicFrame>
        <p:nvGraphicFramePr>
          <p:cNvPr id="299416" name="Object 408"/>
          <p:cNvGraphicFramePr>
            <a:graphicFrameLocks noChangeAspect="1"/>
          </p:cNvGraphicFramePr>
          <p:nvPr/>
        </p:nvGraphicFramePr>
        <p:xfrm>
          <a:off x="1385888" y="2345373"/>
          <a:ext cx="1635125" cy="531812"/>
        </p:xfrm>
        <a:graphic>
          <a:graphicData uri="http://schemas.openxmlformats.org/presentationml/2006/ole">
            <mc:AlternateContent xmlns:mc="http://schemas.openxmlformats.org/markup-compatibility/2006">
              <mc:Choice xmlns:v="urn:schemas-microsoft-com:vml" Requires="v">
                <p:oleObj r:id="rId12" imgW="648335" imgH="139065" progId="Equation.DSMT4">
                  <p:embed/>
                </p:oleObj>
              </mc:Choice>
              <mc:Fallback>
                <p:oleObj r:id="rId12" imgW="648335" imgH="139065" progId="Equation.DSMT4">
                  <p:embed/>
                  <p:pic>
                    <p:nvPicPr>
                      <p:cNvPr id="299416" name="Object 408"/>
                      <p:cNvPicPr/>
                      <p:nvPr/>
                    </p:nvPicPr>
                    <p:blipFill>
                      <a:blip r:embed="rId13">
                        <a:clrChange>
                          <a:clrFrom>
                            <a:srgbClr val="000000"/>
                          </a:clrFrom>
                          <a:clrTo>
                            <a:srgbClr val="000000"/>
                          </a:clrTo>
                        </a:clrChange>
                      </a:blip>
                      <a:stretch>
                        <a:fillRect/>
                      </a:stretch>
                    </p:blipFill>
                    <p:spPr>
                      <a:xfrm>
                        <a:off x="1385888" y="2345373"/>
                        <a:ext cx="1635125" cy="531812"/>
                      </a:xfrm>
                      <a:prstGeom prst="rect">
                        <a:avLst/>
                      </a:prstGeom>
                      <a:noFill/>
                      <a:ln w="38100">
                        <a:noFill/>
                        <a:miter/>
                      </a:ln>
                    </p:spPr>
                  </p:pic>
                </p:oleObj>
              </mc:Fallback>
            </mc:AlternateContent>
          </a:graphicData>
        </a:graphic>
      </p:graphicFrame>
      <p:sp>
        <p:nvSpPr>
          <p:cNvPr id="299417" name="Text Box 409"/>
          <p:cNvSpPr txBox="1"/>
          <p:nvPr/>
        </p:nvSpPr>
        <p:spPr>
          <a:xfrm>
            <a:off x="467678" y="2042478"/>
            <a:ext cx="28797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仿宋_GB2312" pitchFamily="49" charset="-122"/>
              </a:rPr>
              <a:t>On the interface</a:t>
            </a:r>
            <a:r>
              <a:rPr lang="zh-CN" altLang="en-US" sz="2000" b="1" dirty="0">
                <a:solidFill>
                  <a:srgbClr val="000000"/>
                </a:solidFill>
                <a:latin typeface="Times New Roman" panose="02020603050405020304" pitchFamily="18" charset="0"/>
                <a:ea typeface="仿宋_GB2312" pitchFamily="49" charset="-122"/>
              </a:rPr>
              <a:t>：</a:t>
            </a:r>
          </a:p>
        </p:txBody>
      </p:sp>
      <p:graphicFrame>
        <p:nvGraphicFramePr>
          <p:cNvPr id="299418" name="Object 410"/>
          <p:cNvGraphicFramePr>
            <a:graphicFrameLocks noChangeAspect="1"/>
          </p:cNvGraphicFramePr>
          <p:nvPr/>
        </p:nvGraphicFramePr>
        <p:xfrm>
          <a:off x="1395413" y="2777173"/>
          <a:ext cx="1862137" cy="531812"/>
        </p:xfrm>
        <a:graphic>
          <a:graphicData uri="http://schemas.openxmlformats.org/presentationml/2006/ole">
            <mc:AlternateContent xmlns:mc="http://schemas.openxmlformats.org/markup-compatibility/2006">
              <mc:Choice xmlns:v="urn:schemas-microsoft-com:vml" Requires="v">
                <p:oleObj r:id="rId14" imgW="752475" imgH="139065" progId="Equation.DSMT4">
                  <p:embed/>
                </p:oleObj>
              </mc:Choice>
              <mc:Fallback>
                <p:oleObj r:id="rId14" imgW="752475" imgH="139065" progId="Equation.DSMT4">
                  <p:embed/>
                  <p:pic>
                    <p:nvPicPr>
                      <p:cNvPr id="299418" name="Object 410"/>
                      <p:cNvPicPr/>
                      <p:nvPr/>
                    </p:nvPicPr>
                    <p:blipFill>
                      <a:blip r:embed="rId15">
                        <a:clrChange>
                          <a:clrFrom>
                            <a:srgbClr val="000000"/>
                          </a:clrFrom>
                          <a:clrTo>
                            <a:srgbClr val="000000"/>
                          </a:clrTo>
                        </a:clrChange>
                      </a:blip>
                      <a:stretch>
                        <a:fillRect/>
                      </a:stretch>
                    </p:blipFill>
                    <p:spPr>
                      <a:xfrm>
                        <a:off x="1395413" y="2777173"/>
                        <a:ext cx="1862137" cy="531812"/>
                      </a:xfrm>
                      <a:prstGeom prst="rect">
                        <a:avLst/>
                      </a:prstGeom>
                      <a:noFill/>
                      <a:ln w="38100">
                        <a:noFill/>
                        <a:miter/>
                      </a:ln>
                    </p:spPr>
                  </p:pic>
                </p:oleObj>
              </mc:Fallback>
            </mc:AlternateContent>
          </a:graphicData>
        </a:graphic>
      </p:graphicFrame>
      <p:sp>
        <p:nvSpPr>
          <p:cNvPr id="299419" name="Text Box 411"/>
          <p:cNvSpPr txBox="1"/>
          <p:nvPr/>
        </p:nvSpPr>
        <p:spPr>
          <a:xfrm>
            <a:off x="522288" y="2885123"/>
            <a:ext cx="1079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仿宋_GB2312" pitchFamily="49" charset="-122"/>
              </a:rPr>
              <a:t>so</a:t>
            </a:r>
            <a:r>
              <a:rPr lang="zh-CN" altLang="en-US" sz="2000" b="1" dirty="0">
                <a:solidFill>
                  <a:srgbClr val="000000"/>
                </a:solidFill>
                <a:latin typeface="Times New Roman" panose="02020603050405020304" pitchFamily="18" charset="0"/>
                <a:ea typeface="仿宋_GB2312" pitchFamily="49" charset="-122"/>
              </a:rPr>
              <a:t>，</a:t>
            </a:r>
          </a:p>
        </p:txBody>
      </p:sp>
      <p:sp>
        <p:nvSpPr>
          <p:cNvPr id="299420" name="Text Box 412"/>
          <p:cNvSpPr txBox="1"/>
          <p:nvPr/>
        </p:nvSpPr>
        <p:spPr>
          <a:xfrm>
            <a:off x="522288" y="2418398"/>
            <a:ext cx="1079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仿宋_GB2312" pitchFamily="49" charset="-122"/>
              </a:rPr>
              <a:t>Since</a:t>
            </a:r>
            <a:r>
              <a:rPr lang="zh-CN" altLang="en-US" sz="2000" b="1" dirty="0">
                <a:solidFill>
                  <a:srgbClr val="000000"/>
                </a:solidFill>
                <a:latin typeface="Times New Roman" panose="02020603050405020304" pitchFamily="18" charset="0"/>
                <a:ea typeface="仿宋_GB2312" pitchFamily="49" charset="-122"/>
              </a:rPr>
              <a:t>，</a:t>
            </a:r>
          </a:p>
        </p:txBody>
      </p:sp>
      <p:sp>
        <p:nvSpPr>
          <p:cNvPr id="299421" name="AutoShape 413"/>
          <p:cNvSpPr/>
          <p:nvPr/>
        </p:nvSpPr>
        <p:spPr>
          <a:xfrm rot="-5400000">
            <a:off x="820738" y="3342323"/>
            <a:ext cx="265112" cy="576262"/>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nvGrpSpPr>
          <p:cNvPr id="56336" name="组合 36879"/>
          <p:cNvGrpSpPr/>
          <p:nvPr/>
        </p:nvGrpSpPr>
        <p:grpSpPr>
          <a:xfrm>
            <a:off x="6019482" y="4004628"/>
            <a:ext cx="3003551" cy="2314575"/>
            <a:chOff x="3631" y="2334"/>
            <a:chExt cx="1892" cy="1458"/>
          </a:xfrm>
        </p:grpSpPr>
        <p:sp>
          <p:nvSpPr>
            <p:cNvPr id="56337" name="直接连接符 36880"/>
            <p:cNvSpPr/>
            <p:nvPr/>
          </p:nvSpPr>
          <p:spPr>
            <a:xfrm>
              <a:off x="3696" y="3072"/>
              <a:ext cx="1824" cy="0"/>
            </a:xfrm>
            <a:prstGeom prst="line">
              <a:avLst/>
            </a:prstGeom>
            <a:ln w="28575" cap="flat" cmpd="sng">
              <a:solidFill>
                <a:srgbClr val="000000"/>
              </a:solidFill>
              <a:prstDash val="solid"/>
              <a:round/>
              <a:headEnd type="none" w="med" len="med"/>
              <a:tailEnd type="none" w="med" len="med"/>
            </a:ln>
          </p:spPr>
          <p:txBody>
            <a:bodyPr/>
            <a:lstStyle/>
            <a:p>
              <a:endParaRPr lang="zh-CN" altLang="en-US"/>
            </a:p>
          </p:txBody>
        </p:sp>
        <p:sp>
          <p:nvSpPr>
            <p:cNvPr id="56338" name="矩形 36881"/>
            <p:cNvSpPr/>
            <p:nvPr/>
          </p:nvSpPr>
          <p:spPr>
            <a:xfrm>
              <a:off x="3696" y="3072"/>
              <a:ext cx="1824" cy="720"/>
            </a:xfrm>
            <a:prstGeom prst="rect">
              <a:avLst/>
            </a:prstGeom>
            <a:blipFill rotWithShape="0">
              <a:blip r:embed="rId16"/>
            </a:blipFill>
            <a:ln w="9525" cap="flat" cmpd="sng">
              <a:solidFill>
                <a:schemeClr val="tx1"/>
              </a:solidFill>
              <a:prstDash val="solid"/>
              <a:miter/>
              <a:headEnd type="none" w="med" len="med"/>
              <a:tailEnd type="none" w="med" len="med"/>
            </a:ln>
          </p:spPr>
          <p:txBody>
            <a:bodyPr anchor="t" anchorCtr="0"/>
            <a:lstStyle/>
            <a:p>
              <a:endParaRPr lang="zh-CN" altLang="en-US" dirty="0">
                <a:latin typeface="Arial" panose="020B0604020202020204" pitchFamily="34" charset="0"/>
                <a:ea typeface="幼圆" panose="02010509060101010101" pitchFamily="49" charset="-122"/>
              </a:endParaRPr>
            </a:p>
          </p:txBody>
        </p:sp>
        <p:sp>
          <p:nvSpPr>
            <p:cNvPr id="56339" name="矩形 36882"/>
            <p:cNvSpPr/>
            <p:nvPr/>
          </p:nvSpPr>
          <p:spPr>
            <a:xfrm>
              <a:off x="3699" y="2334"/>
              <a:ext cx="1824" cy="720"/>
            </a:xfrm>
            <a:prstGeom prst="rect">
              <a:avLst/>
            </a:prstGeom>
            <a:blipFill rotWithShape="0">
              <a:blip r:embed="rId17"/>
            </a:blipFill>
            <a:ln w="9525" cap="flat" cmpd="sng">
              <a:solidFill>
                <a:schemeClr val="tx1"/>
              </a:solidFill>
              <a:prstDash val="solid"/>
              <a:miter/>
              <a:headEnd type="none" w="med" len="med"/>
              <a:tailEnd type="none" w="med" len="med"/>
            </a:ln>
          </p:spPr>
          <p:txBody>
            <a:bodyPr anchor="t" anchorCtr="0"/>
            <a:lstStyle/>
            <a:p>
              <a:endParaRPr lang="zh-CN" altLang="en-US" dirty="0">
                <a:latin typeface="Arial" panose="020B0604020202020204" pitchFamily="34" charset="0"/>
                <a:ea typeface="幼圆" panose="02010509060101010101" pitchFamily="49" charset="-122"/>
              </a:endParaRPr>
            </a:p>
          </p:txBody>
        </p:sp>
        <p:sp>
          <p:nvSpPr>
            <p:cNvPr id="56340" name="文本框 36883"/>
            <p:cNvSpPr txBox="1"/>
            <p:nvPr/>
          </p:nvSpPr>
          <p:spPr>
            <a:xfrm>
              <a:off x="3631" y="2784"/>
              <a:ext cx="1142" cy="290"/>
            </a:xfrm>
            <a:prstGeom prst="rect">
              <a:avLst/>
            </a:prstGeom>
            <a:noFill/>
            <a:ln w="9525">
              <a:noFill/>
            </a:ln>
          </p:spPr>
          <p:txBody>
            <a:bodyPr wrap="square" anchor="t" anchorCtr="0">
              <a:spAutoFit/>
            </a:bodyPr>
            <a:lstStyle/>
            <a:p>
              <a:pPr>
                <a:spcBef>
                  <a:spcPct val="50000"/>
                </a:spcBef>
              </a:pPr>
              <a:r>
                <a:rPr lang="en-US" altLang="zh-CN" sz="2400" b="1" dirty="0">
                  <a:solidFill>
                    <a:srgbClr val="FF9900"/>
                  </a:solidFill>
                  <a:latin typeface="Times New Roman" panose="02020603050405020304" pitchFamily="18" charset="0"/>
                  <a:ea typeface="宋体" panose="02010600030101010101" pitchFamily="2" charset="-122"/>
                </a:rPr>
                <a:t>Dielectric1</a:t>
              </a:r>
            </a:p>
          </p:txBody>
        </p:sp>
        <p:sp>
          <p:nvSpPr>
            <p:cNvPr id="56341" name="文本框 36884"/>
            <p:cNvSpPr txBox="1"/>
            <p:nvPr/>
          </p:nvSpPr>
          <p:spPr>
            <a:xfrm>
              <a:off x="3696" y="3120"/>
              <a:ext cx="1067" cy="290"/>
            </a:xfrm>
            <a:prstGeom prst="rect">
              <a:avLst/>
            </a:prstGeom>
            <a:noFill/>
            <a:ln w="9525">
              <a:noFill/>
            </a:ln>
          </p:spPr>
          <p:txBody>
            <a:bodyPr wrap="square" anchor="t" anchorCtr="0">
              <a:spAutoFit/>
            </a:bodyPr>
            <a:lstStyle/>
            <a:p>
              <a:pPr>
                <a:spcBef>
                  <a:spcPct val="50000"/>
                </a:spcBef>
              </a:pPr>
              <a:r>
                <a:rPr lang="en-US" altLang="zh-CN" sz="2400" b="1" dirty="0">
                  <a:solidFill>
                    <a:srgbClr val="FF9900"/>
                  </a:solidFill>
                  <a:latin typeface="Times New Roman" panose="02020603050405020304" pitchFamily="18" charset="0"/>
                  <a:ea typeface="宋体" panose="02010600030101010101" pitchFamily="2" charset="-122"/>
                </a:rPr>
                <a:t>Dielectric 2</a:t>
              </a:r>
            </a:p>
          </p:txBody>
        </p:sp>
        <p:sp>
          <p:nvSpPr>
            <p:cNvPr id="56342" name="直接连接符 36885"/>
            <p:cNvSpPr/>
            <p:nvPr/>
          </p:nvSpPr>
          <p:spPr>
            <a:xfrm flipV="1">
              <a:off x="4560" y="2448"/>
              <a:ext cx="0" cy="624"/>
            </a:xfrm>
            <a:prstGeom prst="line">
              <a:avLst/>
            </a:prstGeom>
            <a:ln w="38100" cap="flat" cmpd="sng">
              <a:solidFill>
                <a:srgbClr val="000000"/>
              </a:solidFill>
              <a:prstDash val="solid"/>
              <a:round/>
              <a:headEnd type="none" w="med" len="med"/>
              <a:tailEnd type="triangle" w="med" len="med"/>
            </a:ln>
          </p:spPr>
          <p:txBody>
            <a:bodyPr/>
            <a:lstStyle/>
            <a:p>
              <a:endParaRPr lang="zh-CN" altLang="en-US"/>
            </a:p>
          </p:txBody>
        </p:sp>
        <p:sp>
          <p:nvSpPr>
            <p:cNvPr id="56343" name="文本框 36886"/>
            <p:cNvSpPr txBox="1"/>
            <p:nvPr/>
          </p:nvSpPr>
          <p:spPr>
            <a:xfrm>
              <a:off x="4560" y="2352"/>
              <a:ext cx="768" cy="290"/>
            </a:xfrm>
            <a:prstGeom prst="rect">
              <a:avLst/>
            </a:prstGeom>
            <a:noFill/>
            <a:ln w="9525">
              <a:noFill/>
            </a:ln>
          </p:spPr>
          <p:txBody>
            <a:bodyPr anchor="t" anchorCtr="0">
              <a:spAutoFit/>
            </a:bodyPr>
            <a:lstStyle/>
            <a:p>
              <a:pPr>
                <a:spcBef>
                  <a:spcPct val="50000"/>
                </a:spcBef>
              </a:pPr>
              <a:r>
                <a:rPr lang="en-US" altLang="zh-CN" sz="2400" b="1" dirty="0">
                  <a:solidFill>
                    <a:srgbClr val="FF9900"/>
                  </a:solidFill>
                  <a:latin typeface="Verdana" panose="020B0604030504040204" pitchFamily="34" charset="0"/>
                  <a:ea typeface="宋体" panose="02010600030101010101" pitchFamily="2" charset="-122"/>
                </a:rPr>
                <a:t>n</a:t>
              </a:r>
            </a:p>
          </p:txBody>
        </p:sp>
      </p:grpSp>
      <p:cxnSp>
        <p:nvCxnSpPr>
          <p:cNvPr id="3" name="直接箭头连接符 2"/>
          <p:cNvCxnSpPr/>
          <p:nvPr/>
        </p:nvCxnSpPr>
        <p:spPr>
          <a:xfrm flipV="1">
            <a:off x="6724015" y="5438775"/>
            <a:ext cx="1198880" cy="748030"/>
          </a:xfrm>
          <a:prstGeom prst="straightConnector1">
            <a:avLst/>
          </a:prstGeom>
          <a:ln w="31750" cap="rnd">
            <a:solidFill>
              <a:srgbClr val="FF0000"/>
            </a:solidFill>
            <a:round/>
            <a:tailEnd type="arrow" w="med" len="med"/>
          </a:ln>
        </p:spPr>
        <p:style>
          <a:lnRef idx="0">
            <a:srgbClr val="FFFFFF"/>
          </a:lnRef>
          <a:fillRef idx="0">
            <a:srgbClr val="FFFFFF"/>
          </a:fillRef>
          <a:effectRef idx="0">
            <a:srgbClr val="FFFFFF"/>
          </a:effectRef>
          <a:fontRef idx="minor">
            <a:schemeClr val="tx1"/>
          </a:fontRef>
        </p:style>
      </p:cxnSp>
      <p:cxnSp>
        <p:nvCxnSpPr>
          <p:cNvPr id="4" name="直接箭头连接符 3"/>
          <p:cNvCxnSpPr/>
          <p:nvPr/>
        </p:nvCxnSpPr>
        <p:spPr>
          <a:xfrm flipV="1">
            <a:off x="7880985" y="4286885"/>
            <a:ext cx="329565" cy="690245"/>
          </a:xfrm>
          <a:prstGeom prst="straightConnector1">
            <a:avLst/>
          </a:prstGeom>
          <a:ln w="31750" cap="rnd">
            <a:solidFill>
              <a:srgbClr val="FF0000"/>
            </a:solidFill>
            <a:round/>
            <a:tailEnd type="arrow" w="med" len="med"/>
          </a:ln>
        </p:spPr>
        <p:style>
          <a:lnRef idx="0">
            <a:srgbClr val="FFFFFF"/>
          </a:lnRef>
          <a:fillRef idx="0">
            <a:srgbClr val="FFFFFF"/>
          </a:fillRef>
          <a:effectRef idx="0">
            <a:srgbClr val="FFFFFF"/>
          </a:effectRef>
          <a:fontRef idx="minor">
            <a:schemeClr val="tx1"/>
          </a:fontRef>
        </p:style>
      </p:cxnSp>
      <p:graphicFrame>
        <p:nvGraphicFramePr>
          <p:cNvPr id="5" name="对象 4"/>
          <p:cNvGraphicFramePr/>
          <p:nvPr/>
        </p:nvGraphicFramePr>
        <p:xfrm>
          <a:off x="8067040" y="4438650"/>
          <a:ext cx="499110" cy="516255"/>
        </p:xfrm>
        <a:graphic>
          <a:graphicData uri="http://schemas.openxmlformats.org/presentationml/2006/ole">
            <mc:AlternateContent xmlns:mc="http://schemas.openxmlformats.org/markup-compatibility/2006">
              <mc:Choice xmlns:v="urn:schemas-microsoft-com:vml" Requires="v">
                <p:oleObj r:id="rId18" imgW="351790" imgH="480695" progId="Equation.DSMT4">
                  <p:embed/>
                </p:oleObj>
              </mc:Choice>
              <mc:Fallback>
                <p:oleObj r:id="rId18" imgW="351790" imgH="480695" progId="Equation.DSMT4">
                  <p:embed/>
                  <p:pic>
                    <p:nvPicPr>
                      <p:cNvPr id="5" name="对象 4"/>
                      <p:cNvPicPr/>
                      <p:nvPr/>
                    </p:nvPicPr>
                    <p:blipFill>
                      <a:blip r:embed="rId19"/>
                      <a:stretch>
                        <a:fillRect/>
                      </a:stretch>
                    </p:blipFill>
                    <p:spPr>
                      <a:xfrm>
                        <a:off x="8067040" y="4438650"/>
                        <a:ext cx="499110" cy="516255"/>
                      </a:xfrm>
                      <a:prstGeom prst="rect">
                        <a:avLst/>
                      </a:prstGeom>
                    </p:spPr>
                  </p:pic>
                </p:oleObj>
              </mc:Fallback>
            </mc:AlternateContent>
          </a:graphicData>
        </a:graphic>
      </p:graphicFrame>
      <p:graphicFrame>
        <p:nvGraphicFramePr>
          <p:cNvPr id="7" name="对象 6"/>
          <p:cNvGraphicFramePr/>
          <p:nvPr/>
        </p:nvGraphicFramePr>
        <p:xfrm>
          <a:off x="7418705" y="5603240"/>
          <a:ext cx="809625" cy="490220"/>
        </p:xfrm>
        <a:graphic>
          <a:graphicData uri="http://schemas.openxmlformats.org/presentationml/2006/ole">
            <mc:AlternateContent xmlns:mc="http://schemas.openxmlformats.org/markup-compatibility/2006">
              <mc:Choice xmlns:v="urn:schemas-microsoft-com:vml" Requires="v">
                <p:oleObj r:id="rId20" imgW="466090" imgH="447675" progId="Equation.DSMT4">
                  <p:embed/>
                </p:oleObj>
              </mc:Choice>
              <mc:Fallback>
                <p:oleObj r:id="rId20" imgW="466090" imgH="447675" progId="Equation.DSMT4">
                  <p:embed/>
                  <p:pic>
                    <p:nvPicPr>
                      <p:cNvPr id="7" name="对象 6"/>
                      <p:cNvPicPr/>
                      <p:nvPr/>
                    </p:nvPicPr>
                    <p:blipFill>
                      <a:blip r:embed="rId21"/>
                      <a:stretch>
                        <a:fillRect/>
                      </a:stretch>
                    </p:blipFill>
                    <p:spPr>
                      <a:xfrm>
                        <a:off x="7418705" y="5603240"/>
                        <a:ext cx="809625" cy="490220"/>
                      </a:xfrm>
                      <a:prstGeom prst="rect">
                        <a:avLst/>
                      </a:prstGeom>
                    </p:spPr>
                  </p:pic>
                </p:oleObj>
              </mc:Fallback>
            </mc:AlternateContent>
          </a:graphicData>
        </a:graphic>
      </p:graphicFrame>
      <p:graphicFrame>
        <p:nvGraphicFramePr>
          <p:cNvPr id="56333" name="对象 36876"/>
          <p:cNvGraphicFramePr/>
          <p:nvPr/>
        </p:nvGraphicFramePr>
        <p:xfrm>
          <a:off x="1112838" y="5372577"/>
          <a:ext cx="2426970" cy="586105"/>
        </p:xfrm>
        <a:graphic>
          <a:graphicData uri="http://schemas.openxmlformats.org/presentationml/2006/ole">
            <mc:AlternateContent xmlns:mc="http://schemas.openxmlformats.org/markup-compatibility/2006">
              <mc:Choice xmlns:v="urn:schemas-microsoft-com:vml" Requires="v">
                <p:oleObj r:id="rId22" imgW="1155700" imgH="279400" progId="Equation.DSMT4">
                  <p:embed/>
                </p:oleObj>
              </mc:Choice>
              <mc:Fallback>
                <p:oleObj r:id="rId22" imgW="1155700" imgH="279400" progId="Equation.DSMT4">
                  <p:embed/>
                  <p:pic>
                    <p:nvPicPr>
                      <p:cNvPr id="56333" name="对象 36876"/>
                      <p:cNvPicPr/>
                      <p:nvPr/>
                    </p:nvPicPr>
                    <p:blipFill>
                      <a:blip r:embed="rId23"/>
                      <a:stretch>
                        <a:fillRect/>
                      </a:stretch>
                    </p:blipFill>
                    <p:spPr>
                      <a:xfrm>
                        <a:off x="1112838" y="5372577"/>
                        <a:ext cx="2426970" cy="586105"/>
                      </a:xfrm>
                      <a:prstGeom prst="rect">
                        <a:avLst/>
                      </a:prstGeom>
                      <a:solidFill>
                        <a:srgbClr val="CCFFFF"/>
                      </a:solidFill>
                      <a:ln w="25400" cap="flat" cmpd="sng">
                        <a:solidFill>
                          <a:srgbClr val="FF0000"/>
                        </a:solidFill>
                        <a:prstDash val="solid"/>
                        <a:miter/>
                        <a:headEnd type="none" w="med" len="med"/>
                        <a:tailEnd type="none" w="med" len="med"/>
                      </a:ln>
                    </p:spPr>
                  </p:pic>
                </p:oleObj>
              </mc:Fallback>
            </mc:AlternateContent>
          </a:graphicData>
        </a:graphic>
      </p:graphicFrame>
      <p:sp>
        <p:nvSpPr>
          <p:cNvPr id="9" name="文本框 8"/>
          <p:cNvSpPr txBox="1"/>
          <p:nvPr/>
        </p:nvSpPr>
        <p:spPr>
          <a:xfrm>
            <a:off x="233680" y="3903980"/>
            <a:ext cx="4657725" cy="1383665"/>
          </a:xfrm>
          <a:prstGeom prst="rect">
            <a:avLst/>
          </a:prstGeom>
          <a:noFill/>
        </p:spPr>
        <p:txBody>
          <a:bodyPr wrap="square" rtlCol="0">
            <a:spAutoFit/>
          </a:bodyPr>
          <a:lstStyle/>
          <a:p>
            <a:r>
              <a:rPr lang="en-US" altLang="zh-CN" sz="2400" b="1"/>
              <a:t>Discussion</a:t>
            </a:r>
            <a:r>
              <a:rPr lang="en-US" altLang="zh-CN"/>
              <a:t>:</a:t>
            </a:r>
            <a:r>
              <a:rPr lang="en-US" altLang="zh-CN" sz="2000"/>
              <a:t> if a medium with two different types of  dielectric is placed in a static filed, the polarized surface charge density should be:</a:t>
            </a:r>
          </a:p>
        </p:txBody>
      </p:sp>
      <p:sp>
        <p:nvSpPr>
          <p:cNvPr id="299012" name="Text Box 4"/>
          <p:cNvSpPr txBox="1"/>
          <p:nvPr/>
        </p:nvSpPr>
        <p:spPr>
          <a:xfrm>
            <a:off x="1730693" y="604520"/>
            <a:ext cx="10795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仿宋_GB2312" pitchFamily="49" charset="-122"/>
              </a:rPr>
              <a:t>so</a:t>
            </a:r>
            <a:r>
              <a:rPr lang="zh-CN" altLang="en-US" sz="2000" b="1" dirty="0">
                <a:solidFill>
                  <a:srgbClr val="000000"/>
                </a:solidFill>
                <a:latin typeface="Times New Roman" panose="02020603050405020304" pitchFamily="18" charset="0"/>
                <a:ea typeface="仿宋_GB2312" pitchFamily="49" charset="-122"/>
              </a:rPr>
              <a:t>，</a:t>
            </a:r>
          </a:p>
        </p:txBody>
      </p:sp>
      <p:graphicFrame>
        <p:nvGraphicFramePr>
          <p:cNvPr id="299013" name="Object 5"/>
          <p:cNvGraphicFramePr>
            <a:graphicFrameLocks noChangeAspect="1"/>
          </p:cNvGraphicFramePr>
          <p:nvPr/>
        </p:nvGraphicFramePr>
        <p:xfrm>
          <a:off x="2946718" y="475933"/>
          <a:ext cx="2024062" cy="631825"/>
        </p:xfrm>
        <a:graphic>
          <a:graphicData uri="http://schemas.openxmlformats.org/presentationml/2006/ole">
            <mc:AlternateContent xmlns:mc="http://schemas.openxmlformats.org/markup-compatibility/2006">
              <mc:Choice xmlns:v="urn:schemas-microsoft-com:vml" Requires="v">
                <p:oleObj r:id="rId24" imgW="700405" imgH="179705" progId="Equation.DSMT4">
                  <p:embed/>
                </p:oleObj>
              </mc:Choice>
              <mc:Fallback>
                <p:oleObj r:id="rId24" imgW="700405" imgH="179705" progId="Equation.DSMT4">
                  <p:embed/>
                  <p:pic>
                    <p:nvPicPr>
                      <p:cNvPr id="299013" name="Object 5"/>
                      <p:cNvPicPr/>
                      <p:nvPr/>
                    </p:nvPicPr>
                    <p:blipFill>
                      <a:blip r:embed="rId25">
                        <a:clrChange>
                          <a:clrFrom>
                            <a:srgbClr val="000000"/>
                          </a:clrFrom>
                          <a:clrTo>
                            <a:srgbClr val="000000"/>
                          </a:clrTo>
                        </a:clrChange>
                      </a:blip>
                      <a:stretch>
                        <a:fillRect/>
                      </a:stretch>
                    </p:blipFill>
                    <p:spPr>
                      <a:xfrm>
                        <a:off x="2946718" y="475933"/>
                        <a:ext cx="2024062" cy="631825"/>
                      </a:xfrm>
                      <a:prstGeom prst="rect">
                        <a:avLst/>
                      </a:prstGeom>
                      <a:noFill/>
                      <a:ln w="38100">
                        <a:noFill/>
                        <a:miter/>
                      </a:ln>
                    </p:spPr>
                  </p:pic>
                </p:oleObj>
              </mc:Fallback>
            </mc:AlternateContent>
          </a:graphicData>
        </a:graphic>
      </p:graphicFrame>
      <p:graphicFrame>
        <p:nvGraphicFramePr>
          <p:cNvPr id="299014" name="Object 6"/>
          <p:cNvGraphicFramePr>
            <a:graphicFrameLocks noChangeAspect="1"/>
          </p:cNvGraphicFramePr>
          <p:nvPr/>
        </p:nvGraphicFramePr>
        <p:xfrm>
          <a:off x="2881630" y="1085533"/>
          <a:ext cx="1728788" cy="527050"/>
        </p:xfrm>
        <a:graphic>
          <a:graphicData uri="http://schemas.openxmlformats.org/presentationml/2006/ole">
            <mc:AlternateContent xmlns:mc="http://schemas.openxmlformats.org/markup-compatibility/2006">
              <mc:Choice xmlns:v="urn:schemas-microsoft-com:vml" Requires="v">
                <p:oleObj r:id="rId26" imgW="578485" imgH="109855" progId="Equation.DSMT4">
                  <p:embed/>
                </p:oleObj>
              </mc:Choice>
              <mc:Fallback>
                <p:oleObj r:id="rId26" imgW="578485" imgH="109855" progId="Equation.DSMT4">
                  <p:embed/>
                  <p:pic>
                    <p:nvPicPr>
                      <p:cNvPr id="299014" name="Object 6"/>
                      <p:cNvPicPr/>
                      <p:nvPr/>
                    </p:nvPicPr>
                    <p:blipFill>
                      <a:blip r:embed="rId27">
                        <a:clrChange>
                          <a:clrFrom>
                            <a:srgbClr val="000000"/>
                          </a:clrFrom>
                          <a:clrTo>
                            <a:srgbClr val="000000"/>
                          </a:clrTo>
                        </a:clrChange>
                      </a:blip>
                      <a:stretch>
                        <a:fillRect/>
                      </a:stretch>
                    </p:blipFill>
                    <p:spPr>
                      <a:xfrm>
                        <a:off x="2881630" y="1085533"/>
                        <a:ext cx="1728788" cy="527050"/>
                      </a:xfrm>
                      <a:prstGeom prst="rect">
                        <a:avLst/>
                      </a:prstGeom>
                      <a:noFill/>
                      <a:ln w="38100">
                        <a:noFill/>
                        <a:miter/>
                      </a:ln>
                    </p:spPr>
                  </p:pic>
                </p:oleObj>
              </mc:Fallback>
            </mc:AlternateContent>
          </a:graphicData>
        </a:graphic>
      </p:graphicFrame>
      <p:sp>
        <p:nvSpPr>
          <p:cNvPr id="299015" name="AutoShape 7"/>
          <p:cNvSpPr/>
          <p:nvPr/>
        </p:nvSpPr>
        <p:spPr>
          <a:xfrm rot="-5400000">
            <a:off x="2173605" y="1168083"/>
            <a:ext cx="265113" cy="576262"/>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299426" name="Object 418"/>
          <p:cNvGraphicFramePr>
            <a:graphicFrameLocks noChangeAspect="1"/>
          </p:cNvGraphicFramePr>
          <p:nvPr/>
        </p:nvGraphicFramePr>
        <p:xfrm>
          <a:off x="4948555" y="475933"/>
          <a:ext cx="1822450" cy="631825"/>
        </p:xfrm>
        <a:graphic>
          <a:graphicData uri="http://schemas.openxmlformats.org/presentationml/2006/ole">
            <mc:AlternateContent xmlns:mc="http://schemas.openxmlformats.org/markup-compatibility/2006">
              <mc:Choice xmlns:v="urn:schemas-microsoft-com:vml" Requires="v">
                <p:oleObj r:id="rId28" imgW="624840" imgH="179705" progId="Equation.DSMT4">
                  <p:embed/>
                </p:oleObj>
              </mc:Choice>
              <mc:Fallback>
                <p:oleObj r:id="rId28" imgW="624840" imgH="179705" progId="Equation.DSMT4">
                  <p:embed/>
                  <p:pic>
                    <p:nvPicPr>
                      <p:cNvPr id="299426" name="Object 418"/>
                      <p:cNvPicPr/>
                      <p:nvPr/>
                    </p:nvPicPr>
                    <p:blipFill>
                      <a:blip r:embed="rId29">
                        <a:clrChange>
                          <a:clrFrom>
                            <a:srgbClr val="000000"/>
                          </a:clrFrom>
                          <a:clrTo>
                            <a:srgbClr val="000000"/>
                          </a:clrTo>
                        </a:clrChange>
                      </a:blip>
                      <a:stretch>
                        <a:fillRect/>
                      </a:stretch>
                    </p:blipFill>
                    <p:spPr>
                      <a:xfrm>
                        <a:off x="4948555" y="475933"/>
                        <a:ext cx="1822450" cy="6318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9229"/>
                                        </p:tgtEl>
                                        <p:attrNameLst>
                                          <p:attrName>style.visibility</p:attrName>
                                        </p:attrNameLst>
                                      </p:cBhvr>
                                      <p:to>
                                        <p:strVal val="visible"/>
                                      </p:to>
                                    </p:set>
                                    <p:animEffect transition="in" filter="blinds(horizontal)">
                                      <p:cBhvr>
                                        <p:cTn id="7" dur="500"/>
                                        <p:tgtEl>
                                          <p:spTgt spid="29922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99231"/>
                                        </p:tgtEl>
                                        <p:attrNameLst>
                                          <p:attrName>style.visibility</p:attrName>
                                        </p:attrNameLst>
                                      </p:cBhvr>
                                      <p:to>
                                        <p:strVal val="visible"/>
                                      </p:to>
                                    </p:set>
                                    <p:animEffect transition="in" filter="blinds(horizontal)">
                                      <p:cBhvr>
                                        <p:cTn id="11" dur="500"/>
                                        <p:tgtEl>
                                          <p:spTgt spid="29923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99417"/>
                                        </p:tgtEl>
                                        <p:attrNameLst>
                                          <p:attrName>style.visibility</p:attrName>
                                        </p:attrNameLst>
                                      </p:cBhvr>
                                      <p:to>
                                        <p:strVal val="visible"/>
                                      </p:to>
                                    </p:set>
                                    <p:animEffect transition="in" filter="blinds(horizontal)">
                                      <p:cBhvr>
                                        <p:cTn id="16" dur="500"/>
                                        <p:tgtEl>
                                          <p:spTgt spid="2994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99420"/>
                                        </p:tgtEl>
                                        <p:attrNameLst>
                                          <p:attrName>style.visibility</p:attrName>
                                        </p:attrNameLst>
                                      </p:cBhvr>
                                      <p:to>
                                        <p:strVal val="visible"/>
                                      </p:to>
                                    </p:set>
                                    <p:animEffect transition="in" filter="blinds(horizontal)">
                                      <p:cBhvr>
                                        <p:cTn id="21" dur="500"/>
                                        <p:tgtEl>
                                          <p:spTgt spid="299420"/>
                                        </p:tgtEl>
                                      </p:cBhvr>
                                    </p:animEffect>
                                  </p:childTnLst>
                                </p:cTn>
                              </p:par>
                              <p:par>
                                <p:cTn id="22" presetID="3" presetClass="entr" presetSubtype="10" fill="hold" nodeType="withEffect">
                                  <p:stCondLst>
                                    <p:cond delay="0"/>
                                  </p:stCondLst>
                                  <p:childTnLst>
                                    <p:set>
                                      <p:cBhvr>
                                        <p:cTn id="23" dur="1" fill="hold">
                                          <p:stCondLst>
                                            <p:cond delay="0"/>
                                          </p:stCondLst>
                                        </p:cTn>
                                        <p:tgtEl>
                                          <p:spTgt spid="299416"/>
                                        </p:tgtEl>
                                        <p:attrNameLst>
                                          <p:attrName>style.visibility</p:attrName>
                                        </p:attrNameLst>
                                      </p:cBhvr>
                                      <p:to>
                                        <p:strVal val="visible"/>
                                      </p:to>
                                    </p:set>
                                    <p:animEffect transition="in" filter="blinds(horizontal)">
                                      <p:cBhvr>
                                        <p:cTn id="24" dur="500"/>
                                        <p:tgtEl>
                                          <p:spTgt spid="29941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99419"/>
                                        </p:tgtEl>
                                        <p:attrNameLst>
                                          <p:attrName>style.visibility</p:attrName>
                                        </p:attrNameLst>
                                      </p:cBhvr>
                                      <p:to>
                                        <p:strVal val="visible"/>
                                      </p:to>
                                    </p:set>
                                    <p:animEffect transition="in" filter="blinds(horizontal)">
                                      <p:cBhvr>
                                        <p:cTn id="29" dur="500"/>
                                        <p:tgtEl>
                                          <p:spTgt spid="299419"/>
                                        </p:tgtEl>
                                      </p:cBhvr>
                                    </p:animEffect>
                                  </p:childTnLst>
                                </p:cTn>
                              </p:par>
                              <p:par>
                                <p:cTn id="30" presetID="3" presetClass="entr" presetSubtype="10" fill="hold" nodeType="withEffect">
                                  <p:stCondLst>
                                    <p:cond delay="0"/>
                                  </p:stCondLst>
                                  <p:childTnLst>
                                    <p:set>
                                      <p:cBhvr>
                                        <p:cTn id="31" dur="1" fill="hold">
                                          <p:stCondLst>
                                            <p:cond delay="0"/>
                                          </p:stCondLst>
                                        </p:cTn>
                                        <p:tgtEl>
                                          <p:spTgt spid="299418"/>
                                        </p:tgtEl>
                                        <p:attrNameLst>
                                          <p:attrName>style.visibility</p:attrName>
                                        </p:attrNameLst>
                                      </p:cBhvr>
                                      <p:to>
                                        <p:strVal val="visible"/>
                                      </p:to>
                                    </p:set>
                                    <p:animEffect transition="in" filter="blinds(horizontal)">
                                      <p:cBhvr>
                                        <p:cTn id="32" dur="500"/>
                                        <p:tgtEl>
                                          <p:spTgt spid="2994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99421"/>
                                        </p:tgtEl>
                                        <p:attrNameLst>
                                          <p:attrName>style.visibility</p:attrName>
                                        </p:attrNameLst>
                                      </p:cBhvr>
                                      <p:to>
                                        <p:strVal val="visible"/>
                                      </p:to>
                                    </p:set>
                                    <p:animEffect transition="in" filter="blinds(horizontal)">
                                      <p:cBhvr>
                                        <p:cTn id="37" dur="500"/>
                                        <p:tgtEl>
                                          <p:spTgt spid="299421"/>
                                        </p:tgtEl>
                                      </p:cBhvr>
                                    </p:animEffect>
                                  </p:childTnLst>
                                </p:cTn>
                              </p:par>
                              <p:par>
                                <p:cTn id="38" presetID="3" presetClass="entr" presetSubtype="10" fill="hold" nodeType="withEffect">
                                  <p:stCondLst>
                                    <p:cond delay="0"/>
                                  </p:stCondLst>
                                  <p:childTnLst>
                                    <p:set>
                                      <p:cBhvr>
                                        <p:cTn id="39" dur="1" fill="hold">
                                          <p:stCondLst>
                                            <p:cond delay="0"/>
                                          </p:stCondLst>
                                        </p:cTn>
                                        <p:tgtEl>
                                          <p:spTgt spid="299230"/>
                                        </p:tgtEl>
                                        <p:attrNameLst>
                                          <p:attrName>style.visibility</p:attrName>
                                        </p:attrNameLst>
                                      </p:cBhvr>
                                      <p:to>
                                        <p:strVal val="visible"/>
                                      </p:to>
                                    </p:set>
                                    <p:animEffect transition="in" filter="blinds(horizontal)">
                                      <p:cBhvr>
                                        <p:cTn id="40" dur="500"/>
                                        <p:tgtEl>
                                          <p:spTgt spid="29923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99012"/>
                                        </p:tgtEl>
                                        <p:attrNameLst>
                                          <p:attrName>style.visibility</p:attrName>
                                        </p:attrNameLst>
                                      </p:cBhvr>
                                      <p:to>
                                        <p:strVal val="visible"/>
                                      </p:to>
                                    </p:set>
                                    <p:animEffect transition="in" filter="blinds(horizontal)">
                                      <p:cBhvr>
                                        <p:cTn id="45" dur="500"/>
                                        <p:tgtEl>
                                          <p:spTgt spid="299012"/>
                                        </p:tgtEl>
                                      </p:cBhvr>
                                    </p:animEffect>
                                  </p:childTnLst>
                                </p:cTn>
                              </p:par>
                              <p:par>
                                <p:cTn id="46" presetID="3" presetClass="entr" presetSubtype="10" fill="hold" nodeType="withEffect">
                                  <p:stCondLst>
                                    <p:cond delay="0"/>
                                  </p:stCondLst>
                                  <p:childTnLst>
                                    <p:set>
                                      <p:cBhvr>
                                        <p:cTn id="47" dur="1" fill="hold">
                                          <p:stCondLst>
                                            <p:cond delay="0"/>
                                          </p:stCondLst>
                                        </p:cTn>
                                        <p:tgtEl>
                                          <p:spTgt spid="299013"/>
                                        </p:tgtEl>
                                        <p:attrNameLst>
                                          <p:attrName>style.visibility</p:attrName>
                                        </p:attrNameLst>
                                      </p:cBhvr>
                                      <p:to>
                                        <p:strVal val="visible"/>
                                      </p:to>
                                    </p:set>
                                    <p:animEffect transition="in" filter="blinds(horizontal)">
                                      <p:cBhvr>
                                        <p:cTn id="48" dur="500"/>
                                        <p:tgtEl>
                                          <p:spTgt spid="299013"/>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299426"/>
                                        </p:tgtEl>
                                        <p:attrNameLst>
                                          <p:attrName>style.visibility</p:attrName>
                                        </p:attrNameLst>
                                      </p:cBhvr>
                                      <p:to>
                                        <p:strVal val="visible"/>
                                      </p:to>
                                    </p:set>
                                    <p:animEffect transition="in" filter="blinds(horizontal)">
                                      <p:cBhvr>
                                        <p:cTn id="53" dur="500"/>
                                        <p:tgtEl>
                                          <p:spTgt spid="29942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99015"/>
                                        </p:tgtEl>
                                        <p:attrNameLst>
                                          <p:attrName>style.visibility</p:attrName>
                                        </p:attrNameLst>
                                      </p:cBhvr>
                                      <p:to>
                                        <p:strVal val="visible"/>
                                      </p:to>
                                    </p:set>
                                    <p:animEffect transition="in" filter="blinds(horizontal)">
                                      <p:cBhvr>
                                        <p:cTn id="58" dur="500"/>
                                        <p:tgtEl>
                                          <p:spTgt spid="299015"/>
                                        </p:tgtEl>
                                      </p:cBhvr>
                                    </p:animEffect>
                                  </p:childTnLst>
                                </p:cTn>
                              </p:par>
                              <p:par>
                                <p:cTn id="59" presetID="3" presetClass="entr" presetSubtype="10" fill="hold" nodeType="withEffect">
                                  <p:stCondLst>
                                    <p:cond delay="0"/>
                                  </p:stCondLst>
                                  <p:childTnLst>
                                    <p:set>
                                      <p:cBhvr>
                                        <p:cTn id="60" dur="1" fill="hold">
                                          <p:stCondLst>
                                            <p:cond delay="0"/>
                                          </p:stCondLst>
                                        </p:cTn>
                                        <p:tgtEl>
                                          <p:spTgt spid="299014"/>
                                        </p:tgtEl>
                                        <p:attrNameLst>
                                          <p:attrName>style.visibility</p:attrName>
                                        </p:attrNameLst>
                                      </p:cBhvr>
                                      <p:to>
                                        <p:strVal val="visible"/>
                                      </p:to>
                                    </p:set>
                                    <p:animEffect transition="in" filter="blinds(horizontal)">
                                      <p:cBhvr>
                                        <p:cTn id="61" dur="500"/>
                                        <p:tgtEl>
                                          <p:spTgt spid="299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229" grpId="0"/>
      <p:bldP spid="299417" grpId="0"/>
      <p:bldP spid="299419" grpId="0"/>
      <p:bldP spid="299420" grpId="0"/>
      <p:bldP spid="2990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4132" name="Picture 4"/>
          <p:cNvPicPr>
            <a:picLocks noChangeAspect="1"/>
          </p:cNvPicPr>
          <p:nvPr/>
        </p:nvPicPr>
        <p:blipFill>
          <a:blip r:embed="rId2"/>
          <a:stretch>
            <a:fillRect/>
          </a:stretch>
        </p:blipFill>
        <p:spPr>
          <a:xfrm>
            <a:off x="1835150" y="1711643"/>
            <a:ext cx="6048375" cy="1312862"/>
          </a:xfrm>
          <a:prstGeom prst="rect">
            <a:avLst/>
          </a:prstGeom>
          <a:noFill/>
          <a:ln w="9525">
            <a:noFill/>
          </a:ln>
        </p:spPr>
      </p:pic>
      <p:sp>
        <p:nvSpPr>
          <p:cNvPr id="304135" name="Rectangle 7"/>
          <p:cNvSpPr>
            <a:spLocks noRot="1"/>
          </p:cNvSpPr>
          <p:nvPr/>
        </p:nvSpPr>
        <p:spPr>
          <a:xfrm>
            <a:off x="323850" y="632143"/>
            <a:ext cx="8424863" cy="9366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00"/>
                </a:solidFill>
              </a:rPr>
              <a:t>The total charge of the body after polarization must remain </a:t>
            </a:r>
            <a:r>
              <a:rPr lang="en-US" altLang="zh-CN" sz="2800" b="1" dirty="0">
                <a:solidFill>
                  <a:srgbClr val="FF0000"/>
                </a:solidFill>
              </a:rPr>
              <a:t>zero </a:t>
            </a:r>
          </a:p>
        </p:txBody>
      </p:sp>
      <p:pic>
        <p:nvPicPr>
          <p:cNvPr id="409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3662" y="556577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4135"/>
                                        </p:tgtEl>
                                        <p:attrNameLst>
                                          <p:attrName>style.visibility</p:attrName>
                                        </p:attrNameLst>
                                      </p:cBhvr>
                                      <p:to>
                                        <p:strVal val="visible"/>
                                      </p:to>
                                    </p:set>
                                    <p:animEffect transition="in" filter="dissolve">
                                      <p:cBhvr>
                                        <p:cTn id="7" dur="500"/>
                                        <p:tgtEl>
                                          <p:spTgt spid="30413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04132"/>
                                        </p:tgtEl>
                                        <p:attrNameLst>
                                          <p:attrName>style.visibility</p:attrName>
                                        </p:attrNameLst>
                                      </p:cBhvr>
                                      <p:to>
                                        <p:strVal val="visible"/>
                                      </p:to>
                                    </p:set>
                                    <p:anim calcmode="lin" valueType="num">
                                      <p:cBhvr>
                                        <p:cTn id="12" dur="500" fill="hold"/>
                                        <p:tgtEl>
                                          <p:spTgt spid="304132"/>
                                        </p:tgtEl>
                                        <p:attrNameLst>
                                          <p:attrName>ppt_w</p:attrName>
                                        </p:attrNameLst>
                                      </p:cBhvr>
                                      <p:tavLst>
                                        <p:tav tm="0">
                                          <p:val>
                                            <p:fltVal val="0"/>
                                          </p:val>
                                        </p:tav>
                                        <p:tav tm="100000">
                                          <p:val>
                                            <p:strVal val="#ppt_w"/>
                                          </p:val>
                                        </p:tav>
                                      </p:tavLst>
                                    </p:anim>
                                    <p:anim calcmode="lin" valueType="num">
                                      <p:cBhvr>
                                        <p:cTn id="13" dur="500" fill="hold"/>
                                        <p:tgtEl>
                                          <p:spTgt spid="3041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p:nvPr/>
        </p:nvSpPr>
        <p:spPr>
          <a:xfrm>
            <a:off x="76200" y="3273425"/>
            <a:ext cx="7620000" cy="1066800"/>
          </a:xfrm>
          <a:prstGeom prst="rect">
            <a:avLst/>
          </a:prstGeom>
          <a:noFill/>
          <a:ln w="12699">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10276" name="Object 4"/>
          <p:cNvGraphicFramePr>
            <a:graphicFrameLocks noChangeAspect="1"/>
          </p:cNvGraphicFramePr>
          <p:nvPr/>
        </p:nvGraphicFramePr>
        <p:xfrm>
          <a:off x="684213" y="2997200"/>
          <a:ext cx="3090862" cy="896938"/>
        </p:xfrm>
        <a:graphic>
          <a:graphicData uri="http://schemas.openxmlformats.org/presentationml/2006/ole">
            <mc:AlternateContent xmlns:mc="http://schemas.openxmlformats.org/markup-compatibility/2006">
              <mc:Choice xmlns:v="urn:schemas-microsoft-com:vml" Requires="v">
                <p:oleObj r:id="rId2" imgW="1325245" imgH="283845" progId="Equation.DSMT4">
                  <p:embed/>
                </p:oleObj>
              </mc:Choice>
              <mc:Fallback>
                <p:oleObj r:id="rId2" imgW="1325245" imgH="283845" progId="Equation.DSMT4">
                  <p:embed/>
                  <p:pic>
                    <p:nvPicPr>
                      <p:cNvPr id="310276" name="Object 4"/>
                      <p:cNvPicPr/>
                      <p:nvPr/>
                    </p:nvPicPr>
                    <p:blipFill>
                      <a:blip r:embed="rId3">
                        <a:clrChange>
                          <a:clrFrom>
                            <a:srgbClr val="000000"/>
                          </a:clrFrom>
                          <a:clrTo>
                            <a:srgbClr val="000000"/>
                          </a:clrTo>
                        </a:clrChange>
                      </a:blip>
                      <a:stretch>
                        <a:fillRect/>
                      </a:stretch>
                    </p:blipFill>
                    <p:spPr>
                      <a:xfrm>
                        <a:off x="684213" y="2997200"/>
                        <a:ext cx="3090862" cy="896938"/>
                      </a:xfrm>
                      <a:prstGeom prst="rect">
                        <a:avLst/>
                      </a:prstGeom>
                      <a:noFill/>
                      <a:ln w="38100">
                        <a:noFill/>
                        <a:miter/>
                      </a:ln>
                    </p:spPr>
                  </p:pic>
                </p:oleObj>
              </mc:Fallback>
            </mc:AlternateContent>
          </a:graphicData>
        </a:graphic>
      </p:graphicFrame>
      <p:graphicFrame>
        <p:nvGraphicFramePr>
          <p:cNvPr id="310277" name="Object 5"/>
          <p:cNvGraphicFramePr>
            <a:graphicFrameLocks noChangeAspect="1"/>
          </p:cNvGraphicFramePr>
          <p:nvPr/>
        </p:nvGraphicFramePr>
        <p:xfrm>
          <a:off x="5137150" y="3014663"/>
          <a:ext cx="2171700" cy="558800"/>
        </p:xfrm>
        <a:graphic>
          <a:graphicData uri="http://schemas.openxmlformats.org/presentationml/2006/ole">
            <mc:AlternateContent xmlns:mc="http://schemas.openxmlformats.org/markup-compatibility/2006">
              <mc:Choice xmlns:v="urn:schemas-microsoft-com:vml" Requires="v">
                <p:oleObj r:id="rId4" imgW="873760" imgH="127635" progId="Equation.DSMT4">
                  <p:embed/>
                </p:oleObj>
              </mc:Choice>
              <mc:Fallback>
                <p:oleObj r:id="rId4" imgW="873760" imgH="127635" progId="Equation.DSMT4">
                  <p:embed/>
                  <p:pic>
                    <p:nvPicPr>
                      <p:cNvPr id="310277" name="Object 5"/>
                      <p:cNvPicPr/>
                      <p:nvPr/>
                    </p:nvPicPr>
                    <p:blipFill>
                      <a:blip r:embed="rId5">
                        <a:clrChange>
                          <a:clrFrom>
                            <a:srgbClr val="000000"/>
                          </a:clrFrom>
                          <a:clrTo>
                            <a:srgbClr val="000000"/>
                          </a:clrTo>
                        </a:clrChange>
                      </a:blip>
                      <a:stretch>
                        <a:fillRect/>
                      </a:stretch>
                    </p:blipFill>
                    <p:spPr>
                      <a:xfrm>
                        <a:off x="5137150" y="3014663"/>
                        <a:ext cx="2171700" cy="558800"/>
                      </a:xfrm>
                      <a:prstGeom prst="rect">
                        <a:avLst/>
                      </a:prstGeom>
                      <a:noFill/>
                      <a:ln w="38100">
                        <a:noFill/>
                        <a:miter/>
                      </a:ln>
                    </p:spPr>
                  </p:pic>
                </p:oleObj>
              </mc:Fallback>
            </mc:AlternateContent>
          </a:graphicData>
        </a:graphic>
      </p:graphicFrame>
      <p:sp>
        <p:nvSpPr>
          <p:cNvPr id="310278" name="AutoShape 6"/>
          <p:cNvSpPr/>
          <p:nvPr/>
        </p:nvSpPr>
        <p:spPr>
          <a:xfrm>
            <a:off x="4140200" y="3213100"/>
            <a:ext cx="719138" cy="288925"/>
          </a:xfrm>
          <a:prstGeom prst="rightArrow">
            <a:avLst>
              <a:gd name="adj1" fmla="val 50000"/>
              <a:gd name="adj2" fmla="val 62225"/>
            </a:avLst>
          </a:prstGeom>
          <a:solidFill>
            <a:srgbClr val="FFCC99"/>
          </a:solidFill>
          <a:ln w="222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10279" name="Rectangle 7"/>
          <p:cNvSpPr/>
          <p:nvPr/>
        </p:nvSpPr>
        <p:spPr>
          <a:xfrm>
            <a:off x="250825" y="1484313"/>
            <a:ext cx="8569325" cy="1223962"/>
          </a:xfrm>
          <a:prstGeom prst="rect">
            <a:avLst/>
          </a:prstGeom>
          <a:noFill/>
          <a:ln w="9525">
            <a:noFill/>
          </a:ln>
        </p:spPr>
        <p:txBody>
          <a:bodyPr/>
          <a:lstStyle/>
          <a:p>
            <a:pPr marL="342900" indent="-342900" eaLnBrk="1" hangingPunct="1"/>
            <a:r>
              <a:rPr lang="en-US" altLang="zh-CN" sz="2400" b="1" dirty="0">
                <a:solidFill>
                  <a:srgbClr val="000000"/>
                </a:solidFill>
                <a:latin typeface="Times New Roman" panose="02020603050405020304" pitchFamily="18" charset="0"/>
                <a:ea typeface="楷体_GB2312" pitchFamily="49" charset="-122"/>
              </a:rPr>
              <a:t>Q:</a:t>
            </a:r>
            <a:r>
              <a:rPr lang="en-US" altLang="zh-CN" sz="2000" b="1" dirty="0">
                <a:solidFill>
                  <a:srgbClr val="000000"/>
                </a:solidFill>
                <a:latin typeface="Arial" panose="020B0604020202020204" pitchFamily="34" charset="0"/>
                <a:ea typeface="楷体_GB2312" pitchFamily="49" charset="-122"/>
              </a:rPr>
              <a:t>When there is a medium in space, the polarization charge will generate an additional electric field, which affects the total electric field distribution. When calculate the total field, is it necessary to calculate the additional electric field in advance. </a:t>
            </a:r>
          </a:p>
        </p:txBody>
      </p:sp>
      <p:sp>
        <p:nvSpPr>
          <p:cNvPr id="310280" name="Rectangle 8"/>
          <p:cNvSpPr/>
          <p:nvPr/>
        </p:nvSpPr>
        <p:spPr>
          <a:xfrm>
            <a:off x="250825" y="1484313"/>
            <a:ext cx="8642350" cy="1439862"/>
          </a:xfrm>
          <a:prstGeom prst="rect">
            <a:avLst/>
          </a:prstGeom>
          <a:noFill/>
          <a:ln w="28575" cap="flat" cmpd="sng">
            <a:solidFill>
              <a:srgbClr val="0000CC"/>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10281" name="Object 9"/>
          <p:cNvGraphicFramePr>
            <a:graphicFrameLocks noChangeAspect="1"/>
          </p:cNvGraphicFramePr>
          <p:nvPr/>
        </p:nvGraphicFramePr>
        <p:xfrm>
          <a:off x="5157788" y="3617913"/>
          <a:ext cx="2151062" cy="531812"/>
        </p:xfrm>
        <a:graphic>
          <a:graphicData uri="http://schemas.openxmlformats.org/presentationml/2006/ole">
            <mc:AlternateContent xmlns:mc="http://schemas.openxmlformats.org/markup-compatibility/2006">
              <mc:Choice xmlns:v="urn:schemas-microsoft-com:vml" Requires="v">
                <p:oleObj r:id="rId6" imgW="966470" imgH="139065" progId="Equation.DSMT4">
                  <p:embed/>
                </p:oleObj>
              </mc:Choice>
              <mc:Fallback>
                <p:oleObj r:id="rId6" imgW="966470" imgH="139065" progId="Equation.DSMT4">
                  <p:embed/>
                  <p:pic>
                    <p:nvPicPr>
                      <p:cNvPr id="310281" name="Object 9"/>
                      <p:cNvPicPr/>
                      <p:nvPr/>
                    </p:nvPicPr>
                    <p:blipFill>
                      <a:blip r:embed="rId7">
                        <a:clrChange>
                          <a:clrFrom>
                            <a:srgbClr val="000000"/>
                          </a:clrFrom>
                          <a:clrTo>
                            <a:srgbClr val="000000"/>
                          </a:clrTo>
                        </a:clrChange>
                      </a:blip>
                      <a:stretch>
                        <a:fillRect/>
                      </a:stretch>
                    </p:blipFill>
                    <p:spPr>
                      <a:xfrm>
                        <a:off x="5157788" y="3617913"/>
                        <a:ext cx="2151062" cy="531812"/>
                      </a:xfrm>
                      <a:prstGeom prst="rect">
                        <a:avLst/>
                      </a:prstGeom>
                      <a:noFill/>
                      <a:ln w="38100">
                        <a:noFill/>
                        <a:miter/>
                      </a:ln>
                    </p:spPr>
                  </p:pic>
                </p:oleObj>
              </mc:Fallback>
            </mc:AlternateContent>
          </a:graphicData>
        </a:graphic>
      </p:graphicFrame>
      <p:graphicFrame>
        <p:nvGraphicFramePr>
          <p:cNvPr id="310282" name="Object 10"/>
          <p:cNvGraphicFramePr>
            <a:graphicFrameLocks noChangeAspect="1"/>
          </p:cNvGraphicFramePr>
          <p:nvPr/>
        </p:nvGraphicFramePr>
        <p:xfrm>
          <a:off x="5200650" y="4192588"/>
          <a:ext cx="2035175" cy="531812"/>
        </p:xfrm>
        <a:graphic>
          <a:graphicData uri="http://schemas.openxmlformats.org/presentationml/2006/ole">
            <mc:AlternateContent xmlns:mc="http://schemas.openxmlformats.org/markup-compatibility/2006">
              <mc:Choice xmlns:v="urn:schemas-microsoft-com:vml" Requires="v">
                <p:oleObj r:id="rId8" imgW="908685" imgH="139065" progId="Equation.DSMT4">
                  <p:embed/>
                </p:oleObj>
              </mc:Choice>
              <mc:Fallback>
                <p:oleObj r:id="rId8" imgW="908685" imgH="139065" progId="Equation.DSMT4">
                  <p:embed/>
                  <p:pic>
                    <p:nvPicPr>
                      <p:cNvPr id="310282" name="Object 10"/>
                      <p:cNvPicPr/>
                      <p:nvPr/>
                    </p:nvPicPr>
                    <p:blipFill>
                      <a:blip r:embed="rId9">
                        <a:clrChange>
                          <a:clrFrom>
                            <a:srgbClr val="000000"/>
                          </a:clrFrom>
                          <a:clrTo>
                            <a:srgbClr val="000000"/>
                          </a:clrTo>
                        </a:clrChange>
                      </a:blip>
                      <a:stretch>
                        <a:fillRect/>
                      </a:stretch>
                    </p:blipFill>
                    <p:spPr>
                      <a:xfrm>
                        <a:off x="5200650" y="4192588"/>
                        <a:ext cx="2035175" cy="531812"/>
                      </a:xfrm>
                      <a:prstGeom prst="rect">
                        <a:avLst/>
                      </a:prstGeom>
                      <a:noFill/>
                      <a:ln w="38100">
                        <a:noFill/>
                        <a:miter/>
                      </a:ln>
                    </p:spPr>
                  </p:pic>
                </p:oleObj>
              </mc:Fallback>
            </mc:AlternateContent>
          </a:graphicData>
        </a:graphic>
      </p:graphicFrame>
      <p:graphicFrame>
        <p:nvGraphicFramePr>
          <p:cNvPr id="310283" name="Object 11"/>
          <p:cNvGraphicFramePr>
            <a:graphicFrameLocks noChangeAspect="1"/>
          </p:cNvGraphicFramePr>
          <p:nvPr/>
        </p:nvGraphicFramePr>
        <p:xfrm>
          <a:off x="3203575" y="4652963"/>
          <a:ext cx="1871663" cy="519112"/>
        </p:xfrm>
        <a:graphic>
          <a:graphicData uri="http://schemas.openxmlformats.org/presentationml/2006/ole">
            <mc:AlternateContent xmlns:mc="http://schemas.openxmlformats.org/markup-compatibility/2006">
              <mc:Choice xmlns:v="urn:schemas-microsoft-com:vml" Requires="v">
                <p:oleObj r:id="rId10" imgW="613410" imgH="127635" progId="Equation.DSMT4">
                  <p:embed/>
                </p:oleObj>
              </mc:Choice>
              <mc:Fallback>
                <p:oleObj r:id="rId10" imgW="613410" imgH="127635" progId="Equation.DSMT4">
                  <p:embed/>
                  <p:pic>
                    <p:nvPicPr>
                      <p:cNvPr id="310283" name="Object 11"/>
                      <p:cNvPicPr/>
                      <p:nvPr/>
                    </p:nvPicPr>
                    <p:blipFill>
                      <a:blip r:embed="rId11">
                        <a:clrChange>
                          <a:clrFrom>
                            <a:srgbClr val="000000"/>
                          </a:clrFrom>
                          <a:clrTo>
                            <a:srgbClr val="000000"/>
                          </a:clrTo>
                        </a:clrChange>
                      </a:blip>
                      <a:stretch>
                        <a:fillRect/>
                      </a:stretch>
                    </p:blipFill>
                    <p:spPr>
                      <a:xfrm>
                        <a:off x="3203575" y="4652963"/>
                        <a:ext cx="1871663" cy="519112"/>
                      </a:xfrm>
                      <a:prstGeom prst="rect">
                        <a:avLst/>
                      </a:prstGeom>
                      <a:noFill/>
                      <a:ln w="38100">
                        <a:noFill/>
                        <a:miter/>
                      </a:ln>
                    </p:spPr>
                  </p:pic>
                </p:oleObj>
              </mc:Fallback>
            </mc:AlternateContent>
          </a:graphicData>
        </a:graphic>
      </p:graphicFrame>
      <p:sp>
        <p:nvSpPr>
          <p:cNvPr id="310284" name="Rectangle 12"/>
          <p:cNvSpPr/>
          <p:nvPr/>
        </p:nvSpPr>
        <p:spPr>
          <a:xfrm>
            <a:off x="468313" y="4508500"/>
            <a:ext cx="2987675" cy="9366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None/>
            </a:pPr>
            <a:r>
              <a:rPr lang="en-US" altLang="zh-CN" sz="2000" b="1" dirty="0">
                <a:solidFill>
                  <a:srgbClr val="000000"/>
                </a:solidFill>
                <a:latin typeface="Times New Roman" panose="02020603050405020304" pitchFamily="18" charset="0"/>
                <a:ea typeface="楷体_GB2312" pitchFamily="49" charset="-122"/>
              </a:rPr>
              <a:t>Define Electric flux density :</a:t>
            </a:r>
          </a:p>
        </p:txBody>
      </p:sp>
      <p:graphicFrame>
        <p:nvGraphicFramePr>
          <p:cNvPr id="310285" name="Object 13"/>
          <p:cNvGraphicFramePr>
            <a:graphicFrameLocks noChangeAspect="1"/>
          </p:cNvGraphicFramePr>
          <p:nvPr/>
        </p:nvGraphicFramePr>
        <p:xfrm>
          <a:off x="3203575" y="5300663"/>
          <a:ext cx="1193800" cy="573087"/>
        </p:xfrm>
        <a:graphic>
          <a:graphicData uri="http://schemas.openxmlformats.org/presentationml/2006/ole">
            <mc:AlternateContent xmlns:mc="http://schemas.openxmlformats.org/markup-compatibility/2006">
              <mc:Choice xmlns:v="urn:schemas-microsoft-com:vml" Requires="v">
                <p:oleObj r:id="rId12" imgW="492125" imgH="139065" progId="Equation.DSMT4">
                  <p:embed/>
                </p:oleObj>
              </mc:Choice>
              <mc:Fallback>
                <p:oleObj r:id="rId12" imgW="492125" imgH="139065" progId="Equation.DSMT4">
                  <p:embed/>
                  <p:pic>
                    <p:nvPicPr>
                      <p:cNvPr id="310285" name="Object 13"/>
                      <p:cNvPicPr/>
                      <p:nvPr/>
                    </p:nvPicPr>
                    <p:blipFill>
                      <a:blip r:embed="rId13">
                        <a:clrChange>
                          <a:clrFrom>
                            <a:srgbClr val="000000"/>
                          </a:clrFrom>
                          <a:clrTo>
                            <a:srgbClr val="000000"/>
                          </a:clrTo>
                        </a:clrChange>
                      </a:blip>
                      <a:stretch>
                        <a:fillRect/>
                      </a:stretch>
                    </p:blipFill>
                    <p:spPr>
                      <a:xfrm>
                        <a:off x="3203575" y="5300663"/>
                        <a:ext cx="1193800" cy="573087"/>
                      </a:xfrm>
                      <a:prstGeom prst="rect">
                        <a:avLst/>
                      </a:prstGeom>
                      <a:noFill/>
                      <a:ln w="38100">
                        <a:noFill/>
                        <a:miter/>
                      </a:ln>
                    </p:spPr>
                  </p:pic>
                </p:oleObj>
              </mc:Fallback>
            </mc:AlternateContent>
          </a:graphicData>
        </a:graphic>
      </p:graphicFrame>
      <p:sp>
        <p:nvSpPr>
          <p:cNvPr id="310286" name="Rectangle 14"/>
          <p:cNvSpPr/>
          <p:nvPr/>
        </p:nvSpPr>
        <p:spPr>
          <a:xfrm>
            <a:off x="1042988" y="5373688"/>
            <a:ext cx="11525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400" b="1" dirty="0">
                <a:solidFill>
                  <a:srgbClr val="000000"/>
                </a:solidFill>
                <a:latin typeface="Times New Roman" panose="02020603050405020304" pitchFamily="18" charset="0"/>
                <a:ea typeface="楷体_GB2312" pitchFamily="49" charset="-122"/>
              </a:rPr>
              <a:t>So</a:t>
            </a:r>
            <a:r>
              <a:rPr lang="en-US" altLang="zh-CN" sz="2400" dirty="0">
                <a:solidFill>
                  <a:srgbClr val="000000"/>
                </a:solidFill>
                <a:latin typeface="宋体" panose="02010600030101010101" pitchFamily="2" charset="-122"/>
              </a:rPr>
              <a:t> </a:t>
            </a:r>
          </a:p>
        </p:txBody>
      </p:sp>
      <p:sp>
        <p:nvSpPr>
          <p:cNvPr id="310287" name="Rectangle 15"/>
          <p:cNvSpPr/>
          <p:nvPr/>
        </p:nvSpPr>
        <p:spPr>
          <a:xfrm>
            <a:off x="5292725" y="4652963"/>
            <a:ext cx="2160588" cy="5746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None/>
            </a:pPr>
            <a:r>
              <a:rPr lang="en-US" altLang="zh-CN" sz="2400" b="1" dirty="0">
                <a:solidFill>
                  <a:srgbClr val="000000"/>
                </a:solidFill>
                <a:latin typeface="Times New Roman" panose="02020603050405020304" pitchFamily="18" charset="0"/>
                <a:ea typeface="楷体_GB2312" pitchFamily="49" charset="-122"/>
              </a:rPr>
              <a:t>Unit</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幼圆" panose="02010509060101010101" pitchFamily="49" charset="-122"/>
              </a:rPr>
              <a:t>C/m</a:t>
            </a:r>
            <a:r>
              <a:rPr lang="en-US" altLang="zh-CN" sz="2400" b="1" baseline="30000" dirty="0">
                <a:solidFill>
                  <a:srgbClr val="000000"/>
                </a:solidFill>
                <a:latin typeface="Times New Roman" panose="02020603050405020304" pitchFamily="18" charset="0"/>
                <a:ea typeface="幼圆" panose="02010509060101010101" pitchFamily="49" charset="-122"/>
              </a:rPr>
              <a:t>2</a:t>
            </a:r>
            <a:r>
              <a:rPr lang="en-US" altLang="zh-CN" sz="2400" b="1" baseline="30000" dirty="0">
                <a:solidFill>
                  <a:schemeClr val="bg1"/>
                </a:solidFill>
                <a:latin typeface="Times New Roman" panose="02020603050405020304" pitchFamily="18" charset="0"/>
                <a:ea typeface="幼圆" panose="02010509060101010101" pitchFamily="49" charset="-122"/>
              </a:rPr>
              <a:t> </a:t>
            </a:r>
            <a:endParaRPr lang="en-US" altLang="zh-CN" sz="2400" b="1" dirty="0">
              <a:solidFill>
                <a:schemeClr val="bg1"/>
              </a:solidFill>
              <a:latin typeface="Times New Roman" panose="02020603050405020304" pitchFamily="18" charset="0"/>
              <a:ea typeface="楷体_GB2312" pitchFamily="49" charset="-122"/>
            </a:endParaRPr>
          </a:p>
        </p:txBody>
      </p:sp>
      <p:sp>
        <p:nvSpPr>
          <p:cNvPr id="310288" name="Text Box 16"/>
          <p:cNvSpPr txBox="1"/>
          <p:nvPr/>
        </p:nvSpPr>
        <p:spPr>
          <a:xfrm>
            <a:off x="5794375" y="5157788"/>
            <a:ext cx="3241675" cy="1698625"/>
          </a:xfrm>
          <a:prstGeom prst="rect">
            <a:avLst/>
          </a:prstGeom>
          <a:noFill/>
          <a:ln w="19050" cap="flat" cmpd="sng">
            <a:solidFill>
              <a:srgbClr val="FF0000"/>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1600" b="1" dirty="0">
                <a:solidFill>
                  <a:srgbClr val="000000"/>
                </a:solidFill>
                <a:ea typeface="楷体_GB2312" pitchFamily="49" charset="-122"/>
              </a:rPr>
              <a:t>The total outward flux of the electric flux density over any closed surface is equal to the total free charge enclosed in the surface</a:t>
            </a:r>
          </a:p>
        </p:txBody>
      </p:sp>
      <p:sp>
        <p:nvSpPr>
          <p:cNvPr id="310289" name="Line 17"/>
          <p:cNvSpPr/>
          <p:nvPr/>
        </p:nvSpPr>
        <p:spPr>
          <a:xfrm flipH="1">
            <a:off x="4500563" y="5300663"/>
            <a:ext cx="1296987" cy="720725"/>
          </a:xfrm>
          <a:prstGeom prst="line">
            <a:avLst/>
          </a:prstGeom>
          <a:ln w="22225" cap="flat" cmpd="sng">
            <a:solidFill>
              <a:srgbClr val="FF0000"/>
            </a:solidFill>
            <a:prstDash val="dash"/>
            <a:headEnd type="none" w="med" len="med"/>
            <a:tailEnd type="triangle" w="med" len="med"/>
          </a:ln>
        </p:spPr>
        <p:txBody>
          <a:bodyPr/>
          <a:lstStyle/>
          <a:p>
            <a:endParaRPr lang="zh-CN" altLang="en-US"/>
          </a:p>
        </p:txBody>
      </p:sp>
      <p:grpSp>
        <p:nvGrpSpPr>
          <p:cNvPr id="310290" name="Group 18"/>
          <p:cNvGrpSpPr/>
          <p:nvPr/>
        </p:nvGrpSpPr>
        <p:grpSpPr>
          <a:xfrm>
            <a:off x="468313" y="5838825"/>
            <a:ext cx="5065712" cy="614363"/>
            <a:chOff x="113" y="2432"/>
            <a:chExt cx="3191" cy="387"/>
          </a:xfrm>
        </p:grpSpPr>
        <p:graphicFrame>
          <p:nvGraphicFramePr>
            <p:cNvPr id="71700" name="Object 19"/>
            <p:cNvGraphicFramePr>
              <a:graphicFrameLocks noChangeAspect="1"/>
            </p:cNvGraphicFramePr>
            <p:nvPr/>
          </p:nvGraphicFramePr>
          <p:xfrm>
            <a:off x="1730" y="2432"/>
            <a:ext cx="1574" cy="387"/>
          </p:xfrm>
          <a:graphic>
            <a:graphicData uri="http://schemas.openxmlformats.org/presentationml/2006/ole">
              <mc:AlternateContent xmlns:mc="http://schemas.openxmlformats.org/markup-compatibility/2006">
                <mc:Choice xmlns:v="urn:schemas-microsoft-com:vml" Requires="v">
                  <p:oleObj r:id="rId14" imgW="821690" imgH="161925" progId="Equation.DSMT4">
                    <p:embed/>
                  </p:oleObj>
                </mc:Choice>
                <mc:Fallback>
                  <p:oleObj r:id="rId14" imgW="821690" imgH="161925" progId="Equation.DSMT4">
                    <p:embed/>
                    <p:pic>
                      <p:nvPicPr>
                        <p:cNvPr id="71700" name="Object 19"/>
                        <p:cNvPicPr/>
                        <p:nvPr/>
                      </p:nvPicPr>
                      <p:blipFill>
                        <a:blip r:embed="rId15">
                          <a:clrChange>
                            <a:clrFrom>
                              <a:srgbClr val="000000"/>
                            </a:clrFrom>
                            <a:clrTo>
                              <a:srgbClr val="000000"/>
                            </a:clrTo>
                          </a:clrChange>
                        </a:blip>
                        <a:stretch>
                          <a:fillRect/>
                        </a:stretch>
                      </p:blipFill>
                      <p:spPr>
                        <a:xfrm>
                          <a:off x="1730" y="2432"/>
                          <a:ext cx="1574" cy="387"/>
                        </a:xfrm>
                        <a:prstGeom prst="rect">
                          <a:avLst/>
                        </a:prstGeom>
                        <a:noFill/>
                        <a:ln w="38100">
                          <a:noFill/>
                          <a:miter/>
                        </a:ln>
                      </p:spPr>
                    </p:pic>
                  </p:oleObj>
                </mc:Fallback>
              </mc:AlternateContent>
            </a:graphicData>
          </a:graphic>
        </p:graphicFrame>
        <p:sp>
          <p:nvSpPr>
            <p:cNvPr id="71701" name="Rectangle 20"/>
            <p:cNvSpPr/>
            <p:nvPr/>
          </p:nvSpPr>
          <p:spPr>
            <a:xfrm>
              <a:off x="113" y="2462"/>
              <a:ext cx="145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000" b="1" dirty="0">
                  <a:solidFill>
                    <a:srgbClr val="000000"/>
                  </a:solidFill>
                  <a:latin typeface="Times New Roman" panose="02020603050405020304" pitchFamily="18" charset="0"/>
                  <a:ea typeface="楷体_GB2312" pitchFamily="49" charset="-122"/>
                </a:rPr>
                <a:t>Integral form</a:t>
              </a:r>
            </a:p>
          </p:txBody>
        </p:sp>
      </p:grpSp>
      <p:sp>
        <p:nvSpPr>
          <p:cNvPr id="71698" name="Rectangle 21"/>
          <p:cNvSpPr/>
          <p:nvPr/>
        </p:nvSpPr>
        <p:spPr>
          <a:xfrm>
            <a:off x="0" y="0"/>
            <a:ext cx="9144000" cy="0"/>
          </a:xfrm>
          <a:prstGeom prst="rect">
            <a:avLst/>
          </a:prstGeom>
          <a:solidFill>
            <a:srgbClr val="FFFF00"/>
          </a:solidFill>
          <a:ln w="9525">
            <a:noFill/>
          </a:ln>
        </p:spPr>
        <p:txBody>
          <a:bodyPr wrap="none" lIns="14283" tIns="0" rIns="14283"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1800" dirty="0"/>
          </a:p>
        </p:txBody>
      </p:sp>
      <p:sp>
        <p:nvSpPr>
          <p:cNvPr id="310294" name="Rectangle 22"/>
          <p:cNvSpPr>
            <a:spLocks noChangeArrowheads="1"/>
          </p:cNvSpPr>
          <p:nvPr/>
        </p:nvSpPr>
        <p:spPr bwMode="auto">
          <a:xfrm>
            <a:off x="250825" y="260350"/>
            <a:ext cx="8355013" cy="1152525"/>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3.8 Electric Flux Density and Dielectric Constant</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0279"/>
                                        </p:tgtEl>
                                        <p:attrNameLst>
                                          <p:attrName>style.visibility</p:attrName>
                                        </p:attrNameLst>
                                      </p:cBhvr>
                                      <p:to>
                                        <p:strVal val="visible"/>
                                      </p:to>
                                    </p:set>
                                    <p:animEffect transition="in" filter="blinds(horizontal)">
                                      <p:cBhvr>
                                        <p:cTn id="7" dur="500"/>
                                        <p:tgtEl>
                                          <p:spTgt spid="310279"/>
                                        </p:tgtEl>
                                      </p:cBhvr>
                                    </p:animEffect>
                                  </p:childTnLst>
                                </p:cTn>
                              </p:par>
                              <p:par>
                                <p:cTn id="8" presetID="3" presetClass="entr" presetSubtype="10" fill="hold" nodeType="withEffect">
                                  <p:stCondLst>
                                    <p:cond delay="0"/>
                                  </p:stCondLst>
                                  <p:childTnLst>
                                    <p:set>
                                      <p:cBhvr>
                                        <p:cTn id="9" dur="1" fill="hold">
                                          <p:stCondLst>
                                            <p:cond delay="0"/>
                                          </p:stCondLst>
                                        </p:cTn>
                                        <p:tgtEl>
                                          <p:spTgt spid="310280"/>
                                        </p:tgtEl>
                                        <p:attrNameLst>
                                          <p:attrName>style.visibility</p:attrName>
                                        </p:attrNameLst>
                                      </p:cBhvr>
                                      <p:to>
                                        <p:strVal val="visible"/>
                                      </p:to>
                                    </p:set>
                                    <p:animEffect transition="in" filter="blinds(horizontal)">
                                      <p:cBhvr>
                                        <p:cTn id="10" dur="500"/>
                                        <p:tgtEl>
                                          <p:spTgt spid="31028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10276"/>
                                        </p:tgtEl>
                                        <p:attrNameLst>
                                          <p:attrName>style.visibility</p:attrName>
                                        </p:attrNameLst>
                                      </p:cBhvr>
                                      <p:to>
                                        <p:strVal val="visible"/>
                                      </p:to>
                                    </p:set>
                                    <p:animEffect transition="in" filter="blinds(horizontal)">
                                      <p:cBhvr>
                                        <p:cTn id="15" dur="500"/>
                                        <p:tgtEl>
                                          <p:spTgt spid="31027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10278"/>
                                        </p:tgtEl>
                                        <p:attrNameLst>
                                          <p:attrName>style.visibility</p:attrName>
                                        </p:attrNameLst>
                                      </p:cBhvr>
                                      <p:to>
                                        <p:strVal val="visible"/>
                                      </p:to>
                                    </p:set>
                                    <p:animEffect transition="in" filter="blinds(horizontal)">
                                      <p:cBhvr>
                                        <p:cTn id="20" dur="500"/>
                                        <p:tgtEl>
                                          <p:spTgt spid="310278"/>
                                        </p:tgtEl>
                                      </p:cBhvr>
                                    </p:animEffect>
                                  </p:childTnLst>
                                </p:cTn>
                              </p:par>
                              <p:par>
                                <p:cTn id="21" presetID="3" presetClass="entr" presetSubtype="10" fill="hold" nodeType="withEffect">
                                  <p:stCondLst>
                                    <p:cond delay="0"/>
                                  </p:stCondLst>
                                  <p:childTnLst>
                                    <p:set>
                                      <p:cBhvr>
                                        <p:cTn id="22" dur="1" fill="hold">
                                          <p:stCondLst>
                                            <p:cond delay="0"/>
                                          </p:stCondLst>
                                        </p:cTn>
                                        <p:tgtEl>
                                          <p:spTgt spid="310277"/>
                                        </p:tgtEl>
                                        <p:attrNameLst>
                                          <p:attrName>style.visibility</p:attrName>
                                        </p:attrNameLst>
                                      </p:cBhvr>
                                      <p:to>
                                        <p:strVal val="visible"/>
                                      </p:to>
                                    </p:set>
                                    <p:animEffect transition="in" filter="blinds(horizontal)">
                                      <p:cBhvr>
                                        <p:cTn id="23" dur="500"/>
                                        <p:tgtEl>
                                          <p:spTgt spid="31027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10281"/>
                                        </p:tgtEl>
                                        <p:attrNameLst>
                                          <p:attrName>style.visibility</p:attrName>
                                        </p:attrNameLst>
                                      </p:cBhvr>
                                      <p:to>
                                        <p:strVal val="visible"/>
                                      </p:to>
                                    </p:set>
                                    <p:animEffect transition="in" filter="blinds(horizontal)">
                                      <p:cBhvr>
                                        <p:cTn id="28" dur="500"/>
                                        <p:tgtEl>
                                          <p:spTgt spid="31028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10282"/>
                                        </p:tgtEl>
                                        <p:attrNameLst>
                                          <p:attrName>style.visibility</p:attrName>
                                        </p:attrNameLst>
                                      </p:cBhvr>
                                      <p:to>
                                        <p:strVal val="visible"/>
                                      </p:to>
                                    </p:set>
                                    <p:animEffect transition="in" filter="blinds(horizontal)">
                                      <p:cBhvr>
                                        <p:cTn id="33" dur="500"/>
                                        <p:tgtEl>
                                          <p:spTgt spid="31028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10284"/>
                                        </p:tgtEl>
                                        <p:attrNameLst>
                                          <p:attrName>style.visibility</p:attrName>
                                        </p:attrNameLst>
                                      </p:cBhvr>
                                      <p:to>
                                        <p:strVal val="visible"/>
                                      </p:to>
                                    </p:set>
                                    <p:animEffect transition="in" filter="blinds(horizontal)">
                                      <p:cBhvr>
                                        <p:cTn id="38" dur="500"/>
                                        <p:tgtEl>
                                          <p:spTgt spid="310284"/>
                                        </p:tgtEl>
                                      </p:cBhvr>
                                    </p:animEffect>
                                  </p:childTnLst>
                                </p:cTn>
                              </p:par>
                              <p:par>
                                <p:cTn id="39" presetID="3" presetClass="entr" presetSubtype="10" fill="hold" nodeType="withEffect">
                                  <p:stCondLst>
                                    <p:cond delay="0"/>
                                  </p:stCondLst>
                                  <p:childTnLst>
                                    <p:set>
                                      <p:cBhvr>
                                        <p:cTn id="40" dur="1" fill="hold">
                                          <p:stCondLst>
                                            <p:cond delay="0"/>
                                          </p:stCondLst>
                                        </p:cTn>
                                        <p:tgtEl>
                                          <p:spTgt spid="310283"/>
                                        </p:tgtEl>
                                        <p:attrNameLst>
                                          <p:attrName>style.visibility</p:attrName>
                                        </p:attrNameLst>
                                      </p:cBhvr>
                                      <p:to>
                                        <p:strVal val="visible"/>
                                      </p:to>
                                    </p:set>
                                    <p:animEffect transition="in" filter="blinds(horizontal)">
                                      <p:cBhvr>
                                        <p:cTn id="41" dur="500"/>
                                        <p:tgtEl>
                                          <p:spTgt spid="31028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10287"/>
                                        </p:tgtEl>
                                        <p:attrNameLst>
                                          <p:attrName>style.visibility</p:attrName>
                                        </p:attrNameLst>
                                      </p:cBhvr>
                                      <p:to>
                                        <p:strVal val="visible"/>
                                      </p:to>
                                    </p:set>
                                    <p:animEffect transition="in" filter="blinds(horizontal)">
                                      <p:cBhvr>
                                        <p:cTn id="46" dur="500"/>
                                        <p:tgtEl>
                                          <p:spTgt spid="31028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310286"/>
                                        </p:tgtEl>
                                        <p:attrNameLst>
                                          <p:attrName>style.visibility</p:attrName>
                                        </p:attrNameLst>
                                      </p:cBhvr>
                                      <p:to>
                                        <p:strVal val="visible"/>
                                      </p:to>
                                    </p:set>
                                    <p:animEffect transition="in" filter="blinds(horizontal)">
                                      <p:cBhvr>
                                        <p:cTn id="51" dur="500"/>
                                        <p:tgtEl>
                                          <p:spTgt spid="310286"/>
                                        </p:tgtEl>
                                      </p:cBhvr>
                                    </p:animEffect>
                                  </p:childTnLst>
                                </p:cTn>
                              </p:par>
                              <p:par>
                                <p:cTn id="52" presetID="3" presetClass="entr" presetSubtype="10" fill="hold" nodeType="withEffect">
                                  <p:stCondLst>
                                    <p:cond delay="0"/>
                                  </p:stCondLst>
                                  <p:childTnLst>
                                    <p:set>
                                      <p:cBhvr>
                                        <p:cTn id="53" dur="1" fill="hold">
                                          <p:stCondLst>
                                            <p:cond delay="0"/>
                                          </p:stCondLst>
                                        </p:cTn>
                                        <p:tgtEl>
                                          <p:spTgt spid="310285"/>
                                        </p:tgtEl>
                                        <p:attrNameLst>
                                          <p:attrName>style.visibility</p:attrName>
                                        </p:attrNameLst>
                                      </p:cBhvr>
                                      <p:to>
                                        <p:strVal val="visible"/>
                                      </p:to>
                                    </p:set>
                                    <p:animEffect transition="in" filter="blinds(horizontal)">
                                      <p:cBhvr>
                                        <p:cTn id="54" dur="500"/>
                                        <p:tgtEl>
                                          <p:spTgt spid="310285"/>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310290"/>
                                        </p:tgtEl>
                                        <p:attrNameLst>
                                          <p:attrName>style.visibility</p:attrName>
                                        </p:attrNameLst>
                                      </p:cBhvr>
                                      <p:to>
                                        <p:strVal val="visible"/>
                                      </p:to>
                                    </p:set>
                                    <p:animEffect transition="in" filter="blinds(horizontal)">
                                      <p:cBhvr>
                                        <p:cTn id="59" dur="500"/>
                                        <p:tgtEl>
                                          <p:spTgt spid="310290"/>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310288"/>
                                        </p:tgtEl>
                                        <p:attrNameLst>
                                          <p:attrName>style.visibility</p:attrName>
                                        </p:attrNameLst>
                                      </p:cBhvr>
                                      <p:to>
                                        <p:strVal val="visible"/>
                                      </p:to>
                                    </p:set>
                                    <p:animEffect transition="in" filter="blinds(horizontal)">
                                      <p:cBhvr>
                                        <p:cTn id="64" dur="500"/>
                                        <p:tgtEl>
                                          <p:spTgt spid="310288"/>
                                        </p:tgtEl>
                                      </p:cBhvr>
                                    </p:animEffect>
                                  </p:childTnLst>
                                </p:cTn>
                              </p:par>
                              <p:par>
                                <p:cTn id="65" presetID="3" presetClass="entr" presetSubtype="10" fill="hold" nodeType="withEffect">
                                  <p:stCondLst>
                                    <p:cond delay="0"/>
                                  </p:stCondLst>
                                  <p:childTnLst>
                                    <p:set>
                                      <p:cBhvr>
                                        <p:cTn id="66" dur="1" fill="hold">
                                          <p:stCondLst>
                                            <p:cond delay="0"/>
                                          </p:stCondLst>
                                        </p:cTn>
                                        <p:tgtEl>
                                          <p:spTgt spid="310289"/>
                                        </p:tgtEl>
                                        <p:attrNameLst>
                                          <p:attrName>style.visibility</p:attrName>
                                        </p:attrNameLst>
                                      </p:cBhvr>
                                      <p:to>
                                        <p:strVal val="visible"/>
                                      </p:to>
                                    </p:set>
                                    <p:animEffect transition="in" filter="blinds(horizontal)">
                                      <p:cBhvr>
                                        <p:cTn id="67" dur="500"/>
                                        <p:tgtEl>
                                          <p:spTgt spid="310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9" grpId="0"/>
      <p:bldP spid="310284" grpId="0"/>
      <p:bldP spid="310286" grpId="0"/>
      <p:bldP spid="310287" grpId="0"/>
      <p:bldP spid="31028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ChangeArrowheads="1"/>
          </p:cNvSpPr>
          <p:nvPr/>
        </p:nvSpPr>
        <p:spPr bwMode="auto">
          <a:xfrm>
            <a:off x="755650" y="617538"/>
            <a:ext cx="7634288" cy="641350"/>
          </a:xfrm>
          <a:prstGeom prst="rect">
            <a:avLst/>
          </a:prstGeom>
          <a:noFill/>
          <a:ln>
            <a:noFill/>
          </a:ln>
          <a:effectLst/>
        </p:spPr>
        <p:txBody>
          <a:bodyPr>
            <a:spAutoFit/>
          </a:body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楷体_GB2312" pitchFamily="49" charset="-122"/>
                <a:cs typeface="+mn-cs"/>
              </a:rPr>
              <a:t>Conclusion</a:t>
            </a:r>
          </a:p>
        </p:txBody>
      </p:sp>
      <p:grpSp>
        <p:nvGrpSpPr>
          <p:cNvPr id="311299" name="Group 3"/>
          <p:cNvGrpSpPr/>
          <p:nvPr/>
        </p:nvGrpSpPr>
        <p:grpSpPr>
          <a:xfrm>
            <a:off x="4489450" y="2852738"/>
            <a:ext cx="4432300" cy="1273175"/>
            <a:chOff x="2968" y="3263"/>
            <a:chExt cx="2792" cy="802"/>
          </a:xfrm>
        </p:grpSpPr>
        <p:graphicFrame>
          <p:nvGraphicFramePr>
            <p:cNvPr id="72724" name="Object 4"/>
            <p:cNvGraphicFramePr>
              <a:graphicFrameLocks noChangeAspect="1"/>
            </p:cNvGraphicFramePr>
            <p:nvPr/>
          </p:nvGraphicFramePr>
          <p:xfrm>
            <a:off x="2968" y="3263"/>
            <a:ext cx="1415" cy="802"/>
          </p:xfrm>
          <a:graphic>
            <a:graphicData uri="http://schemas.openxmlformats.org/presentationml/2006/ole">
              <mc:AlternateContent xmlns:mc="http://schemas.openxmlformats.org/markup-compatibility/2006">
                <mc:Choice xmlns:v="urn:schemas-microsoft-com:vml" Requires="v">
                  <p:oleObj r:id="rId2" imgW="839470" imgH="474345" progId="Equation.DSMT4">
                    <p:embed/>
                  </p:oleObj>
                </mc:Choice>
                <mc:Fallback>
                  <p:oleObj r:id="rId2" imgW="839470" imgH="474345" progId="Equation.DSMT4">
                    <p:embed/>
                    <p:pic>
                      <p:nvPicPr>
                        <p:cNvPr id="72724" name="Object 4"/>
                        <p:cNvPicPr/>
                        <p:nvPr/>
                      </p:nvPicPr>
                      <p:blipFill>
                        <a:blip r:embed="rId3">
                          <a:clrChange>
                            <a:clrFrom>
                              <a:srgbClr val="000000"/>
                            </a:clrFrom>
                            <a:clrTo>
                              <a:srgbClr val="000000"/>
                            </a:clrTo>
                          </a:clrChange>
                        </a:blip>
                        <a:stretch>
                          <a:fillRect/>
                        </a:stretch>
                      </p:blipFill>
                      <p:spPr>
                        <a:xfrm>
                          <a:off x="2968" y="3263"/>
                          <a:ext cx="1415" cy="802"/>
                        </a:xfrm>
                        <a:prstGeom prst="rect">
                          <a:avLst/>
                        </a:prstGeom>
                        <a:noFill/>
                        <a:ln w="38100">
                          <a:noFill/>
                          <a:miter/>
                        </a:ln>
                      </p:spPr>
                    </p:pic>
                  </p:oleObj>
                </mc:Fallback>
              </mc:AlternateContent>
            </a:graphicData>
          </a:graphic>
        </p:graphicFrame>
        <p:sp>
          <p:nvSpPr>
            <p:cNvPr id="72725" name="Rectangle 5"/>
            <p:cNvSpPr/>
            <p:nvPr/>
          </p:nvSpPr>
          <p:spPr>
            <a:xfrm>
              <a:off x="4422" y="3521"/>
              <a:ext cx="133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zh-CN" altLang="en-US" sz="1800" b="1" dirty="0">
                  <a:solidFill>
                    <a:srgbClr val="0000CC"/>
                  </a:solidFill>
                  <a:ea typeface="楷体_GB2312" pitchFamily="49" charset="-122"/>
                </a:rPr>
                <a:t>（</a:t>
              </a:r>
              <a:r>
                <a:rPr lang="en-US" altLang="zh-CN" sz="1800" b="1" dirty="0">
                  <a:solidFill>
                    <a:srgbClr val="0000CC"/>
                  </a:solidFill>
                  <a:ea typeface="楷体_GB2312" pitchFamily="49" charset="-122"/>
                </a:rPr>
                <a:t>Integral form </a:t>
              </a:r>
              <a:r>
                <a:rPr lang="zh-CN" altLang="en-US" sz="1800" b="1" dirty="0">
                  <a:solidFill>
                    <a:srgbClr val="0000CC"/>
                  </a:solidFill>
                  <a:ea typeface="楷体_GB2312" pitchFamily="49" charset="-122"/>
                </a:rPr>
                <a:t>）</a:t>
              </a:r>
              <a:r>
                <a:rPr lang="zh-CN" altLang="en-US" sz="2400" dirty="0">
                  <a:solidFill>
                    <a:schemeClr val="bg1"/>
                  </a:solidFill>
                  <a:latin typeface="宋体" panose="02010600030101010101" pitchFamily="2" charset="-122"/>
                </a:rPr>
                <a:t> </a:t>
              </a:r>
            </a:p>
          </p:txBody>
        </p:sp>
      </p:grpSp>
      <p:grpSp>
        <p:nvGrpSpPr>
          <p:cNvPr id="311302" name="Group 6"/>
          <p:cNvGrpSpPr/>
          <p:nvPr/>
        </p:nvGrpSpPr>
        <p:grpSpPr>
          <a:xfrm>
            <a:off x="895350" y="2997200"/>
            <a:ext cx="4108450" cy="1141413"/>
            <a:chOff x="519" y="3277"/>
            <a:chExt cx="2588" cy="719"/>
          </a:xfrm>
        </p:grpSpPr>
        <p:graphicFrame>
          <p:nvGraphicFramePr>
            <p:cNvPr id="72722" name="Object 7"/>
            <p:cNvGraphicFramePr>
              <a:graphicFrameLocks noChangeAspect="1"/>
            </p:cNvGraphicFramePr>
            <p:nvPr/>
          </p:nvGraphicFramePr>
          <p:xfrm>
            <a:off x="519" y="3277"/>
            <a:ext cx="1141" cy="719"/>
          </p:xfrm>
          <a:graphic>
            <a:graphicData uri="http://schemas.openxmlformats.org/presentationml/2006/ole">
              <mc:AlternateContent xmlns:mc="http://schemas.openxmlformats.org/markup-compatibility/2006">
                <mc:Choice xmlns:v="urn:schemas-microsoft-com:vml" Requires="v">
                  <p:oleObj r:id="rId4" imgW="578485" imgH="382270" progId="Equation.DSMT4">
                    <p:embed/>
                  </p:oleObj>
                </mc:Choice>
                <mc:Fallback>
                  <p:oleObj r:id="rId4" imgW="578485" imgH="382270" progId="Equation.DSMT4">
                    <p:embed/>
                    <p:pic>
                      <p:nvPicPr>
                        <p:cNvPr id="72722" name="Object 7"/>
                        <p:cNvPicPr/>
                        <p:nvPr/>
                      </p:nvPicPr>
                      <p:blipFill>
                        <a:blip r:embed="rId5">
                          <a:clrChange>
                            <a:clrFrom>
                              <a:srgbClr val="000000"/>
                            </a:clrFrom>
                            <a:clrTo>
                              <a:srgbClr val="000000"/>
                            </a:clrTo>
                          </a:clrChange>
                        </a:blip>
                        <a:stretch>
                          <a:fillRect/>
                        </a:stretch>
                      </p:blipFill>
                      <p:spPr>
                        <a:xfrm>
                          <a:off x="519" y="3277"/>
                          <a:ext cx="1141" cy="719"/>
                        </a:xfrm>
                        <a:prstGeom prst="rect">
                          <a:avLst/>
                        </a:prstGeom>
                        <a:noFill/>
                        <a:ln w="38100">
                          <a:noFill/>
                          <a:miter/>
                        </a:ln>
                      </p:spPr>
                    </p:pic>
                  </p:oleObj>
                </mc:Fallback>
              </mc:AlternateContent>
            </a:graphicData>
          </a:graphic>
        </p:graphicFrame>
        <p:sp>
          <p:nvSpPr>
            <p:cNvPr id="72723" name="Rectangle 8"/>
            <p:cNvSpPr/>
            <p:nvPr/>
          </p:nvSpPr>
          <p:spPr>
            <a:xfrm>
              <a:off x="1497" y="3475"/>
              <a:ext cx="1610" cy="50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zh-CN" altLang="en-US" sz="1800" b="1" dirty="0">
                  <a:solidFill>
                    <a:srgbClr val="0000CC"/>
                  </a:solidFill>
                  <a:ea typeface="楷体_GB2312" pitchFamily="49" charset="-122"/>
                </a:rPr>
                <a:t>（</a:t>
              </a:r>
              <a:r>
                <a:rPr lang="en-US" altLang="zh-CN" sz="1800" b="1" dirty="0">
                  <a:solidFill>
                    <a:srgbClr val="0000CC"/>
                  </a:solidFill>
                  <a:ea typeface="楷体_GB2312" pitchFamily="49" charset="-122"/>
                </a:rPr>
                <a:t>Differential  </a:t>
              </a:r>
            </a:p>
            <a:p>
              <a:pPr marL="0" lvl="0" indent="0" eaLnBrk="1" hangingPunct="1">
                <a:buClrTx/>
                <a:buSzTx/>
                <a:buFontTx/>
                <a:buNone/>
              </a:pPr>
              <a:r>
                <a:rPr lang="en-US" altLang="zh-CN" sz="1800" b="1" dirty="0">
                  <a:solidFill>
                    <a:srgbClr val="0000CC"/>
                  </a:solidFill>
                  <a:ea typeface="楷体_GB2312" pitchFamily="49" charset="-122"/>
                </a:rPr>
                <a:t>        form </a:t>
              </a:r>
              <a:r>
                <a:rPr lang="zh-CN" altLang="en-US" sz="1800" b="1" dirty="0">
                  <a:solidFill>
                    <a:srgbClr val="0000CC"/>
                  </a:solidFill>
                  <a:ea typeface="楷体_GB2312" pitchFamily="49" charset="-122"/>
                </a:rPr>
                <a:t>）</a:t>
              </a:r>
              <a:r>
                <a:rPr lang="zh-CN" altLang="en-US" sz="2400" dirty="0">
                  <a:solidFill>
                    <a:srgbClr val="0000CC"/>
                  </a:solidFill>
                  <a:latin typeface="宋体" panose="02010600030101010101" pitchFamily="2" charset="-122"/>
                </a:rPr>
                <a:t> </a:t>
              </a:r>
            </a:p>
          </p:txBody>
        </p:sp>
      </p:grpSp>
      <p:sp>
        <p:nvSpPr>
          <p:cNvPr id="311305" name="Rectangle 9"/>
          <p:cNvSpPr/>
          <p:nvPr/>
        </p:nvSpPr>
        <p:spPr>
          <a:xfrm>
            <a:off x="755650" y="1628775"/>
            <a:ext cx="78486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400" b="1" dirty="0">
                <a:solidFill>
                  <a:srgbClr val="0000CC"/>
                </a:solidFill>
                <a:ea typeface="楷体_GB2312" pitchFamily="49" charset="-122"/>
              </a:rPr>
              <a:t>The problem of electrostatic field can be described by the following basic equations in the space of the medium :</a:t>
            </a:r>
          </a:p>
        </p:txBody>
      </p:sp>
      <p:sp>
        <p:nvSpPr>
          <p:cNvPr id="311306" name="Rectangle 10"/>
          <p:cNvSpPr/>
          <p:nvPr/>
        </p:nvSpPr>
        <p:spPr>
          <a:xfrm>
            <a:off x="468313" y="1412875"/>
            <a:ext cx="8424862" cy="4751388"/>
          </a:xfrm>
          <a:prstGeom prst="rect">
            <a:avLst/>
          </a:prstGeom>
          <a:noFill/>
          <a:ln w="28575" cap="flat" cmpd="sng">
            <a:solidFill>
              <a:srgbClr val="0000CC"/>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11307" name="Rectangle 11"/>
          <p:cNvSpPr/>
          <p:nvPr/>
        </p:nvSpPr>
        <p:spPr>
          <a:xfrm>
            <a:off x="827088" y="4508500"/>
            <a:ext cx="7848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000" b="1" dirty="0">
                <a:solidFill>
                  <a:srgbClr val="0000CC"/>
                </a:solidFill>
                <a:ea typeface="楷体_GB2312" pitchFamily="49" charset="-122"/>
              </a:rPr>
              <a:t>The process of solving the problem </a:t>
            </a:r>
            <a:r>
              <a:rPr lang="zh-CN" altLang="en-US" sz="2400" b="1" dirty="0">
                <a:solidFill>
                  <a:srgbClr val="0000CC"/>
                </a:solidFill>
                <a:latin typeface="楷体_GB2312" pitchFamily="49" charset="-122"/>
                <a:ea typeface="楷体_GB2312" pitchFamily="49" charset="-122"/>
              </a:rPr>
              <a:t>：</a:t>
            </a:r>
          </a:p>
        </p:txBody>
      </p:sp>
      <p:graphicFrame>
        <p:nvGraphicFramePr>
          <p:cNvPr id="311308" name="Object 12"/>
          <p:cNvGraphicFramePr>
            <a:graphicFrameLocks noChangeAspect="1"/>
          </p:cNvGraphicFramePr>
          <p:nvPr/>
        </p:nvGraphicFramePr>
        <p:xfrm>
          <a:off x="1862138" y="5253038"/>
          <a:ext cx="460375" cy="517525"/>
        </p:xfrm>
        <a:graphic>
          <a:graphicData uri="http://schemas.openxmlformats.org/presentationml/2006/ole">
            <mc:AlternateContent xmlns:mc="http://schemas.openxmlformats.org/markup-compatibility/2006">
              <mc:Choice xmlns:v="urn:schemas-microsoft-com:vml" Requires="v">
                <p:oleObj r:id="rId6" imgW="69215" imgH="109855" progId="Equation.DSMT4">
                  <p:embed/>
                </p:oleObj>
              </mc:Choice>
              <mc:Fallback>
                <p:oleObj r:id="rId6" imgW="69215" imgH="109855" progId="Equation.DSMT4">
                  <p:embed/>
                  <p:pic>
                    <p:nvPicPr>
                      <p:cNvPr id="311308" name="Object 12"/>
                      <p:cNvPicPr/>
                      <p:nvPr/>
                    </p:nvPicPr>
                    <p:blipFill>
                      <a:blip r:embed="rId7">
                        <a:clrChange>
                          <a:clrFrom>
                            <a:srgbClr val="000000"/>
                          </a:clrFrom>
                          <a:clrTo>
                            <a:srgbClr val="000000"/>
                          </a:clrTo>
                        </a:clrChange>
                      </a:blip>
                      <a:stretch>
                        <a:fillRect/>
                      </a:stretch>
                    </p:blipFill>
                    <p:spPr>
                      <a:xfrm>
                        <a:off x="1862138" y="5253038"/>
                        <a:ext cx="460375" cy="517525"/>
                      </a:xfrm>
                      <a:prstGeom prst="rect">
                        <a:avLst/>
                      </a:prstGeom>
                      <a:noFill/>
                      <a:ln w="38100">
                        <a:noFill/>
                        <a:miter/>
                      </a:ln>
                    </p:spPr>
                  </p:pic>
                </p:oleObj>
              </mc:Fallback>
            </mc:AlternateContent>
          </a:graphicData>
        </a:graphic>
      </p:graphicFrame>
      <p:sp>
        <p:nvSpPr>
          <p:cNvPr id="311309" name="AutoShape 13"/>
          <p:cNvSpPr/>
          <p:nvPr/>
        </p:nvSpPr>
        <p:spPr>
          <a:xfrm rot="-5400000">
            <a:off x="2566988" y="5289550"/>
            <a:ext cx="265112"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11310" name="Object 14"/>
          <p:cNvGraphicFramePr>
            <a:graphicFrameLocks noChangeAspect="1"/>
          </p:cNvGraphicFramePr>
          <p:nvPr/>
        </p:nvGraphicFramePr>
        <p:xfrm>
          <a:off x="3132138" y="5300663"/>
          <a:ext cx="398462" cy="434975"/>
        </p:xfrm>
        <a:graphic>
          <a:graphicData uri="http://schemas.openxmlformats.org/presentationml/2006/ole">
            <mc:AlternateContent xmlns:mc="http://schemas.openxmlformats.org/markup-compatibility/2006">
              <mc:Choice xmlns:v="urn:schemas-microsoft-com:vml" Requires="v">
                <p:oleObj r:id="rId8" imgW="40640" imgH="74930" progId="Equation.DSMT4">
                  <p:embed/>
                </p:oleObj>
              </mc:Choice>
              <mc:Fallback>
                <p:oleObj r:id="rId8" imgW="40640" imgH="74930" progId="Equation.DSMT4">
                  <p:embed/>
                  <p:pic>
                    <p:nvPicPr>
                      <p:cNvPr id="311310" name="Object 14"/>
                      <p:cNvPicPr/>
                      <p:nvPr/>
                    </p:nvPicPr>
                    <p:blipFill>
                      <a:blip r:embed="rId9">
                        <a:clrChange>
                          <a:clrFrom>
                            <a:srgbClr val="000000"/>
                          </a:clrFrom>
                          <a:clrTo>
                            <a:srgbClr val="000000"/>
                          </a:clrTo>
                        </a:clrChange>
                      </a:blip>
                      <a:stretch>
                        <a:fillRect/>
                      </a:stretch>
                    </p:blipFill>
                    <p:spPr>
                      <a:xfrm>
                        <a:off x="3132138" y="5300663"/>
                        <a:ext cx="398462" cy="434975"/>
                      </a:xfrm>
                      <a:prstGeom prst="rect">
                        <a:avLst/>
                      </a:prstGeom>
                      <a:noFill/>
                      <a:ln w="38100">
                        <a:noFill/>
                        <a:miter/>
                      </a:ln>
                    </p:spPr>
                  </p:pic>
                </p:oleObj>
              </mc:Fallback>
            </mc:AlternateContent>
          </a:graphicData>
        </a:graphic>
      </p:graphicFrame>
      <p:sp>
        <p:nvSpPr>
          <p:cNvPr id="311311" name="AutoShape 15"/>
          <p:cNvSpPr/>
          <p:nvPr/>
        </p:nvSpPr>
        <p:spPr>
          <a:xfrm rot="-5400000">
            <a:off x="3790950" y="5289550"/>
            <a:ext cx="265113"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11312" name="Object 16"/>
          <p:cNvGraphicFramePr>
            <a:graphicFrameLocks noChangeAspect="1"/>
          </p:cNvGraphicFramePr>
          <p:nvPr/>
        </p:nvGraphicFramePr>
        <p:xfrm>
          <a:off x="4427538" y="5300663"/>
          <a:ext cx="368300" cy="434975"/>
        </p:xfrm>
        <a:graphic>
          <a:graphicData uri="http://schemas.openxmlformats.org/presentationml/2006/ole">
            <mc:AlternateContent xmlns:mc="http://schemas.openxmlformats.org/markup-compatibility/2006">
              <mc:Choice xmlns:v="urn:schemas-microsoft-com:vml" Requires="v">
                <p:oleObj r:id="rId10" imgW="29210" imgH="74930" progId="Equation.DSMT4">
                  <p:embed/>
                </p:oleObj>
              </mc:Choice>
              <mc:Fallback>
                <p:oleObj r:id="rId10" imgW="29210" imgH="74930" progId="Equation.DSMT4">
                  <p:embed/>
                  <p:pic>
                    <p:nvPicPr>
                      <p:cNvPr id="311312" name="Object 16"/>
                      <p:cNvPicPr/>
                      <p:nvPr/>
                    </p:nvPicPr>
                    <p:blipFill>
                      <a:blip r:embed="rId11">
                        <a:clrChange>
                          <a:clrFrom>
                            <a:srgbClr val="000000"/>
                          </a:clrFrom>
                          <a:clrTo>
                            <a:srgbClr val="000000"/>
                          </a:clrTo>
                        </a:clrChange>
                      </a:blip>
                      <a:stretch>
                        <a:fillRect/>
                      </a:stretch>
                    </p:blipFill>
                    <p:spPr>
                      <a:xfrm>
                        <a:off x="4427538" y="5300663"/>
                        <a:ext cx="368300" cy="434975"/>
                      </a:xfrm>
                      <a:prstGeom prst="rect">
                        <a:avLst/>
                      </a:prstGeom>
                      <a:noFill/>
                      <a:ln w="38100">
                        <a:noFill/>
                        <a:miter/>
                      </a:ln>
                    </p:spPr>
                  </p:pic>
                </p:oleObj>
              </mc:Fallback>
            </mc:AlternateContent>
          </a:graphicData>
        </a:graphic>
      </p:graphicFrame>
      <p:graphicFrame>
        <p:nvGraphicFramePr>
          <p:cNvPr id="311313" name="Object 17"/>
          <p:cNvGraphicFramePr>
            <a:graphicFrameLocks noChangeAspect="1"/>
          </p:cNvGraphicFramePr>
          <p:nvPr/>
        </p:nvGraphicFramePr>
        <p:xfrm>
          <a:off x="5148263" y="5300663"/>
          <a:ext cx="277812" cy="404812"/>
        </p:xfrm>
        <a:graphic>
          <a:graphicData uri="http://schemas.openxmlformats.org/presentationml/2006/ole">
            <mc:AlternateContent xmlns:mc="http://schemas.openxmlformats.org/markup-compatibility/2006">
              <mc:Choice xmlns:v="urn:schemas-microsoft-com:vml" Requires="v">
                <p:oleObj r:id="rId12" imgW="29210" imgH="74930" progId="Equation.DSMT4">
                  <p:embed/>
                </p:oleObj>
              </mc:Choice>
              <mc:Fallback>
                <p:oleObj r:id="rId12" imgW="29210" imgH="74930" progId="Equation.DSMT4">
                  <p:embed/>
                  <p:pic>
                    <p:nvPicPr>
                      <p:cNvPr id="311313" name="Object 17"/>
                      <p:cNvPicPr/>
                      <p:nvPr/>
                    </p:nvPicPr>
                    <p:blipFill>
                      <a:blip r:embed="rId13">
                        <a:clrChange>
                          <a:clrFrom>
                            <a:srgbClr val="000000"/>
                          </a:clrFrom>
                          <a:clrTo>
                            <a:srgbClr val="000000"/>
                          </a:clrTo>
                        </a:clrChange>
                      </a:blip>
                      <a:stretch>
                        <a:fillRect/>
                      </a:stretch>
                    </p:blipFill>
                    <p:spPr>
                      <a:xfrm>
                        <a:off x="5148263" y="5300663"/>
                        <a:ext cx="277812" cy="404812"/>
                      </a:xfrm>
                      <a:prstGeom prst="rect">
                        <a:avLst/>
                      </a:prstGeom>
                      <a:noFill/>
                      <a:ln w="38100">
                        <a:noFill/>
                        <a:miter/>
                      </a:ln>
                    </p:spPr>
                  </p:pic>
                </p:oleObj>
              </mc:Fallback>
            </mc:AlternateContent>
          </a:graphicData>
        </a:graphic>
      </p:graphicFrame>
      <p:sp>
        <p:nvSpPr>
          <p:cNvPr id="311314" name="Rectangle 18"/>
          <p:cNvSpPr/>
          <p:nvPr/>
        </p:nvSpPr>
        <p:spPr>
          <a:xfrm>
            <a:off x="4787900" y="5373688"/>
            <a:ext cx="3603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400" b="1" dirty="0">
                <a:solidFill>
                  <a:srgbClr val="0000CC"/>
                </a:solidFill>
                <a:latin typeface="楷体_GB2312" pitchFamily="49" charset="-122"/>
                <a:ea typeface="楷体_GB2312" pitchFamily="49" charset="-122"/>
              </a:rPr>
              <a:t>,</a:t>
            </a:r>
            <a:endParaRPr lang="en-US" altLang="zh-CN" sz="2400" dirty="0">
              <a:solidFill>
                <a:srgbClr val="0000CC"/>
              </a:solidFill>
              <a:latin typeface="宋体" panose="02010600030101010101" pitchFamily="2" charset="-122"/>
            </a:endParaRPr>
          </a:p>
        </p:txBody>
      </p:sp>
      <p:graphicFrame>
        <p:nvGraphicFramePr>
          <p:cNvPr id="311315" name="Object 19"/>
          <p:cNvGraphicFramePr>
            <a:graphicFrameLocks noGrp="1" noChangeAspect="1"/>
          </p:cNvGraphicFramePr>
          <p:nvPr>
            <p:ph hasCustomPrompt="1"/>
          </p:nvPr>
        </p:nvGraphicFramePr>
        <p:xfrm>
          <a:off x="5929313" y="5326063"/>
          <a:ext cx="385762" cy="471487"/>
        </p:xfrm>
        <a:graphic>
          <a:graphicData uri="http://schemas.openxmlformats.org/presentationml/2006/ole">
            <mc:AlternateContent xmlns:mc="http://schemas.openxmlformats.org/markup-compatibility/2006">
              <mc:Choice xmlns:v="urn:schemas-microsoft-com:vml" Requires="v">
                <p:oleObj r:id="rId14" imgW="57785" imgH="109855" progId="Equation.DSMT4">
                  <p:embed/>
                </p:oleObj>
              </mc:Choice>
              <mc:Fallback>
                <p:oleObj r:id="rId14" imgW="57785" imgH="109855" progId="Equation.DSMT4">
                  <p:embed/>
                  <p:pic>
                    <p:nvPicPr>
                      <p:cNvPr id="311315" name="Object 19"/>
                      <p:cNvPicPr/>
                      <p:nvPr/>
                    </p:nvPicPr>
                    <p:blipFill>
                      <a:blip r:embed="rId15">
                        <a:clrChange>
                          <a:clrFrom>
                            <a:srgbClr val="000000"/>
                          </a:clrFrom>
                          <a:clrTo>
                            <a:srgbClr val="000000"/>
                          </a:clrTo>
                        </a:clrChange>
                      </a:blip>
                      <a:srcRect/>
                      <a:stretch>
                        <a:fillRect/>
                      </a:stretch>
                    </p:blipFill>
                    <p:spPr>
                      <a:xfrm>
                        <a:off x="5929313" y="5326063"/>
                        <a:ext cx="385762" cy="471487"/>
                      </a:xfrm>
                      <a:prstGeom prst="rect">
                        <a:avLst/>
                      </a:prstGeom>
                      <a:noFill/>
                      <a:ln w="38100">
                        <a:miter/>
                      </a:ln>
                    </p:spPr>
                  </p:pic>
                </p:oleObj>
              </mc:Fallback>
            </mc:AlternateContent>
          </a:graphicData>
        </a:graphic>
      </p:graphicFrame>
      <p:sp>
        <p:nvSpPr>
          <p:cNvPr id="311316" name="Rectangle 20"/>
          <p:cNvSpPr/>
          <p:nvPr/>
        </p:nvSpPr>
        <p:spPr>
          <a:xfrm>
            <a:off x="5508625" y="5348288"/>
            <a:ext cx="3603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buClrTx/>
              <a:buSzTx/>
              <a:buFontTx/>
              <a:buNone/>
            </a:pPr>
            <a:r>
              <a:rPr lang="en-US" altLang="zh-CN" sz="2400" b="1" dirty="0">
                <a:solidFill>
                  <a:srgbClr val="0000CC"/>
                </a:solidFill>
                <a:latin typeface="楷体_GB2312" pitchFamily="49" charset="-122"/>
                <a:ea typeface="楷体_GB2312" pitchFamily="49" charset="-122"/>
              </a:rPr>
              <a:t>,</a:t>
            </a:r>
            <a:endParaRPr lang="en-US" altLang="zh-CN" sz="2400" dirty="0">
              <a:solidFill>
                <a:srgbClr val="0000CC"/>
              </a:solidFill>
              <a:latin typeface="宋体" panose="02010600030101010101" pitchFamily="2" charset="-122"/>
            </a:endParaRPr>
          </a:p>
        </p:txBody>
      </p:sp>
      <p:pic>
        <p:nvPicPr>
          <p:cNvPr id="11" name="Picture 2"/>
          <p:cNvPicPr>
            <a:picLocks noChangeAspect="1" noChangeArrowheads="1"/>
          </p:cNvPicPr>
          <p:nvPr/>
        </p:nvPicPr>
        <p:blipFill>
          <a:blip r:embed="rId16">
            <a:clrChange>
              <a:clrFrom>
                <a:srgbClr val="FFFFFF"/>
              </a:clrFrom>
              <a:clrTo>
                <a:srgbClr val="FFFFFF">
                  <a:alpha val="0"/>
                </a:srgbClr>
              </a:clrTo>
            </a:clrChange>
          </a:blip>
          <a:srcRect/>
          <a:stretch>
            <a:fillRect/>
          </a:stretch>
        </p:blipFill>
        <p:spPr bwMode="auto">
          <a:xfrm>
            <a:off x="7956550" y="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1298"/>
                                        </p:tgtEl>
                                        <p:attrNameLst>
                                          <p:attrName>style.visibility</p:attrName>
                                        </p:attrNameLst>
                                      </p:cBhvr>
                                      <p:to>
                                        <p:strVal val="visible"/>
                                      </p:to>
                                    </p:set>
                                    <p:animEffect transition="in" filter="wipe(up)">
                                      <p:cBhvr>
                                        <p:cTn id="7" dur="500"/>
                                        <p:tgtEl>
                                          <p:spTgt spid="311298"/>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11306"/>
                                        </p:tgtEl>
                                        <p:attrNameLst>
                                          <p:attrName>style.visibility</p:attrName>
                                        </p:attrNameLst>
                                      </p:cBhvr>
                                      <p:to>
                                        <p:strVal val="visible"/>
                                      </p:to>
                                    </p:set>
                                    <p:animEffect transition="in" filter="blinds(horizontal)">
                                      <p:cBhvr>
                                        <p:cTn id="11" dur="500"/>
                                        <p:tgtEl>
                                          <p:spTgt spid="31130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11305"/>
                                        </p:tgtEl>
                                        <p:attrNameLst>
                                          <p:attrName>style.visibility</p:attrName>
                                        </p:attrNameLst>
                                      </p:cBhvr>
                                      <p:to>
                                        <p:strVal val="visible"/>
                                      </p:to>
                                    </p:set>
                                    <p:animEffect transition="in" filter="wipe(up)">
                                      <p:cBhvr>
                                        <p:cTn id="16" dur="500"/>
                                        <p:tgtEl>
                                          <p:spTgt spid="31130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11302"/>
                                        </p:tgtEl>
                                        <p:attrNameLst>
                                          <p:attrName>style.visibility</p:attrName>
                                        </p:attrNameLst>
                                      </p:cBhvr>
                                      <p:to>
                                        <p:strVal val="visible"/>
                                      </p:to>
                                    </p:set>
                                    <p:animEffect transition="in" filter="wipe(up)">
                                      <p:cBhvr>
                                        <p:cTn id="21" dur="500"/>
                                        <p:tgtEl>
                                          <p:spTgt spid="3113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11299"/>
                                        </p:tgtEl>
                                        <p:attrNameLst>
                                          <p:attrName>style.visibility</p:attrName>
                                        </p:attrNameLst>
                                      </p:cBhvr>
                                      <p:to>
                                        <p:strVal val="visible"/>
                                      </p:to>
                                    </p:set>
                                    <p:animEffect transition="in" filter="wipe(up)">
                                      <p:cBhvr>
                                        <p:cTn id="26" dur="500"/>
                                        <p:tgtEl>
                                          <p:spTgt spid="31129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11307"/>
                                        </p:tgtEl>
                                        <p:attrNameLst>
                                          <p:attrName>style.visibility</p:attrName>
                                        </p:attrNameLst>
                                      </p:cBhvr>
                                      <p:to>
                                        <p:strVal val="visible"/>
                                      </p:to>
                                    </p:set>
                                    <p:animEffect transition="in" filter="wipe(up)">
                                      <p:cBhvr>
                                        <p:cTn id="31" dur="500"/>
                                        <p:tgtEl>
                                          <p:spTgt spid="31130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11308"/>
                                        </p:tgtEl>
                                        <p:attrNameLst>
                                          <p:attrName>style.visibility</p:attrName>
                                        </p:attrNameLst>
                                      </p:cBhvr>
                                      <p:to>
                                        <p:strVal val="visible"/>
                                      </p:to>
                                    </p:set>
                                    <p:animEffect transition="in" filter="blinds(horizontal)">
                                      <p:cBhvr>
                                        <p:cTn id="36" dur="500"/>
                                        <p:tgtEl>
                                          <p:spTgt spid="311308"/>
                                        </p:tgtEl>
                                      </p:cBhvr>
                                    </p:animEffect>
                                  </p:childTnLst>
                                </p:cTn>
                              </p:par>
                              <p:par>
                                <p:cTn id="37" presetID="3" presetClass="entr" presetSubtype="10" fill="hold" nodeType="withEffect">
                                  <p:stCondLst>
                                    <p:cond delay="0"/>
                                  </p:stCondLst>
                                  <p:childTnLst>
                                    <p:set>
                                      <p:cBhvr>
                                        <p:cTn id="38" dur="1" fill="hold">
                                          <p:stCondLst>
                                            <p:cond delay="0"/>
                                          </p:stCondLst>
                                        </p:cTn>
                                        <p:tgtEl>
                                          <p:spTgt spid="311309"/>
                                        </p:tgtEl>
                                        <p:attrNameLst>
                                          <p:attrName>style.visibility</p:attrName>
                                        </p:attrNameLst>
                                      </p:cBhvr>
                                      <p:to>
                                        <p:strVal val="visible"/>
                                      </p:to>
                                    </p:set>
                                    <p:animEffect transition="in" filter="blinds(horizontal)">
                                      <p:cBhvr>
                                        <p:cTn id="39" dur="500"/>
                                        <p:tgtEl>
                                          <p:spTgt spid="311309"/>
                                        </p:tgtEl>
                                      </p:cBhvr>
                                    </p:animEffect>
                                  </p:childTnLst>
                                </p:cTn>
                              </p:par>
                              <p:par>
                                <p:cTn id="40" presetID="3" presetClass="entr" presetSubtype="10" fill="hold" nodeType="withEffect">
                                  <p:stCondLst>
                                    <p:cond delay="0"/>
                                  </p:stCondLst>
                                  <p:childTnLst>
                                    <p:set>
                                      <p:cBhvr>
                                        <p:cTn id="41" dur="1" fill="hold">
                                          <p:stCondLst>
                                            <p:cond delay="0"/>
                                          </p:stCondLst>
                                        </p:cTn>
                                        <p:tgtEl>
                                          <p:spTgt spid="311310"/>
                                        </p:tgtEl>
                                        <p:attrNameLst>
                                          <p:attrName>style.visibility</p:attrName>
                                        </p:attrNameLst>
                                      </p:cBhvr>
                                      <p:to>
                                        <p:strVal val="visible"/>
                                      </p:to>
                                    </p:set>
                                    <p:animEffect transition="in" filter="blinds(horizontal)">
                                      <p:cBhvr>
                                        <p:cTn id="42" dur="500"/>
                                        <p:tgtEl>
                                          <p:spTgt spid="311310"/>
                                        </p:tgtEl>
                                      </p:cBhvr>
                                    </p:animEffect>
                                  </p:childTnLst>
                                </p:cTn>
                              </p:par>
                              <p:par>
                                <p:cTn id="43" presetID="3" presetClass="entr" presetSubtype="10" fill="hold" nodeType="withEffect">
                                  <p:stCondLst>
                                    <p:cond delay="0"/>
                                  </p:stCondLst>
                                  <p:childTnLst>
                                    <p:set>
                                      <p:cBhvr>
                                        <p:cTn id="44" dur="1" fill="hold">
                                          <p:stCondLst>
                                            <p:cond delay="0"/>
                                          </p:stCondLst>
                                        </p:cTn>
                                        <p:tgtEl>
                                          <p:spTgt spid="311311"/>
                                        </p:tgtEl>
                                        <p:attrNameLst>
                                          <p:attrName>style.visibility</p:attrName>
                                        </p:attrNameLst>
                                      </p:cBhvr>
                                      <p:to>
                                        <p:strVal val="visible"/>
                                      </p:to>
                                    </p:set>
                                    <p:animEffect transition="in" filter="blinds(horizontal)">
                                      <p:cBhvr>
                                        <p:cTn id="45" dur="500"/>
                                        <p:tgtEl>
                                          <p:spTgt spid="311311"/>
                                        </p:tgtEl>
                                      </p:cBhvr>
                                    </p:animEffect>
                                  </p:childTnLst>
                                </p:cTn>
                              </p:par>
                              <p:par>
                                <p:cTn id="46" presetID="3" presetClass="entr" presetSubtype="10" fill="hold" nodeType="withEffect">
                                  <p:stCondLst>
                                    <p:cond delay="0"/>
                                  </p:stCondLst>
                                  <p:childTnLst>
                                    <p:set>
                                      <p:cBhvr>
                                        <p:cTn id="47" dur="1" fill="hold">
                                          <p:stCondLst>
                                            <p:cond delay="0"/>
                                          </p:stCondLst>
                                        </p:cTn>
                                        <p:tgtEl>
                                          <p:spTgt spid="311312"/>
                                        </p:tgtEl>
                                        <p:attrNameLst>
                                          <p:attrName>style.visibility</p:attrName>
                                        </p:attrNameLst>
                                      </p:cBhvr>
                                      <p:to>
                                        <p:strVal val="visible"/>
                                      </p:to>
                                    </p:set>
                                    <p:animEffect transition="in" filter="blinds(horizontal)">
                                      <p:cBhvr>
                                        <p:cTn id="48" dur="500"/>
                                        <p:tgtEl>
                                          <p:spTgt spid="311312"/>
                                        </p:tgtEl>
                                      </p:cBhvr>
                                    </p:animEffect>
                                  </p:childTnLst>
                                </p:cTn>
                              </p:par>
                              <p:par>
                                <p:cTn id="49" presetID="3" presetClass="entr" presetSubtype="10" fill="hold" nodeType="withEffect">
                                  <p:stCondLst>
                                    <p:cond delay="0"/>
                                  </p:stCondLst>
                                  <p:childTnLst>
                                    <p:set>
                                      <p:cBhvr>
                                        <p:cTn id="50" dur="1" fill="hold">
                                          <p:stCondLst>
                                            <p:cond delay="0"/>
                                          </p:stCondLst>
                                        </p:cTn>
                                        <p:tgtEl>
                                          <p:spTgt spid="311314"/>
                                        </p:tgtEl>
                                        <p:attrNameLst>
                                          <p:attrName>style.visibility</p:attrName>
                                        </p:attrNameLst>
                                      </p:cBhvr>
                                      <p:to>
                                        <p:strVal val="visible"/>
                                      </p:to>
                                    </p:set>
                                    <p:animEffect transition="in" filter="blinds(horizontal)">
                                      <p:cBhvr>
                                        <p:cTn id="51" dur="500"/>
                                        <p:tgtEl>
                                          <p:spTgt spid="311314"/>
                                        </p:tgtEl>
                                      </p:cBhvr>
                                    </p:animEffect>
                                  </p:childTnLst>
                                </p:cTn>
                              </p:par>
                              <p:par>
                                <p:cTn id="52" presetID="3" presetClass="entr" presetSubtype="10" fill="hold" nodeType="withEffect">
                                  <p:stCondLst>
                                    <p:cond delay="0"/>
                                  </p:stCondLst>
                                  <p:childTnLst>
                                    <p:set>
                                      <p:cBhvr>
                                        <p:cTn id="53" dur="1" fill="hold">
                                          <p:stCondLst>
                                            <p:cond delay="0"/>
                                          </p:stCondLst>
                                        </p:cTn>
                                        <p:tgtEl>
                                          <p:spTgt spid="311313"/>
                                        </p:tgtEl>
                                        <p:attrNameLst>
                                          <p:attrName>style.visibility</p:attrName>
                                        </p:attrNameLst>
                                      </p:cBhvr>
                                      <p:to>
                                        <p:strVal val="visible"/>
                                      </p:to>
                                    </p:set>
                                    <p:animEffect transition="in" filter="blinds(horizontal)">
                                      <p:cBhvr>
                                        <p:cTn id="54" dur="500"/>
                                        <p:tgtEl>
                                          <p:spTgt spid="311313"/>
                                        </p:tgtEl>
                                      </p:cBhvr>
                                    </p:animEffect>
                                  </p:childTnLst>
                                </p:cTn>
                              </p:par>
                              <p:par>
                                <p:cTn id="55" presetID="3" presetClass="entr" presetSubtype="10" fill="hold" nodeType="withEffect">
                                  <p:stCondLst>
                                    <p:cond delay="0"/>
                                  </p:stCondLst>
                                  <p:childTnLst>
                                    <p:set>
                                      <p:cBhvr>
                                        <p:cTn id="56" dur="1" fill="hold">
                                          <p:stCondLst>
                                            <p:cond delay="0"/>
                                          </p:stCondLst>
                                        </p:cTn>
                                        <p:tgtEl>
                                          <p:spTgt spid="311316"/>
                                        </p:tgtEl>
                                        <p:attrNameLst>
                                          <p:attrName>style.visibility</p:attrName>
                                        </p:attrNameLst>
                                      </p:cBhvr>
                                      <p:to>
                                        <p:strVal val="visible"/>
                                      </p:to>
                                    </p:set>
                                    <p:animEffect transition="in" filter="blinds(horizontal)">
                                      <p:cBhvr>
                                        <p:cTn id="57" dur="500"/>
                                        <p:tgtEl>
                                          <p:spTgt spid="311316"/>
                                        </p:tgtEl>
                                      </p:cBhvr>
                                    </p:animEffect>
                                  </p:childTnLst>
                                </p:cTn>
                              </p:par>
                              <p:par>
                                <p:cTn id="58" presetID="3" presetClass="entr" presetSubtype="10" fill="hold" nodeType="withEffect">
                                  <p:stCondLst>
                                    <p:cond delay="0"/>
                                  </p:stCondLst>
                                  <p:childTnLst>
                                    <p:set>
                                      <p:cBhvr>
                                        <p:cTn id="59" dur="1" fill="hold">
                                          <p:stCondLst>
                                            <p:cond delay="0"/>
                                          </p:stCondLst>
                                        </p:cTn>
                                        <p:tgtEl>
                                          <p:spTgt spid="311315"/>
                                        </p:tgtEl>
                                        <p:attrNameLst>
                                          <p:attrName>style.visibility</p:attrName>
                                        </p:attrNameLst>
                                      </p:cBhvr>
                                      <p:to>
                                        <p:strVal val="visible"/>
                                      </p:to>
                                    </p:set>
                                    <p:animEffect transition="in" filter="blinds(horizontal)">
                                      <p:cBhvr>
                                        <p:cTn id="60" dur="500"/>
                                        <p:tgtEl>
                                          <p:spTgt spid="311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p:bldP spid="311305" grpId="0"/>
      <p:bldP spid="311307" grpId="0"/>
      <p:bldP spid="311314" grpId="0"/>
      <p:bldP spid="31131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p:nvPr/>
        </p:nvSpPr>
        <p:spPr>
          <a:xfrm>
            <a:off x="663575" y="3890963"/>
            <a:ext cx="4175125" cy="2735262"/>
          </a:xfrm>
          <a:prstGeom prst="rect">
            <a:avLst/>
          </a:prstGeom>
          <a:noFill/>
          <a:ln w="9525">
            <a:noFill/>
          </a:ln>
        </p:spPr>
        <p:txBody>
          <a:bodyPr/>
          <a:lstStyle/>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Homogeneous and inhomogeneous media </a:t>
            </a:r>
          </a:p>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Isotropic and anisotropic media </a:t>
            </a:r>
          </a:p>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Time varying and time invariant medium </a:t>
            </a:r>
          </a:p>
        </p:txBody>
      </p:sp>
      <p:sp>
        <p:nvSpPr>
          <p:cNvPr id="312323" name="Rectangle 3"/>
          <p:cNvSpPr/>
          <p:nvPr/>
        </p:nvSpPr>
        <p:spPr>
          <a:xfrm>
            <a:off x="4838700" y="3890963"/>
            <a:ext cx="4284663" cy="2232025"/>
          </a:xfrm>
          <a:prstGeom prst="rect">
            <a:avLst/>
          </a:prstGeom>
          <a:noFill/>
          <a:ln w="9525">
            <a:noFill/>
          </a:ln>
        </p:spPr>
        <p:txBody>
          <a:bodyPr/>
          <a:lstStyle/>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Linear and nonlinear media </a:t>
            </a:r>
          </a:p>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Deterministic and random media </a:t>
            </a:r>
          </a:p>
          <a:p>
            <a:pPr marL="609600" indent="-609600" eaLnBrk="1" hangingPunct="1">
              <a:lnSpc>
                <a:spcPct val="140000"/>
              </a:lnSpc>
              <a:spcBef>
                <a:spcPct val="20000"/>
              </a:spcBef>
              <a:buChar char="•"/>
            </a:pPr>
            <a:r>
              <a:rPr lang="en-US" altLang="zh-CN" sz="2000" b="1" dirty="0">
                <a:solidFill>
                  <a:srgbClr val="000000"/>
                </a:solidFill>
                <a:latin typeface="Arial" panose="020B0604020202020204" pitchFamily="34" charset="0"/>
                <a:ea typeface="楷体_GB2312" pitchFamily="49" charset="-122"/>
              </a:rPr>
              <a:t>Dispersive and non dispersive media </a:t>
            </a:r>
          </a:p>
        </p:txBody>
      </p:sp>
      <p:graphicFrame>
        <p:nvGraphicFramePr>
          <p:cNvPr id="312325" name="Object 5"/>
          <p:cNvGraphicFramePr>
            <a:graphicFrameLocks noChangeAspect="1"/>
          </p:cNvGraphicFramePr>
          <p:nvPr/>
        </p:nvGraphicFramePr>
        <p:xfrm>
          <a:off x="685800" y="723900"/>
          <a:ext cx="1490663" cy="508000"/>
        </p:xfrm>
        <a:graphic>
          <a:graphicData uri="http://schemas.openxmlformats.org/presentationml/2006/ole">
            <mc:AlternateContent xmlns:mc="http://schemas.openxmlformats.org/markup-compatibility/2006">
              <mc:Choice xmlns:v="urn:schemas-microsoft-com:vml" Requires="v">
                <p:oleObj r:id="rId2" imgW="514985" imgH="127635" progId="Equation.DSMT4">
                  <p:embed/>
                </p:oleObj>
              </mc:Choice>
              <mc:Fallback>
                <p:oleObj r:id="rId2" imgW="514985" imgH="127635" progId="Equation.DSMT4">
                  <p:embed/>
                  <p:pic>
                    <p:nvPicPr>
                      <p:cNvPr id="312325" name="Object 5"/>
                      <p:cNvPicPr/>
                      <p:nvPr/>
                    </p:nvPicPr>
                    <p:blipFill>
                      <a:blip r:embed="rId3">
                        <a:clrChange>
                          <a:clrFrom>
                            <a:srgbClr val="000000"/>
                          </a:clrFrom>
                          <a:clrTo>
                            <a:srgbClr val="000000"/>
                          </a:clrTo>
                        </a:clrChange>
                      </a:blip>
                      <a:stretch>
                        <a:fillRect/>
                      </a:stretch>
                    </p:blipFill>
                    <p:spPr>
                      <a:xfrm>
                        <a:off x="685800" y="723900"/>
                        <a:ext cx="1490663" cy="508000"/>
                      </a:xfrm>
                      <a:prstGeom prst="rect">
                        <a:avLst/>
                      </a:prstGeom>
                      <a:noFill/>
                      <a:ln w="38100">
                        <a:noFill/>
                        <a:miter/>
                      </a:ln>
                    </p:spPr>
                  </p:pic>
                </p:oleObj>
              </mc:Fallback>
            </mc:AlternateContent>
          </a:graphicData>
        </a:graphic>
      </p:graphicFrame>
      <p:sp>
        <p:nvSpPr>
          <p:cNvPr id="312327" name="Rectangle 7"/>
          <p:cNvSpPr/>
          <p:nvPr/>
        </p:nvSpPr>
        <p:spPr>
          <a:xfrm>
            <a:off x="303213" y="342900"/>
            <a:ext cx="32877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2000" b="1" dirty="0">
                <a:solidFill>
                  <a:srgbClr val="0000CC"/>
                </a:solidFill>
                <a:ea typeface="楷体_GB2312" pitchFamily="49" charset="-122"/>
              </a:rPr>
              <a:t>constitutive relationship </a:t>
            </a:r>
            <a:r>
              <a:rPr lang="en-US" altLang="zh-CN" sz="2400" b="1" dirty="0">
                <a:solidFill>
                  <a:srgbClr val="0000CC"/>
                </a:solidFill>
                <a:ea typeface="楷体_GB2312" pitchFamily="49" charset="-122"/>
              </a:rPr>
              <a:t>:</a:t>
            </a:r>
          </a:p>
        </p:txBody>
      </p:sp>
      <p:sp>
        <p:nvSpPr>
          <p:cNvPr id="312328" name="AutoShape 8"/>
          <p:cNvSpPr/>
          <p:nvPr/>
        </p:nvSpPr>
        <p:spPr>
          <a:xfrm rot="-5400000">
            <a:off x="2619375" y="739775"/>
            <a:ext cx="265113"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12329" name="Object 9"/>
          <p:cNvGraphicFramePr>
            <a:graphicFrameLocks noChangeAspect="1"/>
          </p:cNvGraphicFramePr>
          <p:nvPr/>
        </p:nvGraphicFramePr>
        <p:xfrm>
          <a:off x="3336925" y="723900"/>
          <a:ext cx="3744913" cy="508000"/>
        </p:xfrm>
        <a:graphic>
          <a:graphicData uri="http://schemas.openxmlformats.org/presentationml/2006/ole">
            <mc:AlternateContent xmlns:mc="http://schemas.openxmlformats.org/markup-compatibility/2006">
              <mc:Choice xmlns:v="urn:schemas-microsoft-com:vml" Requires="v">
                <p:oleObj r:id="rId4" imgW="1562735" imgH="127635" progId="Equation.DSMT4">
                  <p:embed/>
                </p:oleObj>
              </mc:Choice>
              <mc:Fallback>
                <p:oleObj r:id="rId4" imgW="1562735" imgH="127635" progId="Equation.DSMT4">
                  <p:embed/>
                  <p:pic>
                    <p:nvPicPr>
                      <p:cNvPr id="312329" name="Object 9"/>
                      <p:cNvPicPr/>
                      <p:nvPr/>
                    </p:nvPicPr>
                    <p:blipFill>
                      <a:blip r:embed="rId5">
                        <a:clrChange>
                          <a:clrFrom>
                            <a:srgbClr val="000000"/>
                          </a:clrFrom>
                          <a:clrTo>
                            <a:srgbClr val="000000"/>
                          </a:clrTo>
                        </a:clrChange>
                      </a:blip>
                      <a:stretch>
                        <a:fillRect/>
                      </a:stretch>
                    </p:blipFill>
                    <p:spPr>
                      <a:xfrm>
                        <a:off x="3336925" y="723900"/>
                        <a:ext cx="3744913" cy="508000"/>
                      </a:xfrm>
                      <a:prstGeom prst="rect">
                        <a:avLst/>
                      </a:prstGeom>
                      <a:noFill/>
                      <a:ln w="38100">
                        <a:noFill/>
                        <a:miter/>
                      </a:ln>
                    </p:spPr>
                  </p:pic>
                </p:oleObj>
              </mc:Fallback>
            </mc:AlternateContent>
          </a:graphicData>
        </a:graphic>
      </p:graphicFrame>
      <p:sp>
        <p:nvSpPr>
          <p:cNvPr id="312330" name="Line 10"/>
          <p:cNvSpPr/>
          <p:nvPr/>
        </p:nvSpPr>
        <p:spPr>
          <a:xfrm flipV="1">
            <a:off x="5992813" y="1162050"/>
            <a:ext cx="0" cy="1150938"/>
          </a:xfrm>
          <a:prstGeom prst="line">
            <a:avLst/>
          </a:prstGeom>
          <a:ln w="28575" cap="flat" cmpd="sng">
            <a:solidFill>
              <a:srgbClr val="0000CC"/>
            </a:solidFill>
            <a:prstDash val="solid"/>
            <a:headEnd type="none" w="med" len="med"/>
            <a:tailEnd type="triangle" w="med" len="med"/>
          </a:ln>
        </p:spPr>
        <p:txBody>
          <a:bodyPr/>
          <a:lstStyle/>
          <a:p>
            <a:endParaRPr lang="zh-CN" altLang="en-US"/>
          </a:p>
        </p:txBody>
      </p:sp>
      <p:sp>
        <p:nvSpPr>
          <p:cNvPr id="312331" name="Rectangle 11"/>
          <p:cNvSpPr/>
          <p:nvPr/>
        </p:nvSpPr>
        <p:spPr>
          <a:xfrm>
            <a:off x="5632450" y="2312988"/>
            <a:ext cx="2951163" cy="711200"/>
          </a:xfrm>
          <a:prstGeom prst="rect">
            <a:avLst/>
          </a:prstGeom>
          <a:noFill/>
          <a:ln w="28575" cap="flat" cmpd="sng">
            <a:solidFill>
              <a:srgbClr val="0000CC"/>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1800" b="1" dirty="0">
                <a:solidFill>
                  <a:srgbClr val="000000"/>
                </a:solidFill>
                <a:latin typeface="Times New Roman" panose="02020603050405020304" pitchFamily="18" charset="0"/>
                <a:ea typeface="楷体_GB2312" pitchFamily="49" charset="-122"/>
              </a:rPr>
              <a:t>Relative permittivity</a:t>
            </a:r>
          </a:p>
          <a:p>
            <a:pPr marL="0" lvl="0" indent="0" eaLnBrk="1" hangingPunct="1">
              <a:spcBef>
                <a:spcPct val="15000"/>
              </a:spcBef>
              <a:buClrTx/>
              <a:buSzTx/>
              <a:buFontTx/>
              <a:buNone/>
            </a:pPr>
            <a:r>
              <a:rPr lang="zh-CN" altLang="en-US" sz="1800" b="1" dirty="0">
                <a:solidFill>
                  <a:srgbClr val="000000"/>
                </a:solidFill>
                <a:latin typeface="Times New Roman" panose="02020603050405020304" pitchFamily="18" charset="0"/>
                <a:ea typeface="楷体_GB2312" pitchFamily="49" charset="-122"/>
              </a:rPr>
              <a:t>（</a:t>
            </a:r>
            <a:r>
              <a:rPr lang="en-US" altLang="zh-CN" sz="1800" b="1" dirty="0">
                <a:solidFill>
                  <a:srgbClr val="000000"/>
                </a:solidFill>
                <a:latin typeface="Times New Roman" panose="02020603050405020304" pitchFamily="18" charset="0"/>
                <a:ea typeface="楷体_GB2312" pitchFamily="49" charset="-122"/>
              </a:rPr>
              <a:t>Dimensionless </a:t>
            </a:r>
            <a:r>
              <a:rPr lang="zh-CN" altLang="en-US" sz="1800" b="1" dirty="0">
                <a:solidFill>
                  <a:srgbClr val="000000"/>
                </a:solidFill>
                <a:latin typeface="Times New Roman" panose="02020603050405020304" pitchFamily="18" charset="0"/>
                <a:ea typeface="楷体_GB2312" pitchFamily="49" charset="-122"/>
              </a:rPr>
              <a:t>）</a:t>
            </a:r>
          </a:p>
        </p:txBody>
      </p:sp>
      <p:sp>
        <p:nvSpPr>
          <p:cNvPr id="312332" name="Line 12"/>
          <p:cNvSpPr/>
          <p:nvPr/>
        </p:nvSpPr>
        <p:spPr>
          <a:xfrm flipV="1">
            <a:off x="6711950" y="1160463"/>
            <a:ext cx="0" cy="792162"/>
          </a:xfrm>
          <a:prstGeom prst="line">
            <a:avLst/>
          </a:prstGeom>
          <a:ln w="28575" cap="flat" cmpd="sng">
            <a:solidFill>
              <a:srgbClr val="0000CC"/>
            </a:solidFill>
            <a:prstDash val="solid"/>
            <a:headEnd type="none" w="med" len="med"/>
            <a:tailEnd type="triangle" w="med" len="med"/>
          </a:ln>
        </p:spPr>
        <p:txBody>
          <a:bodyPr/>
          <a:lstStyle/>
          <a:p>
            <a:endParaRPr lang="zh-CN" altLang="en-US"/>
          </a:p>
        </p:txBody>
      </p:sp>
      <p:sp>
        <p:nvSpPr>
          <p:cNvPr id="312333" name="Rectangle 13"/>
          <p:cNvSpPr/>
          <p:nvPr/>
        </p:nvSpPr>
        <p:spPr>
          <a:xfrm>
            <a:off x="6927850" y="1592263"/>
            <a:ext cx="1260475" cy="669925"/>
          </a:xfrm>
          <a:prstGeom prst="rect">
            <a:avLst/>
          </a:prstGeom>
          <a:noFill/>
          <a:ln w="28575" cap="flat" cmpd="sng">
            <a:solidFill>
              <a:srgbClr val="0000CC"/>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15000"/>
              </a:spcBef>
              <a:buClrTx/>
              <a:buSzTx/>
              <a:buFontTx/>
              <a:buNone/>
            </a:pPr>
            <a:r>
              <a:rPr lang="en-US" altLang="zh-CN" sz="1800" b="1" dirty="0">
                <a:solidFill>
                  <a:srgbClr val="000000"/>
                </a:solidFill>
                <a:latin typeface="Times New Roman" panose="02020603050405020304" pitchFamily="18" charset="0"/>
                <a:ea typeface="楷体_GB2312" pitchFamily="49" charset="-122"/>
              </a:rPr>
              <a:t>Dielectric constant</a:t>
            </a:r>
          </a:p>
        </p:txBody>
      </p:sp>
      <p:graphicFrame>
        <p:nvGraphicFramePr>
          <p:cNvPr id="312334" name="Object 14"/>
          <p:cNvGraphicFramePr>
            <a:graphicFrameLocks noChangeAspect="1"/>
          </p:cNvGraphicFramePr>
          <p:nvPr/>
        </p:nvGraphicFramePr>
        <p:xfrm>
          <a:off x="3170238" y="2322513"/>
          <a:ext cx="1668462" cy="692150"/>
        </p:xfrm>
        <a:graphic>
          <a:graphicData uri="http://schemas.openxmlformats.org/presentationml/2006/ole">
            <mc:AlternateContent xmlns:mc="http://schemas.openxmlformats.org/markup-compatibility/2006">
              <mc:Choice xmlns:v="urn:schemas-microsoft-com:vml" Requires="v">
                <p:oleObj r:id="rId6" imgW="353060" imgH="92710" progId="Equation.DSMT4">
                  <p:embed/>
                </p:oleObj>
              </mc:Choice>
              <mc:Fallback>
                <p:oleObj r:id="rId6" imgW="353060" imgH="92710" progId="Equation.DSMT4">
                  <p:embed/>
                  <p:pic>
                    <p:nvPicPr>
                      <p:cNvPr id="312334" name="Object 14"/>
                      <p:cNvPicPr/>
                      <p:nvPr/>
                    </p:nvPicPr>
                    <p:blipFill>
                      <a:blip r:embed="rId7">
                        <a:clrChange>
                          <a:clrFrom>
                            <a:srgbClr val="000000"/>
                          </a:clrFrom>
                          <a:clrTo>
                            <a:srgbClr val="000000"/>
                          </a:clrTo>
                        </a:clrChange>
                      </a:blip>
                      <a:stretch>
                        <a:fillRect/>
                      </a:stretch>
                    </p:blipFill>
                    <p:spPr>
                      <a:xfrm>
                        <a:off x="3170238" y="2322513"/>
                        <a:ext cx="1668462" cy="692150"/>
                      </a:xfrm>
                      <a:prstGeom prst="rect">
                        <a:avLst/>
                      </a:prstGeom>
                      <a:noFill/>
                      <a:ln w="38100">
                        <a:noFill/>
                        <a:miter/>
                      </a:ln>
                    </p:spPr>
                  </p:pic>
                </p:oleObj>
              </mc:Fallback>
            </mc:AlternateContent>
          </a:graphicData>
        </a:graphic>
      </p:graphicFrame>
      <p:sp>
        <p:nvSpPr>
          <p:cNvPr id="312335" name="AutoShape 15"/>
          <p:cNvSpPr/>
          <p:nvPr/>
        </p:nvSpPr>
        <p:spPr>
          <a:xfrm>
            <a:off x="519113" y="728663"/>
            <a:ext cx="6624637" cy="1584325"/>
          </a:xfrm>
          <a:prstGeom prst="downArrowCallout">
            <a:avLst>
              <a:gd name="adj1" fmla="val 49398"/>
              <a:gd name="adj2" fmla="val 104534"/>
              <a:gd name="adj3" fmla="val 32462"/>
              <a:gd name="adj4" fmla="val 35926"/>
            </a:avLst>
          </a:prstGeom>
          <a:noFill/>
          <a:ln w="28575" cap="flat" cmpd="sng">
            <a:solidFill>
              <a:srgbClr val="0000CC"/>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73742" name="Line 16"/>
          <p:cNvSpPr/>
          <p:nvPr/>
        </p:nvSpPr>
        <p:spPr>
          <a:xfrm>
            <a:off x="3327400" y="657225"/>
            <a:ext cx="0" cy="0"/>
          </a:xfrm>
          <a:prstGeom prst="line">
            <a:avLst/>
          </a:prstGeom>
          <a:ln w="9525">
            <a:noFill/>
          </a:ln>
        </p:spPr>
        <p:txBody>
          <a:bodyPr/>
          <a:lstStyle/>
          <a:p>
            <a:endParaRPr lang="zh-CN" altLang="en-US"/>
          </a:p>
        </p:txBody>
      </p:sp>
      <p:sp>
        <p:nvSpPr>
          <p:cNvPr id="312337" name="Line 17"/>
          <p:cNvSpPr/>
          <p:nvPr/>
        </p:nvSpPr>
        <p:spPr>
          <a:xfrm>
            <a:off x="6711950" y="1952625"/>
            <a:ext cx="215900" cy="0"/>
          </a:xfrm>
          <a:prstGeom prst="line">
            <a:avLst/>
          </a:prstGeom>
          <a:ln w="28575" cap="flat" cmpd="sng">
            <a:solidFill>
              <a:srgbClr val="0000CC"/>
            </a:solidFill>
            <a:prstDash val="solid"/>
            <a:headEnd type="none" w="med" len="med"/>
            <a:tailEnd type="none" w="med" len="med"/>
          </a:ln>
        </p:spPr>
        <p:txBody>
          <a:bodyPr/>
          <a:lstStyle/>
          <a:p>
            <a:endParaRPr lang="zh-CN" altLang="en-US"/>
          </a:p>
        </p:txBody>
      </p:sp>
      <p:sp>
        <p:nvSpPr>
          <p:cNvPr id="73744" name="Rectangle 18"/>
          <p:cNvSpPr/>
          <p:nvPr/>
        </p:nvSpPr>
        <p:spPr>
          <a:xfrm>
            <a:off x="0" y="0"/>
            <a:ext cx="9144000" cy="0"/>
          </a:xfrm>
          <a:prstGeom prst="rect">
            <a:avLst/>
          </a:prstGeom>
          <a:solidFill>
            <a:srgbClr val="FFFF00"/>
          </a:solidFill>
          <a:ln w="9525">
            <a:noFill/>
          </a:ln>
        </p:spPr>
        <p:txBody>
          <a:bodyPr wrap="none" lIns="14283" tIns="0" rIns="14283"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1800" dirty="0"/>
          </a:p>
        </p:txBody>
      </p:sp>
      <p:sp>
        <p:nvSpPr>
          <p:cNvPr id="73745" name="Rectangle 19"/>
          <p:cNvSpPr/>
          <p:nvPr/>
        </p:nvSpPr>
        <p:spPr>
          <a:xfrm>
            <a:off x="0" y="0"/>
            <a:ext cx="9144000" cy="0"/>
          </a:xfrm>
          <a:prstGeom prst="rect">
            <a:avLst/>
          </a:prstGeom>
          <a:solidFill>
            <a:srgbClr val="FFFF00"/>
          </a:solidFill>
          <a:ln w="9525">
            <a:noFill/>
          </a:ln>
        </p:spPr>
        <p:txBody>
          <a:bodyPr wrap="none" lIns="14283" tIns="0" rIns="14283"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1800" dirty="0"/>
          </a:p>
        </p:txBody>
      </p:sp>
      <p:sp>
        <p:nvSpPr>
          <p:cNvPr id="73746" name="Rectangle 20"/>
          <p:cNvSpPr/>
          <p:nvPr/>
        </p:nvSpPr>
        <p:spPr>
          <a:xfrm>
            <a:off x="-347662" y="342900"/>
            <a:ext cx="9144000" cy="0"/>
          </a:xfrm>
          <a:prstGeom prst="rect">
            <a:avLst/>
          </a:prstGeom>
          <a:solidFill>
            <a:srgbClr val="FFFF00"/>
          </a:solidFill>
          <a:ln w="9525">
            <a:noFill/>
          </a:ln>
        </p:spPr>
        <p:txBody>
          <a:bodyPr wrap="none" lIns="14283" tIns="0" rIns="14283" bIns="0"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1800" dirty="0"/>
          </a:p>
        </p:txBody>
      </p:sp>
      <p:pic>
        <p:nvPicPr>
          <p:cNvPr id="4098" name="Picture 2"/>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
        <p:nvSpPr>
          <p:cNvPr id="312342" name="Rectangle 22"/>
          <p:cNvSpPr>
            <a:spLocks noRot="1"/>
          </p:cNvSpPr>
          <p:nvPr/>
        </p:nvSpPr>
        <p:spPr>
          <a:xfrm>
            <a:off x="519113" y="3098800"/>
            <a:ext cx="8424862" cy="9366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CC"/>
                </a:solidFill>
              </a:rPr>
              <a:t>Classification and constitutive relationship of medium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2342"/>
                                        </p:tgtEl>
                                        <p:attrNameLst>
                                          <p:attrName>style.visibility</p:attrName>
                                        </p:attrNameLst>
                                      </p:cBhvr>
                                      <p:to>
                                        <p:strVal val="visible"/>
                                      </p:to>
                                    </p:set>
                                    <p:animEffect transition="in" filter="dissolve">
                                      <p:cBhvr>
                                        <p:cTn id="7" dur="500"/>
                                        <p:tgtEl>
                                          <p:spTgt spid="3123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2322"/>
                                        </p:tgtEl>
                                        <p:attrNameLst>
                                          <p:attrName>style.visibility</p:attrName>
                                        </p:attrNameLst>
                                      </p:cBhvr>
                                      <p:to>
                                        <p:strVal val="visible"/>
                                      </p:to>
                                    </p:set>
                                    <p:animEffect transition="in" filter="blinds(horizontal)">
                                      <p:cBhvr>
                                        <p:cTn id="12" dur="500"/>
                                        <p:tgtEl>
                                          <p:spTgt spid="312322"/>
                                        </p:tgtEl>
                                      </p:cBhvr>
                                    </p:animEffect>
                                  </p:childTnLst>
                                </p:cTn>
                              </p:par>
                              <p:par>
                                <p:cTn id="13" presetID="3" presetClass="entr" presetSubtype="10" fill="hold" nodeType="withEffect">
                                  <p:stCondLst>
                                    <p:cond delay="0"/>
                                  </p:stCondLst>
                                  <p:childTnLst>
                                    <p:set>
                                      <p:cBhvr>
                                        <p:cTn id="14" dur="1" fill="hold">
                                          <p:stCondLst>
                                            <p:cond delay="0"/>
                                          </p:stCondLst>
                                        </p:cTn>
                                        <p:tgtEl>
                                          <p:spTgt spid="312323"/>
                                        </p:tgtEl>
                                        <p:attrNameLst>
                                          <p:attrName>style.visibility</p:attrName>
                                        </p:attrNameLst>
                                      </p:cBhvr>
                                      <p:to>
                                        <p:strVal val="visible"/>
                                      </p:to>
                                    </p:set>
                                    <p:animEffect transition="in" filter="blinds(horizontal)">
                                      <p:cBhvr>
                                        <p:cTn id="15" dur="500"/>
                                        <p:tgtEl>
                                          <p:spTgt spid="31232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12327"/>
                                        </p:tgtEl>
                                        <p:attrNameLst>
                                          <p:attrName>style.visibility</p:attrName>
                                        </p:attrNameLst>
                                      </p:cBhvr>
                                      <p:to>
                                        <p:strVal val="visible"/>
                                      </p:to>
                                    </p:set>
                                    <p:animEffect transition="in" filter="blinds(horizontal)">
                                      <p:cBhvr>
                                        <p:cTn id="20" dur="500"/>
                                        <p:tgtEl>
                                          <p:spTgt spid="31232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12325"/>
                                        </p:tgtEl>
                                        <p:attrNameLst>
                                          <p:attrName>style.visibility</p:attrName>
                                        </p:attrNameLst>
                                      </p:cBhvr>
                                      <p:to>
                                        <p:strVal val="visible"/>
                                      </p:to>
                                    </p:set>
                                    <p:animEffect transition="in" filter="blinds(horizontal)">
                                      <p:cBhvr>
                                        <p:cTn id="25" dur="500"/>
                                        <p:tgtEl>
                                          <p:spTgt spid="31232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12328"/>
                                        </p:tgtEl>
                                        <p:attrNameLst>
                                          <p:attrName>style.visibility</p:attrName>
                                        </p:attrNameLst>
                                      </p:cBhvr>
                                      <p:to>
                                        <p:strVal val="visible"/>
                                      </p:to>
                                    </p:set>
                                    <p:animEffect transition="in" filter="blinds(horizontal)">
                                      <p:cBhvr>
                                        <p:cTn id="30" dur="500"/>
                                        <p:tgtEl>
                                          <p:spTgt spid="312328"/>
                                        </p:tgtEl>
                                      </p:cBhvr>
                                    </p:animEffect>
                                  </p:childTnLst>
                                </p:cTn>
                              </p:par>
                              <p:par>
                                <p:cTn id="31" presetID="3" presetClass="entr" presetSubtype="10" fill="hold" nodeType="withEffect">
                                  <p:stCondLst>
                                    <p:cond delay="0"/>
                                  </p:stCondLst>
                                  <p:childTnLst>
                                    <p:set>
                                      <p:cBhvr>
                                        <p:cTn id="32" dur="1" fill="hold">
                                          <p:stCondLst>
                                            <p:cond delay="0"/>
                                          </p:stCondLst>
                                        </p:cTn>
                                        <p:tgtEl>
                                          <p:spTgt spid="312329"/>
                                        </p:tgtEl>
                                        <p:attrNameLst>
                                          <p:attrName>style.visibility</p:attrName>
                                        </p:attrNameLst>
                                      </p:cBhvr>
                                      <p:to>
                                        <p:strVal val="visible"/>
                                      </p:to>
                                    </p:set>
                                    <p:animEffect transition="in" filter="blinds(horizontal)">
                                      <p:cBhvr>
                                        <p:cTn id="33" dur="500"/>
                                        <p:tgtEl>
                                          <p:spTgt spid="31232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12331"/>
                                        </p:tgtEl>
                                        <p:attrNameLst>
                                          <p:attrName>style.visibility</p:attrName>
                                        </p:attrNameLst>
                                      </p:cBhvr>
                                      <p:to>
                                        <p:strVal val="visible"/>
                                      </p:to>
                                    </p:set>
                                    <p:animEffect transition="in" filter="blinds(horizontal)">
                                      <p:cBhvr>
                                        <p:cTn id="38" dur="500"/>
                                        <p:tgtEl>
                                          <p:spTgt spid="312331"/>
                                        </p:tgtEl>
                                      </p:cBhvr>
                                    </p:animEffect>
                                  </p:childTnLst>
                                </p:cTn>
                              </p:par>
                              <p:par>
                                <p:cTn id="39" presetID="3" presetClass="entr" presetSubtype="10" fill="hold" nodeType="withEffect">
                                  <p:stCondLst>
                                    <p:cond delay="0"/>
                                  </p:stCondLst>
                                  <p:childTnLst>
                                    <p:set>
                                      <p:cBhvr>
                                        <p:cTn id="40" dur="1" fill="hold">
                                          <p:stCondLst>
                                            <p:cond delay="0"/>
                                          </p:stCondLst>
                                        </p:cTn>
                                        <p:tgtEl>
                                          <p:spTgt spid="312330"/>
                                        </p:tgtEl>
                                        <p:attrNameLst>
                                          <p:attrName>style.visibility</p:attrName>
                                        </p:attrNameLst>
                                      </p:cBhvr>
                                      <p:to>
                                        <p:strVal val="visible"/>
                                      </p:to>
                                    </p:set>
                                    <p:animEffect transition="in" filter="blinds(horizontal)">
                                      <p:cBhvr>
                                        <p:cTn id="41" dur="500"/>
                                        <p:tgtEl>
                                          <p:spTgt spid="312330"/>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12332"/>
                                        </p:tgtEl>
                                        <p:attrNameLst>
                                          <p:attrName>style.visibility</p:attrName>
                                        </p:attrNameLst>
                                      </p:cBhvr>
                                      <p:to>
                                        <p:strVal val="visible"/>
                                      </p:to>
                                    </p:set>
                                    <p:animEffect transition="in" filter="blinds(horizontal)">
                                      <p:cBhvr>
                                        <p:cTn id="46" dur="500"/>
                                        <p:tgtEl>
                                          <p:spTgt spid="312332"/>
                                        </p:tgtEl>
                                      </p:cBhvr>
                                    </p:animEffect>
                                  </p:childTnLst>
                                </p:cTn>
                              </p:par>
                              <p:par>
                                <p:cTn id="47" presetID="3" presetClass="entr" presetSubtype="10" fill="hold" nodeType="withEffect">
                                  <p:stCondLst>
                                    <p:cond delay="0"/>
                                  </p:stCondLst>
                                  <p:childTnLst>
                                    <p:set>
                                      <p:cBhvr>
                                        <p:cTn id="48" dur="1" fill="hold">
                                          <p:stCondLst>
                                            <p:cond delay="0"/>
                                          </p:stCondLst>
                                        </p:cTn>
                                        <p:tgtEl>
                                          <p:spTgt spid="312333"/>
                                        </p:tgtEl>
                                        <p:attrNameLst>
                                          <p:attrName>style.visibility</p:attrName>
                                        </p:attrNameLst>
                                      </p:cBhvr>
                                      <p:to>
                                        <p:strVal val="visible"/>
                                      </p:to>
                                    </p:set>
                                    <p:animEffect transition="in" filter="blinds(horizontal)">
                                      <p:cBhvr>
                                        <p:cTn id="49" dur="500"/>
                                        <p:tgtEl>
                                          <p:spTgt spid="312333"/>
                                        </p:tgtEl>
                                      </p:cBhvr>
                                    </p:animEffect>
                                  </p:childTnLst>
                                </p:cTn>
                              </p:par>
                            </p:childTnLst>
                          </p:cTn>
                        </p:par>
                        <p:par>
                          <p:cTn id="50" fill="hold">
                            <p:stCondLst>
                              <p:cond delay="500"/>
                            </p:stCondLst>
                            <p:childTnLst>
                              <p:par>
                                <p:cTn id="51" presetID="3" presetClass="entr" presetSubtype="10" fill="hold" nodeType="afterEffect">
                                  <p:stCondLst>
                                    <p:cond delay="0"/>
                                  </p:stCondLst>
                                  <p:childTnLst>
                                    <p:set>
                                      <p:cBhvr>
                                        <p:cTn id="52" dur="1" fill="hold">
                                          <p:stCondLst>
                                            <p:cond delay="0"/>
                                          </p:stCondLst>
                                        </p:cTn>
                                        <p:tgtEl>
                                          <p:spTgt spid="312337"/>
                                        </p:tgtEl>
                                        <p:attrNameLst>
                                          <p:attrName>style.visibility</p:attrName>
                                        </p:attrNameLst>
                                      </p:cBhvr>
                                      <p:to>
                                        <p:strVal val="visible"/>
                                      </p:to>
                                    </p:set>
                                    <p:animEffect transition="in" filter="blinds(horizontal)">
                                      <p:cBhvr>
                                        <p:cTn id="53" dur="500"/>
                                        <p:tgtEl>
                                          <p:spTgt spid="31233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12335"/>
                                        </p:tgtEl>
                                        <p:attrNameLst>
                                          <p:attrName>style.visibility</p:attrName>
                                        </p:attrNameLst>
                                      </p:cBhvr>
                                      <p:to>
                                        <p:strVal val="visible"/>
                                      </p:to>
                                    </p:set>
                                    <p:animEffect transition="in" filter="blinds(horizontal)">
                                      <p:cBhvr>
                                        <p:cTn id="58" dur="500"/>
                                        <p:tgtEl>
                                          <p:spTgt spid="312335"/>
                                        </p:tgtEl>
                                      </p:cBhvr>
                                    </p:animEffect>
                                  </p:childTnLst>
                                </p:cTn>
                              </p:par>
                            </p:childTnLst>
                          </p:cTn>
                        </p:par>
                        <p:par>
                          <p:cTn id="59" fill="hold">
                            <p:stCondLst>
                              <p:cond delay="500"/>
                            </p:stCondLst>
                            <p:childTnLst>
                              <p:par>
                                <p:cTn id="60" presetID="3" presetClass="entr" presetSubtype="10" fill="hold" nodeType="afterEffect">
                                  <p:stCondLst>
                                    <p:cond delay="0"/>
                                  </p:stCondLst>
                                  <p:childTnLst>
                                    <p:set>
                                      <p:cBhvr>
                                        <p:cTn id="61" dur="1" fill="hold">
                                          <p:stCondLst>
                                            <p:cond delay="0"/>
                                          </p:stCondLst>
                                        </p:cTn>
                                        <p:tgtEl>
                                          <p:spTgt spid="312334"/>
                                        </p:tgtEl>
                                        <p:attrNameLst>
                                          <p:attrName>style.visibility</p:attrName>
                                        </p:attrNameLst>
                                      </p:cBhvr>
                                      <p:to>
                                        <p:strVal val="visible"/>
                                      </p:to>
                                    </p:set>
                                    <p:animEffect transition="in" filter="blinds(horizontal)">
                                      <p:cBhvr>
                                        <p:cTn id="62" dur="500"/>
                                        <p:tgtEl>
                                          <p:spTgt spid="312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2" grpId="0"/>
      <p:bldP spid="312323" grpId="0"/>
      <p:bldP spid="312327" grpId="0"/>
      <p:bldP spid="312331" grpId="0" animBg="1"/>
      <p:bldP spid="312333" grpId="0" animBg="1"/>
      <p:bldP spid="31234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1" name="Rectangle 3"/>
          <p:cNvSpPr>
            <a:spLocks noGrp="1" noRot="1"/>
          </p:cNvSpPr>
          <p:nvPr>
            <p:ph type="body" sz="half" idx="1" hasCustomPrompt="1"/>
          </p:nvPr>
        </p:nvSpPr>
        <p:spPr>
          <a:xfrm>
            <a:off x="323850" y="3128963"/>
            <a:ext cx="8158163" cy="876300"/>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400" b="1" dirty="0">
                <a:solidFill>
                  <a:srgbClr val="0000FF"/>
                </a:solidFill>
              </a:rPr>
              <a:t>In addition,  the permittivity  of  a </a:t>
            </a:r>
            <a:r>
              <a:rPr lang="en-US" altLang="zh-CN" sz="2400" b="1" dirty="0">
                <a:solidFill>
                  <a:srgbClr val="FF0000"/>
                </a:solidFill>
              </a:rPr>
              <a:t>homogeneous</a:t>
            </a:r>
            <a:r>
              <a:rPr lang="en-US" altLang="zh-CN" sz="2400" b="1" dirty="0">
                <a:solidFill>
                  <a:srgbClr val="0000FF"/>
                </a:solidFill>
              </a:rPr>
              <a:t>  dielectric  is independent of the</a:t>
            </a:r>
            <a:r>
              <a:rPr lang="en-US" altLang="zh-CN" sz="2400" b="1" dirty="0">
                <a:solidFill>
                  <a:srgbClr val="FF0000"/>
                </a:solidFill>
              </a:rPr>
              <a:t> space</a:t>
            </a:r>
            <a:r>
              <a:rPr lang="en-US" altLang="zh-CN" sz="2400" b="1" dirty="0">
                <a:solidFill>
                  <a:srgbClr val="0000FF"/>
                </a:solidFill>
              </a:rPr>
              <a:t> coordinates.</a:t>
            </a:r>
          </a:p>
        </p:txBody>
      </p:sp>
      <p:sp>
        <p:nvSpPr>
          <p:cNvPr id="360452" name="Rectangle 4"/>
          <p:cNvSpPr>
            <a:spLocks noRot="1"/>
          </p:cNvSpPr>
          <p:nvPr/>
        </p:nvSpPr>
        <p:spPr>
          <a:xfrm>
            <a:off x="323850" y="4148138"/>
            <a:ext cx="8424863" cy="13684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FF"/>
                </a:solidFill>
              </a:rPr>
              <a:t>The </a:t>
            </a:r>
            <a:r>
              <a:rPr lang="en-US" altLang="zh-CN" sz="2400" b="1" dirty="0">
                <a:solidFill>
                  <a:srgbClr val="FF0000"/>
                </a:solidFill>
              </a:rPr>
              <a:t>relationship</a:t>
            </a:r>
            <a:r>
              <a:rPr lang="en-US" altLang="zh-CN" sz="2400" b="1" dirty="0">
                <a:solidFill>
                  <a:srgbClr val="0000FF"/>
                </a:solidFill>
              </a:rPr>
              <a:t> between the electric flux density and the electric field intensity is dependent upon the </a:t>
            </a:r>
            <a:r>
              <a:rPr lang="en-US" altLang="zh-CN" sz="2400" b="1" dirty="0">
                <a:solidFill>
                  <a:srgbClr val="FF0000"/>
                </a:solidFill>
              </a:rPr>
              <a:t>direction</a:t>
            </a:r>
            <a:r>
              <a:rPr lang="en-US" altLang="zh-CN" sz="2400" b="1" dirty="0">
                <a:solidFill>
                  <a:srgbClr val="0000FF"/>
                </a:solidFill>
              </a:rPr>
              <a:t> of applied electric field.</a:t>
            </a:r>
            <a:r>
              <a:rPr lang="en-US" altLang="zh-CN" dirty="0"/>
              <a:t> </a:t>
            </a:r>
          </a:p>
        </p:txBody>
      </p:sp>
      <p:sp>
        <p:nvSpPr>
          <p:cNvPr id="360453" name="Rectangle 5"/>
          <p:cNvSpPr>
            <a:spLocks noRot="1"/>
          </p:cNvSpPr>
          <p:nvPr/>
        </p:nvSpPr>
        <p:spPr>
          <a:xfrm>
            <a:off x="323850" y="5589588"/>
            <a:ext cx="8496300" cy="863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FF"/>
                </a:solidFill>
              </a:rPr>
              <a:t>The permittivity of</a:t>
            </a:r>
            <a:r>
              <a:rPr lang="en-US" altLang="zh-CN" sz="2400" b="1" dirty="0">
                <a:solidFill>
                  <a:srgbClr val="FF0000"/>
                </a:solidFill>
              </a:rPr>
              <a:t> linear</a:t>
            </a:r>
            <a:r>
              <a:rPr lang="en-US" altLang="zh-CN" sz="2400" b="1" dirty="0">
                <a:solidFill>
                  <a:srgbClr val="0000FF"/>
                </a:solidFill>
              </a:rPr>
              <a:t> dielectrics is independent of the </a:t>
            </a:r>
            <a:r>
              <a:rPr lang="en-US" altLang="zh-CN" sz="2400" b="1" dirty="0">
                <a:solidFill>
                  <a:srgbClr val="FF0000"/>
                </a:solidFill>
              </a:rPr>
              <a:t>magnitude </a:t>
            </a:r>
            <a:r>
              <a:rPr lang="en-US" altLang="zh-CN" sz="2400" b="1" dirty="0">
                <a:solidFill>
                  <a:srgbClr val="0000FF"/>
                </a:solidFill>
              </a:rPr>
              <a:t>of the electric field intensity.</a:t>
            </a:r>
          </a:p>
        </p:txBody>
      </p:sp>
      <p:sp>
        <p:nvSpPr>
          <p:cNvPr id="360454" name="Rectangle 6"/>
          <p:cNvSpPr>
            <a:spLocks noRot="1"/>
          </p:cNvSpPr>
          <p:nvPr/>
        </p:nvSpPr>
        <p:spPr>
          <a:xfrm>
            <a:off x="250825" y="333375"/>
            <a:ext cx="8497888" cy="10795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FF"/>
                </a:solidFill>
              </a:rPr>
              <a:t>For </a:t>
            </a:r>
            <a:r>
              <a:rPr lang="en-US" altLang="zh-CN" sz="2400" b="1" dirty="0">
                <a:solidFill>
                  <a:srgbClr val="FF0000"/>
                </a:solidFill>
              </a:rPr>
              <a:t>anisotropic</a:t>
            </a:r>
            <a:r>
              <a:rPr lang="en-US" altLang="zh-CN" sz="2400" b="1" dirty="0">
                <a:solidFill>
                  <a:srgbClr val="0000FF"/>
                </a:solidFill>
              </a:rPr>
              <a:t> dielectrics, the relationship between the electric flux density and the electric field intensity can be written as:</a:t>
            </a:r>
          </a:p>
        </p:txBody>
      </p:sp>
      <p:graphicFrame>
        <p:nvGraphicFramePr>
          <p:cNvPr id="360455" name="Object 7"/>
          <p:cNvGraphicFramePr>
            <a:graphicFrameLocks noGrp="1" noChangeAspect="1"/>
          </p:cNvGraphicFramePr>
          <p:nvPr>
            <p:ph sz="half" idx="2" hasCustomPrompt="1"/>
          </p:nvPr>
        </p:nvGraphicFramePr>
        <p:xfrm>
          <a:off x="2339975" y="1484313"/>
          <a:ext cx="4392613" cy="1676400"/>
        </p:xfrm>
        <a:graphic>
          <a:graphicData uri="http://schemas.openxmlformats.org/presentationml/2006/ole">
            <mc:AlternateContent xmlns:mc="http://schemas.openxmlformats.org/markup-compatibility/2006">
              <mc:Choice xmlns:v="urn:schemas-microsoft-com:vml" Requires="v">
                <p:oleObj r:id="rId2" imgW="1930400" imgH="736600" progId="Equation.3">
                  <p:embed/>
                </p:oleObj>
              </mc:Choice>
              <mc:Fallback>
                <p:oleObj r:id="rId2" imgW="1930400" imgH="736600" progId="Equation.3">
                  <p:embed/>
                  <p:pic>
                    <p:nvPicPr>
                      <p:cNvPr id="360455" name="Object 7"/>
                      <p:cNvPicPr/>
                      <p:nvPr/>
                    </p:nvPicPr>
                    <p:blipFill>
                      <a:blip r:embed="rId3"/>
                      <a:srcRect/>
                      <a:stretch>
                        <a:fillRect/>
                      </a:stretch>
                    </p:blipFill>
                    <p:spPr>
                      <a:xfrm>
                        <a:off x="2339975" y="1484313"/>
                        <a:ext cx="4392613" cy="167640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0454"/>
                                        </p:tgtEl>
                                        <p:attrNameLst>
                                          <p:attrName>style.visibility</p:attrName>
                                        </p:attrNameLst>
                                      </p:cBhvr>
                                      <p:to>
                                        <p:strVal val="visible"/>
                                      </p:to>
                                    </p:set>
                                    <p:animEffect transition="in" filter="dissolve">
                                      <p:cBhvr>
                                        <p:cTn id="7" dur="500"/>
                                        <p:tgtEl>
                                          <p:spTgt spid="3604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0455"/>
                                        </p:tgtEl>
                                        <p:attrNameLst>
                                          <p:attrName>style.visibility</p:attrName>
                                        </p:attrNameLst>
                                      </p:cBhvr>
                                      <p:to>
                                        <p:strVal val="visible"/>
                                      </p:to>
                                    </p:set>
                                    <p:anim calcmode="lin" valueType="num">
                                      <p:cBhvr additive="base">
                                        <p:cTn id="12" dur="500" fill="hold"/>
                                        <p:tgtEl>
                                          <p:spTgt spid="360455"/>
                                        </p:tgtEl>
                                        <p:attrNameLst>
                                          <p:attrName>ppt_x</p:attrName>
                                        </p:attrNameLst>
                                      </p:cBhvr>
                                      <p:tavLst>
                                        <p:tav tm="0">
                                          <p:val>
                                            <p:strVal val="#ppt_x"/>
                                          </p:val>
                                        </p:tav>
                                        <p:tav tm="100000">
                                          <p:val>
                                            <p:strVal val="#ppt_x"/>
                                          </p:val>
                                        </p:tav>
                                      </p:tavLst>
                                    </p:anim>
                                    <p:anim calcmode="lin" valueType="num">
                                      <p:cBhvr additive="base">
                                        <p:cTn id="13" dur="500" fill="hold"/>
                                        <p:tgtEl>
                                          <p:spTgt spid="36045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60451">
                                            <p:txEl>
                                              <p:pRg st="0" end="0"/>
                                            </p:txEl>
                                          </p:spTgt>
                                        </p:tgtEl>
                                        <p:attrNameLst>
                                          <p:attrName>style.visibility</p:attrName>
                                        </p:attrNameLst>
                                      </p:cBhvr>
                                      <p:to>
                                        <p:strVal val="visible"/>
                                      </p:to>
                                    </p:set>
                                    <p:animEffect transition="in" filter="dissolve">
                                      <p:cBhvr>
                                        <p:cTn id="18" dur="500"/>
                                        <p:tgtEl>
                                          <p:spTgt spid="36045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60452"/>
                                        </p:tgtEl>
                                        <p:attrNameLst>
                                          <p:attrName>style.visibility</p:attrName>
                                        </p:attrNameLst>
                                      </p:cBhvr>
                                      <p:to>
                                        <p:strVal val="visible"/>
                                      </p:to>
                                    </p:set>
                                    <p:animEffect transition="in" filter="dissolve">
                                      <p:cBhvr>
                                        <p:cTn id="23" dur="500"/>
                                        <p:tgtEl>
                                          <p:spTgt spid="36045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60453"/>
                                        </p:tgtEl>
                                        <p:attrNameLst>
                                          <p:attrName>style.visibility</p:attrName>
                                        </p:attrNameLst>
                                      </p:cBhvr>
                                      <p:to>
                                        <p:strVal val="visible"/>
                                      </p:to>
                                    </p:set>
                                    <p:animEffect transition="in" filter="dissolve">
                                      <p:cBhvr>
                                        <p:cTn id="28" dur="500"/>
                                        <p:tgtEl>
                                          <p:spTgt spid="36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build="p"/>
      <p:bldP spid="360452" grpId="0"/>
      <p:bldP spid="360453" grpId="0"/>
      <p:bldP spid="36045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4"/>
          <p:cNvPicPr>
            <a:picLocks noChangeAspect="1"/>
          </p:cNvPicPr>
          <p:nvPr/>
        </p:nvPicPr>
        <p:blipFill>
          <a:blip r:embed="rId2"/>
          <a:stretch>
            <a:fillRect/>
          </a:stretch>
        </p:blipFill>
        <p:spPr>
          <a:xfrm>
            <a:off x="0" y="41275"/>
            <a:ext cx="9144000" cy="939800"/>
          </a:xfrm>
          <a:prstGeom prst="rect">
            <a:avLst/>
          </a:prstGeom>
          <a:noFill/>
          <a:ln w="9525">
            <a:noFill/>
          </a:ln>
        </p:spPr>
      </p:pic>
      <p:pic>
        <p:nvPicPr>
          <p:cNvPr id="75779" name="Picture 5"/>
          <p:cNvPicPr>
            <a:picLocks noChangeAspect="1"/>
          </p:cNvPicPr>
          <p:nvPr/>
        </p:nvPicPr>
        <p:blipFill>
          <a:blip r:embed="rId3"/>
          <a:stretch>
            <a:fillRect/>
          </a:stretch>
        </p:blipFill>
        <p:spPr>
          <a:xfrm>
            <a:off x="0" y="1125538"/>
            <a:ext cx="2162175" cy="1884362"/>
          </a:xfrm>
          <a:prstGeom prst="rect">
            <a:avLst/>
          </a:prstGeom>
          <a:noFill/>
          <a:ln w="9525">
            <a:noFill/>
          </a:ln>
        </p:spPr>
      </p:pic>
      <p:pic>
        <p:nvPicPr>
          <p:cNvPr id="313351" name="Picture 7"/>
          <p:cNvPicPr>
            <a:picLocks noChangeAspect="1"/>
          </p:cNvPicPr>
          <p:nvPr/>
        </p:nvPicPr>
        <p:blipFill>
          <a:blip r:embed="rId4"/>
          <a:stretch>
            <a:fillRect/>
          </a:stretch>
        </p:blipFill>
        <p:spPr>
          <a:xfrm>
            <a:off x="2195513" y="1125538"/>
            <a:ext cx="1439862" cy="387350"/>
          </a:xfrm>
          <a:prstGeom prst="rect">
            <a:avLst/>
          </a:prstGeom>
          <a:noFill/>
          <a:ln w="9525">
            <a:noFill/>
          </a:ln>
        </p:spPr>
      </p:pic>
      <p:pic>
        <p:nvPicPr>
          <p:cNvPr id="313352" name="Picture 8"/>
          <p:cNvPicPr>
            <a:picLocks noChangeAspect="1"/>
          </p:cNvPicPr>
          <p:nvPr/>
        </p:nvPicPr>
        <p:blipFill>
          <a:blip r:embed="rId5"/>
          <a:stretch>
            <a:fillRect/>
          </a:stretch>
        </p:blipFill>
        <p:spPr>
          <a:xfrm>
            <a:off x="3635375" y="1052513"/>
            <a:ext cx="1800225" cy="1465262"/>
          </a:xfrm>
          <a:prstGeom prst="rect">
            <a:avLst/>
          </a:prstGeom>
          <a:noFill/>
          <a:ln w="9525">
            <a:noFill/>
          </a:ln>
        </p:spPr>
      </p:pic>
      <p:pic>
        <p:nvPicPr>
          <p:cNvPr id="313353" name="Picture 9"/>
          <p:cNvPicPr>
            <a:picLocks noChangeAspect="1"/>
          </p:cNvPicPr>
          <p:nvPr/>
        </p:nvPicPr>
        <p:blipFill>
          <a:blip r:embed="rId6"/>
          <a:stretch>
            <a:fillRect/>
          </a:stretch>
        </p:blipFill>
        <p:spPr>
          <a:xfrm>
            <a:off x="5435600" y="1052513"/>
            <a:ext cx="2592388" cy="1430337"/>
          </a:xfrm>
          <a:prstGeom prst="rect">
            <a:avLst/>
          </a:prstGeom>
          <a:noFill/>
          <a:ln w="9525">
            <a:noFill/>
          </a:ln>
        </p:spPr>
      </p:pic>
      <p:pic>
        <p:nvPicPr>
          <p:cNvPr id="313357" name="Picture 13"/>
          <p:cNvPicPr>
            <a:picLocks noChangeAspect="1"/>
          </p:cNvPicPr>
          <p:nvPr/>
        </p:nvPicPr>
        <p:blipFill>
          <a:blip r:embed="rId7"/>
          <a:stretch>
            <a:fillRect/>
          </a:stretch>
        </p:blipFill>
        <p:spPr>
          <a:xfrm>
            <a:off x="2195513" y="2492375"/>
            <a:ext cx="6948487" cy="4229100"/>
          </a:xfrm>
          <a:prstGeom prst="rect">
            <a:avLst/>
          </a:prstGeom>
          <a:noFill/>
          <a:ln w="9525">
            <a:noFill/>
          </a:ln>
        </p:spPr>
      </p:pic>
      <p:pic>
        <p:nvPicPr>
          <p:cNvPr id="75784" name="Picture 6" descr="013"/>
          <p:cNvPicPr>
            <a:picLocks noChangeAspect="1"/>
          </p:cNvPicPr>
          <p:nvPr/>
        </p:nvPicPr>
        <p:blipFill>
          <a:blip r:embed="rId8"/>
          <a:stretch>
            <a:fillRect/>
          </a:stretch>
        </p:blipFill>
        <p:spPr>
          <a:xfrm>
            <a:off x="395288" y="4149725"/>
            <a:ext cx="1700212" cy="23034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3351"/>
                                        </p:tgtEl>
                                        <p:attrNameLst>
                                          <p:attrName>style.visibility</p:attrName>
                                        </p:attrNameLst>
                                      </p:cBhvr>
                                      <p:to>
                                        <p:strVal val="visible"/>
                                      </p:to>
                                    </p:set>
                                    <p:animEffect transition="in" filter="dissolve">
                                      <p:cBhvr>
                                        <p:cTn id="7" dur="500"/>
                                        <p:tgtEl>
                                          <p:spTgt spid="3133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3352"/>
                                        </p:tgtEl>
                                        <p:attrNameLst>
                                          <p:attrName>style.visibility</p:attrName>
                                        </p:attrNameLst>
                                      </p:cBhvr>
                                      <p:to>
                                        <p:strVal val="visible"/>
                                      </p:to>
                                    </p:set>
                                    <p:animEffect transition="in" filter="dissolve">
                                      <p:cBhvr>
                                        <p:cTn id="12" dur="500"/>
                                        <p:tgtEl>
                                          <p:spTgt spid="31335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13353"/>
                                        </p:tgtEl>
                                        <p:attrNameLst>
                                          <p:attrName>style.visibility</p:attrName>
                                        </p:attrNameLst>
                                      </p:cBhvr>
                                      <p:to>
                                        <p:strVal val="visible"/>
                                      </p:to>
                                    </p:set>
                                    <p:animEffect transition="in" filter="dissolve">
                                      <p:cBhvr>
                                        <p:cTn id="17" dur="500"/>
                                        <p:tgtEl>
                                          <p:spTgt spid="3133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3357"/>
                                        </p:tgtEl>
                                        <p:attrNameLst>
                                          <p:attrName>style.visibility</p:attrName>
                                        </p:attrNameLst>
                                      </p:cBhvr>
                                      <p:to>
                                        <p:strVal val="visible"/>
                                      </p:to>
                                    </p:set>
                                    <p:animEffect transition="in" filter="blinds(horizontal)">
                                      <p:cBhvr>
                                        <p:cTn id="22" dur="500"/>
                                        <p:tgtEl>
                                          <p:spTgt spid="313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4"/>
          <p:cNvPicPr>
            <a:picLocks noChangeAspect="1"/>
          </p:cNvPicPr>
          <p:nvPr/>
        </p:nvPicPr>
        <p:blipFill>
          <a:blip r:embed="rId2"/>
          <a:stretch>
            <a:fillRect/>
          </a:stretch>
        </p:blipFill>
        <p:spPr>
          <a:xfrm>
            <a:off x="0" y="620713"/>
            <a:ext cx="9144000" cy="936625"/>
          </a:xfrm>
          <a:prstGeom prst="rect">
            <a:avLst/>
          </a:prstGeom>
          <a:noFill/>
          <a:ln w="9525">
            <a:noFill/>
          </a:ln>
        </p:spPr>
      </p:pic>
      <p:pic>
        <p:nvPicPr>
          <p:cNvPr id="76803" name="Picture 5"/>
          <p:cNvPicPr>
            <a:picLocks noChangeAspect="1"/>
          </p:cNvPicPr>
          <p:nvPr/>
        </p:nvPicPr>
        <p:blipFill>
          <a:blip r:embed="rId3"/>
          <a:stretch>
            <a:fillRect/>
          </a:stretch>
        </p:blipFill>
        <p:spPr>
          <a:xfrm>
            <a:off x="0" y="1511300"/>
            <a:ext cx="9144000" cy="4005263"/>
          </a:xfrm>
          <a:prstGeom prst="rect">
            <a:avLst/>
          </a:prstGeom>
          <a:noFill/>
          <a:ln w="9525">
            <a:noFill/>
          </a:ln>
        </p:spPr>
      </p:pic>
      <p:pic>
        <p:nvPicPr>
          <p:cNvPr id="4098" name="Picture 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4"/>
          <p:cNvPicPr>
            <a:picLocks noChangeAspect="1"/>
          </p:cNvPicPr>
          <p:nvPr/>
        </p:nvPicPr>
        <p:blipFill>
          <a:blip r:embed="rId2"/>
          <a:stretch>
            <a:fillRect/>
          </a:stretch>
        </p:blipFill>
        <p:spPr>
          <a:xfrm>
            <a:off x="323850" y="44450"/>
            <a:ext cx="8497888" cy="6697663"/>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Rectangle 3"/>
          <p:cNvSpPr>
            <a:spLocks noGrp="1" noRot="1"/>
          </p:cNvSpPr>
          <p:nvPr>
            <p:ph idx="1" hasCustomPrompt="1"/>
          </p:nvPr>
        </p:nvSpPr>
        <p:spPr>
          <a:xfrm>
            <a:off x="323850" y="4941888"/>
            <a:ext cx="8280400" cy="1655762"/>
          </a:xfrm>
        </p:spPr>
        <p:txBody>
          <a:bodyPr vert="horz" wrap="square" lIns="91440" tIns="45720" rIns="91440" bIns="45720" anchor="t" anchorCtr="0"/>
          <a:lstStyle/>
          <a:p>
            <a:pPr eaLnBrk="1" hangingPunct="1">
              <a:lnSpc>
                <a:spcPct val="80000"/>
              </a:lnSpc>
            </a:pPr>
            <a:r>
              <a:rPr lang="en-US" altLang="zh-CN" sz="2400" b="1" dirty="0">
                <a:solidFill>
                  <a:srgbClr val="0000CC"/>
                </a:solidFill>
              </a:rPr>
              <a:t>There is no net polarization volume charge inside the dielectric shell. </a:t>
            </a:r>
          </a:p>
          <a:p>
            <a:pPr eaLnBrk="1" hangingPunct="1">
              <a:lnSpc>
                <a:spcPct val="80000"/>
              </a:lnSpc>
            </a:pPr>
            <a:r>
              <a:rPr lang="en-US" altLang="zh-CN" sz="2400" b="1" dirty="0">
                <a:solidFill>
                  <a:srgbClr val="000000"/>
                </a:solidFill>
              </a:rPr>
              <a:t>Negative polarization surface charges exist on the inner surface and positive polarization surface on the outer surface.</a:t>
            </a:r>
          </a:p>
        </p:txBody>
      </p:sp>
      <p:pic>
        <p:nvPicPr>
          <p:cNvPr id="78851" name="Picture 4"/>
          <p:cNvPicPr>
            <a:picLocks noChangeAspect="1"/>
          </p:cNvPicPr>
          <p:nvPr/>
        </p:nvPicPr>
        <p:blipFill>
          <a:blip r:embed="rId2"/>
          <a:stretch>
            <a:fillRect/>
          </a:stretch>
        </p:blipFill>
        <p:spPr>
          <a:xfrm>
            <a:off x="827088" y="0"/>
            <a:ext cx="7129462" cy="48402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5635">
                                            <p:txEl>
                                              <p:pRg st="0" end="0"/>
                                            </p:txEl>
                                          </p:spTgt>
                                        </p:tgtEl>
                                        <p:attrNameLst>
                                          <p:attrName>style.visibility</p:attrName>
                                        </p:attrNameLst>
                                      </p:cBhvr>
                                      <p:to>
                                        <p:strVal val="visible"/>
                                      </p:to>
                                    </p:set>
                                    <p:animEffect transition="in" filter="blinds(horizontal)">
                                      <p:cBhvr>
                                        <p:cTn id="7" dur="500"/>
                                        <p:tgtEl>
                                          <p:spTgt spid="325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5635">
                                            <p:txEl>
                                              <p:pRg st="1" end="1"/>
                                            </p:txEl>
                                          </p:spTgt>
                                        </p:tgtEl>
                                        <p:attrNameLst>
                                          <p:attrName>style.visibility</p:attrName>
                                        </p:attrNameLst>
                                      </p:cBhvr>
                                      <p:to>
                                        <p:strVal val="visible"/>
                                      </p:to>
                                    </p:set>
                                    <p:animEffect transition="in" filter="blinds(horizontal)">
                                      <p:cBhvr>
                                        <p:cTn id="12" dur="500"/>
                                        <p:tgtEl>
                                          <p:spTgt spid="3256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3" name="Rectangle 3"/>
          <p:cNvSpPr/>
          <p:nvPr/>
        </p:nvSpPr>
        <p:spPr>
          <a:xfrm>
            <a:off x="250825" y="1341438"/>
            <a:ext cx="6121400" cy="7207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40000"/>
              </a:lnSpc>
            </a:pPr>
            <a:r>
              <a:rPr lang="en-US" altLang="zh-CN" b="1" dirty="0">
                <a:solidFill>
                  <a:srgbClr val="000000"/>
                </a:solidFill>
                <a:latin typeface="Times New Roman" panose="02020603050405020304" pitchFamily="18" charset="0"/>
                <a:ea typeface="幼圆" panose="02010509060101010101" pitchFamily="49" charset="-122"/>
              </a:rPr>
              <a:t>What is the boundary condition?</a:t>
            </a:r>
            <a:endParaRPr lang="en-US" altLang="zh-CN" sz="2800" b="1" dirty="0">
              <a:solidFill>
                <a:srgbClr val="000000"/>
              </a:solidFill>
              <a:latin typeface="Times New Roman" panose="02020603050405020304" pitchFamily="18" charset="0"/>
              <a:ea typeface="幼圆" panose="02010509060101010101" pitchFamily="49" charset="-122"/>
            </a:endParaRPr>
          </a:p>
        </p:txBody>
      </p:sp>
      <p:sp>
        <p:nvSpPr>
          <p:cNvPr id="327684" name="Rectangle 4"/>
          <p:cNvSpPr/>
          <p:nvPr/>
        </p:nvSpPr>
        <p:spPr>
          <a:xfrm>
            <a:off x="250825" y="2276475"/>
            <a:ext cx="5292725" cy="7921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40000"/>
              </a:lnSpc>
            </a:pPr>
            <a:r>
              <a:rPr lang="en-US" altLang="zh-CN" b="1" dirty="0">
                <a:solidFill>
                  <a:srgbClr val="000000"/>
                </a:solidFill>
                <a:latin typeface="Times New Roman" panose="02020603050405020304" pitchFamily="18" charset="0"/>
                <a:ea typeface="幼圆" panose="02010509060101010101" pitchFamily="49" charset="-122"/>
              </a:rPr>
              <a:t>Why to study BC?</a:t>
            </a:r>
          </a:p>
        </p:txBody>
      </p:sp>
      <p:grpSp>
        <p:nvGrpSpPr>
          <p:cNvPr id="79876" name="Group 5"/>
          <p:cNvGrpSpPr/>
          <p:nvPr/>
        </p:nvGrpSpPr>
        <p:grpSpPr>
          <a:xfrm>
            <a:off x="5795963" y="1990725"/>
            <a:ext cx="3095625" cy="2374900"/>
            <a:chOff x="3424" y="436"/>
            <a:chExt cx="2132" cy="1496"/>
          </a:xfrm>
        </p:grpSpPr>
        <p:grpSp>
          <p:nvGrpSpPr>
            <p:cNvPr id="79881" name="Group 6"/>
            <p:cNvGrpSpPr/>
            <p:nvPr/>
          </p:nvGrpSpPr>
          <p:grpSpPr>
            <a:xfrm>
              <a:off x="3424" y="436"/>
              <a:ext cx="2132" cy="1496"/>
              <a:chOff x="3470" y="346"/>
              <a:chExt cx="2132" cy="1496"/>
            </a:xfrm>
          </p:grpSpPr>
          <p:sp>
            <p:nvSpPr>
              <p:cNvPr id="79885" name="Rectangle 7"/>
              <p:cNvSpPr/>
              <p:nvPr/>
            </p:nvSpPr>
            <p:spPr>
              <a:xfrm>
                <a:off x="3470" y="346"/>
                <a:ext cx="2132" cy="912"/>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79886" name="Rectangle 8"/>
              <p:cNvSpPr/>
              <p:nvPr/>
            </p:nvSpPr>
            <p:spPr>
              <a:xfrm>
                <a:off x="3470" y="1071"/>
                <a:ext cx="2132" cy="771"/>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79887" name="Line 9"/>
              <p:cNvSpPr/>
              <p:nvPr/>
            </p:nvSpPr>
            <p:spPr>
              <a:xfrm flipV="1">
                <a:off x="4558" y="505"/>
                <a:ext cx="17" cy="1292"/>
              </a:xfrm>
              <a:prstGeom prst="line">
                <a:avLst/>
              </a:prstGeom>
              <a:ln w="38100" cap="flat" cmpd="sng">
                <a:solidFill>
                  <a:srgbClr val="0000FF"/>
                </a:solidFill>
                <a:prstDash val="dash"/>
                <a:headEnd type="none" w="med" len="med"/>
                <a:tailEnd type="triangle" w="med" len="med"/>
              </a:ln>
            </p:spPr>
            <p:txBody>
              <a:bodyPr/>
              <a:lstStyle/>
              <a:p>
                <a:endParaRPr lang="zh-CN" altLang="en-US"/>
              </a:p>
            </p:txBody>
          </p:sp>
          <p:pic>
            <p:nvPicPr>
              <p:cNvPr id="79888" name="Picture 10"/>
              <p:cNvPicPr>
                <a:picLocks noChangeAspect="1"/>
              </p:cNvPicPr>
              <p:nvPr/>
            </p:nvPicPr>
            <p:blipFill>
              <a:blip r:embed="rId2"/>
              <a:stretch>
                <a:fillRect/>
              </a:stretch>
            </p:blipFill>
            <p:spPr>
              <a:xfrm>
                <a:off x="4286" y="354"/>
                <a:ext cx="272" cy="322"/>
              </a:xfrm>
              <a:prstGeom prst="rect">
                <a:avLst/>
              </a:prstGeom>
              <a:noFill/>
              <a:ln w="9525">
                <a:noFill/>
              </a:ln>
            </p:spPr>
          </p:pic>
          <p:sp>
            <p:nvSpPr>
              <p:cNvPr id="79889" name="Text Box 11"/>
              <p:cNvSpPr txBox="1"/>
              <p:nvPr/>
            </p:nvSpPr>
            <p:spPr>
              <a:xfrm>
                <a:off x="3560" y="709"/>
                <a:ext cx="609"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Sub1</a:t>
                </a:r>
              </a:p>
            </p:txBody>
          </p:sp>
          <p:sp>
            <p:nvSpPr>
              <p:cNvPr id="79890" name="Text Box 12"/>
              <p:cNvSpPr txBox="1"/>
              <p:nvPr/>
            </p:nvSpPr>
            <p:spPr>
              <a:xfrm>
                <a:off x="3560" y="1253"/>
                <a:ext cx="609"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Sub2</a:t>
                </a:r>
              </a:p>
            </p:txBody>
          </p:sp>
        </p:grpSp>
        <p:sp>
          <p:nvSpPr>
            <p:cNvPr id="79882" name="Line 13"/>
            <p:cNvSpPr/>
            <p:nvPr/>
          </p:nvSpPr>
          <p:spPr>
            <a:xfrm flipV="1">
              <a:off x="4067" y="1162"/>
              <a:ext cx="454" cy="635"/>
            </a:xfrm>
            <a:prstGeom prst="line">
              <a:avLst/>
            </a:prstGeom>
            <a:ln w="31750" cap="flat" cmpd="sng">
              <a:solidFill>
                <a:srgbClr val="FF0000"/>
              </a:solidFill>
              <a:prstDash val="solid"/>
              <a:headEnd type="none" w="med" len="med"/>
              <a:tailEnd type="triangle" w="med" len="lg"/>
            </a:ln>
          </p:spPr>
          <p:txBody>
            <a:bodyPr/>
            <a:lstStyle/>
            <a:p>
              <a:endParaRPr lang="zh-CN" altLang="en-US"/>
            </a:p>
          </p:txBody>
        </p:sp>
        <p:sp>
          <p:nvSpPr>
            <p:cNvPr id="79883" name="Line 14"/>
            <p:cNvSpPr/>
            <p:nvPr/>
          </p:nvSpPr>
          <p:spPr>
            <a:xfrm flipV="1">
              <a:off x="4521" y="799"/>
              <a:ext cx="545" cy="363"/>
            </a:xfrm>
            <a:prstGeom prst="line">
              <a:avLst/>
            </a:prstGeom>
            <a:ln w="31750" cap="flat" cmpd="sng">
              <a:solidFill>
                <a:srgbClr val="FF0000"/>
              </a:solidFill>
              <a:prstDash val="solid"/>
              <a:headEnd type="none" w="med" len="med"/>
              <a:tailEnd type="triangle" w="med" len="lg"/>
            </a:ln>
          </p:spPr>
          <p:txBody>
            <a:bodyPr/>
            <a:lstStyle/>
            <a:p>
              <a:endParaRPr lang="zh-CN" altLang="en-US"/>
            </a:p>
          </p:txBody>
        </p:sp>
        <p:sp>
          <p:nvSpPr>
            <p:cNvPr id="79884" name="Rectangle 15"/>
            <p:cNvSpPr/>
            <p:nvPr/>
          </p:nvSpPr>
          <p:spPr>
            <a:xfrm>
              <a:off x="3424" y="436"/>
              <a:ext cx="2131" cy="1496"/>
            </a:xfrm>
            <a:prstGeom prst="rect">
              <a:avLst/>
            </a:prstGeom>
            <a:no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sp>
        <p:nvSpPr>
          <p:cNvPr id="327696" name="Rectangle 16"/>
          <p:cNvSpPr/>
          <p:nvPr/>
        </p:nvSpPr>
        <p:spPr>
          <a:xfrm>
            <a:off x="250825" y="3213100"/>
            <a:ext cx="5292725" cy="7921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40000"/>
              </a:lnSpc>
            </a:pPr>
            <a:r>
              <a:rPr lang="en-US" altLang="zh-CN" b="1" dirty="0">
                <a:solidFill>
                  <a:srgbClr val="000000"/>
                </a:solidFill>
                <a:latin typeface="Times New Roman" panose="02020603050405020304" pitchFamily="18" charset="0"/>
                <a:ea typeface="幼圆" panose="02010509060101010101" pitchFamily="49" charset="-122"/>
              </a:rPr>
              <a:t>How to discuss BC?</a:t>
            </a:r>
          </a:p>
        </p:txBody>
      </p:sp>
      <p:sp>
        <p:nvSpPr>
          <p:cNvPr id="327697" name="Rectangle 17"/>
          <p:cNvSpPr/>
          <p:nvPr/>
        </p:nvSpPr>
        <p:spPr>
          <a:xfrm>
            <a:off x="179388" y="4508500"/>
            <a:ext cx="8713787" cy="2236788"/>
          </a:xfrm>
          <a:prstGeom prst="rect">
            <a:avLst/>
          </a:prstGeom>
          <a:solidFill>
            <a:srgbClr val="0000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40000"/>
              </a:lnSpc>
              <a:buClrTx/>
              <a:buSzTx/>
              <a:buFontTx/>
              <a:buNone/>
            </a:pPr>
            <a:r>
              <a:rPr lang="en-US" altLang="zh-CN" sz="2000" b="1" dirty="0">
                <a:solidFill>
                  <a:schemeClr val="bg1"/>
                </a:solidFill>
                <a:ea typeface="楷体_GB2312" pitchFamily="49" charset="-122"/>
              </a:rPr>
              <a:t>       A real EM question is come forward in terms of a specific space. The space may be composed by different media. BC outline the relationship that are satisfied by the EM vectors on that boundary surface between any two different media, that is the basic quality for the EM field on the surface of different media.</a:t>
            </a:r>
          </a:p>
        </p:txBody>
      </p:sp>
      <p:sp>
        <p:nvSpPr>
          <p:cNvPr id="327699" name="Rectangle 19"/>
          <p:cNvSpPr>
            <a:spLocks noChangeArrowheads="1"/>
          </p:cNvSpPr>
          <p:nvPr/>
        </p:nvSpPr>
        <p:spPr bwMode="auto">
          <a:xfrm>
            <a:off x="179388" y="260350"/>
            <a:ext cx="8355013" cy="1152525"/>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3.9 Boundary Conditions for Electrostatic Fields</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11"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986713" y="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27683"/>
                                        </p:tgtEl>
                                        <p:attrNameLst>
                                          <p:attrName>style.visibility</p:attrName>
                                        </p:attrNameLst>
                                      </p:cBhvr>
                                      <p:to>
                                        <p:strVal val="visible"/>
                                      </p:to>
                                    </p:set>
                                    <p:animEffect transition="in" filter="slide(fromBottom)">
                                      <p:cBhvr>
                                        <p:cTn id="7" dur="500"/>
                                        <p:tgtEl>
                                          <p:spTgt spid="32768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27684"/>
                                        </p:tgtEl>
                                        <p:attrNameLst>
                                          <p:attrName>style.visibility</p:attrName>
                                        </p:attrNameLst>
                                      </p:cBhvr>
                                      <p:to>
                                        <p:strVal val="visible"/>
                                      </p:to>
                                    </p:set>
                                    <p:animEffect transition="in" filter="slide(fromBottom)">
                                      <p:cBhvr>
                                        <p:cTn id="12" dur="500"/>
                                        <p:tgtEl>
                                          <p:spTgt spid="32768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27696"/>
                                        </p:tgtEl>
                                        <p:attrNameLst>
                                          <p:attrName>style.visibility</p:attrName>
                                        </p:attrNameLst>
                                      </p:cBhvr>
                                      <p:to>
                                        <p:strVal val="visible"/>
                                      </p:to>
                                    </p:set>
                                    <p:animEffect transition="in" filter="slide(fromBottom)">
                                      <p:cBhvr>
                                        <p:cTn id="17" dur="500"/>
                                        <p:tgtEl>
                                          <p:spTgt spid="32769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27697"/>
                                        </p:tgtEl>
                                        <p:attrNameLst>
                                          <p:attrName>style.visibility</p:attrName>
                                        </p:attrNameLst>
                                      </p:cBhvr>
                                      <p:to>
                                        <p:strVal val="visible"/>
                                      </p:to>
                                    </p:set>
                                    <p:animEffect transition="in" filter="dissolve">
                                      <p:cBhvr>
                                        <p:cTn id="22" dur="500"/>
                                        <p:tgtEl>
                                          <p:spTgt spid="327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p:bldP spid="327684" grpId="0"/>
      <p:bldP spid="327696" grpId="0"/>
      <p:bldP spid="32769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p:nvPr/>
        </p:nvSpPr>
        <p:spPr>
          <a:xfrm>
            <a:off x="395288" y="404813"/>
            <a:ext cx="8135937" cy="2109787"/>
          </a:xfrm>
          <a:prstGeom prst="rect">
            <a:avLst/>
          </a:prstGeom>
          <a:solidFill>
            <a:srgbClr val="0000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10000"/>
              </a:lnSpc>
              <a:spcBef>
                <a:spcPct val="0"/>
              </a:spcBef>
              <a:buClrTx/>
              <a:buSzTx/>
              <a:buFontTx/>
              <a:buNone/>
            </a:pPr>
            <a:r>
              <a:rPr lang="en-US" altLang="zh-CN" sz="2400" b="1" dirty="0">
                <a:solidFill>
                  <a:srgbClr val="FF0000"/>
                </a:solidFill>
                <a:latin typeface="Times New Roman" panose="02020603050405020304" pitchFamily="18" charset="0"/>
                <a:ea typeface="幼圆" panose="02010509060101010101" pitchFamily="49" charset="-122"/>
              </a:rPr>
              <a:t>Physical</a:t>
            </a:r>
            <a:r>
              <a:rPr lang="zh-CN" altLang="en-US" sz="2400" b="1" dirty="0">
                <a:solidFill>
                  <a:srgbClr val="FF0000"/>
                </a:solidFill>
                <a:latin typeface="Times New Roman" panose="02020603050405020304" pitchFamily="18" charset="0"/>
                <a:ea typeface="楷体_GB2312" pitchFamily="49" charset="-122"/>
              </a:rPr>
              <a:t>：</a:t>
            </a:r>
            <a:r>
              <a:rPr lang="en-US" altLang="zh-CN" sz="2400" b="1" dirty="0">
                <a:solidFill>
                  <a:schemeClr val="bg1"/>
                </a:solidFill>
                <a:latin typeface="Times New Roman" panose="02020603050405020304" pitchFamily="18" charset="0"/>
                <a:ea typeface="楷体_GB2312" pitchFamily="49" charset="-122"/>
              </a:rPr>
              <a:t>due to the abrupt change of the characteristic parameters on the both sides of an  interface, the field on the two side will change as well. The integral form of the Maxwell’s equation lost meaning on the both sides of the interface, the BC is necessary</a:t>
            </a:r>
            <a:r>
              <a:rPr lang="en-US" altLang="zh-CN" sz="2000" b="1" dirty="0">
                <a:solidFill>
                  <a:schemeClr val="bg1"/>
                </a:solidFill>
                <a:latin typeface="Times New Roman" panose="02020603050405020304" pitchFamily="18" charset="0"/>
                <a:ea typeface="楷体_GB2312" pitchFamily="49" charset="-122"/>
              </a:rPr>
              <a:t>. </a:t>
            </a:r>
          </a:p>
        </p:txBody>
      </p:sp>
      <p:sp>
        <p:nvSpPr>
          <p:cNvPr id="328707" name="Rectangle 3"/>
          <p:cNvSpPr/>
          <p:nvPr/>
        </p:nvSpPr>
        <p:spPr>
          <a:xfrm>
            <a:off x="395288" y="2708275"/>
            <a:ext cx="8137525" cy="1306513"/>
          </a:xfrm>
          <a:prstGeom prst="rect">
            <a:avLst/>
          </a:prstGeom>
          <a:solidFill>
            <a:srgbClr val="0000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10000"/>
              </a:lnSpc>
              <a:spcBef>
                <a:spcPct val="0"/>
              </a:spcBef>
              <a:buClrTx/>
              <a:buSzTx/>
              <a:buFontTx/>
              <a:buNone/>
            </a:pPr>
            <a:r>
              <a:rPr lang="en-US" altLang="zh-CN" sz="2400" b="1" dirty="0">
                <a:solidFill>
                  <a:srgbClr val="FF0000"/>
                </a:solidFill>
                <a:latin typeface="Times New Roman" panose="02020603050405020304" pitchFamily="18" charset="0"/>
                <a:ea typeface="幼圆" panose="02010509060101010101" pitchFamily="49" charset="-122"/>
              </a:rPr>
              <a:t>Mathematics</a:t>
            </a:r>
            <a:r>
              <a:rPr lang="zh-CN" altLang="en-US" sz="2400" b="1" dirty="0">
                <a:solidFill>
                  <a:srgbClr val="FF0000"/>
                </a:solidFill>
                <a:latin typeface="Times New Roman" panose="02020603050405020304" pitchFamily="18" charset="0"/>
                <a:ea typeface="楷体_GB2312" pitchFamily="49" charset="-122"/>
              </a:rPr>
              <a:t>：</a:t>
            </a:r>
            <a:r>
              <a:rPr lang="en-US" altLang="zh-CN" sz="2400" b="1" dirty="0">
                <a:solidFill>
                  <a:schemeClr val="bg1"/>
                </a:solidFill>
                <a:latin typeface="Times New Roman" panose="02020603050405020304" pitchFamily="18" charset="0"/>
                <a:ea typeface="楷体_GB2312" pitchFamily="49" charset="-122"/>
              </a:rPr>
              <a:t>Maxwell’s equations are integral functions, the solution of them are not determinative, the BC play the role of identify the determinative solution</a:t>
            </a:r>
          </a:p>
        </p:txBody>
      </p:sp>
      <p:sp>
        <p:nvSpPr>
          <p:cNvPr id="328708" name="Rectangle 4"/>
          <p:cNvSpPr/>
          <p:nvPr/>
        </p:nvSpPr>
        <p:spPr>
          <a:xfrm>
            <a:off x="395288" y="4292600"/>
            <a:ext cx="8280400" cy="1306513"/>
          </a:xfrm>
          <a:prstGeom prst="rect">
            <a:avLst/>
          </a:prstGeom>
          <a:solidFill>
            <a:srgbClr val="0000FF"/>
          </a:solid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10000"/>
              </a:lnSpc>
              <a:buClrTx/>
              <a:buSzTx/>
              <a:buFontTx/>
              <a:buNone/>
            </a:pPr>
            <a:r>
              <a:rPr lang="en-US" altLang="zh-CN" sz="2400" b="1" dirty="0">
                <a:solidFill>
                  <a:schemeClr val="bg1"/>
                </a:solidFill>
                <a:latin typeface="Times New Roman" panose="02020603050405020304" pitchFamily="18" charset="0"/>
                <a:ea typeface="楷体_GB2312" pitchFamily="49" charset="-122"/>
              </a:rPr>
              <a:t>The </a:t>
            </a:r>
            <a:r>
              <a:rPr lang="en-US" altLang="zh-CN" sz="2400" b="1" dirty="0">
                <a:solidFill>
                  <a:srgbClr val="FF0000"/>
                </a:solidFill>
                <a:latin typeface="Times New Roman" panose="02020603050405020304" pitchFamily="18" charset="0"/>
                <a:ea typeface="楷体_GB2312" pitchFamily="49" charset="-122"/>
              </a:rPr>
              <a:t>integral form</a:t>
            </a:r>
            <a:r>
              <a:rPr lang="en-US" altLang="zh-CN" sz="2400" b="1" dirty="0">
                <a:solidFill>
                  <a:schemeClr val="bg1"/>
                </a:solidFill>
                <a:latin typeface="Times New Roman" panose="02020603050405020304" pitchFamily="18" charset="0"/>
                <a:ea typeface="楷体_GB2312" pitchFamily="49" charset="-122"/>
              </a:rPr>
              <a:t> of Maxwell’s equation is still suitable for the surface of different media, which is helpful derive the expression of the BC in terms of different media</a:t>
            </a:r>
          </a:p>
        </p:txBody>
      </p:sp>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8021638" y="5657850"/>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28706"/>
                                        </p:tgtEl>
                                        <p:attrNameLst>
                                          <p:attrName>style.visibility</p:attrName>
                                        </p:attrNameLst>
                                      </p:cBhvr>
                                      <p:to>
                                        <p:strVal val="visible"/>
                                      </p:to>
                                    </p:set>
                                    <p:animEffect transition="in" filter="slide(fromBottom)">
                                      <p:cBhvr>
                                        <p:cTn id="7" dur="500"/>
                                        <p:tgtEl>
                                          <p:spTgt spid="32870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28707"/>
                                        </p:tgtEl>
                                        <p:attrNameLst>
                                          <p:attrName>style.visibility</p:attrName>
                                        </p:attrNameLst>
                                      </p:cBhvr>
                                      <p:to>
                                        <p:strVal val="visible"/>
                                      </p:to>
                                    </p:set>
                                    <p:animEffect transition="in" filter="slide(fromBottom)">
                                      <p:cBhvr>
                                        <p:cTn id="12" dur="500"/>
                                        <p:tgtEl>
                                          <p:spTgt spid="32870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28708"/>
                                        </p:tgtEl>
                                        <p:attrNameLst>
                                          <p:attrName>style.visibility</p:attrName>
                                        </p:attrNameLst>
                                      </p:cBhvr>
                                      <p:to>
                                        <p:strVal val="visible"/>
                                      </p:to>
                                    </p:set>
                                    <p:animEffect transition="in" filter="slide(fromBottom)">
                                      <p:cBhvr>
                                        <p:cTn id="17" dur="500"/>
                                        <p:tgtEl>
                                          <p:spTgt spid="328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6" grpId="0" animBg="1"/>
      <p:bldP spid="328707" grpId="0" animBg="1"/>
      <p:bldP spid="32870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p:nvPr/>
        </p:nvSpPr>
        <p:spPr>
          <a:xfrm>
            <a:off x="323850" y="3716338"/>
            <a:ext cx="3663950" cy="1260475"/>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1923" name="Rectangle 8"/>
          <p:cNvSpPr/>
          <p:nvPr/>
        </p:nvSpPr>
        <p:spPr>
          <a:xfrm>
            <a:off x="323850" y="4940300"/>
            <a:ext cx="3663950" cy="1258888"/>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1924" name="Rectangle 9"/>
          <p:cNvSpPr/>
          <p:nvPr/>
        </p:nvSpPr>
        <p:spPr>
          <a:xfrm>
            <a:off x="1304925" y="4579938"/>
            <a:ext cx="1960563" cy="671512"/>
          </a:xfrm>
          <a:prstGeom prst="rect">
            <a:avLst/>
          </a:prstGeom>
          <a:noFill/>
          <a:ln w="381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15000"/>
              </a:spcBef>
              <a:buClrTx/>
              <a:buSzTx/>
              <a:buFontTx/>
              <a:buNone/>
            </a:pPr>
            <a:endParaRPr lang="zh-CN" altLang="zh-CN" sz="2800" b="1" dirty="0">
              <a:solidFill>
                <a:schemeClr val="bg1"/>
              </a:solidFill>
              <a:ea typeface="幼圆" panose="02010509060101010101" pitchFamily="49" charset="-122"/>
            </a:endParaRPr>
          </a:p>
        </p:txBody>
      </p:sp>
      <p:sp>
        <p:nvSpPr>
          <p:cNvPr id="81925" name="Line 10"/>
          <p:cNvSpPr/>
          <p:nvPr/>
        </p:nvSpPr>
        <p:spPr>
          <a:xfrm flipV="1">
            <a:off x="2332038" y="3968750"/>
            <a:ext cx="3175" cy="973138"/>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81926" name="Line 11"/>
          <p:cNvSpPr/>
          <p:nvPr/>
        </p:nvSpPr>
        <p:spPr>
          <a:xfrm flipV="1">
            <a:off x="2336800" y="4205288"/>
            <a:ext cx="360363" cy="735012"/>
          </a:xfrm>
          <a:prstGeom prst="line">
            <a:avLst/>
          </a:prstGeom>
          <a:ln w="38100" cap="flat" cmpd="sng">
            <a:solidFill>
              <a:srgbClr val="FF00FF"/>
            </a:solidFill>
            <a:prstDash val="solid"/>
            <a:headEnd type="none" w="med" len="med"/>
            <a:tailEnd type="triangle" w="med" len="lg"/>
          </a:ln>
        </p:spPr>
        <p:txBody>
          <a:bodyPr/>
          <a:lstStyle/>
          <a:p>
            <a:endParaRPr lang="zh-CN" altLang="en-US"/>
          </a:p>
        </p:txBody>
      </p:sp>
      <p:sp>
        <p:nvSpPr>
          <p:cNvPr id="81927" name="Line 12"/>
          <p:cNvSpPr/>
          <p:nvPr/>
        </p:nvSpPr>
        <p:spPr>
          <a:xfrm>
            <a:off x="3314700" y="4567238"/>
            <a:ext cx="465138" cy="1587"/>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1928" name="Line 13"/>
          <p:cNvSpPr/>
          <p:nvPr/>
        </p:nvSpPr>
        <p:spPr>
          <a:xfrm>
            <a:off x="3314700" y="5273675"/>
            <a:ext cx="465138" cy="1588"/>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1929" name="Line 14"/>
          <p:cNvSpPr/>
          <p:nvPr/>
        </p:nvSpPr>
        <p:spPr>
          <a:xfrm>
            <a:off x="3421063" y="4556125"/>
            <a:ext cx="0" cy="673100"/>
          </a:xfrm>
          <a:prstGeom prst="line">
            <a:avLst/>
          </a:prstGeom>
          <a:ln w="9525" cap="flat" cmpd="sng">
            <a:solidFill>
              <a:schemeClr val="tx1"/>
            </a:solidFill>
            <a:prstDash val="solid"/>
            <a:headEnd type="triangle" w="med" len="med"/>
            <a:tailEnd type="triangle" w="med" len="med"/>
          </a:ln>
        </p:spPr>
        <p:txBody>
          <a:bodyPr/>
          <a:lstStyle/>
          <a:p>
            <a:endParaRPr lang="zh-CN" altLang="en-US"/>
          </a:p>
        </p:txBody>
      </p:sp>
      <p:graphicFrame>
        <p:nvGraphicFramePr>
          <p:cNvPr id="81930" name="Object 15"/>
          <p:cNvGraphicFramePr>
            <a:graphicFrameLocks noChangeAspect="1"/>
          </p:cNvGraphicFramePr>
          <p:nvPr/>
        </p:nvGraphicFramePr>
        <p:xfrm>
          <a:off x="1476375" y="4076700"/>
          <a:ext cx="412750" cy="419100"/>
        </p:xfrm>
        <a:graphic>
          <a:graphicData uri="http://schemas.openxmlformats.org/presentationml/2006/ole">
            <mc:AlternateContent xmlns:mc="http://schemas.openxmlformats.org/markup-compatibility/2006">
              <mc:Choice xmlns:v="urn:schemas-microsoft-com:vml" Requires="v">
                <p:oleObj r:id="rId2" imgW="215900" imgH="215900" progId="Equation.DSMT4">
                  <p:embed/>
                </p:oleObj>
              </mc:Choice>
              <mc:Fallback>
                <p:oleObj r:id="rId2" imgW="215900" imgH="215900" progId="Equation.DSMT4">
                  <p:embed/>
                  <p:pic>
                    <p:nvPicPr>
                      <p:cNvPr id="81930" name="Object 15"/>
                      <p:cNvPicPr/>
                      <p:nvPr/>
                    </p:nvPicPr>
                    <p:blipFill>
                      <a:blip r:embed="rId3"/>
                      <a:stretch>
                        <a:fillRect/>
                      </a:stretch>
                    </p:blipFill>
                    <p:spPr>
                      <a:xfrm>
                        <a:off x="1476375" y="4076700"/>
                        <a:ext cx="412750" cy="419100"/>
                      </a:xfrm>
                      <a:prstGeom prst="rect">
                        <a:avLst/>
                      </a:prstGeom>
                      <a:noFill/>
                      <a:ln w="38100">
                        <a:noFill/>
                        <a:miter/>
                      </a:ln>
                    </p:spPr>
                  </p:pic>
                </p:oleObj>
              </mc:Fallback>
            </mc:AlternateContent>
          </a:graphicData>
        </a:graphic>
      </p:graphicFrame>
      <p:graphicFrame>
        <p:nvGraphicFramePr>
          <p:cNvPr id="81931" name="Object 16"/>
          <p:cNvGraphicFramePr>
            <a:graphicFrameLocks noChangeAspect="1"/>
          </p:cNvGraphicFramePr>
          <p:nvPr/>
        </p:nvGraphicFramePr>
        <p:xfrm>
          <a:off x="2697163" y="3919538"/>
          <a:ext cx="338137" cy="495300"/>
        </p:xfrm>
        <a:graphic>
          <a:graphicData uri="http://schemas.openxmlformats.org/presentationml/2006/ole">
            <mc:AlternateContent xmlns:mc="http://schemas.openxmlformats.org/markup-compatibility/2006">
              <mc:Choice xmlns:v="urn:schemas-microsoft-com:vml" Requires="v">
                <p:oleObj r:id="rId4" imgW="57785" imgH="127635" progId="Equation.DSMT4">
                  <p:embed/>
                </p:oleObj>
              </mc:Choice>
              <mc:Fallback>
                <p:oleObj r:id="rId4" imgW="57785" imgH="127635" progId="Equation.DSMT4">
                  <p:embed/>
                  <p:pic>
                    <p:nvPicPr>
                      <p:cNvPr id="81931" name="Object 16"/>
                      <p:cNvPicPr/>
                      <p:nvPr/>
                    </p:nvPicPr>
                    <p:blipFill>
                      <a:blip r:embed="rId5">
                        <a:clrChange>
                          <a:clrFrom>
                            <a:srgbClr val="000000"/>
                          </a:clrFrom>
                          <a:clrTo>
                            <a:srgbClr val="000000"/>
                          </a:clrTo>
                        </a:clrChange>
                      </a:blip>
                      <a:stretch>
                        <a:fillRect/>
                      </a:stretch>
                    </p:blipFill>
                    <p:spPr>
                      <a:xfrm>
                        <a:off x="2697163" y="3919538"/>
                        <a:ext cx="338137" cy="495300"/>
                      </a:xfrm>
                      <a:prstGeom prst="rect">
                        <a:avLst/>
                      </a:prstGeom>
                      <a:noFill/>
                      <a:ln w="38100">
                        <a:noFill/>
                        <a:miter/>
                      </a:ln>
                    </p:spPr>
                  </p:pic>
                </p:oleObj>
              </mc:Fallback>
            </mc:AlternateContent>
          </a:graphicData>
        </a:graphic>
      </p:graphicFrame>
      <p:graphicFrame>
        <p:nvGraphicFramePr>
          <p:cNvPr id="81932" name="Object 17"/>
          <p:cNvGraphicFramePr>
            <a:graphicFrameLocks noChangeAspect="1"/>
          </p:cNvGraphicFramePr>
          <p:nvPr/>
        </p:nvGraphicFramePr>
        <p:xfrm>
          <a:off x="1797050" y="5289550"/>
          <a:ext cx="363538" cy="493713"/>
        </p:xfrm>
        <a:graphic>
          <a:graphicData uri="http://schemas.openxmlformats.org/presentationml/2006/ole">
            <mc:AlternateContent xmlns:mc="http://schemas.openxmlformats.org/markup-compatibility/2006">
              <mc:Choice xmlns:v="urn:schemas-microsoft-com:vml" Requires="v">
                <p:oleObj r:id="rId6" imgW="69215" imgH="127635" progId="Equation.DSMT4">
                  <p:embed/>
                </p:oleObj>
              </mc:Choice>
              <mc:Fallback>
                <p:oleObj r:id="rId6" imgW="69215" imgH="127635" progId="Equation.DSMT4">
                  <p:embed/>
                  <p:pic>
                    <p:nvPicPr>
                      <p:cNvPr id="81932" name="Object 17"/>
                      <p:cNvPicPr/>
                      <p:nvPr/>
                    </p:nvPicPr>
                    <p:blipFill>
                      <a:blip r:embed="rId7">
                        <a:clrChange>
                          <a:clrFrom>
                            <a:srgbClr val="000000"/>
                          </a:clrFrom>
                          <a:clrTo>
                            <a:srgbClr val="000000"/>
                          </a:clrTo>
                        </a:clrChange>
                      </a:blip>
                      <a:stretch>
                        <a:fillRect/>
                      </a:stretch>
                    </p:blipFill>
                    <p:spPr>
                      <a:xfrm>
                        <a:off x="1797050" y="5289550"/>
                        <a:ext cx="363538" cy="493713"/>
                      </a:xfrm>
                      <a:prstGeom prst="rect">
                        <a:avLst/>
                      </a:prstGeom>
                      <a:noFill/>
                      <a:ln w="38100">
                        <a:noFill/>
                        <a:miter/>
                      </a:ln>
                    </p:spPr>
                  </p:pic>
                </p:oleObj>
              </mc:Fallback>
            </mc:AlternateContent>
          </a:graphicData>
        </a:graphic>
      </p:graphicFrame>
      <p:graphicFrame>
        <p:nvGraphicFramePr>
          <p:cNvPr id="81933" name="Object 18"/>
          <p:cNvGraphicFramePr>
            <a:graphicFrameLocks noChangeAspect="1"/>
          </p:cNvGraphicFramePr>
          <p:nvPr/>
        </p:nvGraphicFramePr>
        <p:xfrm>
          <a:off x="2025650" y="3778250"/>
          <a:ext cx="314325" cy="442913"/>
        </p:xfrm>
        <a:graphic>
          <a:graphicData uri="http://schemas.openxmlformats.org/presentationml/2006/ole">
            <mc:AlternateContent xmlns:mc="http://schemas.openxmlformats.org/markup-compatibility/2006">
              <mc:Choice xmlns:v="urn:schemas-microsoft-com:vml" Requires="v">
                <p:oleObj r:id="rId8" imgW="165100" imgH="228600" progId="Equation.DSMT4">
                  <p:embed/>
                </p:oleObj>
              </mc:Choice>
              <mc:Fallback>
                <p:oleObj r:id="rId8" imgW="165100" imgH="228600" progId="Equation.DSMT4">
                  <p:embed/>
                  <p:pic>
                    <p:nvPicPr>
                      <p:cNvPr id="81933" name="Object 18"/>
                      <p:cNvPicPr/>
                      <p:nvPr/>
                    </p:nvPicPr>
                    <p:blipFill>
                      <a:blip r:embed="rId9"/>
                      <a:stretch>
                        <a:fillRect/>
                      </a:stretch>
                    </p:blipFill>
                    <p:spPr>
                      <a:xfrm>
                        <a:off x="2025650" y="3778250"/>
                        <a:ext cx="314325" cy="442913"/>
                      </a:xfrm>
                      <a:prstGeom prst="rect">
                        <a:avLst/>
                      </a:prstGeom>
                      <a:noFill/>
                      <a:ln w="38100">
                        <a:noFill/>
                        <a:miter/>
                      </a:ln>
                    </p:spPr>
                  </p:pic>
                </p:oleObj>
              </mc:Fallback>
            </mc:AlternateContent>
          </a:graphicData>
        </a:graphic>
      </p:graphicFrame>
      <p:sp>
        <p:nvSpPr>
          <p:cNvPr id="81934" name="Text Box 19"/>
          <p:cNvSpPr txBox="1"/>
          <p:nvPr/>
        </p:nvSpPr>
        <p:spPr>
          <a:xfrm>
            <a:off x="323850" y="4191000"/>
            <a:ext cx="102393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Sub1</a:t>
            </a:r>
          </a:p>
        </p:txBody>
      </p:sp>
      <p:sp>
        <p:nvSpPr>
          <p:cNvPr id="81935" name="Text Box 20"/>
          <p:cNvSpPr txBox="1"/>
          <p:nvPr/>
        </p:nvSpPr>
        <p:spPr>
          <a:xfrm>
            <a:off x="323850" y="5324475"/>
            <a:ext cx="10953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Sub2</a:t>
            </a:r>
          </a:p>
        </p:txBody>
      </p:sp>
      <p:graphicFrame>
        <p:nvGraphicFramePr>
          <p:cNvPr id="81936" name="Object 21"/>
          <p:cNvGraphicFramePr>
            <a:graphicFrameLocks noChangeAspect="1"/>
          </p:cNvGraphicFramePr>
          <p:nvPr/>
        </p:nvGraphicFramePr>
        <p:xfrm>
          <a:off x="2195513" y="4797425"/>
          <a:ext cx="228600" cy="252413"/>
        </p:xfrm>
        <a:graphic>
          <a:graphicData uri="http://schemas.openxmlformats.org/presentationml/2006/ole">
            <mc:AlternateContent xmlns:mc="http://schemas.openxmlformats.org/markup-compatibility/2006">
              <mc:Choice xmlns:v="urn:schemas-microsoft-com:vml" Requires="v">
                <p:oleObj r:id="rId10" imgW="165100" imgH="177800" progId="Equation.3">
                  <p:embed/>
                </p:oleObj>
              </mc:Choice>
              <mc:Fallback>
                <p:oleObj r:id="rId10" imgW="165100" imgH="177800" progId="Equation.3">
                  <p:embed/>
                  <p:pic>
                    <p:nvPicPr>
                      <p:cNvPr id="81936" name="Object 21"/>
                      <p:cNvPicPr/>
                      <p:nvPr/>
                    </p:nvPicPr>
                    <p:blipFill>
                      <a:blip r:embed="rId11"/>
                      <a:stretch>
                        <a:fillRect/>
                      </a:stretch>
                    </p:blipFill>
                    <p:spPr>
                      <a:xfrm>
                        <a:off x="2195513" y="4797425"/>
                        <a:ext cx="228600" cy="252413"/>
                      </a:xfrm>
                      <a:prstGeom prst="rect">
                        <a:avLst/>
                      </a:prstGeom>
                      <a:noFill/>
                      <a:ln w="38100">
                        <a:noFill/>
                        <a:miter/>
                      </a:ln>
                    </p:spPr>
                  </p:pic>
                </p:oleObj>
              </mc:Fallback>
            </mc:AlternateContent>
          </a:graphicData>
        </a:graphic>
      </p:graphicFrame>
      <p:sp>
        <p:nvSpPr>
          <p:cNvPr id="81937" name="Line 22"/>
          <p:cNvSpPr/>
          <p:nvPr/>
        </p:nvSpPr>
        <p:spPr>
          <a:xfrm>
            <a:off x="2555875" y="4579938"/>
            <a:ext cx="682625" cy="0"/>
          </a:xfrm>
          <a:prstGeom prst="line">
            <a:avLst/>
          </a:prstGeom>
          <a:ln w="9525" cap="flat" cmpd="sng">
            <a:solidFill>
              <a:srgbClr val="FF6600"/>
            </a:solidFill>
            <a:prstDash val="solid"/>
            <a:headEnd type="none" w="med" len="med"/>
            <a:tailEnd type="triangle" w="med" len="med"/>
          </a:ln>
        </p:spPr>
        <p:txBody>
          <a:bodyPr/>
          <a:lstStyle/>
          <a:p>
            <a:endParaRPr lang="zh-CN" altLang="en-US"/>
          </a:p>
        </p:txBody>
      </p:sp>
      <p:sp>
        <p:nvSpPr>
          <p:cNvPr id="81938" name="Line 23"/>
          <p:cNvSpPr/>
          <p:nvPr/>
        </p:nvSpPr>
        <p:spPr>
          <a:xfrm flipH="1">
            <a:off x="1905000" y="5229225"/>
            <a:ext cx="723900" cy="0"/>
          </a:xfrm>
          <a:prstGeom prst="line">
            <a:avLst/>
          </a:prstGeom>
          <a:ln w="9525" cap="flat" cmpd="sng">
            <a:solidFill>
              <a:srgbClr val="FF6600"/>
            </a:solidFill>
            <a:prstDash val="solid"/>
            <a:headEnd type="none" w="med" len="med"/>
            <a:tailEnd type="triangle" w="med" len="med"/>
          </a:ln>
        </p:spPr>
        <p:txBody>
          <a:bodyPr/>
          <a:lstStyle/>
          <a:p>
            <a:endParaRPr lang="zh-CN" altLang="en-US"/>
          </a:p>
        </p:txBody>
      </p:sp>
      <p:graphicFrame>
        <p:nvGraphicFramePr>
          <p:cNvPr id="81939" name="Object 24"/>
          <p:cNvGraphicFramePr>
            <a:graphicFrameLocks noChangeAspect="1"/>
          </p:cNvGraphicFramePr>
          <p:nvPr/>
        </p:nvGraphicFramePr>
        <p:xfrm>
          <a:off x="2339975" y="4724400"/>
          <a:ext cx="338138" cy="420688"/>
        </p:xfrm>
        <a:graphic>
          <a:graphicData uri="http://schemas.openxmlformats.org/presentationml/2006/ole">
            <mc:AlternateContent xmlns:mc="http://schemas.openxmlformats.org/markup-compatibility/2006">
              <mc:Choice xmlns:v="urn:schemas-microsoft-com:vml" Requires="v">
                <p:oleObj r:id="rId12" imgW="177800" imgH="215900" progId="Equation.3">
                  <p:embed/>
                </p:oleObj>
              </mc:Choice>
              <mc:Fallback>
                <p:oleObj r:id="rId12" imgW="177800" imgH="215900" progId="Equation.3">
                  <p:embed/>
                  <p:pic>
                    <p:nvPicPr>
                      <p:cNvPr id="81939" name="Object 24"/>
                      <p:cNvPicPr/>
                      <p:nvPr/>
                    </p:nvPicPr>
                    <p:blipFill>
                      <a:blip r:embed="rId13"/>
                      <a:stretch>
                        <a:fillRect/>
                      </a:stretch>
                    </p:blipFill>
                    <p:spPr>
                      <a:xfrm>
                        <a:off x="2339975" y="4724400"/>
                        <a:ext cx="338138" cy="420688"/>
                      </a:xfrm>
                      <a:prstGeom prst="rect">
                        <a:avLst/>
                      </a:prstGeom>
                      <a:noFill/>
                      <a:ln w="38100">
                        <a:noFill/>
                        <a:miter/>
                      </a:ln>
                    </p:spPr>
                  </p:pic>
                </p:oleObj>
              </mc:Fallback>
            </mc:AlternateContent>
          </a:graphicData>
        </a:graphic>
      </p:graphicFrame>
      <p:graphicFrame>
        <p:nvGraphicFramePr>
          <p:cNvPr id="81940" name="Object 25"/>
          <p:cNvGraphicFramePr>
            <a:graphicFrameLocks noChangeAspect="1"/>
          </p:cNvGraphicFramePr>
          <p:nvPr/>
        </p:nvGraphicFramePr>
        <p:xfrm>
          <a:off x="3432175" y="4724400"/>
          <a:ext cx="412750" cy="347663"/>
        </p:xfrm>
        <a:graphic>
          <a:graphicData uri="http://schemas.openxmlformats.org/presentationml/2006/ole">
            <mc:AlternateContent xmlns:mc="http://schemas.openxmlformats.org/markup-compatibility/2006">
              <mc:Choice xmlns:v="urn:schemas-microsoft-com:vml" Requires="v">
                <p:oleObj r:id="rId14" imgW="215900" imgH="177800" progId="Equation.DSMT4">
                  <p:embed/>
                </p:oleObj>
              </mc:Choice>
              <mc:Fallback>
                <p:oleObj r:id="rId14" imgW="215900" imgH="177800" progId="Equation.DSMT4">
                  <p:embed/>
                  <p:pic>
                    <p:nvPicPr>
                      <p:cNvPr id="81940" name="Object 25"/>
                      <p:cNvPicPr/>
                      <p:nvPr/>
                    </p:nvPicPr>
                    <p:blipFill>
                      <a:blip r:embed="rId15"/>
                      <a:stretch>
                        <a:fillRect/>
                      </a:stretch>
                    </p:blipFill>
                    <p:spPr>
                      <a:xfrm>
                        <a:off x="3432175" y="4724400"/>
                        <a:ext cx="412750" cy="347663"/>
                      </a:xfrm>
                      <a:prstGeom prst="rect">
                        <a:avLst/>
                      </a:prstGeom>
                      <a:noFill/>
                      <a:ln w="38100">
                        <a:noFill/>
                        <a:miter/>
                      </a:ln>
                    </p:spPr>
                  </p:pic>
                </p:oleObj>
              </mc:Fallback>
            </mc:AlternateContent>
          </a:graphicData>
        </a:graphic>
      </p:graphicFrame>
      <p:sp>
        <p:nvSpPr>
          <p:cNvPr id="81941" name="Rectangle 26"/>
          <p:cNvSpPr/>
          <p:nvPr/>
        </p:nvSpPr>
        <p:spPr>
          <a:xfrm>
            <a:off x="323850" y="3716338"/>
            <a:ext cx="3671888" cy="2520950"/>
          </a:xfrm>
          <a:prstGeom prst="rect">
            <a:avLst/>
          </a:prstGeom>
          <a:no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1942" name="Line 27"/>
          <p:cNvSpPr/>
          <p:nvPr/>
        </p:nvSpPr>
        <p:spPr>
          <a:xfrm flipH="1">
            <a:off x="1509713" y="4940300"/>
            <a:ext cx="827087" cy="628650"/>
          </a:xfrm>
          <a:prstGeom prst="line">
            <a:avLst/>
          </a:prstGeom>
          <a:ln w="38100" cap="flat" cmpd="sng">
            <a:solidFill>
              <a:srgbClr val="FF0000"/>
            </a:solidFill>
            <a:prstDash val="solid"/>
            <a:headEnd type="triangle" w="sm" len="lg"/>
            <a:tailEnd type="none" w="med" len="med"/>
          </a:ln>
        </p:spPr>
        <p:txBody>
          <a:bodyPr/>
          <a:lstStyle/>
          <a:p>
            <a:endParaRPr lang="zh-CN" altLang="en-US"/>
          </a:p>
        </p:txBody>
      </p:sp>
      <p:sp>
        <p:nvSpPr>
          <p:cNvPr id="81943" name="Line 28"/>
          <p:cNvSpPr/>
          <p:nvPr/>
        </p:nvSpPr>
        <p:spPr>
          <a:xfrm>
            <a:off x="1763713" y="4581525"/>
            <a:ext cx="215900" cy="0"/>
          </a:xfrm>
          <a:prstGeom prst="line">
            <a:avLst/>
          </a:prstGeom>
          <a:ln w="28575" cap="flat" cmpd="sng">
            <a:solidFill>
              <a:srgbClr val="FF6600"/>
            </a:solidFill>
            <a:prstDash val="solid"/>
            <a:headEnd type="none" w="med" len="med"/>
            <a:tailEnd type="triangle" w="lg" len="med"/>
          </a:ln>
        </p:spPr>
        <p:txBody>
          <a:bodyPr/>
          <a:lstStyle/>
          <a:p>
            <a:endParaRPr lang="zh-CN" altLang="en-US"/>
          </a:p>
        </p:txBody>
      </p:sp>
      <p:sp>
        <p:nvSpPr>
          <p:cNvPr id="81944" name="Line 29"/>
          <p:cNvSpPr/>
          <p:nvPr/>
        </p:nvSpPr>
        <p:spPr>
          <a:xfrm flipH="1">
            <a:off x="2670175" y="5249863"/>
            <a:ext cx="215900" cy="0"/>
          </a:xfrm>
          <a:prstGeom prst="line">
            <a:avLst/>
          </a:prstGeom>
          <a:ln w="28575" cap="flat" cmpd="sng">
            <a:solidFill>
              <a:srgbClr val="FF6600"/>
            </a:solidFill>
            <a:prstDash val="solid"/>
            <a:headEnd type="none" w="med" len="med"/>
            <a:tailEnd type="triangle" w="lg" len="med"/>
          </a:ln>
        </p:spPr>
        <p:txBody>
          <a:bodyPr/>
          <a:lstStyle/>
          <a:p>
            <a:endParaRPr lang="zh-CN" altLang="en-US"/>
          </a:p>
        </p:txBody>
      </p:sp>
      <p:grpSp>
        <p:nvGrpSpPr>
          <p:cNvPr id="338986" name="Group 42"/>
          <p:cNvGrpSpPr/>
          <p:nvPr/>
        </p:nvGrpSpPr>
        <p:grpSpPr>
          <a:xfrm>
            <a:off x="5219700" y="2708275"/>
            <a:ext cx="3168650" cy="647700"/>
            <a:chOff x="2958" y="3708"/>
            <a:chExt cx="1872" cy="402"/>
          </a:xfrm>
        </p:grpSpPr>
        <p:graphicFrame>
          <p:nvGraphicFramePr>
            <p:cNvPr id="81954" name="Object 43"/>
            <p:cNvGraphicFramePr>
              <a:graphicFrameLocks noChangeAspect="1"/>
            </p:cNvGraphicFramePr>
            <p:nvPr/>
          </p:nvGraphicFramePr>
          <p:xfrm>
            <a:off x="3888" y="3733"/>
            <a:ext cx="841" cy="377"/>
          </p:xfrm>
          <a:graphic>
            <a:graphicData uri="http://schemas.openxmlformats.org/presentationml/2006/ole">
              <mc:AlternateContent xmlns:mc="http://schemas.openxmlformats.org/markup-compatibility/2006">
                <mc:Choice xmlns:v="urn:schemas-microsoft-com:vml" Requires="v">
                  <p:oleObj r:id="rId16" imgW="387985" imgH="104140" progId="Equation.DSMT4">
                    <p:embed/>
                  </p:oleObj>
                </mc:Choice>
                <mc:Fallback>
                  <p:oleObj r:id="rId16" imgW="387985" imgH="104140" progId="Equation.DSMT4">
                    <p:embed/>
                    <p:pic>
                      <p:nvPicPr>
                        <p:cNvPr id="81954" name="Object 43"/>
                        <p:cNvPicPr/>
                        <p:nvPr/>
                      </p:nvPicPr>
                      <p:blipFill>
                        <a:blip r:embed="rId17">
                          <a:clrChange>
                            <a:clrFrom>
                              <a:srgbClr val="000000"/>
                            </a:clrFrom>
                            <a:clrTo>
                              <a:srgbClr val="000000"/>
                            </a:clrTo>
                          </a:clrChange>
                        </a:blip>
                        <a:stretch>
                          <a:fillRect/>
                        </a:stretch>
                      </p:blipFill>
                      <p:spPr>
                        <a:xfrm>
                          <a:off x="3888" y="3733"/>
                          <a:ext cx="841" cy="377"/>
                        </a:xfrm>
                        <a:prstGeom prst="rect">
                          <a:avLst/>
                        </a:prstGeom>
                        <a:noFill/>
                        <a:ln w="38100">
                          <a:noFill/>
                          <a:miter/>
                        </a:ln>
                      </p:spPr>
                    </p:pic>
                  </p:oleObj>
                </mc:Fallback>
              </mc:AlternateContent>
            </a:graphicData>
          </a:graphic>
        </p:graphicFrame>
        <p:sp>
          <p:nvSpPr>
            <p:cNvPr id="81955" name="Text Box 44"/>
            <p:cNvSpPr txBox="1"/>
            <p:nvPr/>
          </p:nvSpPr>
          <p:spPr>
            <a:xfrm>
              <a:off x="2958" y="3708"/>
              <a:ext cx="1872" cy="35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30000"/>
                </a:spcBef>
                <a:buClrTx/>
                <a:buSzTx/>
                <a:buFontTx/>
                <a:buNone/>
              </a:pPr>
              <a:r>
                <a:rPr lang="en-US" altLang="zh-CN" sz="2400" b="1" dirty="0">
                  <a:solidFill>
                    <a:srgbClr val="000000"/>
                  </a:solidFill>
                  <a:latin typeface="Times New Roman" panose="02020603050405020304" pitchFamily="18" charset="0"/>
                  <a:ea typeface="楷体_GB2312" pitchFamily="49" charset="-122"/>
                </a:rPr>
                <a:t>Or</a:t>
              </a:r>
            </a:p>
          </p:txBody>
        </p:sp>
      </p:grpSp>
      <p:sp>
        <p:nvSpPr>
          <p:cNvPr id="81946" name="Line 48"/>
          <p:cNvSpPr/>
          <p:nvPr/>
        </p:nvSpPr>
        <p:spPr>
          <a:xfrm>
            <a:off x="1763713" y="4941888"/>
            <a:ext cx="215900" cy="0"/>
          </a:xfrm>
          <a:prstGeom prst="line">
            <a:avLst/>
          </a:prstGeom>
          <a:ln w="38100" cap="flat" cmpd="sng">
            <a:solidFill>
              <a:srgbClr val="6600FF"/>
            </a:solidFill>
            <a:prstDash val="solid"/>
            <a:headEnd type="none" w="med" len="med"/>
            <a:tailEnd type="triangle" w="med" len="med"/>
          </a:ln>
        </p:spPr>
        <p:txBody>
          <a:bodyPr/>
          <a:lstStyle/>
          <a:p>
            <a:endParaRPr lang="zh-CN" altLang="en-US"/>
          </a:p>
        </p:txBody>
      </p:sp>
      <p:sp>
        <p:nvSpPr>
          <p:cNvPr id="81947" name="Rectangle 49"/>
          <p:cNvSpPr/>
          <p:nvPr/>
        </p:nvSpPr>
        <p:spPr>
          <a:xfrm>
            <a:off x="34925" y="333375"/>
            <a:ext cx="5689600" cy="64928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30000"/>
              </a:lnSpc>
              <a:spcBef>
                <a:spcPct val="0"/>
              </a:spcBef>
              <a:buClrTx/>
              <a:buSzTx/>
              <a:buFontTx/>
              <a:buNone/>
            </a:pPr>
            <a:r>
              <a:rPr lang="zh-CN" altLang="en-US" sz="2400" b="1" dirty="0">
                <a:solidFill>
                  <a:srgbClr val="000000"/>
                </a:solidFill>
                <a:ea typeface="幼圆" panose="02010509060101010101" pitchFamily="49" charset="-122"/>
              </a:rPr>
              <a:t>（</a:t>
            </a:r>
            <a:r>
              <a:rPr lang="en-US" altLang="zh-CN" sz="2400" b="1" dirty="0">
                <a:solidFill>
                  <a:srgbClr val="000000"/>
                </a:solidFill>
                <a:ea typeface="幼圆" panose="02010509060101010101" pitchFamily="49" charset="-122"/>
              </a:rPr>
              <a:t>1</a:t>
            </a:r>
            <a:r>
              <a:rPr lang="zh-CN" altLang="en-US" sz="2400" b="1" dirty="0">
                <a:solidFill>
                  <a:srgbClr val="000000"/>
                </a:solidFill>
                <a:ea typeface="幼圆" panose="02010509060101010101" pitchFamily="49" charset="-122"/>
              </a:rPr>
              <a:t>）</a:t>
            </a:r>
            <a:r>
              <a:rPr lang="en-US" altLang="zh-CN" sz="2400" b="1" dirty="0">
                <a:solidFill>
                  <a:srgbClr val="000000"/>
                </a:solidFill>
                <a:ea typeface="幼圆" panose="02010509060101010101" pitchFamily="49" charset="-122"/>
              </a:rPr>
              <a:t>The tangential directional BC</a:t>
            </a:r>
            <a:endParaRPr lang="en-US" altLang="zh-CN" sz="2400" b="1" dirty="0">
              <a:solidFill>
                <a:srgbClr val="000000"/>
              </a:solidFill>
              <a:ea typeface="楷体_GB2312" pitchFamily="49" charset="-122"/>
            </a:endParaRPr>
          </a:p>
        </p:txBody>
      </p:sp>
      <p:sp>
        <p:nvSpPr>
          <p:cNvPr id="81948" name="Rectangle 50"/>
          <p:cNvSpPr/>
          <p:nvPr/>
        </p:nvSpPr>
        <p:spPr>
          <a:xfrm>
            <a:off x="250825" y="908050"/>
            <a:ext cx="8820150" cy="8842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chemeClr val="bg1"/>
                </a:solidFill>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On the dual sides of the interface of medias, selecting a small loop as the graph herein, and setting </a:t>
            </a:r>
            <a:r>
              <a:rPr lang="el-GR" altLang="zh-CN" sz="2400" b="1" dirty="0">
                <a:solidFill>
                  <a:srgbClr val="0000CC"/>
                </a:solidFill>
                <a:latin typeface="Times New Roman" panose="02020603050405020304" pitchFamily="18" charset="0"/>
                <a:ea typeface="楷体_GB2312" pitchFamily="49" charset="-122"/>
              </a:rPr>
              <a:t>Δ</a:t>
            </a:r>
            <a:r>
              <a:rPr lang="en-US" altLang="zh-CN" sz="2400" b="1" i="1" dirty="0">
                <a:solidFill>
                  <a:srgbClr val="0000CC"/>
                </a:solidFill>
                <a:latin typeface="Times New Roman" panose="02020603050405020304" pitchFamily="18" charset="0"/>
                <a:ea typeface="楷体_GB2312" pitchFamily="49" charset="-122"/>
              </a:rPr>
              <a:t>h </a:t>
            </a:r>
            <a:r>
              <a:rPr lang="en-US" altLang="zh-CN" sz="2800" b="1" dirty="0">
                <a:solidFill>
                  <a:srgbClr val="0000CC"/>
                </a:solidFill>
                <a:latin typeface="Times New Roman" panose="02020603050405020304" pitchFamily="18" charset="0"/>
                <a:ea typeface="幼圆" panose="02010509060101010101" pitchFamily="49" charset="-122"/>
              </a:rPr>
              <a:t>→</a:t>
            </a:r>
            <a:r>
              <a:rPr lang="en-US" altLang="zh-CN" sz="2400" b="1" dirty="0">
                <a:solidFill>
                  <a:srgbClr val="0000CC"/>
                </a:solidFill>
                <a:latin typeface="Times New Roman" panose="02020603050405020304" pitchFamily="18" charset="0"/>
                <a:ea typeface="幼圆" panose="02010509060101010101" pitchFamily="49" charset="-122"/>
              </a:rPr>
              <a:t>0</a:t>
            </a:r>
            <a:r>
              <a:rPr lang="zh-CN" altLang="en-US" sz="2400" b="1" dirty="0">
                <a:solidFill>
                  <a:srgbClr val="0000CC"/>
                </a:solidFill>
                <a:latin typeface="Times New Roman" panose="02020603050405020304" pitchFamily="18" charset="0"/>
                <a:ea typeface="幼圆" panose="02010509060101010101" pitchFamily="49" charset="-122"/>
              </a:rPr>
              <a:t>，</a:t>
            </a:r>
            <a:r>
              <a:rPr lang="en-US" altLang="zh-CN" sz="2400" b="1" dirty="0">
                <a:solidFill>
                  <a:srgbClr val="0000CC"/>
                </a:solidFill>
                <a:latin typeface="Times New Roman" panose="02020603050405020304" pitchFamily="18" charset="0"/>
                <a:ea typeface="楷体_GB2312" pitchFamily="49" charset="-122"/>
              </a:rPr>
              <a:t>Since</a:t>
            </a:r>
            <a:endParaRPr lang="el-GR" altLang="zh-CN" sz="2400" b="1" dirty="0">
              <a:solidFill>
                <a:srgbClr val="0000CC"/>
              </a:solidFill>
              <a:latin typeface="Times New Roman" panose="02020603050405020304" pitchFamily="18" charset="0"/>
              <a:ea typeface="楷体_GB2312" pitchFamily="49" charset="-122"/>
            </a:endParaRPr>
          </a:p>
        </p:txBody>
      </p:sp>
      <p:graphicFrame>
        <p:nvGraphicFramePr>
          <p:cNvPr id="338995" name="Object 51"/>
          <p:cNvGraphicFramePr>
            <a:graphicFrameLocks noGrp="1" noChangeAspect="1"/>
          </p:cNvGraphicFramePr>
          <p:nvPr>
            <p:ph sz="half" idx="1" hasCustomPrompt="1"/>
          </p:nvPr>
        </p:nvGraphicFramePr>
        <p:xfrm>
          <a:off x="900113" y="1878013"/>
          <a:ext cx="7488237" cy="758825"/>
        </p:xfrm>
        <a:graphic>
          <a:graphicData uri="http://schemas.openxmlformats.org/presentationml/2006/ole">
            <mc:AlternateContent xmlns:mc="http://schemas.openxmlformats.org/markup-compatibility/2006">
              <mc:Choice xmlns:v="urn:schemas-microsoft-com:vml" Requires="v">
                <p:oleObj r:id="rId18" imgW="2523490" imgH="161925" progId="Equation.DSMT4">
                  <p:embed/>
                </p:oleObj>
              </mc:Choice>
              <mc:Fallback>
                <p:oleObj r:id="rId18" imgW="2523490" imgH="161925" progId="Equation.DSMT4">
                  <p:embed/>
                  <p:pic>
                    <p:nvPicPr>
                      <p:cNvPr id="338995" name="Object 51"/>
                      <p:cNvPicPr/>
                      <p:nvPr/>
                    </p:nvPicPr>
                    <p:blipFill>
                      <a:blip r:embed="rId19">
                        <a:clrChange>
                          <a:clrFrom>
                            <a:srgbClr val="000000"/>
                          </a:clrFrom>
                          <a:clrTo>
                            <a:srgbClr val="000000"/>
                          </a:clrTo>
                        </a:clrChange>
                      </a:blip>
                      <a:srcRect/>
                      <a:stretch>
                        <a:fillRect/>
                      </a:stretch>
                    </p:blipFill>
                    <p:spPr>
                      <a:xfrm>
                        <a:off x="900113" y="1878013"/>
                        <a:ext cx="7488237" cy="758825"/>
                      </a:xfrm>
                      <a:prstGeom prst="rect">
                        <a:avLst/>
                      </a:prstGeom>
                      <a:noFill/>
                      <a:ln w="38100">
                        <a:miter/>
                      </a:ln>
                    </p:spPr>
                  </p:pic>
                </p:oleObj>
              </mc:Fallback>
            </mc:AlternateContent>
          </a:graphicData>
        </a:graphic>
      </p:graphicFrame>
      <p:graphicFrame>
        <p:nvGraphicFramePr>
          <p:cNvPr id="339000" name="Object 56"/>
          <p:cNvGraphicFramePr>
            <a:graphicFrameLocks noGrp="1" noChangeAspect="1"/>
          </p:cNvGraphicFramePr>
          <p:nvPr>
            <p:ph sz="quarter" idx="2" hasCustomPrompt="1"/>
          </p:nvPr>
        </p:nvGraphicFramePr>
        <p:xfrm>
          <a:off x="2051050" y="2708275"/>
          <a:ext cx="2665413" cy="642938"/>
        </p:xfrm>
        <a:graphic>
          <a:graphicData uri="http://schemas.openxmlformats.org/presentationml/2006/ole">
            <mc:AlternateContent xmlns:mc="http://schemas.openxmlformats.org/markup-compatibility/2006">
              <mc:Choice xmlns:v="urn:schemas-microsoft-com:vml" Requires="v">
                <p:oleObj r:id="rId20" imgW="1054100" imgH="254000" progId="Equation.DSMT4">
                  <p:embed/>
                </p:oleObj>
              </mc:Choice>
              <mc:Fallback>
                <p:oleObj r:id="rId20" imgW="1054100" imgH="254000" progId="Equation.DSMT4">
                  <p:embed/>
                  <p:pic>
                    <p:nvPicPr>
                      <p:cNvPr id="339000" name="Object 56"/>
                      <p:cNvPicPr/>
                      <p:nvPr/>
                    </p:nvPicPr>
                    <p:blipFill>
                      <a:blip r:embed="rId21"/>
                      <a:srcRect/>
                      <a:stretch>
                        <a:fillRect/>
                      </a:stretch>
                    </p:blipFill>
                    <p:spPr>
                      <a:xfrm>
                        <a:off x="2051050" y="2708275"/>
                        <a:ext cx="2665413" cy="642938"/>
                      </a:xfrm>
                      <a:prstGeom prst="rect">
                        <a:avLst/>
                      </a:prstGeom>
                      <a:noFill/>
                      <a:ln w="38100">
                        <a:miter/>
                      </a:ln>
                    </p:spPr>
                  </p:pic>
                </p:oleObj>
              </mc:Fallback>
            </mc:AlternateContent>
          </a:graphicData>
        </a:graphic>
      </p:graphicFrame>
      <p:sp>
        <p:nvSpPr>
          <p:cNvPr id="339003" name="AutoShape 59"/>
          <p:cNvSpPr/>
          <p:nvPr/>
        </p:nvSpPr>
        <p:spPr>
          <a:xfrm rot="-5400000">
            <a:off x="1198563" y="2768600"/>
            <a:ext cx="265112"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39004" name="Text Box 60"/>
          <p:cNvSpPr txBox="1"/>
          <p:nvPr/>
        </p:nvSpPr>
        <p:spPr>
          <a:xfrm>
            <a:off x="4427538" y="3644900"/>
            <a:ext cx="4392612"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Char char="•"/>
            </a:pPr>
            <a:r>
              <a:rPr lang="en-US" altLang="zh-CN" sz="2400" b="1" dirty="0">
                <a:solidFill>
                  <a:srgbClr val="000000"/>
                </a:solidFill>
              </a:rPr>
              <a:t> The tangential component of an E field is </a:t>
            </a:r>
            <a:r>
              <a:rPr lang="en-US" altLang="zh-CN" sz="2400" b="1" dirty="0">
                <a:solidFill>
                  <a:srgbClr val="FF0000"/>
                </a:solidFill>
              </a:rPr>
              <a:t>continuous</a:t>
            </a:r>
            <a:r>
              <a:rPr lang="en-US" altLang="zh-CN" sz="2400" b="1" dirty="0">
                <a:solidFill>
                  <a:srgbClr val="000000"/>
                </a:solidFill>
              </a:rPr>
              <a:t> across an interface</a:t>
            </a:r>
          </a:p>
        </p:txBody>
      </p:sp>
      <p:graphicFrame>
        <p:nvGraphicFramePr>
          <p:cNvPr id="339005" name="Object 61"/>
          <p:cNvGraphicFramePr>
            <a:graphicFrameLocks noGrp="1" noChangeAspect="1"/>
          </p:cNvGraphicFramePr>
          <p:nvPr>
            <p:ph sz="quarter" idx="3" hasCustomPrompt="1"/>
          </p:nvPr>
        </p:nvGraphicFramePr>
        <p:xfrm>
          <a:off x="5580063" y="5013325"/>
          <a:ext cx="1584325" cy="1076325"/>
        </p:xfrm>
        <a:graphic>
          <a:graphicData uri="http://schemas.openxmlformats.org/presentationml/2006/ole">
            <mc:AlternateContent xmlns:mc="http://schemas.openxmlformats.org/markup-compatibility/2006">
              <mc:Choice xmlns:v="urn:schemas-microsoft-com:vml" Requires="v">
                <p:oleObj r:id="rId22" imgW="474345" imgH="283845" progId="Equation.DSMT4">
                  <p:embed/>
                </p:oleObj>
              </mc:Choice>
              <mc:Fallback>
                <p:oleObj r:id="rId22" imgW="474345" imgH="283845" progId="Equation.DSMT4">
                  <p:embed/>
                  <p:pic>
                    <p:nvPicPr>
                      <p:cNvPr id="339005" name="Object 61"/>
                      <p:cNvPicPr/>
                      <p:nvPr/>
                    </p:nvPicPr>
                    <p:blipFill>
                      <a:blip r:embed="rId23">
                        <a:clrChange>
                          <a:clrFrom>
                            <a:srgbClr val="000000"/>
                          </a:clrFrom>
                          <a:clrTo>
                            <a:srgbClr val="000000"/>
                          </a:clrTo>
                        </a:clrChange>
                      </a:blip>
                      <a:srcRect/>
                      <a:stretch>
                        <a:fillRect/>
                      </a:stretch>
                    </p:blipFill>
                    <p:spPr>
                      <a:xfrm>
                        <a:off x="5580063" y="5013325"/>
                        <a:ext cx="1584325" cy="10763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38995"/>
                                        </p:tgtEl>
                                        <p:attrNameLst>
                                          <p:attrName>style.visibility</p:attrName>
                                        </p:attrNameLst>
                                      </p:cBhvr>
                                      <p:to>
                                        <p:strVal val="visible"/>
                                      </p:to>
                                    </p:set>
                                    <p:animEffect transition="in" filter="slide(fromBottom)">
                                      <p:cBhvr>
                                        <p:cTn id="7" dur="500"/>
                                        <p:tgtEl>
                                          <p:spTgt spid="33899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39003"/>
                                        </p:tgtEl>
                                        <p:attrNameLst>
                                          <p:attrName>style.visibility</p:attrName>
                                        </p:attrNameLst>
                                      </p:cBhvr>
                                      <p:to>
                                        <p:strVal val="visible"/>
                                      </p:to>
                                    </p:set>
                                    <p:animEffect transition="in" filter="slide(fromBottom)">
                                      <p:cBhvr>
                                        <p:cTn id="12" dur="500"/>
                                        <p:tgtEl>
                                          <p:spTgt spid="339003"/>
                                        </p:tgtEl>
                                      </p:cBhvr>
                                    </p:animEffect>
                                  </p:childTnLst>
                                </p:cTn>
                              </p:par>
                              <p:par>
                                <p:cTn id="13" presetID="12" presetClass="entr" presetSubtype="4" fill="hold" nodeType="withEffect">
                                  <p:stCondLst>
                                    <p:cond delay="0"/>
                                  </p:stCondLst>
                                  <p:childTnLst>
                                    <p:set>
                                      <p:cBhvr>
                                        <p:cTn id="14" dur="1" fill="hold">
                                          <p:stCondLst>
                                            <p:cond delay="0"/>
                                          </p:stCondLst>
                                        </p:cTn>
                                        <p:tgtEl>
                                          <p:spTgt spid="339000"/>
                                        </p:tgtEl>
                                        <p:attrNameLst>
                                          <p:attrName>style.visibility</p:attrName>
                                        </p:attrNameLst>
                                      </p:cBhvr>
                                      <p:to>
                                        <p:strVal val="visible"/>
                                      </p:to>
                                    </p:set>
                                    <p:animEffect transition="in" filter="slide(fromBottom)">
                                      <p:cBhvr>
                                        <p:cTn id="15" dur="500"/>
                                        <p:tgtEl>
                                          <p:spTgt spid="339000"/>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338986"/>
                                        </p:tgtEl>
                                        <p:attrNameLst>
                                          <p:attrName>style.visibility</p:attrName>
                                        </p:attrNameLst>
                                      </p:cBhvr>
                                      <p:to>
                                        <p:strVal val="visible"/>
                                      </p:to>
                                    </p:set>
                                    <p:animEffect transition="in" filter="slide(fromBottom)">
                                      <p:cBhvr>
                                        <p:cTn id="20" dur="500"/>
                                        <p:tgtEl>
                                          <p:spTgt spid="33898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39004"/>
                                        </p:tgtEl>
                                        <p:attrNameLst>
                                          <p:attrName>style.visibility</p:attrName>
                                        </p:attrNameLst>
                                      </p:cBhvr>
                                      <p:to>
                                        <p:strVal val="visible"/>
                                      </p:to>
                                    </p:set>
                                    <p:animEffect transition="in" filter="dissolve">
                                      <p:cBhvr>
                                        <p:cTn id="25" dur="500"/>
                                        <p:tgtEl>
                                          <p:spTgt spid="339004"/>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339005"/>
                                        </p:tgtEl>
                                        <p:attrNameLst>
                                          <p:attrName>style.visibility</p:attrName>
                                        </p:attrNameLst>
                                      </p:cBhvr>
                                      <p:to>
                                        <p:strVal val="visible"/>
                                      </p:to>
                                    </p:set>
                                    <p:animEffect transition="in" filter="slide(fromBottom)">
                                      <p:cBhvr>
                                        <p:cTn id="30" dur="500"/>
                                        <p:tgtEl>
                                          <p:spTgt spid="339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00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p:nvPr/>
        </p:nvSpPr>
        <p:spPr>
          <a:xfrm>
            <a:off x="0" y="188913"/>
            <a:ext cx="5184775" cy="7921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zh-CN" altLang="en-US" sz="2400" b="1" dirty="0">
                <a:solidFill>
                  <a:srgbClr val="000000"/>
                </a:solidFill>
                <a:ea typeface="幼圆" panose="02010509060101010101" pitchFamily="49" charset="-122"/>
              </a:rPr>
              <a:t>（</a:t>
            </a:r>
            <a:r>
              <a:rPr lang="en-US" altLang="zh-CN" sz="2400" b="1" dirty="0">
                <a:solidFill>
                  <a:srgbClr val="000000"/>
                </a:solidFill>
                <a:ea typeface="幼圆" panose="02010509060101010101" pitchFamily="49" charset="-122"/>
              </a:rPr>
              <a:t>2</a:t>
            </a:r>
            <a:r>
              <a:rPr lang="zh-CN" altLang="en-US" sz="2400" b="1" dirty="0">
                <a:solidFill>
                  <a:srgbClr val="000000"/>
                </a:solidFill>
                <a:ea typeface="幼圆" panose="02010509060101010101" pitchFamily="49" charset="-122"/>
              </a:rPr>
              <a:t>） </a:t>
            </a:r>
            <a:r>
              <a:rPr lang="en-US" altLang="zh-CN" sz="2400" b="1" dirty="0">
                <a:solidFill>
                  <a:srgbClr val="000000"/>
                </a:solidFill>
                <a:ea typeface="幼圆" panose="02010509060101010101" pitchFamily="49" charset="-122"/>
              </a:rPr>
              <a:t>The normal directional BC</a:t>
            </a:r>
            <a:endParaRPr lang="en-US" altLang="zh-CN" sz="2400" b="1" dirty="0">
              <a:solidFill>
                <a:srgbClr val="000000"/>
              </a:solidFill>
              <a:ea typeface="楷体_GB2312" pitchFamily="49" charset="-122"/>
            </a:endParaRPr>
          </a:p>
        </p:txBody>
      </p:sp>
      <p:sp>
        <p:nvSpPr>
          <p:cNvPr id="82947" name="Rectangle 4"/>
          <p:cNvSpPr/>
          <p:nvPr/>
        </p:nvSpPr>
        <p:spPr>
          <a:xfrm>
            <a:off x="755650" y="2060575"/>
            <a:ext cx="2447925" cy="576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l-GR" altLang="zh-CN" sz="2400" b="1" dirty="0">
                <a:solidFill>
                  <a:srgbClr val="0000CC"/>
                </a:solidFill>
                <a:latin typeface="楷体_GB2312" pitchFamily="49" charset="-122"/>
                <a:ea typeface="楷体_GB2312" pitchFamily="49" charset="-122"/>
              </a:rPr>
              <a:t>Δ</a:t>
            </a:r>
            <a:r>
              <a:rPr lang="en-US" altLang="zh-CN" sz="2400" b="1" i="1" dirty="0">
                <a:solidFill>
                  <a:srgbClr val="0000CC"/>
                </a:solidFill>
                <a:latin typeface="Times New Roman" panose="02020603050405020304" pitchFamily="18" charset="0"/>
                <a:ea typeface="楷体_GB2312" pitchFamily="49" charset="-122"/>
              </a:rPr>
              <a:t>h</a:t>
            </a:r>
            <a:r>
              <a:rPr lang="en-US" altLang="zh-CN" sz="2800" b="1" dirty="0">
                <a:solidFill>
                  <a:srgbClr val="0000CC"/>
                </a:solidFill>
                <a:latin typeface="Times New Roman" panose="02020603050405020304" pitchFamily="18" charset="0"/>
                <a:ea typeface="幼圆" panose="02010509060101010101" pitchFamily="49" charset="-122"/>
              </a:rPr>
              <a:t>→</a:t>
            </a:r>
            <a:r>
              <a:rPr lang="en-US" altLang="zh-CN" sz="2400" b="1" dirty="0">
                <a:solidFill>
                  <a:srgbClr val="0000CC"/>
                </a:solidFill>
                <a:latin typeface="Times New Roman" panose="02020603050405020304" pitchFamily="18" charset="0"/>
                <a:ea typeface="楷体_GB2312" pitchFamily="49" charset="-122"/>
              </a:rPr>
              <a:t>0</a:t>
            </a:r>
            <a:r>
              <a:rPr lang="zh-CN" altLang="en-US" sz="2400" b="1" dirty="0">
                <a:solidFill>
                  <a:srgbClr val="0000CC"/>
                </a:solidFill>
                <a:latin typeface="Times New Roman" panose="02020603050405020304" pitchFamily="18" charset="0"/>
                <a:ea typeface="楷体_GB2312" pitchFamily="49" charset="-122"/>
              </a:rPr>
              <a:t>，</a:t>
            </a:r>
            <a:r>
              <a:rPr lang="en-US" altLang="zh-CN" sz="2400" b="1" dirty="0">
                <a:solidFill>
                  <a:srgbClr val="0000CC"/>
                </a:solidFill>
                <a:latin typeface="Times New Roman" panose="02020603050405020304" pitchFamily="18" charset="0"/>
                <a:ea typeface="楷体_GB2312" pitchFamily="49" charset="-122"/>
              </a:rPr>
              <a:t>then</a:t>
            </a:r>
          </a:p>
        </p:txBody>
      </p:sp>
      <p:grpSp>
        <p:nvGrpSpPr>
          <p:cNvPr id="82948" name="Group 5"/>
          <p:cNvGrpSpPr/>
          <p:nvPr/>
        </p:nvGrpSpPr>
        <p:grpSpPr>
          <a:xfrm>
            <a:off x="5076825" y="188913"/>
            <a:ext cx="3887788" cy="2592387"/>
            <a:chOff x="3198" y="346"/>
            <a:chExt cx="2449" cy="1633"/>
          </a:xfrm>
        </p:grpSpPr>
        <p:sp>
          <p:nvSpPr>
            <p:cNvPr id="82968" name="Rectangle 6"/>
            <p:cNvSpPr/>
            <p:nvPr/>
          </p:nvSpPr>
          <p:spPr>
            <a:xfrm>
              <a:off x="3198" y="346"/>
              <a:ext cx="2449" cy="817"/>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69" name="Rectangle 7"/>
            <p:cNvSpPr/>
            <p:nvPr/>
          </p:nvSpPr>
          <p:spPr>
            <a:xfrm>
              <a:off x="3198" y="1163"/>
              <a:ext cx="2449" cy="816"/>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pic>
          <p:nvPicPr>
            <p:cNvPr id="82970" name="Picture 8"/>
            <p:cNvPicPr>
              <a:picLocks noChangeAspect="1"/>
            </p:cNvPicPr>
            <p:nvPr/>
          </p:nvPicPr>
          <p:blipFill>
            <a:blip r:embed="rId2"/>
            <a:stretch>
              <a:fillRect/>
            </a:stretch>
          </p:blipFill>
          <p:spPr>
            <a:xfrm>
              <a:off x="4059" y="690"/>
              <a:ext cx="284" cy="200"/>
            </a:xfrm>
            <a:prstGeom prst="rect">
              <a:avLst/>
            </a:prstGeom>
            <a:noFill/>
            <a:ln w="9525">
              <a:noFill/>
            </a:ln>
          </p:spPr>
        </p:pic>
        <p:pic>
          <p:nvPicPr>
            <p:cNvPr id="82971" name="Picture 9"/>
            <p:cNvPicPr>
              <a:picLocks noChangeAspect="1"/>
            </p:cNvPicPr>
            <p:nvPr/>
          </p:nvPicPr>
          <p:blipFill>
            <a:blip r:embed="rId3"/>
            <a:stretch>
              <a:fillRect/>
            </a:stretch>
          </p:blipFill>
          <p:spPr>
            <a:xfrm>
              <a:off x="4776" y="482"/>
              <a:ext cx="289" cy="334"/>
            </a:xfrm>
            <a:prstGeom prst="rect">
              <a:avLst/>
            </a:prstGeom>
            <a:noFill/>
            <a:ln w="9525">
              <a:noFill/>
            </a:ln>
          </p:spPr>
        </p:pic>
        <p:pic>
          <p:nvPicPr>
            <p:cNvPr id="82972" name="Picture 10"/>
            <p:cNvPicPr>
              <a:picLocks noChangeAspect="1"/>
            </p:cNvPicPr>
            <p:nvPr/>
          </p:nvPicPr>
          <p:blipFill>
            <a:blip r:embed="rId4"/>
            <a:stretch>
              <a:fillRect/>
            </a:stretch>
          </p:blipFill>
          <p:spPr>
            <a:xfrm>
              <a:off x="3987" y="1480"/>
              <a:ext cx="309" cy="334"/>
            </a:xfrm>
            <a:prstGeom prst="rect">
              <a:avLst/>
            </a:prstGeom>
            <a:noFill/>
            <a:ln w="9525">
              <a:noFill/>
            </a:ln>
          </p:spPr>
        </p:pic>
        <p:pic>
          <p:nvPicPr>
            <p:cNvPr id="82973" name="Picture 11"/>
            <p:cNvPicPr>
              <a:picLocks noChangeAspect="1"/>
            </p:cNvPicPr>
            <p:nvPr/>
          </p:nvPicPr>
          <p:blipFill>
            <a:blip r:embed="rId5"/>
            <a:stretch>
              <a:fillRect/>
            </a:stretch>
          </p:blipFill>
          <p:spPr>
            <a:xfrm>
              <a:off x="4470" y="385"/>
              <a:ext cx="224" cy="278"/>
            </a:xfrm>
            <a:prstGeom prst="rect">
              <a:avLst/>
            </a:prstGeom>
            <a:noFill/>
            <a:ln w="9525">
              <a:noFill/>
            </a:ln>
          </p:spPr>
        </p:pic>
        <p:sp>
          <p:nvSpPr>
            <p:cNvPr id="82974" name="Text Box 12"/>
            <p:cNvSpPr txBox="1"/>
            <p:nvPr/>
          </p:nvSpPr>
          <p:spPr>
            <a:xfrm>
              <a:off x="3334" y="845"/>
              <a:ext cx="52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Sub1</a:t>
              </a:r>
            </a:p>
          </p:txBody>
        </p:sp>
        <p:sp>
          <p:nvSpPr>
            <p:cNvPr id="82975" name="Text Box 13"/>
            <p:cNvSpPr txBox="1"/>
            <p:nvPr/>
          </p:nvSpPr>
          <p:spPr>
            <a:xfrm>
              <a:off x="3334" y="1253"/>
              <a:ext cx="52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Sub2</a:t>
              </a:r>
            </a:p>
          </p:txBody>
        </p:sp>
        <p:sp>
          <p:nvSpPr>
            <p:cNvPr id="82976" name="Line 14"/>
            <p:cNvSpPr/>
            <p:nvPr/>
          </p:nvSpPr>
          <p:spPr>
            <a:xfrm>
              <a:off x="4855" y="972"/>
              <a:ext cx="293" cy="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977" name="Line 15"/>
            <p:cNvSpPr/>
            <p:nvPr/>
          </p:nvSpPr>
          <p:spPr>
            <a:xfrm>
              <a:off x="4855" y="1373"/>
              <a:ext cx="293" cy="1"/>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978" name="Line 16"/>
            <p:cNvSpPr/>
            <p:nvPr/>
          </p:nvSpPr>
          <p:spPr>
            <a:xfrm>
              <a:off x="4926" y="965"/>
              <a:ext cx="0" cy="424"/>
            </a:xfrm>
            <a:prstGeom prst="line">
              <a:avLst/>
            </a:prstGeom>
            <a:ln w="9525" cap="flat" cmpd="sng">
              <a:solidFill>
                <a:schemeClr val="tx1"/>
              </a:solidFill>
              <a:prstDash val="solid"/>
              <a:headEnd type="triangle" w="med" len="med"/>
              <a:tailEnd type="triangle" w="med" len="med"/>
            </a:ln>
          </p:spPr>
          <p:txBody>
            <a:bodyPr/>
            <a:lstStyle/>
            <a:p>
              <a:endParaRPr lang="zh-CN" altLang="en-US"/>
            </a:p>
          </p:txBody>
        </p:sp>
        <p:pic>
          <p:nvPicPr>
            <p:cNvPr id="82979" name="Picture 17"/>
            <p:cNvPicPr>
              <a:picLocks noChangeAspect="1"/>
            </p:cNvPicPr>
            <p:nvPr/>
          </p:nvPicPr>
          <p:blipFill>
            <a:blip r:embed="rId6"/>
            <a:stretch>
              <a:fillRect/>
            </a:stretch>
          </p:blipFill>
          <p:spPr>
            <a:xfrm>
              <a:off x="4933" y="1071"/>
              <a:ext cx="260" cy="219"/>
            </a:xfrm>
            <a:prstGeom prst="rect">
              <a:avLst/>
            </a:prstGeom>
            <a:noFill/>
            <a:ln w="9525">
              <a:noFill/>
            </a:ln>
          </p:spPr>
        </p:pic>
        <p:sp>
          <p:nvSpPr>
            <p:cNvPr id="82980" name="Oval 18"/>
            <p:cNvSpPr/>
            <p:nvPr/>
          </p:nvSpPr>
          <p:spPr>
            <a:xfrm>
              <a:off x="4195" y="1282"/>
              <a:ext cx="635" cy="136"/>
            </a:xfrm>
            <a:prstGeom prst="ellipse">
              <a:avLst/>
            </a:prstGeom>
            <a:noFill/>
            <a:ln w="9525" cap="flat" cmpd="sng">
              <a:solidFill>
                <a:srgbClr val="000000"/>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81" name="Oval 19"/>
            <p:cNvSpPr/>
            <p:nvPr/>
          </p:nvSpPr>
          <p:spPr>
            <a:xfrm>
              <a:off x="4195" y="1055"/>
              <a:ext cx="635" cy="227"/>
            </a:xfrm>
            <a:prstGeom prst="ellipse">
              <a:avLst/>
            </a:prstGeom>
            <a:noFill/>
            <a:ln w="9525" cap="flat" cmpd="sng">
              <a:solidFill>
                <a:srgbClr val="00FF00"/>
              </a:solidFill>
              <a:prstDash val="solid"/>
              <a:headEnd type="none" w="med" len="med"/>
              <a:tailEnd type="none" w="med" len="med"/>
            </a:ln>
            <a:scene3d>
              <a:camera prst="legacyObliqueBottom">
                <a:rot lat="20100000" lon="0" rev="0"/>
              </a:camera>
              <a:lightRig rig="legacyFlat3" dir="b"/>
            </a:scene3d>
            <a:sp3d extrusionH="277800" prstMaterial="legacyMatte">
              <a:bevelT w="13500" h="13500" prst="angle"/>
              <a:bevelB w="13500" h="13500" prst="angle"/>
              <a:extrusionClr>
                <a:srgbClr val="00FF00"/>
              </a:extrusionClr>
            </a:sp3d>
          </p:spPr>
          <p:txBody>
            <a:bodyPr wrap="none"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82" name="Oval 20"/>
            <p:cNvSpPr/>
            <p:nvPr/>
          </p:nvSpPr>
          <p:spPr>
            <a:xfrm>
              <a:off x="4195" y="874"/>
              <a:ext cx="635" cy="227"/>
            </a:xfrm>
            <a:prstGeom prst="ellipse">
              <a:avLst/>
            </a:prstGeom>
            <a:solidFill>
              <a:srgbClr val="FFFF00"/>
            </a:solidFill>
            <a:ln w="9525" cap="flat" cmpd="sng">
              <a:prstDash val="solid"/>
              <a:headEnd type="none" w="med" len="med"/>
              <a:tailEnd type="none" w="med" len="med"/>
            </a:ln>
            <a:scene3d>
              <a:camera prst="legacyObliqueBottom">
                <a:rot lat="20100000" lon="0" rev="0"/>
              </a:camera>
              <a:lightRig rig="legacyFlat3" dir="r"/>
            </a:scene3d>
            <a:sp3d extrusionH="277800" prstMaterial="legacyMatte">
              <a:bevelT w="13500" h="13500" prst="angle"/>
              <a:bevelB w="13500" h="13500" prst="angle"/>
              <a:extrusionClr>
                <a:srgbClr val="FFFF00"/>
              </a:extrusionClr>
            </a:sp3d>
          </p:spPr>
          <p:txBody>
            <a:bodyPr wrap="none" anchor="ctr" anchorCtr="0">
              <a:spAutoFit/>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83" name="Oval 21"/>
            <p:cNvSpPr/>
            <p:nvPr/>
          </p:nvSpPr>
          <p:spPr>
            <a:xfrm>
              <a:off x="4195" y="919"/>
              <a:ext cx="635" cy="136"/>
            </a:xfrm>
            <a:prstGeom prst="ellipse">
              <a:avLst/>
            </a:prstGeom>
            <a:noFill/>
            <a:ln w="9525" cap="flat" cmpd="sng">
              <a:solidFill>
                <a:srgbClr val="000000"/>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84" name="Oval 22"/>
            <p:cNvSpPr/>
            <p:nvPr/>
          </p:nvSpPr>
          <p:spPr>
            <a:xfrm>
              <a:off x="4195" y="1101"/>
              <a:ext cx="635" cy="136"/>
            </a:xfrm>
            <a:prstGeom prst="ellipse">
              <a:avLst/>
            </a:prstGeom>
            <a:noFill/>
            <a:ln w="9525" cap="flat" cmpd="sng">
              <a:solidFill>
                <a:srgbClr val="000000"/>
              </a:solidFill>
              <a:prstDash val="dash"/>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85" name="Line 23"/>
            <p:cNvSpPr/>
            <p:nvPr/>
          </p:nvSpPr>
          <p:spPr>
            <a:xfrm flipV="1">
              <a:off x="4526" y="598"/>
              <a:ext cx="0" cy="564"/>
            </a:xfrm>
            <a:prstGeom prst="line">
              <a:avLst/>
            </a:prstGeom>
            <a:ln w="25400" cap="flat" cmpd="sng">
              <a:solidFill>
                <a:srgbClr val="0000FF"/>
              </a:solidFill>
              <a:prstDash val="solid"/>
              <a:headEnd type="none" w="med" len="med"/>
              <a:tailEnd type="triangle" w="med" len="med"/>
            </a:ln>
          </p:spPr>
          <p:txBody>
            <a:bodyPr/>
            <a:lstStyle/>
            <a:p>
              <a:endParaRPr lang="zh-CN" altLang="en-US"/>
            </a:p>
          </p:txBody>
        </p:sp>
        <p:sp>
          <p:nvSpPr>
            <p:cNvPr id="82986" name="Line 24"/>
            <p:cNvSpPr/>
            <p:nvPr/>
          </p:nvSpPr>
          <p:spPr>
            <a:xfrm flipV="1">
              <a:off x="3939" y="1146"/>
              <a:ext cx="612" cy="462"/>
            </a:xfrm>
            <a:prstGeom prst="line">
              <a:avLst/>
            </a:prstGeom>
            <a:ln w="34925" cap="flat" cmpd="sng">
              <a:solidFill>
                <a:srgbClr val="FF0000"/>
              </a:solidFill>
              <a:prstDash val="solid"/>
              <a:headEnd type="none" w="med" len="med"/>
              <a:tailEnd type="triangle" w="sm" len="lg"/>
            </a:ln>
          </p:spPr>
          <p:txBody>
            <a:bodyPr/>
            <a:lstStyle/>
            <a:p>
              <a:endParaRPr lang="zh-CN" altLang="en-US"/>
            </a:p>
          </p:txBody>
        </p:sp>
        <p:sp>
          <p:nvSpPr>
            <p:cNvPr id="82987" name="Line 25"/>
            <p:cNvSpPr/>
            <p:nvPr/>
          </p:nvSpPr>
          <p:spPr>
            <a:xfrm flipV="1">
              <a:off x="4537" y="688"/>
              <a:ext cx="268" cy="474"/>
            </a:xfrm>
            <a:prstGeom prst="line">
              <a:avLst/>
            </a:prstGeom>
            <a:ln w="34925" cap="flat" cmpd="sng">
              <a:solidFill>
                <a:srgbClr val="FF00FF"/>
              </a:solidFill>
              <a:prstDash val="solid"/>
              <a:headEnd type="none" w="med" len="med"/>
              <a:tailEnd type="triangle" w="sm" len="lg"/>
            </a:ln>
          </p:spPr>
          <p:txBody>
            <a:bodyPr/>
            <a:lstStyle/>
            <a:p>
              <a:endParaRPr lang="zh-CN" altLang="en-US"/>
            </a:p>
          </p:txBody>
        </p:sp>
        <p:sp>
          <p:nvSpPr>
            <p:cNvPr id="82988" name="Line 26"/>
            <p:cNvSpPr/>
            <p:nvPr/>
          </p:nvSpPr>
          <p:spPr>
            <a:xfrm>
              <a:off x="3198" y="1162"/>
              <a:ext cx="240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989" name="Line 27"/>
            <p:cNvSpPr/>
            <p:nvPr/>
          </p:nvSpPr>
          <p:spPr>
            <a:xfrm>
              <a:off x="4830" y="994"/>
              <a:ext cx="0" cy="363"/>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990" name="Line 28"/>
            <p:cNvSpPr/>
            <p:nvPr/>
          </p:nvSpPr>
          <p:spPr>
            <a:xfrm>
              <a:off x="4195" y="986"/>
              <a:ext cx="0" cy="363"/>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991" name="Rectangle 29"/>
            <p:cNvSpPr/>
            <p:nvPr/>
          </p:nvSpPr>
          <p:spPr>
            <a:xfrm>
              <a:off x="3198" y="346"/>
              <a:ext cx="2449" cy="1633"/>
            </a:xfrm>
            <a:prstGeom prst="rect">
              <a:avLst/>
            </a:prstGeom>
            <a:noFill/>
            <a:ln w="9525" cap="flat" cmpd="sng">
              <a:solidFill>
                <a:srgbClr val="FF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82992" name="Line 30"/>
            <p:cNvSpPr/>
            <p:nvPr/>
          </p:nvSpPr>
          <p:spPr>
            <a:xfrm>
              <a:off x="4241" y="890"/>
              <a:ext cx="181" cy="91"/>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82993" name="Rectangle 31"/>
            <p:cNvSpPr/>
            <p:nvPr/>
          </p:nvSpPr>
          <p:spPr>
            <a:xfrm>
              <a:off x="4468" y="1026"/>
              <a:ext cx="272" cy="4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00"/>
                  </a:solidFill>
                  <a:latin typeface="楷体_GB2312" pitchFamily="49" charset="-122"/>
                  <a:ea typeface="楷体_GB2312" pitchFamily="49" charset="-122"/>
                </a:rPr>
                <a:t>P</a:t>
              </a:r>
              <a:endParaRPr lang="en-US" altLang="zh-CN" sz="2400" b="1" dirty="0">
                <a:solidFill>
                  <a:srgbClr val="000000"/>
                </a:solidFill>
                <a:latin typeface="Times New Roman" panose="02020603050405020304" pitchFamily="18" charset="0"/>
                <a:ea typeface="楷体_GB2312" pitchFamily="49" charset="-122"/>
              </a:endParaRPr>
            </a:p>
          </p:txBody>
        </p:sp>
        <p:sp>
          <p:nvSpPr>
            <p:cNvPr id="82994" name="Rectangle 32"/>
            <p:cNvSpPr/>
            <p:nvPr/>
          </p:nvSpPr>
          <p:spPr>
            <a:xfrm>
              <a:off x="3998" y="981"/>
              <a:ext cx="272" cy="4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00"/>
                  </a:solidFill>
                  <a:latin typeface="楷体_GB2312" pitchFamily="49" charset="-122"/>
                  <a:ea typeface="楷体_GB2312" pitchFamily="49" charset="-122"/>
                </a:rPr>
                <a:t>S</a:t>
              </a:r>
              <a:endParaRPr lang="en-US" altLang="zh-CN" sz="2400" b="1" dirty="0">
                <a:solidFill>
                  <a:srgbClr val="000000"/>
                </a:solidFill>
                <a:latin typeface="Times New Roman" panose="02020603050405020304" pitchFamily="18" charset="0"/>
                <a:ea typeface="楷体_GB2312" pitchFamily="49" charset="-122"/>
              </a:endParaRPr>
            </a:p>
          </p:txBody>
        </p:sp>
      </p:grpSp>
      <p:sp>
        <p:nvSpPr>
          <p:cNvPr id="82949" name="Rectangle 43"/>
          <p:cNvSpPr/>
          <p:nvPr/>
        </p:nvSpPr>
        <p:spPr>
          <a:xfrm>
            <a:off x="0" y="692150"/>
            <a:ext cx="4968875"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       Defining a point </a:t>
            </a:r>
            <a:r>
              <a:rPr lang="en-US" altLang="zh-CN" sz="2400" b="1" i="1" dirty="0">
                <a:solidFill>
                  <a:srgbClr val="0000CC"/>
                </a:solidFill>
                <a:latin typeface="Times New Roman" panose="02020603050405020304" pitchFamily="18" charset="0"/>
                <a:ea typeface="楷体_GB2312" pitchFamily="49" charset="-122"/>
              </a:rPr>
              <a:t>P </a:t>
            </a:r>
            <a:r>
              <a:rPr lang="en-US" altLang="zh-CN" sz="2400" b="1" dirty="0">
                <a:solidFill>
                  <a:srgbClr val="0000CC"/>
                </a:solidFill>
                <a:latin typeface="Times New Roman" panose="02020603050405020304" pitchFamily="18" charset="0"/>
                <a:ea typeface="楷体_GB2312" pitchFamily="49" charset="-122"/>
              </a:rPr>
              <a:t>on the interface between two medias</a:t>
            </a:r>
            <a:r>
              <a:rPr lang="zh-CN" altLang="en-US" sz="2400" b="1" dirty="0">
                <a:solidFill>
                  <a:srgbClr val="0000CC"/>
                </a:solidFill>
                <a:latin typeface="Times New Roman" panose="02020603050405020304" pitchFamily="18" charset="0"/>
                <a:ea typeface="楷体_GB2312" pitchFamily="49" charset="-122"/>
              </a:rPr>
              <a:t>，</a:t>
            </a:r>
            <a:r>
              <a:rPr lang="en-US" altLang="zh-CN" sz="2400" b="1" dirty="0">
                <a:solidFill>
                  <a:srgbClr val="0000CC"/>
                </a:solidFill>
                <a:latin typeface="Times New Roman" panose="02020603050405020304" pitchFamily="18" charset="0"/>
                <a:ea typeface="楷体_GB2312" pitchFamily="49" charset="-122"/>
              </a:rPr>
              <a:t>and drawing a flat cylinder surface </a:t>
            </a:r>
            <a:r>
              <a:rPr lang="en-US" altLang="zh-CN" sz="2400" b="1" i="1" dirty="0">
                <a:solidFill>
                  <a:srgbClr val="0000CC"/>
                </a:solidFill>
                <a:latin typeface="Times New Roman" panose="02020603050405020304" pitchFamily="18" charset="0"/>
                <a:ea typeface="楷体_GB2312" pitchFamily="49" charset="-122"/>
              </a:rPr>
              <a:t>S </a:t>
            </a:r>
            <a:r>
              <a:rPr lang="en-US" altLang="zh-CN" sz="2400" b="1" dirty="0">
                <a:solidFill>
                  <a:srgbClr val="0000CC"/>
                </a:solidFill>
                <a:latin typeface="Times New Roman" panose="02020603050405020304" pitchFamily="18" charset="0"/>
                <a:ea typeface="楷体_GB2312" pitchFamily="49" charset="-122"/>
              </a:rPr>
              <a:t>enclosing the point.</a:t>
            </a:r>
          </a:p>
        </p:txBody>
      </p:sp>
      <p:graphicFrame>
        <p:nvGraphicFramePr>
          <p:cNvPr id="330806" name="Object 54"/>
          <p:cNvGraphicFramePr>
            <a:graphicFrameLocks noGrp="1" noChangeAspect="1"/>
          </p:cNvGraphicFramePr>
          <p:nvPr>
            <p:ph sz="half" idx="1" hasCustomPrompt="1"/>
          </p:nvPr>
        </p:nvGraphicFramePr>
        <p:xfrm>
          <a:off x="6948488" y="4508500"/>
          <a:ext cx="1511300" cy="566738"/>
        </p:xfrm>
        <a:graphic>
          <a:graphicData uri="http://schemas.openxmlformats.org/presentationml/2006/ole">
            <mc:AlternateContent xmlns:mc="http://schemas.openxmlformats.org/markup-compatibility/2006">
              <mc:Choice xmlns:v="urn:schemas-microsoft-com:vml" Requires="v">
                <p:oleObj r:id="rId7" imgW="445770" imgH="104140" progId="Equation.DSMT4">
                  <p:embed/>
                </p:oleObj>
              </mc:Choice>
              <mc:Fallback>
                <p:oleObj r:id="rId7" imgW="445770" imgH="104140" progId="Equation.DSMT4">
                  <p:embed/>
                  <p:pic>
                    <p:nvPicPr>
                      <p:cNvPr id="330806" name="Object 54"/>
                      <p:cNvPicPr/>
                      <p:nvPr/>
                    </p:nvPicPr>
                    <p:blipFill>
                      <a:blip r:embed="rId8">
                        <a:clrChange>
                          <a:clrFrom>
                            <a:srgbClr val="000000"/>
                          </a:clrFrom>
                          <a:clrTo>
                            <a:srgbClr val="000000"/>
                          </a:clrTo>
                        </a:clrChange>
                      </a:blip>
                      <a:srcRect/>
                      <a:stretch>
                        <a:fillRect/>
                      </a:stretch>
                    </p:blipFill>
                    <p:spPr>
                      <a:xfrm>
                        <a:off x="6948488" y="4508500"/>
                        <a:ext cx="1511300" cy="566738"/>
                      </a:xfrm>
                      <a:prstGeom prst="rect">
                        <a:avLst/>
                      </a:prstGeom>
                      <a:noFill/>
                      <a:ln w="38100">
                        <a:miter/>
                      </a:ln>
                    </p:spPr>
                  </p:pic>
                </p:oleObj>
              </mc:Fallback>
            </mc:AlternateContent>
          </a:graphicData>
        </a:graphic>
      </p:graphicFrame>
      <p:graphicFrame>
        <p:nvGraphicFramePr>
          <p:cNvPr id="330821" name="Object 69"/>
          <p:cNvGraphicFramePr>
            <a:graphicFrameLocks noGrp="1" noChangeAspect="1"/>
          </p:cNvGraphicFramePr>
          <p:nvPr>
            <p:ph sz="quarter" idx="2" hasCustomPrompt="1"/>
          </p:nvPr>
        </p:nvGraphicFramePr>
        <p:xfrm>
          <a:off x="323850" y="2781300"/>
          <a:ext cx="1871663" cy="708025"/>
        </p:xfrm>
        <a:graphic>
          <a:graphicData uri="http://schemas.openxmlformats.org/presentationml/2006/ole">
            <mc:AlternateContent xmlns:mc="http://schemas.openxmlformats.org/markup-compatibility/2006">
              <mc:Choice xmlns:v="urn:schemas-microsoft-com:vml" Requires="v">
                <p:oleObj r:id="rId9" imgW="659765" imgH="179705" progId="Equation.DSMT4">
                  <p:embed/>
                </p:oleObj>
              </mc:Choice>
              <mc:Fallback>
                <p:oleObj r:id="rId9" imgW="659765" imgH="179705" progId="Equation.DSMT4">
                  <p:embed/>
                  <p:pic>
                    <p:nvPicPr>
                      <p:cNvPr id="330821" name="Object 69"/>
                      <p:cNvPicPr/>
                      <p:nvPr/>
                    </p:nvPicPr>
                    <p:blipFill>
                      <a:blip r:embed="rId10">
                        <a:clrChange>
                          <a:clrFrom>
                            <a:srgbClr val="000000"/>
                          </a:clrFrom>
                          <a:clrTo>
                            <a:srgbClr val="000000"/>
                          </a:clrTo>
                        </a:clrChange>
                      </a:blip>
                      <a:srcRect/>
                      <a:stretch>
                        <a:fillRect/>
                      </a:stretch>
                    </p:blipFill>
                    <p:spPr>
                      <a:xfrm>
                        <a:off x="323850" y="2781300"/>
                        <a:ext cx="1871663" cy="708025"/>
                      </a:xfrm>
                      <a:prstGeom prst="rect">
                        <a:avLst/>
                      </a:prstGeom>
                      <a:noFill/>
                      <a:ln w="38100">
                        <a:miter/>
                      </a:ln>
                    </p:spPr>
                  </p:pic>
                </p:oleObj>
              </mc:Fallback>
            </mc:AlternateContent>
          </a:graphicData>
        </a:graphic>
      </p:graphicFrame>
      <p:grpSp>
        <p:nvGrpSpPr>
          <p:cNvPr id="330808" name="Group 56"/>
          <p:cNvGrpSpPr/>
          <p:nvPr/>
        </p:nvGrpSpPr>
        <p:grpSpPr>
          <a:xfrm>
            <a:off x="2339975" y="2852738"/>
            <a:ext cx="4176713" cy="536575"/>
            <a:chOff x="2925" y="2478"/>
            <a:chExt cx="2631" cy="338"/>
          </a:xfrm>
        </p:grpSpPr>
        <p:graphicFrame>
          <p:nvGraphicFramePr>
            <p:cNvPr id="82966" name="Object 57"/>
            <p:cNvGraphicFramePr>
              <a:graphicFrameLocks noChangeAspect="1"/>
            </p:cNvGraphicFramePr>
            <p:nvPr/>
          </p:nvGraphicFramePr>
          <p:xfrm>
            <a:off x="3560" y="2478"/>
            <a:ext cx="1996" cy="338"/>
          </p:xfrm>
          <a:graphic>
            <a:graphicData uri="http://schemas.openxmlformats.org/presentationml/2006/ole">
              <mc:AlternateContent xmlns:mc="http://schemas.openxmlformats.org/markup-compatibility/2006">
                <mc:Choice xmlns:v="urn:schemas-microsoft-com:vml" Requires="v">
                  <p:oleObj r:id="rId11" imgW="1221105" imgH="127635" progId="Equation.DSMT4">
                    <p:embed/>
                  </p:oleObj>
                </mc:Choice>
                <mc:Fallback>
                  <p:oleObj r:id="rId11" imgW="1221105" imgH="127635" progId="Equation.DSMT4">
                    <p:embed/>
                    <p:pic>
                      <p:nvPicPr>
                        <p:cNvPr id="82966" name="Object 57"/>
                        <p:cNvPicPr/>
                        <p:nvPr/>
                      </p:nvPicPr>
                      <p:blipFill>
                        <a:blip r:embed="rId12">
                          <a:clrChange>
                            <a:clrFrom>
                              <a:srgbClr val="000000"/>
                            </a:clrFrom>
                            <a:clrTo>
                              <a:srgbClr val="000000"/>
                            </a:clrTo>
                          </a:clrChange>
                        </a:blip>
                        <a:stretch>
                          <a:fillRect/>
                        </a:stretch>
                      </p:blipFill>
                      <p:spPr>
                        <a:xfrm>
                          <a:off x="3560" y="2478"/>
                          <a:ext cx="1996" cy="338"/>
                        </a:xfrm>
                        <a:prstGeom prst="rect">
                          <a:avLst/>
                        </a:prstGeom>
                        <a:noFill/>
                        <a:ln w="38100">
                          <a:noFill/>
                          <a:miter/>
                        </a:ln>
                      </p:spPr>
                    </p:pic>
                  </p:oleObj>
                </mc:Fallback>
              </mc:AlternateContent>
            </a:graphicData>
          </a:graphic>
        </p:graphicFrame>
        <p:sp>
          <p:nvSpPr>
            <p:cNvPr id="82967" name="AutoShape 58"/>
            <p:cNvSpPr/>
            <p:nvPr/>
          </p:nvSpPr>
          <p:spPr>
            <a:xfrm>
              <a:off x="2925" y="2568"/>
              <a:ext cx="499" cy="182"/>
            </a:xfrm>
            <a:prstGeom prst="rightArrow">
              <a:avLst>
                <a:gd name="adj1" fmla="val 50000"/>
                <a:gd name="adj2" fmla="val 68543"/>
              </a:avLst>
            </a:prstGeom>
            <a:solidFill>
              <a:srgbClr val="FFCC99"/>
            </a:solidFill>
            <a:ln w="9525" cap="flat" cmpd="sng">
              <a:solidFill>
                <a:srgbClr val="FF66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pSp>
      <p:grpSp>
        <p:nvGrpSpPr>
          <p:cNvPr id="330811" name="Group 59"/>
          <p:cNvGrpSpPr/>
          <p:nvPr/>
        </p:nvGrpSpPr>
        <p:grpSpPr>
          <a:xfrm>
            <a:off x="323850" y="3427413"/>
            <a:ext cx="3671888" cy="649287"/>
            <a:chOff x="113" y="2976"/>
            <a:chExt cx="2313" cy="409"/>
          </a:xfrm>
        </p:grpSpPr>
        <p:sp>
          <p:nvSpPr>
            <p:cNvPr id="82964" name="Rectangle 60"/>
            <p:cNvSpPr/>
            <p:nvPr/>
          </p:nvSpPr>
          <p:spPr>
            <a:xfrm>
              <a:off x="113" y="2976"/>
              <a:ext cx="1452" cy="4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so</a:t>
              </a:r>
            </a:p>
          </p:txBody>
        </p:sp>
        <p:graphicFrame>
          <p:nvGraphicFramePr>
            <p:cNvPr id="82965" name="Object 61"/>
            <p:cNvGraphicFramePr>
              <a:graphicFrameLocks noChangeAspect="1"/>
            </p:cNvGraphicFramePr>
            <p:nvPr/>
          </p:nvGraphicFramePr>
          <p:xfrm>
            <a:off x="793" y="3019"/>
            <a:ext cx="1633" cy="366"/>
          </p:xfrm>
          <a:graphic>
            <a:graphicData uri="http://schemas.openxmlformats.org/presentationml/2006/ole">
              <mc:AlternateContent xmlns:mc="http://schemas.openxmlformats.org/markup-compatibility/2006">
                <mc:Choice xmlns:v="urn:schemas-microsoft-com:vml" Requires="v">
                  <p:oleObj r:id="rId13" imgW="902970" imgH="127635" progId="Equation.DSMT4">
                    <p:embed/>
                  </p:oleObj>
                </mc:Choice>
                <mc:Fallback>
                  <p:oleObj r:id="rId13" imgW="902970" imgH="127635" progId="Equation.DSMT4">
                    <p:embed/>
                    <p:pic>
                      <p:nvPicPr>
                        <p:cNvPr id="82965" name="Object 61"/>
                        <p:cNvPicPr/>
                        <p:nvPr/>
                      </p:nvPicPr>
                      <p:blipFill>
                        <a:blip r:embed="rId14">
                          <a:clrChange>
                            <a:clrFrom>
                              <a:srgbClr val="000000"/>
                            </a:clrFrom>
                            <a:clrTo>
                              <a:srgbClr val="000000"/>
                            </a:clrTo>
                          </a:clrChange>
                        </a:blip>
                        <a:stretch>
                          <a:fillRect/>
                        </a:stretch>
                      </p:blipFill>
                      <p:spPr>
                        <a:xfrm>
                          <a:off x="793" y="3019"/>
                          <a:ext cx="1633" cy="366"/>
                        </a:xfrm>
                        <a:prstGeom prst="rect">
                          <a:avLst/>
                        </a:prstGeom>
                        <a:noFill/>
                        <a:ln w="38100">
                          <a:noFill/>
                          <a:miter/>
                        </a:ln>
                      </p:spPr>
                    </p:pic>
                  </p:oleObj>
                </mc:Fallback>
              </mc:AlternateContent>
            </a:graphicData>
          </a:graphic>
        </p:graphicFrame>
      </p:grpSp>
      <p:grpSp>
        <p:nvGrpSpPr>
          <p:cNvPr id="330814" name="Group 62"/>
          <p:cNvGrpSpPr/>
          <p:nvPr/>
        </p:nvGrpSpPr>
        <p:grpSpPr>
          <a:xfrm>
            <a:off x="627063" y="4076700"/>
            <a:ext cx="2865437" cy="647700"/>
            <a:chOff x="2743" y="2977"/>
            <a:chExt cx="1805" cy="408"/>
          </a:xfrm>
        </p:grpSpPr>
        <p:graphicFrame>
          <p:nvGraphicFramePr>
            <p:cNvPr id="82962" name="Object 63"/>
            <p:cNvGraphicFramePr>
              <a:graphicFrameLocks noChangeAspect="1"/>
            </p:cNvGraphicFramePr>
            <p:nvPr/>
          </p:nvGraphicFramePr>
          <p:xfrm>
            <a:off x="3178" y="3022"/>
            <a:ext cx="1370" cy="331"/>
          </p:xfrm>
          <a:graphic>
            <a:graphicData uri="http://schemas.openxmlformats.org/presentationml/2006/ole">
              <mc:AlternateContent xmlns:mc="http://schemas.openxmlformats.org/markup-compatibility/2006">
                <mc:Choice xmlns:v="urn:schemas-microsoft-com:vml" Requires="v">
                  <p:oleObj r:id="rId15" imgW="723265" imgH="104140" progId="Equation.DSMT4">
                    <p:embed/>
                  </p:oleObj>
                </mc:Choice>
                <mc:Fallback>
                  <p:oleObj r:id="rId15" imgW="723265" imgH="104140" progId="Equation.DSMT4">
                    <p:embed/>
                    <p:pic>
                      <p:nvPicPr>
                        <p:cNvPr id="82962" name="Object 63"/>
                        <p:cNvPicPr/>
                        <p:nvPr/>
                      </p:nvPicPr>
                      <p:blipFill>
                        <a:blip r:embed="rId16">
                          <a:clrChange>
                            <a:clrFrom>
                              <a:srgbClr val="000000"/>
                            </a:clrFrom>
                            <a:clrTo>
                              <a:srgbClr val="000000"/>
                            </a:clrTo>
                          </a:clrChange>
                        </a:blip>
                        <a:stretch>
                          <a:fillRect/>
                        </a:stretch>
                      </p:blipFill>
                      <p:spPr>
                        <a:xfrm>
                          <a:off x="3178" y="3022"/>
                          <a:ext cx="1370" cy="331"/>
                        </a:xfrm>
                        <a:prstGeom prst="rect">
                          <a:avLst/>
                        </a:prstGeom>
                        <a:noFill/>
                        <a:ln w="38100">
                          <a:noFill/>
                          <a:miter/>
                        </a:ln>
                      </p:spPr>
                    </p:pic>
                  </p:oleObj>
                </mc:Fallback>
              </mc:AlternateContent>
            </a:graphicData>
          </a:graphic>
        </p:graphicFrame>
        <p:sp>
          <p:nvSpPr>
            <p:cNvPr id="82963" name="Rectangle 64"/>
            <p:cNvSpPr/>
            <p:nvPr/>
          </p:nvSpPr>
          <p:spPr>
            <a:xfrm>
              <a:off x="2743" y="2977"/>
              <a:ext cx="863" cy="4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or</a:t>
              </a:r>
            </a:p>
          </p:txBody>
        </p:sp>
      </p:grpSp>
      <p:sp>
        <p:nvSpPr>
          <p:cNvPr id="330817" name="Text Box 65"/>
          <p:cNvSpPr txBox="1"/>
          <p:nvPr/>
        </p:nvSpPr>
        <p:spPr>
          <a:xfrm>
            <a:off x="107950" y="4797425"/>
            <a:ext cx="5184775" cy="1768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Char char="•"/>
            </a:pPr>
            <a:r>
              <a:rPr lang="en-US" altLang="zh-CN" sz="2000" b="1" dirty="0">
                <a:solidFill>
                  <a:srgbClr val="000000"/>
                </a:solidFill>
              </a:rPr>
              <a:t> The normal component of D field is </a:t>
            </a:r>
            <a:r>
              <a:rPr lang="en-US" altLang="zh-CN" sz="2000" b="1" dirty="0">
                <a:solidFill>
                  <a:srgbClr val="FF0000"/>
                </a:solidFill>
              </a:rPr>
              <a:t>discontinuous</a:t>
            </a:r>
            <a:r>
              <a:rPr lang="en-US" altLang="zh-CN" sz="2000" b="1" dirty="0">
                <a:solidFill>
                  <a:srgbClr val="000000"/>
                </a:solidFill>
              </a:rPr>
              <a:t> across an interface where a surface charge exists; </a:t>
            </a:r>
          </a:p>
          <a:p>
            <a:pPr marL="0" lvl="0" indent="0" eaLnBrk="1" hangingPunct="1">
              <a:spcBef>
                <a:spcPct val="50000"/>
              </a:spcBef>
              <a:buClrTx/>
              <a:buSzTx/>
              <a:buFontTx/>
              <a:buChar char="•"/>
            </a:pPr>
            <a:r>
              <a:rPr lang="en-US" altLang="zh-CN" sz="2000" b="1" dirty="0">
                <a:solidFill>
                  <a:srgbClr val="000000"/>
                </a:solidFill>
              </a:rPr>
              <a:t>the amount of discontinuity being equal to the </a:t>
            </a:r>
            <a:r>
              <a:rPr lang="en-US" altLang="zh-CN" sz="2000" b="1" dirty="0">
                <a:solidFill>
                  <a:srgbClr val="FF0000"/>
                </a:solidFill>
              </a:rPr>
              <a:t>surface charge density</a:t>
            </a:r>
            <a:r>
              <a:rPr lang="en-US" altLang="zh-CN" sz="2000" b="1" dirty="0">
                <a:solidFill>
                  <a:srgbClr val="000000"/>
                </a:solidFill>
              </a:rPr>
              <a:t>.</a:t>
            </a:r>
          </a:p>
        </p:txBody>
      </p:sp>
      <p:grpSp>
        <p:nvGrpSpPr>
          <p:cNvPr id="330818" name="Group 66"/>
          <p:cNvGrpSpPr/>
          <p:nvPr/>
        </p:nvGrpSpPr>
        <p:grpSpPr>
          <a:xfrm>
            <a:off x="5867400" y="3644900"/>
            <a:ext cx="2233613" cy="576263"/>
            <a:chOff x="2743" y="2977"/>
            <a:chExt cx="1453" cy="408"/>
          </a:xfrm>
        </p:grpSpPr>
        <p:graphicFrame>
          <p:nvGraphicFramePr>
            <p:cNvPr id="82960" name="Object 67"/>
            <p:cNvGraphicFramePr>
              <a:graphicFrameLocks noChangeAspect="1"/>
            </p:cNvGraphicFramePr>
            <p:nvPr/>
          </p:nvGraphicFramePr>
          <p:xfrm>
            <a:off x="3530" y="3022"/>
            <a:ext cx="666" cy="331"/>
          </p:xfrm>
          <a:graphic>
            <a:graphicData uri="http://schemas.openxmlformats.org/presentationml/2006/ole">
              <mc:AlternateContent xmlns:mc="http://schemas.openxmlformats.org/markup-compatibility/2006">
                <mc:Choice xmlns:v="urn:schemas-microsoft-com:vml" Requires="v">
                  <p:oleObj r:id="rId17" imgW="300990" imgH="104140" progId="Equation.DSMT4">
                    <p:embed/>
                  </p:oleObj>
                </mc:Choice>
                <mc:Fallback>
                  <p:oleObj r:id="rId17" imgW="300990" imgH="104140" progId="Equation.DSMT4">
                    <p:embed/>
                    <p:pic>
                      <p:nvPicPr>
                        <p:cNvPr id="82960" name="Object 67"/>
                        <p:cNvPicPr/>
                        <p:nvPr/>
                      </p:nvPicPr>
                      <p:blipFill>
                        <a:blip r:embed="rId18">
                          <a:clrChange>
                            <a:clrFrom>
                              <a:srgbClr val="000000"/>
                            </a:clrFrom>
                            <a:clrTo>
                              <a:srgbClr val="000000"/>
                            </a:clrTo>
                          </a:clrChange>
                        </a:blip>
                        <a:stretch>
                          <a:fillRect/>
                        </a:stretch>
                      </p:blipFill>
                      <p:spPr>
                        <a:xfrm>
                          <a:off x="3530" y="3022"/>
                          <a:ext cx="666" cy="331"/>
                        </a:xfrm>
                        <a:prstGeom prst="rect">
                          <a:avLst/>
                        </a:prstGeom>
                        <a:noFill/>
                        <a:ln w="38100">
                          <a:noFill/>
                          <a:miter/>
                        </a:ln>
                      </p:spPr>
                    </p:pic>
                  </p:oleObj>
                </mc:Fallback>
              </mc:AlternateContent>
            </a:graphicData>
          </a:graphic>
        </p:graphicFrame>
        <p:sp>
          <p:nvSpPr>
            <p:cNvPr id="82961" name="Rectangle 68"/>
            <p:cNvSpPr/>
            <p:nvPr/>
          </p:nvSpPr>
          <p:spPr>
            <a:xfrm>
              <a:off x="2743" y="2977"/>
              <a:ext cx="863" cy="40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00"/>
                  </a:solidFill>
                  <a:latin typeface="Times New Roman" panose="02020603050405020304" pitchFamily="18" charset="0"/>
                  <a:ea typeface="楷体_GB2312" pitchFamily="49" charset="-122"/>
                </a:rPr>
                <a:t>if</a:t>
              </a:r>
            </a:p>
          </p:txBody>
        </p:sp>
      </p:grpSp>
      <p:sp>
        <p:nvSpPr>
          <p:cNvPr id="330824" name="AutoShape 72"/>
          <p:cNvSpPr/>
          <p:nvPr/>
        </p:nvSpPr>
        <p:spPr>
          <a:xfrm rot="-5400000">
            <a:off x="6096000" y="4497388"/>
            <a:ext cx="265113" cy="576262"/>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30825" name="AutoShape 73"/>
          <p:cNvSpPr/>
          <p:nvPr/>
        </p:nvSpPr>
        <p:spPr>
          <a:xfrm rot="-5400000">
            <a:off x="6096000" y="5360988"/>
            <a:ext cx="265113" cy="576262"/>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graphicFrame>
        <p:nvGraphicFramePr>
          <p:cNvPr id="330826" name="Object 74"/>
          <p:cNvGraphicFramePr>
            <a:graphicFrameLocks noGrp="1" noChangeAspect="1"/>
          </p:cNvGraphicFramePr>
          <p:nvPr>
            <p:ph sz="quarter" idx="3" hasCustomPrompt="1"/>
          </p:nvPr>
        </p:nvGraphicFramePr>
        <p:xfrm>
          <a:off x="6732588" y="5373688"/>
          <a:ext cx="2411412" cy="666750"/>
        </p:xfrm>
        <a:graphic>
          <a:graphicData uri="http://schemas.openxmlformats.org/presentationml/2006/ole">
            <mc:AlternateContent xmlns:mc="http://schemas.openxmlformats.org/markup-compatibility/2006">
              <mc:Choice xmlns:v="urn:schemas-microsoft-com:vml" Requires="v">
                <p:oleObj r:id="rId19" imgW="648335" imgH="104140" progId="Equation.DSMT4">
                  <p:embed/>
                </p:oleObj>
              </mc:Choice>
              <mc:Fallback>
                <p:oleObj r:id="rId19" imgW="648335" imgH="104140" progId="Equation.DSMT4">
                  <p:embed/>
                  <p:pic>
                    <p:nvPicPr>
                      <p:cNvPr id="330826" name="Object 74"/>
                      <p:cNvPicPr/>
                      <p:nvPr/>
                    </p:nvPicPr>
                    <p:blipFill>
                      <a:blip r:embed="rId20">
                        <a:clrChange>
                          <a:clrFrom>
                            <a:srgbClr val="000000"/>
                          </a:clrFrom>
                          <a:clrTo>
                            <a:srgbClr val="000000"/>
                          </a:clrTo>
                        </a:clrChange>
                      </a:blip>
                      <a:srcRect/>
                      <a:stretch>
                        <a:fillRect/>
                      </a:stretch>
                    </p:blipFill>
                    <p:spPr>
                      <a:xfrm>
                        <a:off x="6732588" y="5373688"/>
                        <a:ext cx="2411412" cy="66675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30821"/>
                                        </p:tgtEl>
                                        <p:attrNameLst>
                                          <p:attrName>style.visibility</p:attrName>
                                        </p:attrNameLst>
                                      </p:cBhvr>
                                      <p:to>
                                        <p:strVal val="visible"/>
                                      </p:to>
                                    </p:set>
                                    <p:animEffect transition="in" filter="wipe(up)">
                                      <p:cBhvr>
                                        <p:cTn id="7" dur="500"/>
                                        <p:tgtEl>
                                          <p:spTgt spid="33082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30808"/>
                                        </p:tgtEl>
                                        <p:attrNameLst>
                                          <p:attrName>style.visibility</p:attrName>
                                        </p:attrNameLst>
                                      </p:cBhvr>
                                      <p:to>
                                        <p:strVal val="visible"/>
                                      </p:to>
                                    </p:set>
                                    <p:animEffect transition="in" filter="wipe(up)">
                                      <p:cBhvr>
                                        <p:cTn id="11" dur="500"/>
                                        <p:tgtEl>
                                          <p:spTgt spid="33080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30811"/>
                                        </p:tgtEl>
                                        <p:attrNameLst>
                                          <p:attrName>style.visibility</p:attrName>
                                        </p:attrNameLst>
                                      </p:cBhvr>
                                      <p:to>
                                        <p:strVal val="visible"/>
                                      </p:to>
                                    </p:set>
                                    <p:animEffect transition="in" filter="wipe(up)">
                                      <p:cBhvr>
                                        <p:cTn id="16" dur="500"/>
                                        <p:tgtEl>
                                          <p:spTgt spid="330811"/>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30814"/>
                                        </p:tgtEl>
                                        <p:attrNameLst>
                                          <p:attrName>style.visibility</p:attrName>
                                        </p:attrNameLst>
                                      </p:cBhvr>
                                      <p:to>
                                        <p:strVal val="visible"/>
                                      </p:to>
                                    </p:set>
                                    <p:animEffect transition="in" filter="wipe(up)">
                                      <p:cBhvr>
                                        <p:cTn id="20" dur="500"/>
                                        <p:tgtEl>
                                          <p:spTgt spid="33081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30817"/>
                                        </p:tgtEl>
                                        <p:attrNameLst>
                                          <p:attrName>style.visibility</p:attrName>
                                        </p:attrNameLst>
                                      </p:cBhvr>
                                      <p:to>
                                        <p:strVal val="visible"/>
                                      </p:to>
                                    </p:set>
                                    <p:animEffect transition="in" filter="blinds(horizontal)">
                                      <p:cBhvr>
                                        <p:cTn id="25" dur="500"/>
                                        <p:tgtEl>
                                          <p:spTgt spid="330817"/>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330818"/>
                                        </p:tgtEl>
                                        <p:attrNameLst>
                                          <p:attrName>style.visibility</p:attrName>
                                        </p:attrNameLst>
                                      </p:cBhvr>
                                      <p:to>
                                        <p:strVal val="visible"/>
                                      </p:to>
                                    </p:set>
                                    <p:animEffect transition="in" filter="wipe(up)">
                                      <p:cBhvr>
                                        <p:cTn id="29" dur="500"/>
                                        <p:tgtEl>
                                          <p:spTgt spid="33081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30824"/>
                                        </p:tgtEl>
                                        <p:attrNameLst>
                                          <p:attrName>style.visibility</p:attrName>
                                        </p:attrNameLst>
                                      </p:cBhvr>
                                      <p:to>
                                        <p:strVal val="visible"/>
                                      </p:to>
                                    </p:set>
                                    <p:animEffect transition="in" filter="blinds(horizontal)">
                                      <p:cBhvr>
                                        <p:cTn id="34" dur="500"/>
                                        <p:tgtEl>
                                          <p:spTgt spid="3308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330806"/>
                                        </p:tgtEl>
                                        <p:attrNameLst>
                                          <p:attrName>style.visibility</p:attrName>
                                        </p:attrNameLst>
                                      </p:cBhvr>
                                      <p:to>
                                        <p:strVal val="visible"/>
                                      </p:to>
                                    </p:set>
                                    <p:animEffect transition="in" filter="wipe(up)">
                                      <p:cBhvr>
                                        <p:cTn id="39" dur="500"/>
                                        <p:tgtEl>
                                          <p:spTgt spid="33080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30825"/>
                                        </p:tgtEl>
                                        <p:attrNameLst>
                                          <p:attrName>style.visibility</p:attrName>
                                        </p:attrNameLst>
                                      </p:cBhvr>
                                      <p:to>
                                        <p:strVal val="visible"/>
                                      </p:to>
                                    </p:set>
                                    <p:animEffect transition="in" filter="blinds(horizontal)">
                                      <p:cBhvr>
                                        <p:cTn id="44" dur="500"/>
                                        <p:tgtEl>
                                          <p:spTgt spid="33082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30826"/>
                                        </p:tgtEl>
                                        <p:attrNameLst>
                                          <p:attrName>style.visibility</p:attrName>
                                        </p:attrNameLst>
                                      </p:cBhvr>
                                      <p:to>
                                        <p:strVal val="visible"/>
                                      </p:to>
                                    </p:set>
                                    <p:animEffect transition="in" filter="wipe(up)">
                                      <p:cBhvr>
                                        <p:cTn id="49" dur="500"/>
                                        <p:tgtEl>
                                          <p:spTgt spid="330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8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74</a:t>
            </a:fld>
            <a:endParaRPr lang="en-US" altLang="zh-CN" sz="1400" dirty="0"/>
          </a:p>
        </p:txBody>
      </p:sp>
      <p:grpSp>
        <p:nvGrpSpPr>
          <p:cNvPr id="829461" name="Group 21"/>
          <p:cNvGrpSpPr/>
          <p:nvPr/>
        </p:nvGrpSpPr>
        <p:grpSpPr>
          <a:xfrm>
            <a:off x="539750" y="944563"/>
            <a:ext cx="3363913" cy="958850"/>
            <a:chOff x="340" y="1094"/>
            <a:chExt cx="2119" cy="604"/>
          </a:xfrm>
        </p:grpSpPr>
        <p:graphicFrame>
          <p:nvGraphicFramePr>
            <p:cNvPr id="83992" name="Object 3"/>
            <p:cNvGraphicFramePr>
              <a:graphicFrameLocks noChangeAspect="1"/>
            </p:cNvGraphicFramePr>
            <p:nvPr/>
          </p:nvGraphicFramePr>
          <p:xfrm>
            <a:off x="1305" y="1094"/>
            <a:ext cx="1154" cy="544"/>
          </p:xfrm>
          <a:graphic>
            <a:graphicData uri="http://schemas.openxmlformats.org/presentationml/2006/ole">
              <mc:AlternateContent xmlns:mc="http://schemas.openxmlformats.org/markup-compatibility/2006">
                <mc:Choice xmlns:v="urn:schemas-microsoft-com:vml" Requires="v">
                  <p:oleObj r:id="rId2" imgW="673100" imgH="508000" progId="Equation.DSMT4">
                    <p:embed/>
                  </p:oleObj>
                </mc:Choice>
                <mc:Fallback>
                  <p:oleObj r:id="rId2" imgW="673100" imgH="508000" progId="Equation.DSMT4">
                    <p:embed/>
                    <p:pic>
                      <p:nvPicPr>
                        <p:cNvPr id="83992" name="Object 3"/>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1305" y="1094"/>
                          <a:ext cx="1154" cy="544"/>
                        </a:xfrm>
                        <a:prstGeom prst="rect">
                          <a:avLst/>
                        </a:prstGeom>
                        <a:noFill/>
                        <a:ln w="38100">
                          <a:noFill/>
                          <a:miter/>
                        </a:ln>
                      </p:spPr>
                    </p:pic>
                  </p:oleObj>
                </mc:Fallback>
              </mc:AlternateContent>
            </a:graphicData>
          </a:graphic>
        </p:graphicFrame>
        <p:sp>
          <p:nvSpPr>
            <p:cNvPr id="83993" name="Text Box 8"/>
            <p:cNvSpPr txBox="1"/>
            <p:nvPr/>
          </p:nvSpPr>
          <p:spPr>
            <a:xfrm>
              <a:off x="340" y="1207"/>
              <a:ext cx="1406" cy="4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b="1" dirty="0">
                  <a:solidFill>
                    <a:srgbClr val="000000"/>
                  </a:solidFill>
                  <a:latin typeface="Times New Roman" panose="02020603050405020304" pitchFamily="18" charset="0"/>
                  <a:ea typeface="楷体_GB2312" pitchFamily="49" charset="-122"/>
                </a:rPr>
                <a:t>Differential</a:t>
              </a:r>
            </a:p>
            <a:p>
              <a:pPr marL="0" lvl="0" indent="0" eaLnBrk="1" hangingPunct="1">
                <a:spcBef>
                  <a:spcPct val="50000"/>
                </a:spcBef>
                <a:buClrTx/>
                <a:buSzTx/>
                <a:buFontTx/>
                <a:buNone/>
              </a:pPr>
              <a:r>
                <a:rPr lang="en-US" altLang="zh-CN" sz="1800" b="1" dirty="0">
                  <a:solidFill>
                    <a:srgbClr val="000000"/>
                  </a:solidFill>
                  <a:latin typeface="Times New Roman" panose="02020603050405020304" pitchFamily="18" charset="0"/>
                  <a:ea typeface="楷体_GB2312" pitchFamily="49" charset="-122"/>
                </a:rPr>
                <a:t> forms </a:t>
              </a:r>
              <a:r>
                <a:rPr lang="zh-CN" altLang="en-US" sz="1800" b="1" dirty="0">
                  <a:solidFill>
                    <a:srgbClr val="000000"/>
                  </a:solidFill>
                  <a:latin typeface="Times New Roman" panose="02020603050405020304" pitchFamily="18" charset="0"/>
                  <a:ea typeface="楷体_GB2312" pitchFamily="49" charset="-122"/>
                </a:rPr>
                <a:t>：</a:t>
              </a:r>
            </a:p>
          </p:txBody>
        </p:sp>
      </p:grpSp>
      <p:grpSp>
        <p:nvGrpSpPr>
          <p:cNvPr id="829463" name="Group 23"/>
          <p:cNvGrpSpPr/>
          <p:nvPr/>
        </p:nvGrpSpPr>
        <p:grpSpPr>
          <a:xfrm>
            <a:off x="574675" y="2133600"/>
            <a:ext cx="3748088" cy="762000"/>
            <a:chOff x="295" y="1797"/>
            <a:chExt cx="2994" cy="480"/>
          </a:xfrm>
        </p:grpSpPr>
        <p:graphicFrame>
          <p:nvGraphicFramePr>
            <p:cNvPr id="83990" name="Object 6"/>
            <p:cNvGraphicFramePr>
              <a:graphicFrameLocks noChangeAspect="1"/>
            </p:cNvGraphicFramePr>
            <p:nvPr/>
          </p:nvGraphicFramePr>
          <p:xfrm>
            <a:off x="1651" y="1907"/>
            <a:ext cx="1638" cy="276"/>
          </p:xfrm>
          <a:graphic>
            <a:graphicData uri="http://schemas.openxmlformats.org/presentationml/2006/ole">
              <mc:AlternateContent xmlns:mc="http://schemas.openxmlformats.org/markup-compatibility/2006">
                <mc:Choice xmlns:v="urn:schemas-microsoft-com:vml" Requires="v">
                  <p:oleObj r:id="rId4" imgW="507365" imgH="215900" progId="Equation.DSMT4">
                    <p:embed/>
                  </p:oleObj>
                </mc:Choice>
                <mc:Fallback>
                  <p:oleObj r:id="rId4" imgW="507365" imgH="215900" progId="Equation.DSMT4">
                    <p:embed/>
                    <p:pic>
                      <p:nvPicPr>
                        <p:cNvPr id="83990" name="Object 6"/>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1651" y="1907"/>
                          <a:ext cx="1638" cy="276"/>
                        </a:xfrm>
                        <a:prstGeom prst="rect">
                          <a:avLst/>
                        </a:prstGeom>
                        <a:noFill/>
                        <a:ln w="38100">
                          <a:noFill/>
                          <a:miter/>
                        </a:ln>
                      </p:spPr>
                    </p:pic>
                  </p:oleObj>
                </mc:Fallback>
              </mc:AlternateContent>
            </a:graphicData>
          </a:graphic>
        </p:graphicFrame>
        <p:sp>
          <p:nvSpPr>
            <p:cNvPr id="83991" name="Text Box 9"/>
            <p:cNvSpPr txBox="1"/>
            <p:nvPr/>
          </p:nvSpPr>
          <p:spPr>
            <a:xfrm>
              <a:off x="295" y="1797"/>
              <a:ext cx="1270" cy="4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楷体_GB2312" pitchFamily="49" charset="-122"/>
                </a:rPr>
                <a:t>Constitutive relations</a:t>
              </a:r>
              <a:r>
                <a:rPr lang="zh-CN" altLang="en-US" sz="2400" b="1" dirty="0">
                  <a:solidFill>
                    <a:schemeClr val="bg1"/>
                  </a:solidFill>
                  <a:latin typeface="楷体_GB2312" pitchFamily="49" charset="-122"/>
                  <a:ea typeface="楷体_GB2312" pitchFamily="49" charset="-122"/>
                </a:rPr>
                <a:t>：</a:t>
              </a:r>
            </a:p>
          </p:txBody>
        </p:sp>
      </p:grpSp>
      <p:graphicFrame>
        <p:nvGraphicFramePr>
          <p:cNvPr id="381963" name="Object 11"/>
          <p:cNvGraphicFramePr>
            <a:graphicFrameLocks noChangeAspect="1"/>
          </p:cNvGraphicFramePr>
          <p:nvPr/>
        </p:nvGraphicFramePr>
        <p:xfrm>
          <a:off x="377825" y="3724275"/>
          <a:ext cx="3575050" cy="966788"/>
        </p:xfrm>
        <a:graphic>
          <a:graphicData uri="http://schemas.openxmlformats.org/presentationml/2006/ole">
            <mc:AlternateContent xmlns:mc="http://schemas.openxmlformats.org/markup-compatibility/2006">
              <mc:Choice xmlns:v="urn:schemas-microsoft-com:vml" Requires="v">
                <p:oleObj r:id="rId6" imgW="1218565" imgH="533400" progId="Equation.DSMT4">
                  <p:embed/>
                </p:oleObj>
              </mc:Choice>
              <mc:Fallback>
                <p:oleObj r:id="rId6" imgW="1218565" imgH="533400" progId="Equation.DSMT4">
                  <p:embed/>
                  <p:pic>
                    <p:nvPicPr>
                      <p:cNvPr id="381963" name="Object 11"/>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377825" y="3724275"/>
                        <a:ext cx="3575050" cy="966788"/>
                      </a:xfrm>
                      <a:prstGeom prst="rect">
                        <a:avLst/>
                      </a:prstGeom>
                      <a:noFill/>
                      <a:ln w="38100">
                        <a:noFill/>
                        <a:miter/>
                      </a:ln>
                    </p:spPr>
                  </p:pic>
                </p:oleObj>
              </mc:Fallback>
            </mc:AlternateContent>
          </a:graphicData>
        </a:graphic>
      </p:graphicFrame>
      <p:grpSp>
        <p:nvGrpSpPr>
          <p:cNvPr id="829462" name="Group 22"/>
          <p:cNvGrpSpPr/>
          <p:nvPr/>
        </p:nvGrpSpPr>
        <p:grpSpPr>
          <a:xfrm>
            <a:off x="4356100" y="836613"/>
            <a:ext cx="4044950" cy="1254125"/>
            <a:chOff x="2699" y="981"/>
            <a:chExt cx="2548" cy="790"/>
          </a:xfrm>
        </p:grpSpPr>
        <p:graphicFrame>
          <p:nvGraphicFramePr>
            <p:cNvPr id="83988" name="Object 4"/>
            <p:cNvGraphicFramePr>
              <a:graphicFrameLocks noChangeAspect="1"/>
            </p:cNvGraphicFramePr>
            <p:nvPr/>
          </p:nvGraphicFramePr>
          <p:xfrm>
            <a:off x="3327" y="981"/>
            <a:ext cx="1920" cy="790"/>
          </p:xfrm>
          <a:graphic>
            <a:graphicData uri="http://schemas.openxmlformats.org/presentationml/2006/ole">
              <mc:AlternateContent xmlns:mc="http://schemas.openxmlformats.org/markup-compatibility/2006">
                <mc:Choice xmlns:v="urn:schemas-microsoft-com:vml" Requires="v">
                  <p:oleObj r:id="rId8" imgW="888365" imgH="635000" progId="Equation.DSMT4">
                    <p:embed/>
                  </p:oleObj>
                </mc:Choice>
                <mc:Fallback>
                  <p:oleObj r:id="rId8" imgW="888365" imgH="635000" progId="Equation.DSMT4">
                    <p:embed/>
                    <p:pic>
                      <p:nvPicPr>
                        <p:cNvPr id="83988" name="Object 4"/>
                        <p:cNvPicPr/>
                        <p:nvPr/>
                      </p:nvPicPr>
                      <p:blipFill>
                        <a:blip r:embed="rId9">
                          <a:clrChange>
                            <a:clrFrom>
                              <a:srgbClr val="000000"/>
                            </a:clrFrom>
                            <a:clrTo>
                              <a:srgbClr val="FFFFFF"/>
                            </a:clrTo>
                          </a:clrChange>
                          <a:clrChange>
                            <a:clrFrom>
                              <a:srgbClr val="FFFFFF"/>
                            </a:clrFrom>
                            <a:clrTo>
                              <a:srgbClr val="000000"/>
                            </a:clrTo>
                          </a:clrChange>
                        </a:blip>
                        <a:stretch>
                          <a:fillRect/>
                        </a:stretch>
                      </p:blipFill>
                      <p:spPr>
                        <a:xfrm>
                          <a:off x="3327" y="981"/>
                          <a:ext cx="1920" cy="790"/>
                        </a:xfrm>
                        <a:prstGeom prst="rect">
                          <a:avLst/>
                        </a:prstGeom>
                        <a:noFill/>
                        <a:ln w="38100">
                          <a:noFill/>
                          <a:miter/>
                        </a:ln>
                      </p:spPr>
                    </p:pic>
                  </p:oleObj>
                </mc:Fallback>
              </mc:AlternateContent>
            </a:graphicData>
          </a:graphic>
        </p:graphicFrame>
        <p:sp>
          <p:nvSpPr>
            <p:cNvPr id="83989" name="Text Box 13"/>
            <p:cNvSpPr txBox="1"/>
            <p:nvPr/>
          </p:nvSpPr>
          <p:spPr>
            <a:xfrm>
              <a:off x="2699" y="1207"/>
              <a:ext cx="1406" cy="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楷体_GB2312" pitchFamily="49" charset="-122"/>
                </a:rPr>
                <a:t>Integral </a:t>
              </a:r>
            </a:p>
            <a:p>
              <a:pPr marL="0" lvl="0" indent="0" eaLnBrk="1" hangingPunct="1">
                <a:spcBef>
                  <a:spcPct val="50000"/>
                </a:spcBef>
                <a:buClrTx/>
                <a:buSzTx/>
                <a:buFontTx/>
                <a:buNone/>
              </a:pPr>
              <a:r>
                <a:rPr lang="en-US" altLang="zh-CN" sz="2000" b="1" dirty="0">
                  <a:solidFill>
                    <a:srgbClr val="000000"/>
                  </a:solidFill>
                  <a:latin typeface="Times New Roman" panose="02020603050405020304" pitchFamily="18" charset="0"/>
                  <a:ea typeface="楷体_GB2312" pitchFamily="49" charset="-122"/>
                </a:rPr>
                <a:t>forms </a:t>
              </a:r>
              <a:r>
                <a:rPr lang="zh-CN" altLang="en-US" sz="2000" b="1" dirty="0">
                  <a:solidFill>
                    <a:srgbClr val="000000"/>
                  </a:solidFill>
                  <a:latin typeface="Times New Roman" panose="02020603050405020304" pitchFamily="18" charset="0"/>
                  <a:ea typeface="楷体_GB2312" pitchFamily="49" charset="-122"/>
                </a:rPr>
                <a:t>：</a:t>
              </a:r>
            </a:p>
          </p:txBody>
        </p:sp>
      </p:grpSp>
      <p:grpSp>
        <p:nvGrpSpPr>
          <p:cNvPr id="829464" name="Group 24"/>
          <p:cNvGrpSpPr/>
          <p:nvPr/>
        </p:nvGrpSpPr>
        <p:grpSpPr>
          <a:xfrm>
            <a:off x="4211638" y="3708400"/>
            <a:ext cx="3157537" cy="776288"/>
            <a:chOff x="3130" y="2290"/>
            <a:chExt cx="2636" cy="489"/>
          </a:xfrm>
        </p:grpSpPr>
        <p:graphicFrame>
          <p:nvGraphicFramePr>
            <p:cNvPr id="83986" name="Object 12"/>
            <p:cNvGraphicFramePr>
              <a:graphicFrameLocks noChangeAspect="1"/>
            </p:cNvGraphicFramePr>
            <p:nvPr/>
          </p:nvGraphicFramePr>
          <p:xfrm>
            <a:off x="3731" y="2290"/>
            <a:ext cx="2035" cy="489"/>
          </p:xfrm>
          <a:graphic>
            <a:graphicData uri="http://schemas.openxmlformats.org/presentationml/2006/ole">
              <mc:AlternateContent xmlns:mc="http://schemas.openxmlformats.org/markup-compatibility/2006">
                <mc:Choice xmlns:v="urn:schemas-microsoft-com:vml" Requires="v">
                  <p:oleObj r:id="rId10" imgW="1015365" imgH="482600" progId="Equation.DSMT4">
                    <p:embed/>
                  </p:oleObj>
                </mc:Choice>
                <mc:Fallback>
                  <p:oleObj r:id="rId10" imgW="1015365" imgH="482600" progId="Equation.DSMT4">
                    <p:embed/>
                    <p:pic>
                      <p:nvPicPr>
                        <p:cNvPr id="83986" name="Object 12"/>
                        <p:cNvPicPr/>
                        <p:nvPr/>
                      </p:nvPicPr>
                      <p:blipFill>
                        <a:blip r:embed="rId11">
                          <a:clrChange>
                            <a:clrFrom>
                              <a:srgbClr val="000000"/>
                            </a:clrFrom>
                            <a:clrTo>
                              <a:srgbClr val="FFFFFF"/>
                            </a:clrTo>
                          </a:clrChange>
                          <a:clrChange>
                            <a:clrFrom>
                              <a:srgbClr val="FFFFFF"/>
                            </a:clrFrom>
                            <a:clrTo>
                              <a:srgbClr val="000000"/>
                            </a:clrTo>
                          </a:clrChange>
                        </a:blip>
                        <a:stretch>
                          <a:fillRect/>
                        </a:stretch>
                      </p:blipFill>
                      <p:spPr>
                        <a:xfrm>
                          <a:off x="3731" y="2290"/>
                          <a:ext cx="2035" cy="489"/>
                        </a:xfrm>
                        <a:prstGeom prst="rect">
                          <a:avLst/>
                        </a:prstGeom>
                        <a:noFill/>
                        <a:ln w="38100">
                          <a:noFill/>
                          <a:miter/>
                        </a:ln>
                      </p:spPr>
                    </p:pic>
                  </p:oleObj>
                </mc:Fallback>
              </mc:AlternateContent>
            </a:graphicData>
          </a:graphic>
        </p:graphicFrame>
        <p:sp>
          <p:nvSpPr>
            <p:cNvPr id="83987" name="Text Box 16"/>
            <p:cNvSpPr txBox="1"/>
            <p:nvPr/>
          </p:nvSpPr>
          <p:spPr>
            <a:xfrm>
              <a:off x="3130" y="2387"/>
              <a:ext cx="52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solidFill>
                    <a:srgbClr val="000000"/>
                  </a:solidFill>
                  <a:latin typeface="Times New Roman" panose="02020603050405020304" pitchFamily="18" charset="0"/>
                  <a:ea typeface="楷体_GB2312" pitchFamily="49" charset="-122"/>
                </a:rPr>
                <a:t>Or</a:t>
              </a:r>
            </a:p>
          </p:txBody>
        </p:sp>
      </p:grpSp>
      <p:grpSp>
        <p:nvGrpSpPr>
          <p:cNvPr id="829471" name="Group 31"/>
          <p:cNvGrpSpPr/>
          <p:nvPr/>
        </p:nvGrpSpPr>
        <p:grpSpPr>
          <a:xfrm>
            <a:off x="684213" y="5734050"/>
            <a:ext cx="3095625" cy="425450"/>
            <a:chOff x="340" y="1207"/>
            <a:chExt cx="1950" cy="268"/>
          </a:xfrm>
        </p:grpSpPr>
        <p:graphicFrame>
          <p:nvGraphicFramePr>
            <p:cNvPr id="83984" name="Object 32"/>
            <p:cNvGraphicFramePr>
              <a:graphicFrameLocks noChangeAspect="1"/>
            </p:cNvGraphicFramePr>
            <p:nvPr/>
          </p:nvGraphicFramePr>
          <p:xfrm>
            <a:off x="1791" y="1223"/>
            <a:ext cx="499" cy="252"/>
          </p:xfrm>
          <a:graphic>
            <a:graphicData uri="http://schemas.openxmlformats.org/presentationml/2006/ole">
              <mc:AlternateContent xmlns:mc="http://schemas.openxmlformats.org/markup-compatibility/2006">
                <mc:Choice xmlns:v="urn:schemas-microsoft-com:vml" Requires="v">
                  <p:oleObj r:id="rId12" imgW="380365" imgH="177800" progId="Equation.DSMT4">
                    <p:embed/>
                  </p:oleObj>
                </mc:Choice>
                <mc:Fallback>
                  <p:oleObj r:id="rId12" imgW="380365" imgH="177800" progId="Equation.DSMT4">
                    <p:embed/>
                    <p:pic>
                      <p:nvPicPr>
                        <p:cNvPr id="83984" name="Object 32"/>
                        <p:cNvPicPr/>
                        <p:nvPr/>
                      </p:nvPicPr>
                      <p:blipFill>
                        <a:blip r:embed="rId13">
                          <a:clrChange>
                            <a:clrFrom>
                              <a:srgbClr val="000000"/>
                            </a:clrFrom>
                            <a:clrTo>
                              <a:srgbClr val="FFFFFF"/>
                            </a:clrTo>
                          </a:clrChange>
                          <a:clrChange>
                            <a:clrFrom>
                              <a:srgbClr val="FFFFFF"/>
                            </a:clrFrom>
                            <a:clrTo>
                              <a:srgbClr val="000000"/>
                            </a:clrTo>
                          </a:clrChange>
                        </a:blip>
                        <a:stretch>
                          <a:fillRect/>
                        </a:stretch>
                      </p:blipFill>
                      <p:spPr>
                        <a:xfrm>
                          <a:off x="1791" y="1223"/>
                          <a:ext cx="499" cy="252"/>
                        </a:xfrm>
                        <a:prstGeom prst="rect">
                          <a:avLst/>
                        </a:prstGeom>
                        <a:noFill/>
                        <a:ln w="38100">
                          <a:noFill/>
                          <a:miter/>
                        </a:ln>
                      </p:spPr>
                    </p:pic>
                  </p:oleObj>
                </mc:Fallback>
              </mc:AlternateContent>
            </a:graphicData>
          </a:graphic>
        </p:graphicFrame>
        <p:sp>
          <p:nvSpPr>
            <p:cNvPr id="83985" name="Text Box 33"/>
            <p:cNvSpPr txBox="1"/>
            <p:nvPr/>
          </p:nvSpPr>
          <p:spPr>
            <a:xfrm>
              <a:off x="340" y="1207"/>
              <a:ext cx="1542"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Ø"/>
              </a:pPr>
              <a:r>
                <a:rPr lang="en-US" altLang="zh-CN" sz="2000" b="1" dirty="0">
                  <a:solidFill>
                    <a:srgbClr val="000000"/>
                  </a:solidFill>
                  <a:latin typeface="Times New Roman" panose="02020603050405020304" pitchFamily="18" charset="0"/>
                  <a:ea typeface="楷体_GB2312" pitchFamily="49" charset="-122"/>
                </a:rPr>
                <a:t>Perfect dielectric</a:t>
              </a:r>
              <a:endParaRPr lang="en-US" altLang="zh-CN" sz="2000" b="1" dirty="0">
                <a:solidFill>
                  <a:schemeClr val="bg1"/>
                </a:solidFill>
                <a:latin typeface="Times New Roman" panose="02020603050405020304" pitchFamily="18" charset="0"/>
                <a:ea typeface="楷体_GB2312" pitchFamily="49" charset="-122"/>
              </a:endParaRPr>
            </a:p>
          </p:txBody>
        </p:sp>
      </p:grpSp>
      <p:grpSp>
        <p:nvGrpSpPr>
          <p:cNvPr id="829474" name="Group 34"/>
          <p:cNvGrpSpPr/>
          <p:nvPr/>
        </p:nvGrpSpPr>
        <p:grpSpPr>
          <a:xfrm>
            <a:off x="4643438" y="5716588"/>
            <a:ext cx="2665412" cy="441325"/>
            <a:chOff x="340" y="1202"/>
            <a:chExt cx="1679" cy="278"/>
          </a:xfrm>
        </p:grpSpPr>
        <p:graphicFrame>
          <p:nvGraphicFramePr>
            <p:cNvPr id="83982" name="Object 35"/>
            <p:cNvGraphicFramePr>
              <a:graphicFrameLocks noChangeAspect="1"/>
            </p:cNvGraphicFramePr>
            <p:nvPr/>
          </p:nvGraphicFramePr>
          <p:xfrm>
            <a:off x="1521" y="1202"/>
            <a:ext cx="498" cy="278"/>
          </p:xfrm>
          <a:graphic>
            <a:graphicData uri="http://schemas.openxmlformats.org/presentationml/2006/ole">
              <mc:AlternateContent xmlns:mc="http://schemas.openxmlformats.org/markup-compatibility/2006">
                <mc:Choice xmlns:v="urn:schemas-microsoft-com:vml" Requires="v">
                  <p:oleObj r:id="rId14" imgW="380365" imgH="177800" progId="Equation.DSMT4">
                    <p:embed/>
                  </p:oleObj>
                </mc:Choice>
                <mc:Fallback>
                  <p:oleObj r:id="rId14" imgW="380365" imgH="177800" progId="Equation.DSMT4">
                    <p:embed/>
                    <p:pic>
                      <p:nvPicPr>
                        <p:cNvPr id="83982" name="Object 35"/>
                        <p:cNvPicPr/>
                        <p:nvPr/>
                      </p:nvPicPr>
                      <p:blipFill>
                        <a:blip r:embed="rId15">
                          <a:clrChange>
                            <a:clrFrom>
                              <a:srgbClr val="000000"/>
                            </a:clrFrom>
                            <a:clrTo>
                              <a:srgbClr val="FFFFFF"/>
                            </a:clrTo>
                          </a:clrChange>
                          <a:clrChange>
                            <a:clrFrom>
                              <a:srgbClr val="FFFFFF"/>
                            </a:clrFrom>
                            <a:clrTo>
                              <a:srgbClr val="000000"/>
                            </a:clrTo>
                          </a:clrChange>
                        </a:blip>
                        <a:stretch>
                          <a:fillRect/>
                        </a:stretch>
                      </p:blipFill>
                      <p:spPr>
                        <a:xfrm>
                          <a:off x="1521" y="1202"/>
                          <a:ext cx="498" cy="278"/>
                        </a:xfrm>
                        <a:prstGeom prst="rect">
                          <a:avLst/>
                        </a:prstGeom>
                        <a:noFill/>
                        <a:ln w="38100">
                          <a:noFill/>
                          <a:miter/>
                        </a:ln>
                      </p:spPr>
                    </p:pic>
                  </p:oleObj>
                </mc:Fallback>
              </mc:AlternateContent>
            </a:graphicData>
          </a:graphic>
        </p:graphicFrame>
        <p:sp>
          <p:nvSpPr>
            <p:cNvPr id="83983" name="Text Box 36"/>
            <p:cNvSpPr txBox="1"/>
            <p:nvPr/>
          </p:nvSpPr>
          <p:spPr>
            <a:xfrm>
              <a:off x="340" y="1207"/>
              <a:ext cx="140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Ø"/>
              </a:pPr>
              <a:r>
                <a:rPr lang="en-US" altLang="zh-CN" sz="2000" b="1" dirty="0">
                  <a:solidFill>
                    <a:srgbClr val="000000"/>
                  </a:solidFill>
                  <a:latin typeface="Times New Roman" panose="02020603050405020304" pitchFamily="18" charset="0"/>
                  <a:ea typeface="楷体_GB2312" pitchFamily="49" charset="-122"/>
                </a:rPr>
                <a:t>conductor </a:t>
              </a:r>
            </a:p>
          </p:txBody>
        </p:sp>
      </p:grpSp>
      <p:sp>
        <p:nvSpPr>
          <p:cNvPr id="83978" name="Rectangle 26"/>
          <p:cNvSpPr>
            <a:spLocks noRot="1"/>
          </p:cNvSpPr>
          <p:nvPr/>
        </p:nvSpPr>
        <p:spPr>
          <a:xfrm>
            <a:off x="250825" y="404813"/>
            <a:ext cx="7704138" cy="6477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CC"/>
                </a:solidFill>
              </a:rPr>
              <a:t>Basic equation (general problems)</a:t>
            </a:r>
          </a:p>
        </p:txBody>
      </p:sp>
      <p:sp>
        <p:nvSpPr>
          <p:cNvPr id="381979" name="Rectangle 27"/>
          <p:cNvSpPr>
            <a:spLocks noRot="1"/>
          </p:cNvSpPr>
          <p:nvPr/>
        </p:nvSpPr>
        <p:spPr>
          <a:xfrm>
            <a:off x="323850" y="2997200"/>
            <a:ext cx="7704138" cy="6477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CC"/>
                </a:solidFill>
              </a:rPr>
              <a:t>Boundary conditions (general problems)</a:t>
            </a:r>
          </a:p>
        </p:txBody>
      </p:sp>
      <p:sp>
        <p:nvSpPr>
          <p:cNvPr id="381980" name="Rectangle 28"/>
          <p:cNvSpPr>
            <a:spLocks noRot="1"/>
          </p:cNvSpPr>
          <p:nvPr/>
        </p:nvSpPr>
        <p:spPr>
          <a:xfrm>
            <a:off x="250825" y="4868863"/>
            <a:ext cx="7704138" cy="6477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CC"/>
                </a:solidFill>
              </a:rPr>
              <a:t>Special problems</a:t>
            </a:r>
            <a:r>
              <a:rPr lang="en-US" altLang="zh-CN" sz="2400" dirty="0">
                <a:solidFill>
                  <a:srgbClr val="0000CC"/>
                </a:solidFill>
              </a:rPr>
              <a:t> </a:t>
            </a:r>
            <a:r>
              <a:rPr lang="en-US" altLang="zh-CN" sz="2400" b="1" dirty="0">
                <a:solidFill>
                  <a:srgbClr val="0000CC"/>
                </a:solidFill>
              </a:rPr>
              <a:t>According to the classification of medium</a:t>
            </a:r>
          </a:p>
        </p:txBody>
      </p:sp>
      <p:pic>
        <p:nvPicPr>
          <p:cNvPr id="11" name="Picture 2"/>
          <p:cNvPicPr>
            <a:picLocks noChangeAspect="1" noChangeArrowheads="1"/>
          </p:cNvPicPr>
          <p:nvPr/>
        </p:nvPicPr>
        <p:blipFill>
          <a:blip r:embed="rId16">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29461"/>
                                        </p:tgtEl>
                                        <p:attrNameLst>
                                          <p:attrName>style.visibility</p:attrName>
                                        </p:attrNameLst>
                                      </p:cBhvr>
                                      <p:to>
                                        <p:strVal val="visible"/>
                                      </p:to>
                                    </p:set>
                                    <p:animEffect transition="in" filter="wipe(up)">
                                      <p:cBhvr>
                                        <p:cTn id="7" dur="2000"/>
                                        <p:tgtEl>
                                          <p:spTgt spid="829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29462"/>
                                        </p:tgtEl>
                                        <p:attrNameLst>
                                          <p:attrName>style.visibility</p:attrName>
                                        </p:attrNameLst>
                                      </p:cBhvr>
                                      <p:to>
                                        <p:strVal val="visible"/>
                                      </p:to>
                                    </p:set>
                                    <p:animEffect transition="in" filter="wipe(up)">
                                      <p:cBhvr>
                                        <p:cTn id="12" dur="2000"/>
                                        <p:tgtEl>
                                          <p:spTgt spid="8294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29463"/>
                                        </p:tgtEl>
                                        <p:attrNameLst>
                                          <p:attrName>style.visibility</p:attrName>
                                        </p:attrNameLst>
                                      </p:cBhvr>
                                      <p:to>
                                        <p:strVal val="visible"/>
                                      </p:to>
                                    </p:set>
                                    <p:animEffect transition="in" filter="wipe(up)">
                                      <p:cBhvr>
                                        <p:cTn id="17" dur="2000"/>
                                        <p:tgtEl>
                                          <p:spTgt spid="82946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1979"/>
                                        </p:tgtEl>
                                        <p:attrNameLst>
                                          <p:attrName>style.visibility</p:attrName>
                                        </p:attrNameLst>
                                      </p:cBhvr>
                                      <p:to>
                                        <p:strVal val="visible"/>
                                      </p:to>
                                    </p:set>
                                    <p:animEffect transition="in" filter="blinds(horizontal)">
                                      <p:cBhvr>
                                        <p:cTn id="22" dur="500"/>
                                        <p:tgtEl>
                                          <p:spTgt spid="381979"/>
                                        </p:tgtEl>
                                      </p:cBhvr>
                                    </p:animEffect>
                                  </p:childTnLst>
                                </p:cTn>
                              </p:par>
                              <p:par>
                                <p:cTn id="23" presetID="3" presetClass="entr" presetSubtype="10" fill="hold" nodeType="withEffect">
                                  <p:stCondLst>
                                    <p:cond delay="0"/>
                                  </p:stCondLst>
                                  <p:childTnLst>
                                    <p:set>
                                      <p:cBhvr>
                                        <p:cTn id="24" dur="1" fill="hold">
                                          <p:stCondLst>
                                            <p:cond delay="0"/>
                                          </p:stCondLst>
                                        </p:cTn>
                                        <p:tgtEl>
                                          <p:spTgt spid="381963"/>
                                        </p:tgtEl>
                                        <p:attrNameLst>
                                          <p:attrName>style.visibility</p:attrName>
                                        </p:attrNameLst>
                                      </p:cBhvr>
                                      <p:to>
                                        <p:strVal val="visible"/>
                                      </p:to>
                                    </p:set>
                                    <p:animEffect transition="in" filter="blinds(horizontal)">
                                      <p:cBhvr>
                                        <p:cTn id="25" dur="500"/>
                                        <p:tgtEl>
                                          <p:spTgt spid="381963"/>
                                        </p:tgtEl>
                                      </p:cBhvr>
                                    </p:animEffect>
                                  </p:childTnLst>
                                </p:cTn>
                              </p:par>
                              <p:par>
                                <p:cTn id="26" presetID="3" presetClass="entr" presetSubtype="10" fill="hold" nodeType="withEffect">
                                  <p:stCondLst>
                                    <p:cond delay="0"/>
                                  </p:stCondLst>
                                  <p:childTnLst>
                                    <p:set>
                                      <p:cBhvr>
                                        <p:cTn id="27" dur="1" fill="hold">
                                          <p:stCondLst>
                                            <p:cond delay="0"/>
                                          </p:stCondLst>
                                        </p:cTn>
                                        <p:tgtEl>
                                          <p:spTgt spid="829464"/>
                                        </p:tgtEl>
                                        <p:attrNameLst>
                                          <p:attrName>style.visibility</p:attrName>
                                        </p:attrNameLst>
                                      </p:cBhvr>
                                      <p:to>
                                        <p:strVal val="visible"/>
                                      </p:to>
                                    </p:set>
                                    <p:animEffect transition="in" filter="blinds(horizontal)">
                                      <p:cBhvr>
                                        <p:cTn id="28" dur="500"/>
                                        <p:tgtEl>
                                          <p:spTgt spid="82946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81980"/>
                                        </p:tgtEl>
                                        <p:attrNameLst>
                                          <p:attrName>style.visibility</p:attrName>
                                        </p:attrNameLst>
                                      </p:cBhvr>
                                      <p:to>
                                        <p:strVal val="visible"/>
                                      </p:to>
                                    </p:set>
                                    <p:animEffect transition="in" filter="blinds(horizontal)">
                                      <p:cBhvr>
                                        <p:cTn id="33" dur="500"/>
                                        <p:tgtEl>
                                          <p:spTgt spid="381980"/>
                                        </p:tgtEl>
                                      </p:cBhvr>
                                    </p:animEffect>
                                  </p:childTnLst>
                                </p:cTn>
                              </p:par>
                              <p:par>
                                <p:cTn id="34" presetID="3" presetClass="entr" presetSubtype="10" fill="hold" nodeType="withEffect">
                                  <p:stCondLst>
                                    <p:cond delay="0"/>
                                  </p:stCondLst>
                                  <p:childTnLst>
                                    <p:set>
                                      <p:cBhvr>
                                        <p:cTn id="35" dur="1" fill="hold">
                                          <p:stCondLst>
                                            <p:cond delay="0"/>
                                          </p:stCondLst>
                                        </p:cTn>
                                        <p:tgtEl>
                                          <p:spTgt spid="829471"/>
                                        </p:tgtEl>
                                        <p:attrNameLst>
                                          <p:attrName>style.visibility</p:attrName>
                                        </p:attrNameLst>
                                      </p:cBhvr>
                                      <p:to>
                                        <p:strVal val="visible"/>
                                      </p:to>
                                    </p:set>
                                    <p:animEffect transition="in" filter="blinds(horizontal)">
                                      <p:cBhvr>
                                        <p:cTn id="36" dur="500"/>
                                        <p:tgtEl>
                                          <p:spTgt spid="829471"/>
                                        </p:tgtEl>
                                      </p:cBhvr>
                                    </p:animEffect>
                                  </p:childTnLst>
                                </p:cTn>
                              </p:par>
                              <p:par>
                                <p:cTn id="37" presetID="3" presetClass="entr" presetSubtype="10" fill="hold" nodeType="withEffect">
                                  <p:stCondLst>
                                    <p:cond delay="0"/>
                                  </p:stCondLst>
                                  <p:childTnLst>
                                    <p:set>
                                      <p:cBhvr>
                                        <p:cTn id="38" dur="1" fill="hold">
                                          <p:stCondLst>
                                            <p:cond delay="0"/>
                                          </p:stCondLst>
                                        </p:cTn>
                                        <p:tgtEl>
                                          <p:spTgt spid="829474"/>
                                        </p:tgtEl>
                                        <p:attrNameLst>
                                          <p:attrName>style.visibility</p:attrName>
                                        </p:attrNameLst>
                                      </p:cBhvr>
                                      <p:to>
                                        <p:strVal val="visible"/>
                                      </p:to>
                                    </p:set>
                                    <p:animEffect transition="in" filter="blinds(horizontal)">
                                      <p:cBhvr>
                                        <p:cTn id="39" dur="500"/>
                                        <p:tgtEl>
                                          <p:spTgt spid="82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79" grpId="0"/>
      <p:bldP spid="38198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75</a:t>
            </a:fld>
            <a:endParaRPr lang="en-US" altLang="zh-CN" sz="1400" dirty="0"/>
          </a:p>
        </p:txBody>
      </p:sp>
      <p:grpSp>
        <p:nvGrpSpPr>
          <p:cNvPr id="84995" name="Group 1039"/>
          <p:cNvGrpSpPr/>
          <p:nvPr/>
        </p:nvGrpSpPr>
        <p:grpSpPr>
          <a:xfrm>
            <a:off x="5724525" y="549275"/>
            <a:ext cx="3240088" cy="2449513"/>
            <a:chOff x="3651" y="1842"/>
            <a:chExt cx="2041" cy="1543"/>
          </a:xfrm>
        </p:grpSpPr>
        <p:sp>
          <p:nvSpPr>
            <p:cNvPr id="85021" name="Rectangle 1040"/>
            <p:cNvSpPr/>
            <p:nvPr/>
          </p:nvSpPr>
          <p:spPr>
            <a:xfrm>
              <a:off x="3651" y="1842"/>
              <a:ext cx="2041" cy="817"/>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85022" name="Rectangle 1041"/>
            <p:cNvSpPr/>
            <p:nvPr/>
          </p:nvSpPr>
          <p:spPr>
            <a:xfrm>
              <a:off x="3651" y="2659"/>
              <a:ext cx="2041" cy="726"/>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85023" name="Text Box 1042"/>
            <p:cNvSpPr txBox="1"/>
            <p:nvPr/>
          </p:nvSpPr>
          <p:spPr>
            <a:xfrm>
              <a:off x="3696" y="2659"/>
              <a:ext cx="771"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Sub2</a:t>
              </a:r>
            </a:p>
          </p:txBody>
        </p:sp>
        <p:sp>
          <p:nvSpPr>
            <p:cNvPr id="85024" name="Text Box 1043"/>
            <p:cNvSpPr txBox="1"/>
            <p:nvPr/>
          </p:nvSpPr>
          <p:spPr>
            <a:xfrm>
              <a:off x="3696" y="2296"/>
              <a:ext cx="771"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Sub1</a:t>
              </a:r>
            </a:p>
          </p:txBody>
        </p:sp>
        <p:graphicFrame>
          <p:nvGraphicFramePr>
            <p:cNvPr id="85025" name="Object 1044"/>
            <p:cNvGraphicFramePr>
              <a:graphicFrameLocks noChangeAspect="1"/>
            </p:cNvGraphicFramePr>
            <p:nvPr/>
          </p:nvGraphicFramePr>
          <p:xfrm>
            <a:off x="5342" y="2704"/>
            <a:ext cx="182" cy="266"/>
          </p:xfrm>
          <a:graphic>
            <a:graphicData uri="http://schemas.openxmlformats.org/presentationml/2006/ole">
              <mc:AlternateContent xmlns:mc="http://schemas.openxmlformats.org/markup-compatibility/2006">
                <mc:Choice xmlns:v="urn:schemas-microsoft-com:vml" Requires="v">
                  <p:oleObj r:id="rId2" imgW="165100" imgH="215900" progId="Equation.3">
                    <p:embed/>
                  </p:oleObj>
                </mc:Choice>
                <mc:Fallback>
                  <p:oleObj r:id="rId2" imgW="165100" imgH="215900" progId="Equation.3">
                    <p:embed/>
                    <p:pic>
                      <p:nvPicPr>
                        <p:cNvPr id="85025" name="Object 1044"/>
                        <p:cNvPicPr/>
                        <p:nvPr/>
                      </p:nvPicPr>
                      <p:blipFill>
                        <a:blip r:embed="rId3"/>
                        <a:stretch>
                          <a:fillRect/>
                        </a:stretch>
                      </p:blipFill>
                      <p:spPr>
                        <a:xfrm>
                          <a:off x="5342" y="2704"/>
                          <a:ext cx="182" cy="266"/>
                        </a:xfrm>
                        <a:prstGeom prst="rect">
                          <a:avLst/>
                        </a:prstGeom>
                        <a:noFill/>
                        <a:ln w="38100">
                          <a:noFill/>
                          <a:miter/>
                        </a:ln>
                      </p:spPr>
                    </p:pic>
                  </p:oleObj>
                </mc:Fallback>
              </mc:AlternateContent>
            </a:graphicData>
          </a:graphic>
        </p:graphicFrame>
        <p:graphicFrame>
          <p:nvGraphicFramePr>
            <p:cNvPr id="85026" name="Object 1045"/>
            <p:cNvGraphicFramePr>
              <a:graphicFrameLocks noChangeAspect="1"/>
            </p:cNvGraphicFramePr>
            <p:nvPr/>
          </p:nvGraphicFramePr>
          <p:xfrm>
            <a:off x="5345" y="2387"/>
            <a:ext cx="188" cy="263"/>
          </p:xfrm>
          <a:graphic>
            <a:graphicData uri="http://schemas.openxmlformats.org/presentationml/2006/ole">
              <mc:AlternateContent xmlns:mc="http://schemas.openxmlformats.org/markup-compatibility/2006">
                <mc:Choice xmlns:v="urn:schemas-microsoft-com:vml" Requires="v">
                  <p:oleObj r:id="rId4" imgW="152400" imgH="215900" progId="Equation.3">
                    <p:embed/>
                  </p:oleObj>
                </mc:Choice>
                <mc:Fallback>
                  <p:oleObj r:id="rId4" imgW="152400" imgH="215900" progId="Equation.3">
                    <p:embed/>
                    <p:pic>
                      <p:nvPicPr>
                        <p:cNvPr id="85026" name="Object 1045"/>
                        <p:cNvPicPr/>
                        <p:nvPr/>
                      </p:nvPicPr>
                      <p:blipFill>
                        <a:blip r:embed="rId5"/>
                        <a:stretch>
                          <a:fillRect/>
                        </a:stretch>
                      </p:blipFill>
                      <p:spPr>
                        <a:xfrm>
                          <a:off x="5345" y="2387"/>
                          <a:ext cx="188" cy="263"/>
                        </a:xfrm>
                        <a:prstGeom prst="rect">
                          <a:avLst/>
                        </a:prstGeom>
                        <a:noFill/>
                        <a:ln w="38100">
                          <a:noFill/>
                          <a:miter/>
                        </a:ln>
                      </p:spPr>
                    </p:pic>
                  </p:oleObj>
                </mc:Fallback>
              </mc:AlternateContent>
            </a:graphicData>
          </a:graphic>
        </p:graphicFrame>
        <p:sp>
          <p:nvSpPr>
            <p:cNvPr id="85027" name="Line 1046"/>
            <p:cNvSpPr/>
            <p:nvPr/>
          </p:nvSpPr>
          <p:spPr>
            <a:xfrm flipV="1">
              <a:off x="4416" y="2659"/>
              <a:ext cx="431" cy="314"/>
            </a:xfrm>
            <a:prstGeom prst="line">
              <a:avLst/>
            </a:prstGeom>
            <a:ln w="38100" cap="flat" cmpd="sng">
              <a:solidFill>
                <a:srgbClr val="FF3300"/>
              </a:solidFill>
              <a:prstDash val="solid"/>
              <a:headEnd type="none" w="med" len="med"/>
              <a:tailEnd type="triangle" w="med" len="med"/>
            </a:ln>
          </p:spPr>
          <p:txBody>
            <a:bodyPr/>
            <a:lstStyle/>
            <a:p>
              <a:endParaRPr lang="zh-CN" altLang="en-US"/>
            </a:p>
          </p:txBody>
        </p:sp>
        <p:sp>
          <p:nvSpPr>
            <p:cNvPr id="85028" name="Line 1047"/>
            <p:cNvSpPr/>
            <p:nvPr/>
          </p:nvSpPr>
          <p:spPr>
            <a:xfrm flipH="1">
              <a:off x="4830" y="2071"/>
              <a:ext cx="0" cy="1132"/>
            </a:xfrm>
            <a:prstGeom prst="line">
              <a:avLst/>
            </a:prstGeom>
            <a:ln w="9525" cap="flat" cmpd="sng">
              <a:solidFill>
                <a:schemeClr val="tx1"/>
              </a:solidFill>
              <a:prstDash val="dash"/>
              <a:headEnd type="triangle" w="med" len="med"/>
              <a:tailEnd type="none" w="med" len="med"/>
            </a:ln>
          </p:spPr>
          <p:txBody>
            <a:bodyPr/>
            <a:lstStyle/>
            <a:p>
              <a:endParaRPr lang="zh-CN" altLang="en-US"/>
            </a:p>
          </p:txBody>
        </p:sp>
        <p:sp>
          <p:nvSpPr>
            <p:cNvPr id="85029" name="Line 1048"/>
            <p:cNvSpPr/>
            <p:nvPr/>
          </p:nvSpPr>
          <p:spPr>
            <a:xfrm flipV="1">
              <a:off x="4830" y="2088"/>
              <a:ext cx="431" cy="579"/>
            </a:xfrm>
            <a:prstGeom prst="line">
              <a:avLst/>
            </a:prstGeom>
            <a:ln w="38100" cap="flat" cmpd="sng">
              <a:solidFill>
                <a:srgbClr val="FF00FF"/>
              </a:solidFill>
              <a:prstDash val="solid"/>
              <a:headEnd type="none" w="med" len="med"/>
              <a:tailEnd type="triangle" w="med" len="med"/>
            </a:ln>
          </p:spPr>
          <p:txBody>
            <a:bodyPr/>
            <a:lstStyle/>
            <a:p>
              <a:endParaRPr lang="zh-CN" altLang="en-US"/>
            </a:p>
          </p:txBody>
        </p:sp>
        <p:sp>
          <p:nvSpPr>
            <p:cNvPr id="85030" name="Freeform 1049"/>
            <p:cNvSpPr/>
            <p:nvPr/>
          </p:nvSpPr>
          <p:spPr>
            <a:xfrm>
              <a:off x="4689" y="2761"/>
              <a:ext cx="170" cy="91"/>
            </a:xfrm>
            <a:custGeom>
              <a:avLst/>
              <a:gdLst/>
              <a:ahLst/>
              <a:cxnLst>
                <a:cxn ang="0">
                  <a:pos x="0" y="0"/>
                </a:cxn>
                <a:cxn ang="0">
                  <a:pos x="9" y="2"/>
                </a:cxn>
                <a:cxn ang="0">
                  <a:pos x="17" y="2"/>
                </a:cxn>
              </a:cxnLst>
              <a:rect l="0" t="0" r="0" b="0"/>
              <a:pathLst>
                <a:path w="192" h="112">
                  <a:moveTo>
                    <a:pt x="0" y="0"/>
                  </a:moveTo>
                  <a:cubicBezTo>
                    <a:pt x="32" y="40"/>
                    <a:pt x="64" y="80"/>
                    <a:pt x="96" y="96"/>
                  </a:cubicBezTo>
                  <a:cubicBezTo>
                    <a:pt x="128" y="112"/>
                    <a:pt x="160" y="104"/>
                    <a:pt x="192" y="96"/>
                  </a:cubicBezTo>
                </a:path>
              </a:pathLst>
            </a:custGeom>
            <a:noFill/>
            <a:ln w="158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85031" name="Freeform 1050"/>
            <p:cNvSpPr/>
            <p:nvPr/>
          </p:nvSpPr>
          <p:spPr>
            <a:xfrm>
              <a:off x="4851" y="2385"/>
              <a:ext cx="148" cy="59"/>
            </a:xfrm>
            <a:custGeom>
              <a:avLst/>
              <a:gdLst/>
              <a:ahLst/>
              <a:cxnLst>
                <a:cxn ang="0">
                  <a:pos x="0" y="159"/>
                </a:cxn>
                <a:cxn ang="0">
                  <a:pos x="2" y="8"/>
                </a:cxn>
                <a:cxn ang="0">
                  <a:pos x="2" y="8"/>
                </a:cxn>
              </a:cxnLst>
              <a:rect l="0" t="0" r="0" b="0"/>
              <a:pathLst>
                <a:path w="192" h="56">
                  <a:moveTo>
                    <a:pt x="0" y="56"/>
                  </a:moveTo>
                  <a:cubicBezTo>
                    <a:pt x="32" y="36"/>
                    <a:pt x="64" y="16"/>
                    <a:pt x="96" y="8"/>
                  </a:cubicBezTo>
                  <a:cubicBezTo>
                    <a:pt x="128" y="0"/>
                    <a:pt x="168" y="8"/>
                    <a:pt x="192" y="8"/>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graphicFrame>
          <p:nvGraphicFramePr>
            <p:cNvPr id="85032" name="Object 1051"/>
            <p:cNvGraphicFramePr>
              <a:graphicFrameLocks noChangeAspect="1"/>
            </p:cNvGraphicFramePr>
            <p:nvPr/>
          </p:nvGraphicFramePr>
          <p:xfrm>
            <a:off x="4585" y="2796"/>
            <a:ext cx="263" cy="267"/>
          </p:xfrm>
          <a:graphic>
            <a:graphicData uri="http://schemas.openxmlformats.org/presentationml/2006/ole">
              <mc:AlternateContent xmlns:mc="http://schemas.openxmlformats.org/markup-compatibility/2006">
                <mc:Choice xmlns:v="urn:schemas-microsoft-com:vml" Requires="v">
                  <p:oleObj r:id="rId6" imgW="190500" imgH="228600" progId="Equation.DSMT4">
                    <p:embed/>
                  </p:oleObj>
                </mc:Choice>
                <mc:Fallback>
                  <p:oleObj r:id="rId6" imgW="190500" imgH="228600" progId="Equation.DSMT4">
                    <p:embed/>
                    <p:pic>
                      <p:nvPicPr>
                        <p:cNvPr id="85032" name="Object 1051"/>
                        <p:cNvPicPr/>
                        <p:nvPr/>
                      </p:nvPicPr>
                      <p:blipFill>
                        <a:blip r:embed="rId7"/>
                        <a:stretch>
                          <a:fillRect/>
                        </a:stretch>
                      </p:blipFill>
                      <p:spPr>
                        <a:xfrm>
                          <a:off x="4585" y="2796"/>
                          <a:ext cx="263" cy="267"/>
                        </a:xfrm>
                        <a:prstGeom prst="rect">
                          <a:avLst/>
                        </a:prstGeom>
                        <a:noFill/>
                        <a:ln w="38100">
                          <a:noFill/>
                          <a:miter/>
                        </a:ln>
                      </p:spPr>
                    </p:pic>
                  </p:oleObj>
                </mc:Fallback>
              </mc:AlternateContent>
            </a:graphicData>
          </a:graphic>
        </p:graphicFrame>
        <p:graphicFrame>
          <p:nvGraphicFramePr>
            <p:cNvPr id="85033" name="Object 1052"/>
            <p:cNvGraphicFramePr>
              <a:graphicFrameLocks noChangeAspect="1"/>
            </p:cNvGraphicFramePr>
            <p:nvPr/>
          </p:nvGraphicFramePr>
          <p:xfrm>
            <a:off x="4839" y="2114"/>
            <a:ext cx="282" cy="277"/>
          </p:xfrm>
          <a:graphic>
            <a:graphicData uri="http://schemas.openxmlformats.org/presentationml/2006/ole">
              <mc:AlternateContent xmlns:mc="http://schemas.openxmlformats.org/markup-compatibility/2006">
                <mc:Choice xmlns:v="urn:schemas-microsoft-com:vml" Requires="v">
                  <p:oleObj r:id="rId8" imgW="177800" imgH="228600" progId="Equation.DSMT4">
                    <p:embed/>
                  </p:oleObj>
                </mc:Choice>
                <mc:Fallback>
                  <p:oleObj r:id="rId8" imgW="177800" imgH="228600" progId="Equation.DSMT4">
                    <p:embed/>
                    <p:pic>
                      <p:nvPicPr>
                        <p:cNvPr id="85033" name="Object 1052"/>
                        <p:cNvPicPr/>
                        <p:nvPr/>
                      </p:nvPicPr>
                      <p:blipFill>
                        <a:blip r:embed="rId9"/>
                        <a:stretch>
                          <a:fillRect/>
                        </a:stretch>
                      </p:blipFill>
                      <p:spPr>
                        <a:xfrm>
                          <a:off x="4839" y="2114"/>
                          <a:ext cx="282" cy="277"/>
                        </a:xfrm>
                        <a:prstGeom prst="rect">
                          <a:avLst/>
                        </a:prstGeom>
                        <a:noFill/>
                        <a:ln w="38100">
                          <a:noFill/>
                          <a:miter/>
                        </a:ln>
                      </p:spPr>
                    </p:pic>
                  </p:oleObj>
                </mc:Fallback>
              </mc:AlternateContent>
            </a:graphicData>
          </a:graphic>
        </p:graphicFrame>
        <p:graphicFrame>
          <p:nvGraphicFramePr>
            <p:cNvPr id="85034" name="Object 1053"/>
            <p:cNvGraphicFramePr>
              <a:graphicFrameLocks noChangeAspect="1"/>
            </p:cNvGraphicFramePr>
            <p:nvPr/>
          </p:nvGraphicFramePr>
          <p:xfrm>
            <a:off x="4240" y="2846"/>
            <a:ext cx="268" cy="298"/>
          </p:xfrm>
          <a:graphic>
            <a:graphicData uri="http://schemas.openxmlformats.org/presentationml/2006/ole">
              <mc:AlternateContent xmlns:mc="http://schemas.openxmlformats.org/markup-compatibility/2006">
                <mc:Choice xmlns:v="urn:schemas-microsoft-com:vml" Requires="v">
                  <p:oleObj r:id="rId10" imgW="190500" imgH="241300" progId="Equation.3">
                    <p:embed/>
                  </p:oleObj>
                </mc:Choice>
                <mc:Fallback>
                  <p:oleObj r:id="rId10" imgW="190500" imgH="241300" progId="Equation.3">
                    <p:embed/>
                    <p:pic>
                      <p:nvPicPr>
                        <p:cNvPr id="85034" name="Object 1053"/>
                        <p:cNvPicPr/>
                        <p:nvPr/>
                      </p:nvPicPr>
                      <p:blipFill>
                        <a:blip r:embed="rId11"/>
                        <a:stretch>
                          <a:fillRect/>
                        </a:stretch>
                      </p:blipFill>
                      <p:spPr>
                        <a:xfrm>
                          <a:off x="4240" y="2846"/>
                          <a:ext cx="268" cy="298"/>
                        </a:xfrm>
                        <a:prstGeom prst="rect">
                          <a:avLst/>
                        </a:prstGeom>
                        <a:noFill/>
                        <a:ln w="38100">
                          <a:noFill/>
                          <a:miter/>
                        </a:ln>
                      </p:spPr>
                    </p:pic>
                  </p:oleObj>
                </mc:Fallback>
              </mc:AlternateContent>
            </a:graphicData>
          </a:graphic>
        </p:graphicFrame>
        <p:graphicFrame>
          <p:nvGraphicFramePr>
            <p:cNvPr id="85035" name="Object 1054"/>
            <p:cNvGraphicFramePr>
              <a:graphicFrameLocks noChangeAspect="1"/>
            </p:cNvGraphicFramePr>
            <p:nvPr/>
          </p:nvGraphicFramePr>
          <p:xfrm>
            <a:off x="5193" y="1879"/>
            <a:ext cx="272" cy="266"/>
          </p:xfrm>
          <a:graphic>
            <a:graphicData uri="http://schemas.openxmlformats.org/presentationml/2006/ole">
              <mc:AlternateContent xmlns:mc="http://schemas.openxmlformats.org/markup-compatibility/2006">
                <mc:Choice xmlns:v="urn:schemas-microsoft-com:vml" Requires="v">
                  <p:oleObj r:id="rId12" imgW="177800" imgH="241300" progId="Equation.3">
                    <p:embed/>
                  </p:oleObj>
                </mc:Choice>
                <mc:Fallback>
                  <p:oleObj r:id="rId12" imgW="177800" imgH="241300" progId="Equation.3">
                    <p:embed/>
                    <p:pic>
                      <p:nvPicPr>
                        <p:cNvPr id="85035" name="Object 1054"/>
                        <p:cNvPicPr/>
                        <p:nvPr/>
                      </p:nvPicPr>
                      <p:blipFill>
                        <a:blip r:embed="rId13"/>
                        <a:stretch>
                          <a:fillRect/>
                        </a:stretch>
                      </p:blipFill>
                      <p:spPr>
                        <a:xfrm>
                          <a:off x="5193" y="1879"/>
                          <a:ext cx="272" cy="266"/>
                        </a:xfrm>
                        <a:prstGeom prst="rect">
                          <a:avLst/>
                        </a:prstGeom>
                        <a:noFill/>
                        <a:ln w="38100">
                          <a:noFill/>
                          <a:miter/>
                        </a:ln>
                      </p:spPr>
                    </p:pic>
                  </p:oleObj>
                </mc:Fallback>
              </mc:AlternateContent>
            </a:graphicData>
          </a:graphic>
        </p:graphicFrame>
        <p:graphicFrame>
          <p:nvGraphicFramePr>
            <p:cNvPr id="85036" name="Object 1055"/>
            <p:cNvGraphicFramePr>
              <a:graphicFrameLocks noChangeAspect="1"/>
            </p:cNvGraphicFramePr>
            <p:nvPr/>
          </p:nvGraphicFramePr>
          <p:xfrm>
            <a:off x="4598" y="1938"/>
            <a:ext cx="271" cy="304"/>
          </p:xfrm>
          <a:graphic>
            <a:graphicData uri="http://schemas.openxmlformats.org/presentationml/2006/ole">
              <mc:AlternateContent xmlns:mc="http://schemas.openxmlformats.org/markup-compatibility/2006">
                <mc:Choice xmlns:v="urn:schemas-microsoft-com:vml" Requires="v">
                  <p:oleObj r:id="rId14" imgW="165100" imgH="215900" progId="Equation.3">
                    <p:embed/>
                  </p:oleObj>
                </mc:Choice>
                <mc:Fallback>
                  <p:oleObj r:id="rId14" imgW="165100" imgH="215900" progId="Equation.3">
                    <p:embed/>
                    <p:pic>
                      <p:nvPicPr>
                        <p:cNvPr id="85036" name="Object 1055"/>
                        <p:cNvPicPr/>
                        <p:nvPr/>
                      </p:nvPicPr>
                      <p:blipFill>
                        <a:blip r:embed="rId15"/>
                        <a:stretch>
                          <a:fillRect/>
                        </a:stretch>
                      </p:blipFill>
                      <p:spPr>
                        <a:xfrm>
                          <a:off x="4598" y="1938"/>
                          <a:ext cx="271" cy="304"/>
                        </a:xfrm>
                        <a:prstGeom prst="rect">
                          <a:avLst/>
                        </a:prstGeom>
                        <a:noFill/>
                        <a:ln w="38100">
                          <a:noFill/>
                          <a:miter/>
                        </a:ln>
                      </p:spPr>
                    </p:pic>
                  </p:oleObj>
                </mc:Fallback>
              </mc:AlternateContent>
            </a:graphicData>
          </a:graphic>
        </p:graphicFrame>
        <p:sp>
          <p:nvSpPr>
            <p:cNvPr id="85037" name="Rectangle 1056"/>
            <p:cNvSpPr/>
            <p:nvPr/>
          </p:nvSpPr>
          <p:spPr>
            <a:xfrm>
              <a:off x="3651" y="1842"/>
              <a:ext cx="2041" cy="1543"/>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graphicFrame>
        <p:nvGraphicFramePr>
          <p:cNvPr id="382997" name="Object 1058"/>
          <p:cNvGraphicFramePr>
            <a:graphicFrameLocks noChangeAspect="1"/>
          </p:cNvGraphicFramePr>
          <p:nvPr/>
        </p:nvGraphicFramePr>
        <p:xfrm>
          <a:off x="901700" y="2711450"/>
          <a:ext cx="4716463" cy="1003300"/>
        </p:xfrm>
        <a:graphic>
          <a:graphicData uri="http://schemas.openxmlformats.org/presentationml/2006/ole">
            <mc:AlternateContent xmlns:mc="http://schemas.openxmlformats.org/markup-compatibility/2006">
              <mc:Choice xmlns:v="urn:schemas-microsoft-com:vml" Requires="v">
                <p:oleObj r:id="rId16" imgW="1741805" imgH="283845" progId="Equation.DSMT4">
                  <p:embed/>
                </p:oleObj>
              </mc:Choice>
              <mc:Fallback>
                <p:oleObj r:id="rId16" imgW="1741805" imgH="283845" progId="Equation.DSMT4">
                  <p:embed/>
                  <p:pic>
                    <p:nvPicPr>
                      <p:cNvPr id="382997" name="Object 1058"/>
                      <p:cNvPicPr/>
                      <p:nvPr/>
                    </p:nvPicPr>
                    <p:blipFill>
                      <a:blip r:embed="rId17">
                        <a:clrChange>
                          <a:clrFrom>
                            <a:srgbClr val="000000"/>
                          </a:clrFrom>
                          <a:clrTo>
                            <a:srgbClr val="000000"/>
                          </a:clrTo>
                        </a:clrChange>
                        <a:clrChange>
                          <a:clrFrom>
                            <a:srgbClr val="FFFFFF"/>
                          </a:clrFrom>
                          <a:clrTo>
                            <a:srgbClr val="000000"/>
                          </a:clrTo>
                        </a:clrChange>
                      </a:blip>
                      <a:stretch>
                        <a:fillRect/>
                      </a:stretch>
                    </p:blipFill>
                    <p:spPr>
                      <a:xfrm>
                        <a:off x="901700" y="2711450"/>
                        <a:ext cx="4716463" cy="1003300"/>
                      </a:xfrm>
                      <a:prstGeom prst="rect">
                        <a:avLst/>
                      </a:prstGeom>
                      <a:noFill/>
                      <a:ln w="38100">
                        <a:noFill/>
                        <a:miter/>
                      </a:ln>
                    </p:spPr>
                  </p:pic>
                </p:oleObj>
              </mc:Fallback>
            </mc:AlternateContent>
          </a:graphicData>
        </a:graphic>
      </p:graphicFrame>
      <p:sp>
        <p:nvSpPr>
          <p:cNvPr id="382998" name="Text Box 1060"/>
          <p:cNvSpPr txBox="1"/>
          <p:nvPr/>
        </p:nvSpPr>
        <p:spPr>
          <a:xfrm>
            <a:off x="785813" y="4451350"/>
            <a:ext cx="4608512" cy="449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1800" b="1" dirty="0">
                <a:solidFill>
                  <a:srgbClr val="000000"/>
                </a:solidFill>
                <a:latin typeface="Times New Roman" panose="02020603050405020304" pitchFamily="18" charset="0"/>
                <a:ea typeface="楷体_GB2312" pitchFamily="49" charset="-122"/>
              </a:rPr>
              <a:t>The electric field inside the conductor is </a:t>
            </a:r>
            <a:r>
              <a:rPr lang="en-US" altLang="zh-CN" sz="1800" b="1" dirty="0">
                <a:solidFill>
                  <a:srgbClr val="FF0000"/>
                </a:solidFill>
                <a:latin typeface="Times New Roman" panose="02020603050405020304" pitchFamily="18" charset="0"/>
                <a:ea typeface="楷体_GB2312" pitchFamily="49" charset="-122"/>
              </a:rPr>
              <a:t>zero</a:t>
            </a:r>
            <a:endParaRPr lang="en-US" altLang="zh-CN" sz="1800" b="1" dirty="0">
              <a:solidFill>
                <a:srgbClr val="FF0000"/>
              </a:solidFill>
              <a:latin typeface="楷体_GB2312" pitchFamily="49" charset="-122"/>
              <a:ea typeface="楷体_GB2312" pitchFamily="49" charset="-122"/>
            </a:endParaRPr>
          </a:p>
        </p:txBody>
      </p:sp>
      <p:graphicFrame>
        <p:nvGraphicFramePr>
          <p:cNvPr id="382999" name="Object 1061"/>
          <p:cNvGraphicFramePr>
            <a:graphicFrameLocks noChangeAspect="1"/>
          </p:cNvGraphicFramePr>
          <p:nvPr/>
        </p:nvGraphicFramePr>
        <p:xfrm>
          <a:off x="930275" y="5622925"/>
          <a:ext cx="1849438" cy="968375"/>
        </p:xfrm>
        <a:graphic>
          <a:graphicData uri="http://schemas.openxmlformats.org/presentationml/2006/ole">
            <mc:AlternateContent xmlns:mc="http://schemas.openxmlformats.org/markup-compatibility/2006">
              <mc:Choice xmlns:v="urn:schemas-microsoft-com:vml" Requires="v">
                <p:oleObj r:id="rId18" imgW="748665" imgH="533400" progId="Equation.DSMT4">
                  <p:embed/>
                </p:oleObj>
              </mc:Choice>
              <mc:Fallback>
                <p:oleObj r:id="rId18" imgW="748665" imgH="533400" progId="Equation.DSMT4">
                  <p:embed/>
                  <p:pic>
                    <p:nvPicPr>
                      <p:cNvPr id="382999" name="Object 1061"/>
                      <p:cNvPicPr/>
                      <p:nvPr/>
                    </p:nvPicPr>
                    <p:blipFill>
                      <a:blip r:embed="rId19">
                        <a:clrChange>
                          <a:clrFrom>
                            <a:srgbClr val="000000"/>
                          </a:clrFrom>
                          <a:clrTo>
                            <a:srgbClr val="000000"/>
                          </a:clrTo>
                        </a:clrChange>
                        <a:clrChange>
                          <a:clrFrom>
                            <a:srgbClr val="FFFFFF"/>
                          </a:clrFrom>
                          <a:clrTo>
                            <a:srgbClr val="000000"/>
                          </a:clrTo>
                        </a:clrChange>
                      </a:blip>
                      <a:stretch>
                        <a:fillRect/>
                      </a:stretch>
                    </p:blipFill>
                    <p:spPr>
                      <a:xfrm>
                        <a:off x="930275" y="5622925"/>
                        <a:ext cx="1849438" cy="968375"/>
                      </a:xfrm>
                      <a:prstGeom prst="rect">
                        <a:avLst/>
                      </a:prstGeom>
                      <a:noFill/>
                      <a:ln w="38100">
                        <a:noFill/>
                        <a:miter/>
                      </a:ln>
                    </p:spPr>
                  </p:pic>
                </p:oleObj>
              </mc:Fallback>
            </mc:AlternateContent>
          </a:graphicData>
        </a:graphic>
      </p:graphicFrame>
      <p:grpSp>
        <p:nvGrpSpPr>
          <p:cNvPr id="508971" name="Group 1067"/>
          <p:cNvGrpSpPr/>
          <p:nvPr/>
        </p:nvGrpSpPr>
        <p:grpSpPr>
          <a:xfrm>
            <a:off x="3128963" y="5668963"/>
            <a:ext cx="2244725" cy="777875"/>
            <a:chOff x="1927" y="3054"/>
            <a:chExt cx="1416" cy="490"/>
          </a:xfrm>
        </p:grpSpPr>
        <p:graphicFrame>
          <p:nvGraphicFramePr>
            <p:cNvPr id="85019" name="Object 1062"/>
            <p:cNvGraphicFramePr>
              <a:graphicFrameLocks noChangeAspect="1"/>
            </p:cNvGraphicFramePr>
            <p:nvPr/>
          </p:nvGraphicFramePr>
          <p:xfrm>
            <a:off x="2390" y="3054"/>
            <a:ext cx="953" cy="490"/>
          </p:xfrm>
          <a:graphic>
            <a:graphicData uri="http://schemas.openxmlformats.org/presentationml/2006/ole">
              <mc:AlternateContent xmlns:mc="http://schemas.openxmlformats.org/markup-compatibility/2006">
                <mc:Choice xmlns:v="urn:schemas-microsoft-com:vml" Requires="v">
                  <p:oleObj r:id="rId20" imgW="622300" imgH="482600" progId="Equation.DSMT4">
                    <p:embed/>
                  </p:oleObj>
                </mc:Choice>
                <mc:Fallback>
                  <p:oleObj r:id="rId20" imgW="622300" imgH="482600" progId="Equation.DSMT4">
                    <p:embed/>
                    <p:pic>
                      <p:nvPicPr>
                        <p:cNvPr id="85019" name="Object 1062"/>
                        <p:cNvPicPr/>
                        <p:nvPr/>
                      </p:nvPicPr>
                      <p:blipFill>
                        <a:blip r:embed="rId21">
                          <a:clrChange>
                            <a:clrFrom>
                              <a:srgbClr val="000000"/>
                            </a:clrFrom>
                            <a:clrTo>
                              <a:srgbClr val="000000"/>
                            </a:clrTo>
                          </a:clrChange>
                          <a:clrChange>
                            <a:clrFrom>
                              <a:srgbClr val="FFFFFF"/>
                            </a:clrFrom>
                            <a:clrTo>
                              <a:srgbClr val="000000"/>
                            </a:clrTo>
                          </a:clrChange>
                        </a:blip>
                        <a:stretch>
                          <a:fillRect/>
                        </a:stretch>
                      </p:blipFill>
                      <p:spPr>
                        <a:xfrm>
                          <a:off x="2390" y="3054"/>
                          <a:ext cx="953" cy="490"/>
                        </a:xfrm>
                        <a:prstGeom prst="rect">
                          <a:avLst/>
                        </a:prstGeom>
                        <a:noFill/>
                        <a:ln w="38100">
                          <a:noFill/>
                          <a:miter/>
                        </a:ln>
                      </p:spPr>
                    </p:pic>
                  </p:oleObj>
                </mc:Fallback>
              </mc:AlternateContent>
            </a:graphicData>
          </a:graphic>
        </p:graphicFrame>
        <p:sp>
          <p:nvSpPr>
            <p:cNvPr id="85020" name="Text Box 1063"/>
            <p:cNvSpPr txBox="1"/>
            <p:nvPr/>
          </p:nvSpPr>
          <p:spPr>
            <a:xfrm>
              <a:off x="1927" y="3142"/>
              <a:ext cx="521"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OR</a:t>
              </a:r>
            </a:p>
          </p:txBody>
        </p:sp>
      </p:grpSp>
      <p:sp>
        <p:nvSpPr>
          <p:cNvPr id="85000" name="Rectangle 1068"/>
          <p:cNvSpPr/>
          <p:nvPr/>
        </p:nvSpPr>
        <p:spPr>
          <a:xfrm>
            <a:off x="250825" y="188913"/>
            <a:ext cx="4681538" cy="566737"/>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Tx/>
              <a:buBlip>
                <a:blip r:embed="rId22"/>
              </a:buBlip>
            </a:pPr>
            <a:r>
              <a:rPr lang="en-US" altLang="zh-CN" sz="2400" b="1" dirty="0">
                <a:solidFill>
                  <a:srgbClr val="0000CC"/>
                </a:solidFill>
                <a:ea typeface="楷体_GB2312" pitchFamily="49" charset="-122"/>
              </a:rPr>
              <a:t>Ideal dielectric </a:t>
            </a:r>
            <a:endParaRPr lang="en-US" altLang="zh-CN" sz="2800" b="1" dirty="0">
              <a:solidFill>
                <a:srgbClr val="0000CC"/>
              </a:solidFill>
              <a:ea typeface="楷体_GB2312" pitchFamily="49" charset="-122"/>
            </a:endParaRPr>
          </a:p>
        </p:txBody>
      </p:sp>
      <p:sp>
        <p:nvSpPr>
          <p:cNvPr id="508973" name="Rectangle 1069"/>
          <p:cNvSpPr/>
          <p:nvPr/>
        </p:nvSpPr>
        <p:spPr>
          <a:xfrm>
            <a:off x="250825" y="3644900"/>
            <a:ext cx="4321175" cy="488950"/>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Tx/>
              <a:buBlip>
                <a:blip r:embed="rId22"/>
              </a:buBlip>
            </a:pPr>
            <a:r>
              <a:rPr lang="en-US" altLang="zh-CN" sz="2000" b="1" dirty="0">
                <a:solidFill>
                  <a:srgbClr val="0000CC"/>
                </a:solidFill>
                <a:ea typeface="楷体_GB2312" pitchFamily="49" charset="-122"/>
              </a:rPr>
              <a:t>Conductor</a:t>
            </a:r>
          </a:p>
        </p:txBody>
      </p:sp>
      <p:sp>
        <p:nvSpPr>
          <p:cNvPr id="508974" name="Rectangle 1070"/>
          <p:cNvSpPr/>
          <p:nvPr/>
        </p:nvSpPr>
        <p:spPr>
          <a:xfrm>
            <a:off x="466725" y="1916113"/>
            <a:ext cx="4465638" cy="806450"/>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 typeface="Wingdings" panose="05000000000000000000" pitchFamily="2" charset="2"/>
              <a:buChar char="Ø"/>
            </a:pPr>
            <a:r>
              <a:rPr lang="en-US" altLang="zh-CN" sz="1800" b="1" dirty="0">
                <a:solidFill>
                  <a:srgbClr val="000000"/>
                </a:solidFill>
                <a:ea typeface="楷体_GB2312" pitchFamily="49" charset="-122"/>
              </a:rPr>
              <a:t>Direction relation of the field vector at the two sides of the interface</a:t>
            </a:r>
          </a:p>
        </p:txBody>
      </p:sp>
      <p:graphicFrame>
        <p:nvGraphicFramePr>
          <p:cNvPr id="383006" name="Object 1072"/>
          <p:cNvGraphicFramePr>
            <a:graphicFrameLocks noChangeAspect="1"/>
          </p:cNvGraphicFramePr>
          <p:nvPr/>
        </p:nvGraphicFramePr>
        <p:xfrm>
          <a:off x="3208338" y="1198563"/>
          <a:ext cx="1824037" cy="776287"/>
        </p:xfrm>
        <a:graphic>
          <a:graphicData uri="http://schemas.openxmlformats.org/presentationml/2006/ole">
            <mc:AlternateContent xmlns:mc="http://schemas.openxmlformats.org/markup-compatibility/2006">
              <mc:Choice xmlns:v="urn:schemas-microsoft-com:vml" Requires="v">
                <p:oleObj r:id="rId23" imgW="926465" imgH="482600" progId="Equation.DSMT4">
                  <p:embed/>
                </p:oleObj>
              </mc:Choice>
              <mc:Fallback>
                <p:oleObj r:id="rId23" imgW="926465" imgH="482600" progId="Equation.DSMT4">
                  <p:embed/>
                  <p:pic>
                    <p:nvPicPr>
                      <p:cNvPr id="383006" name="Object 1072"/>
                      <p:cNvPicPr/>
                      <p:nvPr/>
                    </p:nvPicPr>
                    <p:blipFill>
                      <a:blip r:embed="rId24">
                        <a:clrChange>
                          <a:clrFrom>
                            <a:srgbClr val="000000"/>
                          </a:clrFrom>
                          <a:clrTo>
                            <a:srgbClr val="FFFFFF"/>
                          </a:clrTo>
                        </a:clrChange>
                        <a:clrChange>
                          <a:clrFrom>
                            <a:srgbClr val="FFFFFF"/>
                          </a:clrFrom>
                          <a:clrTo>
                            <a:srgbClr val="000000"/>
                          </a:clrTo>
                        </a:clrChange>
                      </a:blip>
                      <a:stretch>
                        <a:fillRect/>
                      </a:stretch>
                    </p:blipFill>
                    <p:spPr>
                      <a:xfrm>
                        <a:off x="3208338" y="1198563"/>
                        <a:ext cx="1824037" cy="776287"/>
                      </a:xfrm>
                      <a:prstGeom prst="rect">
                        <a:avLst/>
                      </a:prstGeom>
                      <a:noFill/>
                      <a:ln w="38100">
                        <a:noFill/>
                        <a:miter/>
                      </a:ln>
                    </p:spPr>
                  </p:pic>
                </p:oleObj>
              </mc:Fallback>
            </mc:AlternateContent>
          </a:graphicData>
        </a:graphic>
      </p:graphicFrame>
      <p:sp>
        <p:nvSpPr>
          <p:cNvPr id="508978" name="Rectangle 1074"/>
          <p:cNvSpPr/>
          <p:nvPr/>
        </p:nvSpPr>
        <p:spPr>
          <a:xfrm>
            <a:off x="468313" y="692150"/>
            <a:ext cx="4465637" cy="806450"/>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 typeface="Wingdings" panose="05000000000000000000" pitchFamily="2" charset="2"/>
              <a:buChar char="Ø"/>
            </a:pPr>
            <a:r>
              <a:rPr lang="en-US" altLang="zh-CN" sz="1800" b="1" dirty="0">
                <a:solidFill>
                  <a:srgbClr val="000000"/>
                </a:solidFill>
                <a:ea typeface="楷体_GB2312" pitchFamily="49" charset="-122"/>
              </a:rPr>
              <a:t>The natural boundary conditions on the dielectric surface</a:t>
            </a:r>
          </a:p>
        </p:txBody>
      </p:sp>
      <p:sp>
        <p:nvSpPr>
          <p:cNvPr id="383008" name="Rectangle 1075"/>
          <p:cNvSpPr/>
          <p:nvPr/>
        </p:nvSpPr>
        <p:spPr>
          <a:xfrm>
            <a:off x="468313" y="4005263"/>
            <a:ext cx="3744912" cy="449262"/>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 typeface="Wingdings" panose="05000000000000000000" pitchFamily="2" charset="2"/>
              <a:buChar char="Ø"/>
            </a:pPr>
            <a:r>
              <a:rPr lang="en-US" altLang="zh-CN" sz="1800" b="1" dirty="0">
                <a:solidFill>
                  <a:srgbClr val="000000"/>
                </a:solidFill>
                <a:ea typeface="楷体_GB2312" pitchFamily="49" charset="-122"/>
              </a:rPr>
              <a:t>Electrostatic balance</a:t>
            </a:r>
          </a:p>
        </p:txBody>
      </p:sp>
      <p:sp>
        <p:nvSpPr>
          <p:cNvPr id="508980" name="Rectangle 1076"/>
          <p:cNvSpPr/>
          <p:nvPr/>
        </p:nvSpPr>
        <p:spPr>
          <a:xfrm>
            <a:off x="471488" y="4862513"/>
            <a:ext cx="5040312" cy="806450"/>
          </a:xfrm>
          <a:prstGeom prst="rect">
            <a:avLst/>
          </a:prstGeom>
          <a:noFill/>
          <a:ln w="1905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 typeface="Wingdings" panose="05000000000000000000" pitchFamily="2" charset="2"/>
              <a:buChar char="Ø"/>
            </a:pPr>
            <a:r>
              <a:rPr lang="en-US" altLang="zh-CN" sz="1800" b="1" dirty="0">
                <a:solidFill>
                  <a:srgbClr val="000000"/>
                </a:solidFill>
                <a:ea typeface="楷体_GB2312" pitchFamily="49" charset="-122"/>
              </a:rPr>
              <a:t>Boundary conditions on the surface of a conductor</a:t>
            </a:r>
          </a:p>
        </p:txBody>
      </p:sp>
      <p:sp>
        <p:nvSpPr>
          <p:cNvPr id="85007" name="Rectangle 1078"/>
          <p:cNvSpPr/>
          <p:nvPr/>
        </p:nvSpPr>
        <p:spPr>
          <a:xfrm>
            <a:off x="5724525" y="3789363"/>
            <a:ext cx="3240088" cy="1296987"/>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85008" name="Rectangle 1079"/>
          <p:cNvSpPr/>
          <p:nvPr/>
        </p:nvSpPr>
        <p:spPr>
          <a:xfrm>
            <a:off x="5724525" y="5086350"/>
            <a:ext cx="3240088" cy="1152525"/>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85009" name="Text Box 1080"/>
          <p:cNvSpPr txBox="1"/>
          <p:nvPr/>
        </p:nvSpPr>
        <p:spPr>
          <a:xfrm>
            <a:off x="5867400" y="5157788"/>
            <a:ext cx="14144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Conductor</a:t>
            </a:r>
          </a:p>
        </p:txBody>
      </p:sp>
      <p:sp>
        <p:nvSpPr>
          <p:cNvPr id="85010" name="Text Box 1081"/>
          <p:cNvSpPr txBox="1"/>
          <p:nvPr/>
        </p:nvSpPr>
        <p:spPr>
          <a:xfrm>
            <a:off x="5867400" y="4149725"/>
            <a:ext cx="10715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solidFill>
                  <a:srgbClr val="000000"/>
                </a:solidFill>
                <a:latin typeface="楷体_GB2312" pitchFamily="49" charset="-122"/>
                <a:ea typeface="楷体_GB2312" pitchFamily="49" charset="-122"/>
              </a:rPr>
              <a:t>Sub</a:t>
            </a:r>
          </a:p>
        </p:txBody>
      </p:sp>
      <p:graphicFrame>
        <p:nvGraphicFramePr>
          <p:cNvPr id="85011" name="Object 1082"/>
          <p:cNvGraphicFramePr>
            <a:graphicFrameLocks noChangeAspect="1"/>
          </p:cNvGraphicFramePr>
          <p:nvPr/>
        </p:nvGraphicFramePr>
        <p:xfrm>
          <a:off x="5940425" y="5516563"/>
          <a:ext cx="1089025" cy="447675"/>
        </p:xfrm>
        <a:graphic>
          <a:graphicData uri="http://schemas.openxmlformats.org/presentationml/2006/ole">
            <mc:AlternateContent xmlns:mc="http://schemas.openxmlformats.org/markup-compatibility/2006">
              <mc:Choice xmlns:v="urn:schemas-microsoft-com:vml" Requires="v">
                <p:oleObj r:id="rId25" imgW="622300" imgH="228600" progId="Equation.DSMT4">
                  <p:embed/>
                </p:oleObj>
              </mc:Choice>
              <mc:Fallback>
                <p:oleObj r:id="rId25" imgW="622300" imgH="228600" progId="Equation.DSMT4">
                  <p:embed/>
                  <p:pic>
                    <p:nvPicPr>
                      <p:cNvPr id="85011" name="Object 1082"/>
                      <p:cNvPicPr/>
                      <p:nvPr/>
                    </p:nvPicPr>
                    <p:blipFill>
                      <a:blip r:embed="rId26"/>
                      <a:stretch>
                        <a:fillRect/>
                      </a:stretch>
                    </p:blipFill>
                    <p:spPr>
                      <a:xfrm>
                        <a:off x="5940425" y="5516563"/>
                        <a:ext cx="1089025" cy="447675"/>
                      </a:xfrm>
                      <a:prstGeom prst="rect">
                        <a:avLst/>
                      </a:prstGeom>
                      <a:noFill/>
                      <a:ln w="38100">
                        <a:noFill/>
                        <a:miter/>
                      </a:ln>
                    </p:spPr>
                  </p:pic>
                </p:oleObj>
              </mc:Fallback>
            </mc:AlternateContent>
          </a:graphicData>
        </a:graphic>
      </p:graphicFrame>
      <p:graphicFrame>
        <p:nvGraphicFramePr>
          <p:cNvPr id="85012" name="Object 1083"/>
          <p:cNvGraphicFramePr>
            <a:graphicFrameLocks noChangeAspect="1"/>
          </p:cNvGraphicFramePr>
          <p:nvPr/>
        </p:nvGraphicFramePr>
        <p:xfrm>
          <a:off x="5903913" y="4581525"/>
          <a:ext cx="1219200" cy="442913"/>
        </p:xfrm>
        <a:graphic>
          <a:graphicData uri="http://schemas.openxmlformats.org/presentationml/2006/ole">
            <mc:AlternateContent xmlns:mc="http://schemas.openxmlformats.org/markup-compatibility/2006">
              <mc:Choice xmlns:v="urn:schemas-microsoft-com:vml" Requires="v">
                <p:oleObj r:id="rId27" imgW="622300" imgH="228600" progId="Equation.DSMT4">
                  <p:embed/>
                </p:oleObj>
              </mc:Choice>
              <mc:Fallback>
                <p:oleObj r:id="rId27" imgW="622300" imgH="228600" progId="Equation.DSMT4">
                  <p:embed/>
                  <p:pic>
                    <p:nvPicPr>
                      <p:cNvPr id="85012" name="Object 1083"/>
                      <p:cNvPicPr/>
                      <p:nvPr/>
                    </p:nvPicPr>
                    <p:blipFill>
                      <a:blip r:embed="rId28"/>
                      <a:stretch>
                        <a:fillRect/>
                      </a:stretch>
                    </p:blipFill>
                    <p:spPr>
                      <a:xfrm>
                        <a:off x="5903913" y="4581525"/>
                        <a:ext cx="1219200" cy="442913"/>
                      </a:xfrm>
                      <a:prstGeom prst="rect">
                        <a:avLst/>
                      </a:prstGeom>
                      <a:noFill/>
                      <a:ln w="38100">
                        <a:noFill/>
                        <a:miter/>
                      </a:ln>
                    </p:spPr>
                  </p:pic>
                </p:oleObj>
              </mc:Fallback>
            </mc:AlternateContent>
          </a:graphicData>
        </a:graphic>
      </p:graphicFrame>
      <p:sp>
        <p:nvSpPr>
          <p:cNvPr id="85013" name="Line 1085"/>
          <p:cNvSpPr/>
          <p:nvPr/>
        </p:nvSpPr>
        <p:spPr>
          <a:xfrm flipH="1">
            <a:off x="7596188" y="4152900"/>
            <a:ext cx="0" cy="1797050"/>
          </a:xfrm>
          <a:prstGeom prst="line">
            <a:avLst/>
          </a:prstGeom>
          <a:ln w="9525" cap="flat" cmpd="sng">
            <a:solidFill>
              <a:schemeClr val="tx1"/>
            </a:solidFill>
            <a:prstDash val="dash"/>
            <a:headEnd type="triangle" w="med" len="med"/>
            <a:tailEnd type="none" w="med" len="med"/>
          </a:ln>
        </p:spPr>
        <p:txBody>
          <a:bodyPr/>
          <a:lstStyle/>
          <a:p>
            <a:endParaRPr lang="zh-CN" altLang="en-US"/>
          </a:p>
        </p:txBody>
      </p:sp>
      <p:sp>
        <p:nvSpPr>
          <p:cNvPr id="85014" name="Line 1086"/>
          <p:cNvSpPr/>
          <p:nvPr/>
        </p:nvSpPr>
        <p:spPr>
          <a:xfrm flipV="1">
            <a:off x="7596188" y="4149725"/>
            <a:ext cx="0" cy="949325"/>
          </a:xfrm>
          <a:prstGeom prst="line">
            <a:avLst/>
          </a:prstGeom>
          <a:ln w="38100" cap="flat" cmpd="sng">
            <a:solidFill>
              <a:srgbClr val="FF00FF"/>
            </a:solidFill>
            <a:prstDash val="solid"/>
            <a:headEnd type="none" w="med" len="med"/>
            <a:tailEnd type="triangle" w="med" len="med"/>
          </a:ln>
        </p:spPr>
        <p:txBody>
          <a:bodyPr/>
          <a:lstStyle/>
          <a:p>
            <a:endParaRPr lang="zh-CN" altLang="en-US"/>
          </a:p>
        </p:txBody>
      </p:sp>
      <p:graphicFrame>
        <p:nvGraphicFramePr>
          <p:cNvPr id="85015" name="Object 1091"/>
          <p:cNvGraphicFramePr>
            <a:graphicFrameLocks noChangeAspect="1"/>
          </p:cNvGraphicFramePr>
          <p:nvPr/>
        </p:nvGraphicFramePr>
        <p:xfrm>
          <a:off x="7740650" y="5516563"/>
          <a:ext cx="992188" cy="496887"/>
        </p:xfrm>
        <a:graphic>
          <a:graphicData uri="http://schemas.openxmlformats.org/presentationml/2006/ole">
            <mc:AlternateContent xmlns:mc="http://schemas.openxmlformats.org/markup-compatibility/2006">
              <mc:Choice xmlns:v="urn:schemas-microsoft-com:vml" Requires="v">
                <p:oleObj r:id="rId29" imgW="443865" imgH="254000" progId="Equation.DSMT4">
                  <p:embed/>
                </p:oleObj>
              </mc:Choice>
              <mc:Fallback>
                <p:oleObj r:id="rId29" imgW="443865" imgH="254000" progId="Equation.DSMT4">
                  <p:embed/>
                  <p:pic>
                    <p:nvPicPr>
                      <p:cNvPr id="85015" name="Object 1091"/>
                      <p:cNvPicPr/>
                      <p:nvPr/>
                    </p:nvPicPr>
                    <p:blipFill>
                      <a:blip r:embed="rId30"/>
                      <a:stretch>
                        <a:fillRect/>
                      </a:stretch>
                    </p:blipFill>
                    <p:spPr>
                      <a:xfrm>
                        <a:off x="7740650" y="5516563"/>
                        <a:ext cx="992188" cy="496887"/>
                      </a:xfrm>
                      <a:prstGeom prst="rect">
                        <a:avLst/>
                      </a:prstGeom>
                      <a:noFill/>
                      <a:ln w="38100">
                        <a:noFill/>
                        <a:miter/>
                      </a:ln>
                    </p:spPr>
                  </p:pic>
                </p:oleObj>
              </mc:Fallback>
            </mc:AlternateContent>
          </a:graphicData>
        </a:graphic>
      </p:graphicFrame>
      <p:graphicFrame>
        <p:nvGraphicFramePr>
          <p:cNvPr id="85016" name="Object 1092"/>
          <p:cNvGraphicFramePr>
            <a:graphicFrameLocks noChangeAspect="1"/>
          </p:cNvGraphicFramePr>
          <p:nvPr/>
        </p:nvGraphicFramePr>
        <p:xfrm>
          <a:off x="7740650" y="4076700"/>
          <a:ext cx="1079500" cy="444500"/>
        </p:xfrm>
        <a:graphic>
          <a:graphicData uri="http://schemas.openxmlformats.org/presentationml/2006/ole">
            <mc:AlternateContent xmlns:mc="http://schemas.openxmlformats.org/markup-compatibility/2006">
              <mc:Choice xmlns:v="urn:schemas-microsoft-com:vml" Requires="v">
                <p:oleObj r:id="rId31" imgW="443865" imgH="254000" progId="Equation.DSMT4">
                  <p:embed/>
                </p:oleObj>
              </mc:Choice>
              <mc:Fallback>
                <p:oleObj r:id="rId31" imgW="443865" imgH="254000" progId="Equation.DSMT4">
                  <p:embed/>
                  <p:pic>
                    <p:nvPicPr>
                      <p:cNvPr id="85016" name="Object 1092"/>
                      <p:cNvPicPr/>
                      <p:nvPr/>
                    </p:nvPicPr>
                    <p:blipFill>
                      <a:blip r:embed="rId32"/>
                      <a:stretch>
                        <a:fillRect/>
                      </a:stretch>
                    </p:blipFill>
                    <p:spPr>
                      <a:xfrm>
                        <a:off x="7740650" y="4076700"/>
                        <a:ext cx="1079500" cy="444500"/>
                      </a:xfrm>
                      <a:prstGeom prst="rect">
                        <a:avLst/>
                      </a:prstGeom>
                      <a:noFill/>
                      <a:ln w="38100">
                        <a:noFill/>
                        <a:miter/>
                      </a:ln>
                    </p:spPr>
                  </p:pic>
                </p:oleObj>
              </mc:Fallback>
            </mc:AlternateContent>
          </a:graphicData>
        </a:graphic>
      </p:graphicFrame>
      <p:graphicFrame>
        <p:nvGraphicFramePr>
          <p:cNvPr id="85017" name="Object 1093"/>
          <p:cNvGraphicFramePr>
            <a:graphicFrameLocks noChangeAspect="1"/>
          </p:cNvGraphicFramePr>
          <p:nvPr/>
        </p:nvGraphicFramePr>
        <p:xfrm>
          <a:off x="7227888" y="3941763"/>
          <a:ext cx="430212" cy="482600"/>
        </p:xfrm>
        <a:graphic>
          <a:graphicData uri="http://schemas.openxmlformats.org/presentationml/2006/ole">
            <mc:AlternateContent xmlns:mc="http://schemas.openxmlformats.org/markup-compatibility/2006">
              <mc:Choice xmlns:v="urn:schemas-microsoft-com:vml" Requires="v">
                <p:oleObj r:id="rId14" imgW="165100" imgH="215900" progId="Equation.3">
                  <p:embed/>
                </p:oleObj>
              </mc:Choice>
              <mc:Fallback>
                <p:oleObj r:id="rId14" imgW="165100" imgH="215900" progId="Equation.3">
                  <p:embed/>
                  <p:pic>
                    <p:nvPicPr>
                      <p:cNvPr id="85017" name="Object 1093"/>
                      <p:cNvPicPr/>
                      <p:nvPr/>
                    </p:nvPicPr>
                    <p:blipFill>
                      <a:blip r:embed="rId15"/>
                      <a:stretch>
                        <a:fillRect/>
                      </a:stretch>
                    </p:blipFill>
                    <p:spPr>
                      <a:xfrm>
                        <a:off x="7227888" y="3941763"/>
                        <a:ext cx="430212" cy="482600"/>
                      </a:xfrm>
                      <a:prstGeom prst="rect">
                        <a:avLst/>
                      </a:prstGeom>
                      <a:noFill/>
                      <a:ln w="38100">
                        <a:noFill/>
                        <a:miter/>
                      </a:ln>
                    </p:spPr>
                  </p:pic>
                </p:oleObj>
              </mc:Fallback>
            </mc:AlternateContent>
          </a:graphicData>
        </a:graphic>
      </p:graphicFrame>
      <p:sp>
        <p:nvSpPr>
          <p:cNvPr id="85018" name="Rectangle 1094"/>
          <p:cNvSpPr/>
          <p:nvPr/>
        </p:nvSpPr>
        <p:spPr>
          <a:xfrm>
            <a:off x="5724525" y="3789363"/>
            <a:ext cx="3240088" cy="2449512"/>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08978"/>
                                        </p:tgtEl>
                                        <p:attrNameLst>
                                          <p:attrName>style.visibility</p:attrName>
                                        </p:attrNameLst>
                                      </p:cBhvr>
                                      <p:to>
                                        <p:strVal val="visible"/>
                                      </p:to>
                                    </p:set>
                                    <p:animEffect transition="in" filter="slide(fromBottom)">
                                      <p:cBhvr>
                                        <p:cTn id="7" dur="500"/>
                                        <p:tgtEl>
                                          <p:spTgt spid="508978"/>
                                        </p:tgtEl>
                                      </p:cBhvr>
                                    </p:animEffect>
                                  </p:childTnLst>
                                </p:cTn>
                              </p:par>
                              <p:par>
                                <p:cTn id="8" presetID="12" presetClass="entr" presetSubtype="4" fill="hold" nodeType="withEffect">
                                  <p:stCondLst>
                                    <p:cond delay="0"/>
                                  </p:stCondLst>
                                  <p:childTnLst>
                                    <p:set>
                                      <p:cBhvr>
                                        <p:cTn id="9" dur="1" fill="hold">
                                          <p:stCondLst>
                                            <p:cond delay="0"/>
                                          </p:stCondLst>
                                        </p:cTn>
                                        <p:tgtEl>
                                          <p:spTgt spid="383006"/>
                                        </p:tgtEl>
                                        <p:attrNameLst>
                                          <p:attrName>style.visibility</p:attrName>
                                        </p:attrNameLst>
                                      </p:cBhvr>
                                      <p:to>
                                        <p:strVal val="visible"/>
                                      </p:to>
                                    </p:set>
                                    <p:animEffect transition="in" filter="slide(fromBottom)">
                                      <p:cBhvr>
                                        <p:cTn id="10" dur="500"/>
                                        <p:tgtEl>
                                          <p:spTgt spid="38300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08974"/>
                                        </p:tgtEl>
                                        <p:attrNameLst>
                                          <p:attrName>style.visibility</p:attrName>
                                        </p:attrNameLst>
                                      </p:cBhvr>
                                      <p:to>
                                        <p:strVal val="visible"/>
                                      </p:to>
                                    </p:set>
                                    <p:animEffect transition="in" filter="blinds(horizontal)">
                                      <p:cBhvr>
                                        <p:cTn id="15" dur="500"/>
                                        <p:tgtEl>
                                          <p:spTgt spid="508974"/>
                                        </p:tgtEl>
                                      </p:cBhvr>
                                    </p:animEffect>
                                  </p:childTnLst>
                                </p:cTn>
                              </p:par>
                              <p:par>
                                <p:cTn id="16" presetID="3" presetClass="entr" presetSubtype="10" fill="hold" nodeType="withEffect">
                                  <p:stCondLst>
                                    <p:cond delay="0"/>
                                  </p:stCondLst>
                                  <p:childTnLst>
                                    <p:set>
                                      <p:cBhvr>
                                        <p:cTn id="17" dur="1" fill="hold">
                                          <p:stCondLst>
                                            <p:cond delay="0"/>
                                          </p:stCondLst>
                                        </p:cTn>
                                        <p:tgtEl>
                                          <p:spTgt spid="382997"/>
                                        </p:tgtEl>
                                        <p:attrNameLst>
                                          <p:attrName>style.visibility</p:attrName>
                                        </p:attrNameLst>
                                      </p:cBhvr>
                                      <p:to>
                                        <p:strVal val="visible"/>
                                      </p:to>
                                    </p:set>
                                    <p:animEffect transition="in" filter="blinds(horizontal)">
                                      <p:cBhvr>
                                        <p:cTn id="18" dur="500"/>
                                        <p:tgtEl>
                                          <p:spTgt spid="382997"/>
                                        </p:tgtEl>
                                      </p:cBhvr>
                                    </p:animEffect>
                                  </p:childTnLst>
                                </p:cTn>
                              </p:par>
                              <p:par>
                                <p:cTn id="19" presetID="3" presetClass="entr" presetSubtype="10" fill="hold" nodeType="withEffect">
                                  <p:stCondLst>
                                    <p:cond delay="0"/>
                                  </p:stCondLst>
                                  <p:childTnLst>
                                    <p:set>
                                      <p:cBhvr>
                                        <p:cTn id="20" dur="1" fill="hold">
                                          <p:stCondLst>
                                            <p:cond delay="0"/>
                                          </p:stCondLst>
                                        </p:cTn>
                                        <p:tgtEl>
                                          <p:spTgt spid="508973"/>
                                        </p:tgtEl>
                                        <p:attrNameLst>
                                          <p:attrName>style.visibility</p:attrName>
                                        </p:attrNameLst>
                                      </p:cBhvr>
                                      <p:to>
                                        <p:strVal val="visible"/>
                                      </p:to>
                                    </p:set>
                                    <p:animEffect transition="in" filter="blinds(horizontal)">
                                      <p:cBhvr>
                                        <p:cTn id="21" dur="500"/>
                                        <p:tgtEl>
                                          <p:spTgt spid="50897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83008"/>
                                        </p:tgtEl>
                                        <p:attrNameLst>
                                          <p:attrName>style.visibility</p:attrName>
                                        </p:attrNameLst>
                                      </p:cBhvr>
                                      <p:to>
                                        <p:strVal val="visible"/>
                                      </p:to>
                                    </p:set>
                                    <p:animEffect transition="in" filter="dissolve">
                                      <p:cBhvr>
                                        <p:cTn id="26" dur="500"/>
                                        <p:tgtEl>
                                          <p:spTgt spid="383008"/>
                                        </p:tgtEl>
                                      </p:cBhvr>
                                    </p:animEffect>
                                  </p:childTnLst>
                                </p:cTn>
                              </p:par>
                              <p:par>
                                <p:cTn id="27" presetID="9" presetClass="entr" presetSubtype="0" fill="hold" nodeType="withEffect">
                                  <p:stCondLst>
                                    <p:cond delay="0"/>
                                  </p:stCondLst>
                                  <p:childTnLst>
                                    <p:set>
                                      <p:cBhvr>
                                        <p:cTn id="28" dur="1" fill="hold">
                                          <p:stCondLst>
                                            <p:cond delay="0"/>
                                          </p:stCondLst>
                                        </p:cTn>
                                        <p:tgtEl>
                                          <p:spTgt spid="382998"/>
                                        </p:tgtEl>
                                        <p:attrNameLst>
                                          <p:attrName>style.visibility</p:attrName>
                                        </p:attrNameLst>
                                      </p:cBhvr>
                                      <p:to>
                                        <p:strVal val="visible"/>
                                      </p:to>
                                    </p:set>
                                    <p:animEffect transition="in" filter="dissolve">
                                      <p:cBhvr>
                                        <p:cTn id="29" dur="500"/>
                                        <p:tgtEl>
                                          <p:spTgt spid="38299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08980"/>
                                        </p:tgtEl>
                                        <p:attrNameLst>
                                          <p:attrName>style.visibility</p:attrName>
                                        </p:attrNameLst>
                                      </p:cBhvr>
                                      <p:to>
                                        <p:strVal val="visible"/>
                                      </p:to>
                                    </p:set>
                                    <p:animEffect transition="in" filter="dissolve">
                                      <p:cBhvr>
                                        <p:cTn id="34" dur="500"/>
                                        <p:tgtEl>
                                          <p:spTgt spid="508980"/>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382999"/>
                                        </p:tgtEl>
                                        <p:attrNameLst>
                                          <p:attrName>style.visibility</p:attrName>
                                        </p:attrNameLst>
                                      </p:cBhvr>
                                      <p:to>
                                        <p:strVal val="visible"/>
                                      </p:to>
                                    </p:set>
                                    <p:animEffect transition="in" filter="slide(fromBottom)">
                                      <p:cBhvr>
                                        <p:cTn id="39" dur="500"/>
                                        <p:tgtEl>
                                          <p:spTgt spid="382999"/>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508971"/>
                                        </p:tgtEl>
                                        <p:attrNameLst>
                                          <p:attrName>style.visibility</p:attrName>
                                        </p:attrNameLst>
                                      </p:cBhvr>
                                      <p:to>
                                        <p:strVal val="visible"/>
                                      </p:to>
                                    </p:set>
                                    <p:animEffect transition="in" filter="slide(fromBottom)">
                                      <p:cBhvr>
                                        <p:cTn id="44" dur="500"/>
                                        <p:tgtEl>
                                          <p:spTgt spid="508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98" grpId="0"/>
      <p:bldP spid="508973" grpId="0"/>
      <p:bldP spid="508974" grpId="0"/>
      <p:bldP spid="508978" grpId="0"/>
      <p:bldP spid="383008" grpId="0"/>
      <p:bldP spid="50898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4"/>
          <p:cNvPicPr>
            <a:picLocks noChangeAspect="1"/>
          </p:cNvPicPr>
          <p:nvPr/>
        </p:nvPicPr>
        <p:blipFill>
          <a:blip r:embed="rId2"/>
          <a:stretch>
            <a:fillRect/>
          </a:stretch>
        </p:blipFill>
        <p:spPr>
          <a:xfrm>
            <a:off x="0" y="44450"/>
            <a:ext cx="9144000" cy="1522413"/>
          </a:xfrm>
          <a:prstGeom prst="rect">
            <a:avLst/>
          </a:prstGeom>
          <a:noFill/>
          <a:ln w="9525">
            <a:noFill/>
          </a:ln>
        </p:spPr>
      </p:pic>
      <p:pic>
        <p:nvPicPr>
          <p:cNvPr id="86019" name="Picture 5"/>
          <p:cNvPicPr>
            <a:picLocks noChangeAspect="1"/>
          </p:cNvPicPr>
          <p:nvPr/>
        </p:nvPicPr>
        <p:blipFill>
          <a:blip r:embed="rId3"/>
          <a:stretch>
            <a:fillRect/>
          </a:stretch>
        </p:blipFill>
        <p:spPr>
          <a:xfrm>
            <a:off x="0" y="1557338"/>
            <a:ext cx="2773363" cy="2560637"/>
          </a:xfrm>
          <a:prstGeom prst="rect">
            <a:avLst/>
          </a:prstGeom>
          <a:noFill/>
          <a:ln w="9525">
            <a:noFill/>
          </a:ln>
        </p:spPr>
      </p:pic>
      <p:graphicFrame>
        <p:nvGraphicFramePr>
          <p:cNvPr id="346118" name="Object 6"/>
          <p:cNvGraphicFramePr>
            <a:graphicFrameLocks noGrp="1" noChangeAspect="1"/>
          </p:cNvGraphicFramePr>
          <p:nvPr>
            <p:ph sz="quarter" idx="1" hasCustomPrompt="1"/>
          </p:nvPr>
        </p:nvGraphicFramePr>
        <p:xfrm>
          <a:off x="5724525" y="2420938"/>
          <a:ext cx="3419475" cy="1039812"/>
        </p:xfrm>
        <a:graphic>
          <a:graphicData uri="http://schemas.openxmlformats.org/presentationml/2006/ole">
            <mc:AlternateContent xmlns:mc="http://schemas.openxmlformats.org/markup-compatibility/2006">
              <mc:Choice xmlns:v="urn:schemas-microsoft-com:vml" Requires="v">
                <p:oleObj r:id="rId4" imgW="1586865" imgH="482600" progId="Equation.DSMT4">
                  <p:embed/>
                </p:oleObj>
              </mc:Choice>
              <mc:Fallback>
                <p:oleObj r:id="rId4" imgW="1586865" imgH="482600" progId="Equation.DSMT4">
                  <p:embed/>
                  <p:pic>
                    <p:nvPicPr>
                      <p:cNvPr id="346118" name="Object 6"/>
                      <p:cNvPicPr/>
                      <p:nvPr/>
                    </p:nvPicPr>
                    <p:blipFill>
                      <a:blip r:embed="rId5"/>
                      <a:srcRect/>
                      <a:stretch>
                        <a:fillRect/>
                      </a:stretch>
                    </p:blipFill>
                    <p:spPr>
                      <a:xfrm>
                        <a:off x="5724525" y="2420938"/>
                        <a:ext cx="3419475" cy="1039812"/>
                      </a:xfrm>
                      <a:prstGeom prst="rect">
                        <a:avLst/>
                      </a:prstGeom>
                      <a:noFill/>
                      <a:ln w="38100">
                        <a:miter/>
                      </a:ln>
                    </p:spPr>
                  </p:pic>
                </p:oleObj>
              </mc:Fallback>
            </mc:AlternateContent>
          </a:graphicData>
        </a:graphic>
      </p:graphicFrame>
      <p:graphicFrame>
        <p:nvGraphicFramePr>
          <p:cNvPr id="346120" name="Object 8"/>
          <p:cNvGraphicFramePr>
            <a:graphicFrameLocks noGrp="1" noChangeAspect="1"/>
          </p:cNvGraphicFramePr>
          <p:nvPr>
            <p:ph sz="quarter" idx="2" hasCustomPrompt="1"/>
          </p:nvPr>
        </p:nvGraphicFramePr>
        <p:xfrm>
          <a:off x="2916238" y="2492375"/>
          <a:ext cx="1727200" cy="898525"/>
        </p:xfrm>
        <a:graphic>
          <a:graphicData uri="http://schemas.openxmlformats.org/presentationml/2006/ole">
            <mc:AlternateContent xmlns:mc="http://schemas.openxmlformats.org/markup-compatibility/2006">
              <mc:Choice xmlns:v="urn:schemas-microsoft-com:vml" Requires="v">
                <p:oleObj r:id="rId6" imgW="927100" imgH="482600" progId="Equation.DSMT4">
                  <p:embed/>
                </p:oleObj>
              </mc:Choice>
              <mc:Fallback>
                <p:oleObj r:id="rId6" imgW="927100" imgH="482600" progId="Equation.DSMT4">
                  <p:embed/>
                  <p:pic>
                    <p:nvPicPr>
                      <p:cNvPr id="346120" name="Object 8"/>
                      <p:cNvPicPr/>
                      <p:nvPr/>
                    </p:nvPicPr>
                    <p:blipFill>
                      <a:blip r:embed="rId7"/>
                      <a:srcRect/>
                      <a:stretch>
                        <a:fillRect/>
                      </a:stretch>
                    </p:blipFill>
                    <p:spPr>
                      <a:xfrm>
                        <a:off x="2916238" y="2492375"/>
                        <a:ext cx="1727200" cy="898525"/>
                      </a:xfrm>
                      <a:prstGeom prst="rect">
                        <a:avLst/>
                      </a:prstGeom>
                      <a:noFill/>
                      <a:ln w="38100">
                        <a:miter/>
                      </a:ln>
                    </p:spPr>
                  </p:pic>
                </p:oleObj>
              </mc:Fallback>
            </mc:AlternateContent>
          </a:graphicData>
        </a:graphic>
      </p:graphicFrame>
      <p:graphicFrame>
        <p:nvGraphicFramePr>
          <p:cNvPr id="346125" name="Object 13"/>
          <p:cNvGraphicFramePr>
            <a:graphicFrameLocks noGrp="1" noChangeAspect="1"/>
          </p:cNvGraphicFramePr>
          <p:nvPr>
            <p:ph sz="quarter" idx="3" hasCustomPrompt="1"/>
          </p:nvPr>
        </p:nvGraphicFramePr>
        <p:xfrm>
          <a:off x="3924300" y="3644900"/>
          <a:ext cx="1295400" cy="746125"/>
        </p:xfrm>
        <a:graphic>
          <a:graphicData uri="http://schemas.openxmlformats.org/presentationml/2006/ole">
            <mc:AlternateContent xmlns:mc="http://schemas.openxmlformats.org/markup-compatibility/2006">
              <mc:Choice xmlns:v="urn:schemas-microsoft-com:vml" Requires="v">
                <p:oleObj r:id="rId8" imgW="748665" imgH="431800" progId="Equation.DSMT4">
                  <p:embed/>
                </p:oleObj>
              </mc:Choice>
              <mc:Fallback>
                <p:oleObj r:id="rId8" imgW="748665" imgH="431800" progId="Equation.DSMT4">
                  <p:embed/>
                  <p:pic>
                    <p:nvPicPr>
                      <p:cNvPr id="346125" name="Object 13"/>
                      <p:cNvPicPr/>
                      <p:nvPr/>
                    </p:nvPicPr>
                    <p:blipFill>
                      <a:blip r:embed="rId9"/>
                      <a:srcRect/>
                      <a:stretch>
                        <a:fillRect/>
                      </a:stretch>
                    </p:blipFill>
                    <p:spPr>
                      <a:xfrm>
                        <a:off x="3924300" y="3644900"/>
                        <a:ext cx="1295400" cy="746125"/>
                      </a:xfrm>
                      <a:prstGeom prst="rect">
                        <a:avLst/>
                      </a:prstGeom>
                      <a:noFill/>
                      <a:ln w="38100">
                        <a:miter/>
                      </a:ln>
                    </p:spPr>
                  </p:pic>
                </p:oleObj>
              </mc:Fallback>
            </mc:AlternateContent>
          </a:graphicData>
        </a:graphic>
      </p:graphicFrame>
      <p:sp>
        <p:nvSpPr>
          <p:cNvPr id="346123" name="AutoShape 11"/>
          <p:cNvSpPr/>
          <p:nvPr/>
        </p:nvSpPr>
        <p:spPr>
          <a:xfrm rot="-5400000">
            <a:off x="4943475" y="2625725"/>
            <a:ext cx="265113"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6124" name="Rectangle 12"/>
          <p:cNvSpPr/>
          <p:nvPr/>
        </p:nvSpPr>
        <p:spPr>
          <a:xfrm>
            <a:off x="2843213" y="1484313"/>
            <a:ext cx="5976937" cy="10795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000" b="1" dirty="0">
                <a:solidFill>
                  <a:srgbClr val="FF0000"/>
                </a:solidFill>
                <a:latin typeface="Times New Roman" panose="02020603050405020304" pitchFamily="18" charset="0"/>
                <a:ea typeface="楷体_GB2312" pitchFamily="49" charset="-122"/>
              </a:rPr>
              <a:t>Solution:</a:t>
            </a:r>
            <a:r>
              <a:rPr lang="en-US" altLang="zh-CN" sz="2000" b="1" dirty="0">
                <a:solidFill>
                  <a:srgbClr val="0000CC"/>
                </a:solidFill>
                <a:latin typeface="Times New Roman" panose="02020603050405020304" pitchFamily="18" charset="0"/>
                <a:ea typeface="楷体_GB2312" pitchFamily="49" charset="-122"/>
              </a:rPr>
              <a:t> there is no free charge on the surface, from the boundary condition</a:t>
            </a:r>
          </a:p>
        </p:txBody>
      </p:sp>
      <p:graphicFrame>
        <p:nvGraphicFramePr>
          <p:cNvPr id="346131" name="Object 19"/>
          <p:cNvGraphicFramePr>
            <a:graphicFrameLocks noChangeAspect="1"/>
          </p:cNvGraphicFramePr>
          <p:nvPr/>
        </p:nvGraphicFramePr>
        <p:xfrm>
          <a:off x="3924300" y="4508500"/>
          <a:ext cx="5219700" cy="2143125"/>
        </p:xfrm>
        <a:graphic>
          <a:graphicData uri="http://schemas.openxmlformats.org/presentationml/2006/ole">
            <mc:AlternateContent xmlns:mc="http://schemas.openxmlformats.org/markup-compatibility/2006">
              <mc:Choice xmlns:v="urn:schemas-microsoft-com:vml" Requires="v">
                <p:oleObj r:id="rId10" imgW="2844800" imgH="1168400" progId="Equation.DSMT4">
                  <p:embed/>
                </p:oleObj>
              </mc:Choice>
              <mc:Fallback>
                <p:oleObj r:id="rId10" imgW="2844800" imgH="1168400" progId="Equation.DSMT4">
                  <p:embed/>
                  <p:pic>
                    <p:nvPicPr>
                      <p:cNvPr id="346131" name="Object 19"/>
                      <p:cNvPicPr/>
                      <p:nvPr/>
                    </p:nvPicPr>
                    <p:blipFill>
                      <a:blip r:embed="rId11"/>
                      <a:stretch>
                        <a:fillRect/>
                      </a:stretch>
                    </p:blipFill>
                    <p:spPr>
                      <a:xfrm>
                        <a:off x="3924300" y="4508500"/>
                        <a:ext cx="5219700" cy="2143125"/>
                      </a:xfrm>
                      <a:prstGeom prst="rect">
                        <a:avLst/>
                      </a:prstGeom>
                      <a:noFill/>
                      <a:ln w="38100">
                        <a:noFill/>
                        <a:miter/>
                      </a:ln>
                    </p:spPr>
                  </p:pic>
                </p:oleObj>
              </mc:Fallback>
            </mc:AlternateContent>
          </a:graphicData>
        </a:graphic>
      </p:graphicFrame>
      <p:sp>
        <p:nvSpPr>
          <p:cNvPr id="346133" name="AutoShape 21"/>
          <p:cNvSpPr/>
          <p:nvPr/>
        </p:nvSpPr>
        <p:spPr>
          <a:xfrm rot="-5400000">
            <a:off x="3214688" y="3705225"/>
            <a:ext cx="265112" cy="576263"/>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6135" name="AutoShape 23"/>
          <p:cNvSpPr/>
          <p:nvPr/>
        </p:nvSpPr>
        <p:spPr>
          <a:xfrm rot="-5400000">
            <a:off x="3214688" y="5002213"/>
            <a:ext cx="265112" cy="576262"/>
          </a:xfrm>
          <a:prstGeom prst="downArrow">
            <a:avLst>
              <a:gd name="adj1" fmla="val 50000"/>
              <a:gd name="adj2" fmla="val 54341"/>
            </a:avLst>
          </a:prstGeom>
          <a:solidFill>
            <a:srgbClr val="FFCC99"/>
          </a:solidFill>
          <a:ln w="22225" cap="flat"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p>
        </p:txBody>
      </p:sp>
      <p:sp>
        <p:nvSpPr>
          <p:cNvPr id="346137" name="Rectangle 25"/>
          <p:cNvSpPr/>
          <p:nvPr/>
        </p:nvSpPr>
        <p:spPr>
          <a:xfrm>
            <a:off x="179388" y="4149725"/>
            <a:ext cx="3025775" cy="1727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77825" lvl="0" indent="-377825" eaLnBrk="1" hangingPunct="1">
              <a:lnSpc>
                <a:spcPct val="140000"/>
              </a:lnSpc>
              <a:buClrTx/>
              <a:buSzTx/>
              <a:buFontTx/>
              <a:buNone/>
            </a:pPr>
            <a:r>
              <a:rPr lang="en-US" altLang="zh-CN" sz="2400" b="1" dirty="0">
                <a:solidFill>
                  <a:srgbClr val="0000CC"/>
                </a:solidFill>
                <a:ea typeface="楷体_GB2312" pitchFamily="49" charset="-122"/>
              </a:rPr>
              <a:t>Q: Whether </a:t>
            </a:r>
            <a:r>
              <a:rPr lang="el-GR" altLang="zh-CN" sz="2400" b="1" dirty="0">
                <a:solidFill>
                  <a:srgbClr val="0000CC"/>
                </a:solidFill>
              </a:rPr>
              <a:t>ε</a:t>
            </a:r>
            <a:r>
              <a:rPr lang="en-US" altLang="zh-CN" sz="2400" b="1" baseline="-25000" dirty="0">
                <a:solidFill>
                  <a:srgbClr val="0000CC"/>
                </a:solidFill>
              </a:rPr>
              <a:t>1</a:t>
            </a:r>
            <a:r>
              <a:rPr lang="en-US" altLang="zh-CN" sz="2400" dirty="0"/>
              <a:t> </a:t>
            </a:r>
            <a:r>
              <a:rPr lang="en-US" altLang="zh-CN" sz="2400" b="1" dirty="0">
                <a:solidFill>
                  <a:srgbClr val="0000CC"/>
                </a:solidFill>
                <a:ea typeface="楷体_GB2312" pitchFamily="49" charset="-122"/>
              </a:rPr>
              <a:t>is large or smaller than </a:t>
            </a:r>
            <a:r>
              <a:rPr lang="el-GR" altLang="zh-CN" sz="2400" b="1" dirty="0">
                <a:solidFill>
                  <a:srgbClr val="0000CC"/>
                </a:solidFill>
              </a:rPr>
              <a:t>ε</a:t>
            </a:r>
            <a:r>
              <a:rPr lang="en-US" altLang="zh-CN" sz="2400" b="1" baseline="-25000" dirty="0">
                <a:solidFill>
                  <a:srgbClr val="0000CC"/>
                </a:solidFill>
              </a:rPr>
              <a:t>2</a:t>
            </a:r>
            <a:r>
              <a:rPr lang="en-US" altLang="zh-CN" sz="2400" b="1" dirty="0">
                <a:solidFill>
                  <a:srgbClr val="0000CC"/>
                </a:solidFill>
              </a:rPr>
              <a:t>?</a:t>
            </a:r>
            <a:r>
              <a:rPr lang="en-US" altLang="zh-CN" sz="2400" b="1" dirty="0">
                <a:solidFill>
                  <a:srgbClr val="0000CC"/>
                </a:solidFill>
                <a:ea typeface="楷体_GB2312" pitchFamily="49" charset="-122"/>
              </a:rPr>
              <a:t> </a:t>
            </a:r>
            <a:endParaRPr lang="el-GR" altLang="zh-CN" sz="2400" b="1" dirty="0">
              <a:solidFill>
                <a:srgbClr val="0000CC"/>
              </a:solidFill>
              <a:ea typeface="楷体_GB2312" pitchFamily="49" charset="-122"/>
            </a:endParaRPr>
          </a:p>
        </p:txBody>
      </p:sp>
      <p:pic>
        <p:nvPicPr>
          <p:cNvPr id="4098" name="Picture 2"/>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93662" y="5632450"/>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6124"/>
                                        </p:tgtEl>
                                        <p:attrNameLst>
                                          <p:attrName>style.visibility</p:attrName>
                                        </p:attrNameLst>
                                      </p:cBhvr>
                                      <p:to>
                                        <p:strVal val="visible"/>
                                      </p:to>
                                    </p:set>
                                    <p:animEffect transition="in" filter="dissolve">
                                      <p:cBhvr>
                                        <p:cTn id="7" dur="500"/>
                                        <p:tgtEl>
                                          <p:spTgt spid="34612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46120"/>
                                        </p:tgtEl>
                                        <p:attrNameLst>
                                          <p:attrName>style.visibility</p:attrName>
                                        </p:attrNameLst>
                                      </p:cBhvr>
                                      <p:to>
                                        <p:strVal val="visible"/>
                                      </p:to>
                                    </p:set>
                                    <p:animEffect transition="in" filter="slide(fromBottom)">
                                      <p:cBhvr>
                                        <p:cTn id="12" dur="500"/>
                                        <p:tgtEl>
                                          <p:spTgt spid="34612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46123"/>
                                        </p:tgtEl>
                                        <p:attrNameLst>
                                          <p:attrName>style.visibility</p:attrName>
                                        </p:attrNameLst>
                                      </p:cBhvr>
                                      <p:to>
                                        <p:strVal val="visible"/>
                                      </p:to>
                                    </p:set>
                                    <p:animEffect transition="in" filter="slide(fromBottom)">
                                      <p:cBhvr>
                                        <p:cTn id="17" dur="500"/>
                                        <p:tgtEl>
                                          <p:spTgt spid="346123"/>
                                        </p:tgtEl>
                                      </p:cBhvr>
                                    </p:animEffect>
                                  </p:childTnLst>
                                </p:cTn>
                              </p:par>
                              <p:par>
                                <p:cTn id="18" presetID="12" presetClass="entr" presetSubtype="4" fill="hold" nodeType="withEffect">
                                  <p:stCondLst>
                                    <p:cond delay="0"/>
                                  </p:stCondLst>
                                  <p:childTnLst>
                                    <p:set>
                                      <p:cBhvr>
                                        <p:cTn id="19" dur="1" fill="hold">
                                          <p:stCondLst>
                                            <p:cond delay="0"/>
                                          </p:stCondLst>
                                        </p:cTn>
                                        <p:tgtEl>
                                          <p:spTgt spid="346118"/>
                                        </p:tgtEl>
                                        <p:attrNameLst>
                                          <p:attrName>style.visibility</p:attrName>
                                        </p:attrNameLst>
                                      </p:cBhvr>
                                      <p:to>
                                        <p:strVal val="visible"/>
                                      </p:to>
                                    </p:set>
                                    <p:animEffect transition="in" filter="slide(fromBottom)">
                                      <p:cBhvr>
                                        <p:cTn id="20" dur="500"/>
                                        <p:tgtEl>
                                          <p:spTgt spid="3461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346133"/>
                                        </p:tgtEl>
                                        <p:attrNameLst>
                                          <p:attrName>style.visibility</p:attrName>
                                        </p:attrNameLst>
                                      </p:cBhvr>
                                      <p:to>
                                        <p:strVal val="visible"/>
                                      </p:to>
                                    </p:set>
                                    <p:animEffect transition="in" filter="slide(fromBottom)">
                                      <p:cBhvr>
                                        <p:cTn id="25" dur="500"/>
                                        <p:tgtEl>
                                          <p:spTgt spid="346133"/>
                                        </p:tgtEl>
                                      </p:cBhvr>
                                    </p:animEffect>
                                  </p:childTnLst>
                                </p:cTn>
                              </p:par>
                              <p:par>
                                <p:cTn id="26" presetID="12" presetClass="entr" presetSubtype="4" fill="hold" nodeType="withEffect">
                                  <p:stCondLst>
                                    <p:cond delay="0"/>
                                  </p:stCondLst>
                                  <p:childTnLst>
                                    <p:set>
                                      <p:cBhvr>
                                        <p:cTn id="27" dur="1" fill="hold">
                                          <p:stCondLst>
                                            <p:cond delay="0"/>
                                          </p:stCondLst>
                                        </p:cTn>
                                        <p:tgtEl>
                                          <p:spTgt spid="346125"/>
                                        </p:tgtEl>
                                        <p:attrNameLst>
                                          <p:attrName>style.visibility</p:attrName>
                                        </p:attrNameLst>
                                      </p:cBhvr>
                                      <p:to>
                                        <p:strVal val="visible"/>
                                      </p:to>
                                    </p:set>
                                    <p:animEffect transition="in" filter="slide(fromBottom)">
                                      <p:cBhvr>
                                        <p:cTn id="28" dur="500"/>
                                        <p:tgtEl>
                                          <p:spTgt spid="346125"/>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346135"/>
                                        </p:tgtEl>
                                        <p:attrNameLst>
                                          <p:attrName>style.visibility</p:attrName>
                                        </p:attrNameLst>
                                      </p:cBhvr>
                                      <p:to>
                                        <p:strVal val="visible"/>
                                      </p:to>
                                    </p:set>
                                    <p:animEffect transition="in" filter="slide(fromBottom)">
                                      <p:cBhvr>
                                        <p:cTn id="33" dur="500"/>
                                        <p:tgtEl>
                                          <p:spTgt spid="346135"/>
                                        </p:tgtEl>
                                      </p:cBhvr>
                                    </p:animEffect>
                                  </p:childTnLst>
                                </p:cTn>
                              </p:par>
                              <p:par>
                                <p:cTn id="34" presetID="12" presetClass="entr" presetSubtype="4" fill="hold" nodeType="withEffect">
                                  <p:stCondLst>
                                    <p:cond delay="0"/>
                                  </p:stCondLst>
                                  <p:childTnLst>
                                    <p:set>
                                      <p:cBhvr>
                                        <p:cTn id="35" dur="1" fill="hold">
                                          <p:stCondLst>
                                            <p:cond delay="0"/>
                                          </p:stCondLst>
                                        </p:cTn>
                                        <p:tgtEl>
                                          <p:spTgt spid="346131"/>
                                        </p:tgtEl>
                                        <p:attrNameLst>
                                          <p:attrName>style.visibility</p:attrName>
                                        </p:attrNameLst>
                                      </p:cBhvr>
                                      <p:to>
                                        <p:strVal val="visible"/>
                                      </p:to>
                                    </p:set>
                                    <p:animEffect transition="in" filter="slide(fromBottom)">
                                      <p:cBhvr>
                                        <p:cTn id="36" dur="500"/>
                                        <p:tgtEl>
                                          <p:spTgt spid="34613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46137"/>
                                        </p:tgtEl>
                                        <p:attrNameLst>
                                          <p:attrName>style.visibility</p:attrName>
                                        </p:attrNameLst>
                                      </p:cBhvr>
                                      <p:to>
                                        <p:strVal val="visible"/>
                                      </p:to>
                                    </p:set>
                                    <p:animEffect transition="in" filter="dissolve">
                                      <p:cBhvr>
                                        <p:cTn id="41" dur="500"/>
                                        <p:tgtEl>
                                          <p:spTgt spid="346137"/>
                                        </p:tgtEl>
                                      </p:cBhvr>
                                    </p:animEffect>
                                  </p:childTnLst>
                                </p:cTn>
                              </p:par>
                              <p:par>
                                <p:cTn id="42" presetID="9" presetClass="entr" presetSubtype="0" fill="hold" nodeType="withEffect">
                                  <p:stCondLst>
                                    <p:cond delay="0"/>
                                  </p:stCondLst>
                                  <p:childTnLst>
                                    <p:set>
                                      <p:cBhvr>
                                        <p:cTn id="43" dur="1" fill="hold">
                                          <p:stCondLst>
                                            <p:cond delay="0"/>
                                          </p:stCondLst>
                                        </p:cTn>
                                        <p:tgtEl>
                                          <p:spTgt spid="4098"/>
                                        </p:tgtEl>
                                        <p:attrNameLst>
                                          <p:attrName>style.visibility</p:attrName>
                                        </p:attrNameLst>
                                      </p:cBhvr>
                                      <p:to>
                                        <p:strVal val="visible"/>
                                      </p:to>
                                    </p:set>
                                    <p:animEffect transition="in" filter="dissolve">
                                      <p:cBhvr>
                                        <p:cTn id="44"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4" grpId="0"/>
      <p:bldP spid="34613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7314" name="Object 55"/>
          <p:cNvGraphicFramePr>
            <a:graphicFrameLocks noGrp="1" noChangeAspect="1"/>
          </p:cNvGraphicFramePr>
          <p:nvPr>
            <p:ph sz="half" idx="1"/>
          </p:nvPr>
        </p:nvGraphicFramePr>
        <p:xfrm>
          <a:off x="1903413" y="2784475"/>
          <a:ext cx="1600200" cy="644525"/>
        </p:xfrm>
        <a:graphic>
          <a:graphicData uri="http://schemas.openxmlformats.org/presentationml/2006/ole">
            <mc:AlternateContent xmlns:mc="http://schemas.openxmlformats.org/markup-compatibility/2006">
              <mc:Choice xmlns:v="urn:schemas-microsoft-com:vml" Requires="v">
                <p:oleObj r:id="rId2" imgW="977265" imgH="393700" progId="Equation.DSMT4">
                  <p:embed/>
                </p:oleObj>
              </mc:Choice>
              <mc:Fallback>
                <p:oleObj r:id="rId2" imgW="977265" imgH="393700" progId="Equation.DSMT4">
                  <p:embed/>
                  <p:pic>
                    <p:nvPicPr>
                      <p:cNvPr id="397314" name="Object 55"/>
                      <p:cNvPicPr/>
                      <p:nvPr/>
                    </p:nvPicPr>
                    <p:blipFill>
                      <a:blip r:embed="rId3">
                        <a:clrChange>
                          <a:clrFrom>
                            <a:srgbClr val="000000"/>
                          </a:clrFrom>
                          <a:clrTo>
                            <a:srgbClr val="FFFFFF"/>
                          </a:clrTo>
                        </a:clrChange>
                        <a:clrChange>
                          <a:clrFrom>
                            <a:srgbClr val="FFFFFF"/>
                          </a:clrFrom>
                          <a:clrTo>
                            <a:srgbClr val="000000"/>
                          </a:clrTo>
                        </a:clrChange>
                      </a:blip>
                      <a:srcRect/>
                      <a:stretch>
                        <a:fillRect/>
                      </a:stretch>
                    </p:blipFill>
                    <p:spPr>
                      <a:xfrm>
                        <a:off x="1903413" y="2784475"/>
                        <a:ext cx="1600200" cy="644525"/>
                      </a:xfrm>
                      <a:prstGeom prst="rect">
                        <a:avLst/>
                      </a:prstGeom>
                      <a:noFill/>
                      <a:ln w="38100">
                        <a:miter/>
                      </a:ln>
                    </p:spPr>
                  </p:pic>
                </p:oleObj>
              </mc:Fallback>
            </mc:AlternateContent>
          </a:graphicData>
        </a:graphic>
      </p:graphicFrame>
      <p:sp>
        <p:nvSpPr>
          <p:cNvPr id="967684" name="Rectangle 4"/>
          <p:cNvSpPr/>
          <p:nvPr/>
        </p:nvSpPr>
        <p:spPr>
          <a:xfrm>
            <a:off x="611188" y="5514975"/>
            <a:ext cx="3167062" cy="7937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Tx/>
              <a:buChar char="•"/>
            </a:pPr>
            <a:r>
              <a:rPr lang="en-US" altLang="zh-CN" sz="2000" b="1" dirty="0">
                <a:solidFill>
                  <a:srgbClr val="000000"/>
                </a:solidFill>
                <a:ea typeface="楷体_GB2312" pitchFamily="49" charset="-122"/>
              </a:rPr>
              <a:t>On the surface of conductors</a:t>
            </a:r>
            <a:endParaRPr lang="en-US" altLang="zh-CN" sz="2000" dirty="0">
              <a:solidFill>
                <a:srgbClr val="000000"/>
              </a:solidFill>
              <a:ea typeface="楷体_GB2312" pitchFamily="49" charset="-122"/>
            </a:endParaRPr>
          </a:p>
        </p:txBody>
      </p:sp>
      <p:graphicFrame>
        <p:nvGraphicFramePr>
          <p:cNvPr id="397316" name="Object 8"/>
          <p:cNvGraphicFramePr>
            <a:graphicFrameLocks noChangeAspect="1"/>
          </p:cNvGraphicFramePr>
          <p:nvPr/>
        </p:nvGraphicFramePr>
        <p:xfrm>
          <a:off x="3519488" y="1239838"/>
          <a:ext cx="1598612" cy="563562"/>
        </p:xfrm>
        <a:graphic>
          <a:graphicData uri="http://schemas.openxmlformats.org/presentationml/2006/ole">
            <mc:AlternateContent xmlns:mc="http://schemas.openxmlformats.org/markup-compatibility/2006">
              <mc:Choice xmlns:v="urn:schemas-microsoft-com:vml" Requires="v">
                <p:oleObj r:id="rId4" imgW="660400" imgH="241300" progId="Equation.DSMT4">
                  <p:embed/>
                </p:oleObj>
              </mc:Choice>
              <mc:Fallback>
                <p:oleObj r:id="rId4" imgW="660400" imgH="241300" progId="Equation.DSMT4">
                  <p:embed/>
                  <p:pic>
                    <p:nvPicPr>
                      <p:cNvPr id="397316" name="Object 8"/>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3519488" y="1239838"/>
                        <a:ext cx="1598612" cy="563562"/>
                      </a:xfrm>
                      <a:prstGeom prst="rect">
                        <a:avLst/>
                      </a:prstGeom>
                      <a:noFill/>
                      <a:ln w="38100">
                        <a:noFill/>
                        <a:miter/>
                      </a:ln>
                    </p:spPr>
                  </p:pic>
                </p:oleObj>
              </mc:Fallback>
            </mc:AlternateContent>
          </a:graphicData>
        </a:graphic>
      </p:graphicFrame>
      <p:sp>
        <p:nvSpPr>
          <p:cNvPr id="967710" name="Text Box 30"/>
          <p:cNvSpPr txBox="1"/>
          <p:nvPr/>
        </p:nvSpPr>
        <p:spPr>
          <a:xfrm>
            <a:off x="611188" y="4159250"/>
            <a:ext cx="8064500" cy="493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10000"/>
              </a:lnSpc>
              <a:spcBef>
                <a:spcPct val="0"/>
              </a:spcBef>
              <a:buClrTx/>
              <a:buSzTx/>
              <a:buFontTx/>
              <a:buChar char="•"/>
            </a:pPr>
            <a:r>
              <a:rPr lang="en-US" altLang="zh-CN" sz="2400" b="1" dirty="0">
                <a:solidFill>
                  <a:srgbClr val="000000"/>
                </a:solidFill>
                <a:ea typeface="楷体_GB2312" pitchFamily="49" charset="-122"/>
              </a:rPr>
              <a:t> </a:t>
            </a:r>
            <a:r>
              <a:rPr lang="en-US" altLang="zh-CN" sz="2000" b="1" dirty="0">
                <a:solidFill>
                  <a:srgbClr val="000000"/>
                </a:solidFill>
                <a:ea typeface="楷体_GB2312" pitchFamily="49" charset="-122"/>
              </a:rPr>
              <a:t>The </a:t>
            </a:r>
            <a:r>
              <a:rPr lang="en-US" altLang="zh-CN" sz="2000" b="1" dirty="0">
                <a:solidFill>
                  <a:srgbClr val="000000"/>
                </a:solidFill>
              </a:rPr>
              <a:t>interface between </a:t>
            </a:r>
            <a:r>
              <a:rPr lang="en-US" altLang="zh-CN" sz="2000" b="1" dirty="0">
                <a:solidFill>
                  <a:srgbClr val="000000"/>
                </a:solidFill>
                <a:ea typeface="楷体_GB2312" pitchFamily="49" charset="-122"/>
              </a:rPr>
              <a:t>two perfect medium  (No free charge </a:t>
            </a:r>
            <a:r>
              <a:rPr lang="zh-CN" altLang="en-US" sz="2000" b="1" dirty="0">
                <a:solidFill>
                  <a:srgbClr val="000000"/>
                </a:solidFill>
                <a:ea typeface="楷体_GB2312" pitchFamily="49" charset="-122"/>
              </a:rPr>
              <a:t>）</a:t>
            </a:r>
          </a:p>
        </p:txBody>
      </p:sp>
      <p:graphicFrame>
        <p:nvGraphicFramePr>
          <p:cNvPr id="397318" name="Object 31"/>
          <p:cNvGraphicFramePr>
            <a:graphicFrameLocks noChangeAspect="1"/>
          </p:cNvGraphicFramePr>
          <p:nvPr/>
        </p:nvGraphicFramePr>
        <p:xfrm>
          <a:off x="2033588" y="4933950"/>
          <a:ext cx="1214437" cy="581025"/>
        </p:xfrm>
        <a:graphic>
          <a:graphicData uri="http://schemas.openxmlformats.org/presentationml/2006/ole">
            <mc:AlternateContent xmlns:mc="http://schemas.openxmlformats.org/markup-compatibility/2006">
              <mc:Choice xmlns:v="urn:schemas-microsoft-com:vml" Requires="v">
                <p:oleObj r:id="rId6" imgW="444500" imgH="228600" progId="Equation.DSMT4">
                  <p:embed/>
                </p:oleObj>
              </mc:Choice>
              <mc:Fallback>
                <p:oleObj r:id="rId6" imgW="444500" imgH="228600" progId="Equation.DSMT4">
                  <p:embed/>
                  <p:pic>
                    <p:nvPicPr>
                      <p:cNvPr id="397318" name="Object 31"/>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2033588" y="4933950"/>
                        <a:ext cx="1214437" cy="581025"/>
                      </a:xfrm>
                      <a:prstGeom prst="rect">
                        <a:avLst/>
                      </a:prstGeom>
                      <a:noFill/>
                      <a:ln w="38100">
                        <a:noFill/>
                        <a:miter/>
                      </a:ln>
                    </p:spPr>
                  </p:pic>
                </p:oleObj>
              </mc:Fallback>
            </mc:AlternateContent>
          </a:graphicData>
        </a:graphic>
      </p:graphicFrame>
      <p:grpSp>
        <p:nvGrpSpPr>
          <p:cNvPr id="967712" name="Group 32"/>
          <p:cNvGrpSpPr/>
          <p:nvPr/>
        </p:nvGrpSpPr>
        <p:grpSpPr>
          <a:xfrm>
            <a:off x="3295650" y="4745038"/>
            <a:ext cx="2652713" cy="952500"/>
            <a:chOff x="3316" y="3098"/>
            <a:chExt cx="1845" cy="691"/>
          </a:xfrm>
        </p:grpSpPr>
        <p:sp>
          <p:nvSpPr>
            <p:cNvPr id="87062" name="AutoShape 33"/>
            <p:cNvSpPr/>
            <p:nvPr/>
          </p:nvSpPr>
          <p:spPr>
            <a:xfrm>
              <a:off x="3316" y="3358"/>
              <a:ext cx="363" cy="137"/>
            </a:xfrm>
            <a:prstGeom prst="rightArrow">
              <a:avLst>
                <a:gd name="adj1" fmla="val 50000"/>
                <a:gd name="adj2" fmla="val 66240"/>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800" dirty="0"/>
            </a:p>
          </p:txBody>
        </p:sp>
        <p:graphicFrame>
          <p:nvGraphicFramePr>
            <p:cNvPr id="87063" name="Object 34"/>
            <p:cNvGraphicFramePr>
              <a:graphicFrameLocks noChangeAspect="1"/>
            </p:cNvGraphicFramePr>
            <p:nvPr/>
          </p:nvGraphicFramePr>
          <p:xfrm>
            <a:off x="3850" y="3098"/>
            <a:ext cx="1311" cy="691"/>
          </p:xfrm>
          <a:graphic>
            <a:graphicData uri="http://schemas.openxmlformats.org/presentationml/2006/ole">
              <mc:AlternateContent xmlns:mc="http://schemas.openxmlformats.org/markup-compatibility/2006">
                <mc:Choice xmlns:v="urn:schemas-microsoft-com:vml" Requires="v">
                  <p:oleObj r:id="rId8" imgW="939165" imgH="393700" progId="Equation.DSMT4">
                    <p:embed/>
                  </p:oleObj>
                </mc:Choice>
                <mc:Fallback>
                  <p:oleObj r:id="rId8" imgW="939165" imgH="393700" progId="Equation.DSMT4">
                    <p:embed/>
                    <p:pic>
                      <p:nvPicPr>
                        <p:cNvPr id="87063" name="Object 34"/>
                        <p:cNvPicPr/>
                        <p:nvPr/>
                      </p:nvPicPr>
                      <p:blipFill>
                        <a:blip r:embed="rId9">
                          <a:clrChange>
                            <a:clrFrom>
                              <a:srgbClr val="000000"/>
                            </a:clrFrom>
                            <a:clrTo>
                              <a:srgbClr val="FFFFFF"/>
                            </a:clrTo>
                          </a:clrChange>
                          <a:clrChange>
                            <a:clrFrom>
                              <a:srgbClr val="FFFFFF"/>
                            </a:clrFrom>
                            <a:clrTo>
                              <a:srgbClr val="000000"/>
                            </a:clrTo>
                          </a:clrChange>
                        </a:blip>
                        <a:stretch>
                          <a:fillRect/>
                        </a:stretch>
                      </p:blipFill>
                      <p:spPr>
                        <a:xfrm>
                          <a:off x="3850" y="3098"/>
                          <a:ext cx="1311" cy="691"/>
                        </a:xfrm>
                        <a:prstGeom prst="rect">
                          <a:avLst/>
                        </a:prstGeom>
                        <a:noFill/>
                        <a:ln w="38100">
                          <a:noFill/>
                          <a:miter/>
                        </a:ln>
                      </p:spPr>
                    </p:pic>
                  </p:oleObj>
                </mc:Fallback>
              </mc:AlternateContent>
            </a:graphicData>
          </a:graphic>
        </p:graphicFrame>
      </p:grpSp>
      <p:grpSp>
        <p:nvGrpSpPr>
          <p:cNvPr id="967715" name="Group 35"/>
          <p:cNvGrpSpPr/>
          <p:nvPr/>
        </p:nvGrpSpPr>
        <p:grpSpPr>
          <a:xfrm>
            <a:off x="3675063" y="5391150"/>
            <a:ext cx="3671887" cy="917575"/>
            <a:chOff x="2774" y="3459"/>
            <a:chExt cx="2356" cy="706"/>
          </a:xfrm>
        </p:grpSpPr>
        <p:sp>
          <p:nvSpPr>
            <p:cNvPr id="87059" name="Text Box 36"/>
            <p:cNvSpPr txBox="1"/>
            <p:nvPr/>
          </p:nvSpPr>
          <p:spPr>
            <a:xfrm>
              <a:off x="3143" y="3631"/>
              <a:ext cx="1179" cy="3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1800" b="1" dirty="0">
                  <a:solidFill>
                    <a:srgbClr val="000000"/>
                  </a:solidFill>
                  <a:ea typeface="楷体_GB2312" pitchFamily="49" charset="-122"/>
                </a:rPr>
                <a:t>constant </a:t>
              </a:r>
              <a:r>
                <a:rPr lang="zh-CN" altLang="en-US" sz="1800" b="1" dirty="0">
                  <a:solidFill>
                    <a:srgbClr val="000000"/>
                  </a:solidFill>
                  <a:ea typeface="楷体_GB2312" pitchFamily="49" charset="-122"/>
                </a:rPr>
                <a:t>，</a:t>
              </a:r>
            </a:p>
          </p:txBody>
        </p:sp>
        <p:graphicFrame>
          <p:nvGraphicFramePr>
            <p:cNvPr id="87060" name="Object 37"/>
            <p:cNvGraphicFramePr>
              <a:graphicFrameLocks noChangeAspect="1"/>
            </p:cNvGraphicFramePr>
            <p:nvPr/>
          </p:nvGraphicFramePr>
          <p:xfrm>
            <a:off x="2774" y="3550"/>
            <a:ext cx="363" cy="555"/>
          </p:xfrm>
          <a:graphic>
            <a:graphicData uri="http://schemas.openxmlformats.org/presentationml/2006/ole">
              <mc:AlternateContent xmlns:mc="http://schemas.openxmlformats.org/markup-compatibility/2006">
                <mc:Choice xmlns:v="urn:schemas-microsoft-com:vml" Requires="v">
                  <p:oleObj r:id="rId10" imgW="241300" imgH="203200" progId="Equation.DSMT4">
                    <p:embed/>
                  </p:oleObj>
                </mc:Choice>
                <mc:Fallback>
                  <p:oleObj r:id="rId10" imgW="241300" imgH="203200" progId="Equation.DSMT4">
                    <p:embed/>
                    <p:pic>
                      <p:nvPicPr>
                        <p:cNvPr id="87060" name="Object 37"/>
                        <p:cNvPicPr/>
                        <p:nvPr/>
                      </p:nvPicPr>
                      <p:blipFill>
                        <a:blip r:embed="rId11">
                          <a:clrChange>
                            <a:clrFrom>
                              <a:srgbClr val="000000"/>
                            </a:clrFrom>
                            <a:clrTo>
                              <a:srgbClr val="FFFFFF"/>
                            </a:clrTo>
                          </a:clrChange>
                          <a:clrChange>
                            <a:clrFrom>
                              <a:srgbClr val="FFFFFF"/>
                            </a:clrFrom>
                            <a:clrTo>
                              <a:srgbClr val="000000"/>
                            </a:clrTo>
                          </a:clrChange>
                        </a:blip>
                        <a:stretch>
                          <a:fillRect/>
                        </a:stretch>
                      </p:blipFill>
                      <p:spPr>
                        <a:xfrm>
                          <a:off x="2774" y="3550"/>
                          <a:ext cx="363" cy="555"/>
                        </a:xfrm>
                        <a:prstGeom prst="rect">
                          <a:avLst/>
                        </a:prstGeom>
                        <a:noFill/>
                        <a:ln w="38100">
                          <a:noFill/>
                          <a:miter/>
                        </a:ln>
                      </p:spPr>
                    </p:pic>
                  </p:oleObj>
                </mc:Fallback>
              </mc:AlternateContent>
            </a:graphicData>
          </a:graphic>
        </p:graphicFrame>
        <p:graphicFrame>
          <p:nvGraphicFramePr>
            <p:cNvPr id="87061" name="Object 38"/>
            <p:cNvGraphicFramePr>
              <a:graphicFrameLocks noChangeAspect="1"/>
            </p:cNvGraphicFramePr>
            <p:nvPr/>
          </p:nvGraphicFramePr>
          <p:xfrm>
            <a:off x="4039" y="3459"/>
            <a:ext cx="1091" cy="706"/>
          </p:xfrm>
          <a:graphic>
            <a:graphicData uri="http://schemas.openxmlformats.org/presentationml/2006/ole">
              <mc:AlternateContent xmlns:mc="http://schemas.openxmlformats.org/markup-compatibility/2006">
                <mc:Choice xmlns:v="urn:schemas-microsoft-com:vml" Requires="v">
                  <p:oleObj r:id="rId12" imgW="723900" imgH="393700" progId="Equation.DSMT4">
                    <p:embed/>
                  </p:oleObj>
                </mc:Choice>
                <mc:Fallback>
                  <p:oleObj r:id="rId12" imgW="723900" imgH="393700" progId="Equation.DSMT4">
                    <p:embed/>
                    <p:pic>
                      <p:nvPicPr>
                        <p:cNvPr id="87061" name="Object 38"/>
                        <p:cNvPicPr/>
                        <p:nvPr/>
                      </p:nvPicPr>
                      <p:blipFill>
                        <a:blip r:embed="rId13">
                          <a:clrChange>
                            <a:clrFrom>
                              <a:srgbClr val="000000"/>
                            </a:clrFrom>
                            <a:clrTo>
                              <a:srgbClr val="FFFFFF"/>
                            </a:clrTo>
                          </a:clrChange>
                          <a:clrChange>
                            <a:clrFrom>
                              <a:srgbClr val="FFFFFF"/>
                            </a:clrFrom>
                            <a:clrTo>
                              <a:srgbClr val="000000"/>
                            </a:clrTo>
                          </a:clrChange>
                        </a:blip>
                        <a:stretch>
                          <a:fillRect/>
                        </a:stretch>
                      </p:blipFill>
                      <p:spPr>
                        <a:xfrm>
                          <a:off x="4039" y="3459"/>
                          <a:ext cx="1091" cy="706"/>
                        </a:xfrm>
                        <a:prstGeom prst="rect">
                          <a:avLst/>
                        </a:prstGeom>
                        <a:noFill/>
                        <a:ln w="38100">
                          <a:noFill/>
                          <a:miter/>
                        </a:ln>
                      </p:spPr>
                    </p:pic>
                  </p:oleObj>
                </mc:Fallback>
              </mc:AlternateContent>
            </a:graphicData>
          </a:graphic>
        </p:graphicFrame>
      </p:grpSp>
      <p:graphicFrame>
        <p:nvGraphicFramePr>
          <p:cNvPr id="397326" name="Object 40"/>
          <p:cNvGraphicFramePr>
            <a:graphicFrameLocks noChangeAspect="1"/>
          </p:cNvGraphicFramePr>
          <p:nvPr/>
        </p:nvGraphicFramePr>
        <p:xfrm>
          <a:off x="5437188" y="1273175"/>
          <a:ext cx="3008312" cy="1022350"/>
        </p:xfrm>
        <a:graphic>
          <a:graphicData uri="http://schemas.openxmlformats.org/presentationml/2006/ole">
            <mc:AlternateContent xmlns:mc="http://schemas.openxmlformats.org/markup-compatibility/2006">
              <mc:Choice xmlns:v="urn:schemas-microsoft-com:vml" Requires="v">
                <p:oleObj r:id="rId14" imgW="1231265" imgH="393700" progId="Equation.DSMT4">
                  <p:embed/>
                </p:oleObj>
              </mc:Choice>
              <mc:Fallback>
                <p:oleObj r:id="rId14" imgW="1231265" imgH="393700" progId="Equation.DSMT4">
                  <p:embed/>
                  <p:pic>
                    <p:nvPicPr>
                      <p:cNvPr id="397326" name="Object 40"/>
                      <p:cNvPicPr/>
                      <p:nvPr/>
                    </p:nvPicPr>
                    <p:blipFill>
                      <a:blip r:embed="rId15">
                        <a:clrChange>
                          <a:clrFrom>
                            <a:srgbClr val="000000"/>
                          </a:clrFrom>
                          <a:clrTo>
                            <a:srgbClr val="FFFFFF"/>
                          </a:clrTo>
                        </a:clrChange>
                        <a:clrChange>
                          <a:clrFrom>
                            <a:srgbClr val="FFFFFF"/>
                          </a:clrFrom>
                          <a:clrTo>
                            <a:srgbClr val="000000"/>
                          </a:clrTo>
                        </a:clrChange>
                      </a:blip>
                      <a:stretch>
                        <a:fillRect/>
                      </a:stretch>
                    </p:blipFill>
                    <p:spPr>
                      <a:xfrm>
                        <a:off x="5437188" y="1273175"/>
                        <a:ext cx="3008312" cy="1022350"/>
                      </a:xfrm>
                      <a:prstGeom prst="rect">
                        <a:avLst/>
                      </a:prstGeom>
                      <a:noFill/>
                      <a:ln w="38100">
                        <a:noFill/>
                        <a:miter/>
                      </a:ln>
                    </p:spPr>
                  </p:pic>
                </p:oleObj>
              </mc:Fallback>
            </mc:AlternateContent>
          </a:graphicData>
        </a:graphic>
      </p:graphicFrame>
      <p:sp>
        <p:nvSpPr>
          <p:cNvPr id="967721" name="AutoShape 41"/>
          <p:cNvSpPr/>
          <p:nvPr/>
        </p:nvSpPr>
        <p:spPr>
          <a:xfrm>
            <a:off x="3708400" y="1755775"/>
            <a:ext cx="1296988" cy="160338"/>
          </a:xfrm>
          <a:prstGeom prst="rightArrow">
            <a:avLst>
              <a:gd name="adj1" fmla="val 50000"/>
              <a:gd name="adj2" fmla="val 202227"/>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800" dirty="0"/>
          </a:p>
        </p:txBody>
      </p:sp>
      <p:graphicFrame>
        <p:nvGraphicFramePr>
          <p:cNvPr id="397328" name="Object 43"/>
          <p:cNvGraphicFramePr>
            <a:graphicFrameLocks noChangeAspect="1"/>
          </p:cNvGraphicFramePr>
          <p:nvPr/>
        </p:nvGraphicFramePr>
        <p:xfrm>
          <a:off x="5580063" y="2465388"/>
          <a:ext cx="1512887" cy="701675"/>
        </p:xfrm>
        <a:graphic>
          <a:graphicData uri="http://schemas.openxmlformats.org/presentationml/2006/ole">
            <mc:AlternateContent xmlns:mc="http://schemas.openxmlformats.org/markup-compatibility/2006">
              <mc:Choice xmlns:v="urn:schemas-microsoft-com:vml" Requires="v">
                <p:oleObj r:id="rId16" imgW="431800" imgH="228600" progId="Equation.DSMT4">
                  <p:embed/>
                </p:oleObj>
              </mc:Choice>
              <mc:Fallback>
                <p:oleObj r:id="rId16" imgW="431800" imgH="228600" progId="Equation.DSMT4">
                  <p:embed/>
                  <p:pic>
                    <p:nvPicPr>
                      <p:cNvPr id="397328" name="Object 43"/>
                      <p:cNvPicPr/>
                      <p:nvPr/>
                    </p:nvPicPr>
                    <p:blipFill>
                      <a:blip r:embed="rId17">
                        <a:clrChange>
                          <a:clrFrom>
                            <a:srgbClr val="000000"/>
                          </a:clrFrom>
                          <a:clrTo>
                            <a:srgbClr val="FFFFFF"/>
                          </a:clrTo>
                        </a:clrChange>
                        <a:clrChange>
                          <a:clrFrom>
                            <a:srgbClr val="FFFFFF"/>
                          </a:clrFrom>
                          <a:clrTo>
                            <a:srgbClr val="000000"/>
                          </a:clrTo>
                        </a:clrChange>
                      </a:blip>
                      <a:stretch>
                        <a:fillRect/>
                      </a:stretch>
                    </p:blipFill>
                    <p:spPr>
                      <a:xfrm>
                        <a:off x="5580063" y="2465388"/>
                        <a:ext cx="1512887" cy="701675"/>
                      </a:xfrm>
                      <a:prstGeom prst="rect">
                        <a:avLst/>
                      </a:prstGeom>
                      <a:noFill/>
                      <a:ln w="38100">
                        <a:noFill/>
                        <a:miter/>
                      </a:ln>
                    </p:spPr>
                  </p:pic>
                </p:oleObj>
              </mc:Fallback>
            </mc:AlternateContent>
          </a:graphicData>
        </a:graphic>
      </p:graphicFrame>
      <p:graphicFrame>
        <p:nvGraphicFramePr>
          <p:cNvPr id="397329" name="Object 50"/>
          <p:cNvGraphicFramePr>
            <a:graphicFrameLocks noChangeAspect="1"/>
          </p:cNvGraphicFramePr>
          <p:nvPr/>
        </p:nvGraphicFramePr>
        <p:xfrm>
          <a:off x="684213" y="1327150"/>
          <a:ext cx="2517775" cy="1022350"/>
        </p:xfrm>
        <a:graphic>
          <a:graphicData uri="http://schemas.openxmlformats.org/presentationml/2006/ole">
            <mc:AlternateContent xmlns:mc="http://schemas.openxmlformats.org/markup-compatibility/2006">
              <mc:Choice xmlns:v="urn:schemas-microsoft-com:vml" Requires="v">
                <p:oleObj r:id="rId18" imgW="821690" imgH="335915" progId="Equation.3">
                  <p:embed/>
                </p:oleObj>
              </mc:Choice>
              <mc:Fallback>
                <p:oleObj r:id="rId18" imgW="821690" imgH="335915" progId="Equation.3">
                  <p:embed/>
                  <p:pic>
                    <p:nvPicPr>
                      <p:cNvPr id="397329" name="Object 50"/>
                      <p:cNvPicPr/>
                      <p:nvPr/>
                    </p:nvPicPr>
                    <p:blipFill>
                      <a:blip r:embed="rId19">
                        <a:clrChange>
                          <a:clrFrom>
                            <a:srgbClr val="000000"/>
                          </a:clrFrom>
                          <a:clrTo>
                            <a:srgbClr val="000000"/>
                          </a:clrTo>
                        </a:clrChange>
                        <a:clrChange>
                          <a:clrFrom>
                            <a:srgbClr val="FFFFFF"/>
                          </a:clrFrom>
                          <a:clrTo>
                            <a:srgbClr val="000000"/>
                          </a:clrTo>
                        </a:clrChange>
                      </a:blip>
                      <a:stretch>
                        <a:fillRect/>
                      </a:stretch>
                    </p:blipFill>
                    <p:spPr>
                      <a:xfrm>
                        <a:off x="684213" y="1327150"/>
                        <a:ext cx="2517775" cy="1022350"/>
                      </a:xfrm>
                      <a:prstGeom prst="rect">
                        <a:avLst/>
                      </a:prstGeom>
                      <a:noFill/>
                      <a:ln w="38100">
                        <a:noFill/>
                        <a:miter/>
                      </a:ln>
                    </p:spPr>
                  </p:pic>
                </p:oleObj>
              </mc:Fallback>
            </mc:AlternateContent>
          </a:graphicData>
        </a:graphic>
      </p:graphicFrame>
      <p:sp>
        <p:nvSpPr>
          <p:cNvPr id="967733" name="AutoShape 53"/>
          <p:cNvSpPr/>
          <p:nvPr/>
        </p:nvSpPr>
        <p:spPr>
          <a:xfrm>
            <a:off x="1979613" y="2636838"/>
            <a:ext cx="3168650" cy="215900"/>
          </a:xfrm>
          <a:prstGeom prst="rightArrow">
            <a:avLst>
              <a:gd name="adj1" fmla="val 50000"/>
              <a:gd name="adj2" fmla="val 366911"/>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endParaRPr lang="zh-CN" altLang="zh-CN" sz="2800" dirty="0"/>
          </a:p>
        </p:txBody>
      </p:sp>
      <p:sp>
        <p:nvSpPr>
          <p:cNvPr id="967734" name="Rectangle 54"/>
          <p:cNvSpPr/>
          <p:nvPr/>
        </p:nvSpPr>
        <p:spPr>
          <a:xfrm>
            <a:off x="1979613" y="2349500"/>
            <a:ext cx="144462" cy="431800"/>
          </a:xfrm>
          <a:prstGeom prst="rect">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aphicFrame>
        <p:nvGraphicFramePr>
          <p:cNvPr id="397332" name="Object 57"/>
          <p:cNvGraphicFramePr>
            <a:graphicFrameLocks noGrp="1" noChangeAspect="1"/>
          </p:cNvGraphicFramePr>
          <p:nvPr>
            <p:ph sz="half" idx="1"/>
          </p:nvPr>
        </p:nvGraphicFramePr>
        <p:xfrm>
          <a:off x="3719830" y="2743835"/>
          <a:ext cx="1593215" cy="757555"/>
        </p:xfrm>
        <a:graphic>
          <a:graphicData uri="http://schemas.openxmlformats.org/presentationml/2006/ole">
            <mc:AlternateContent xmlns:mc="http://schemas.openxmlformats.org/markup-compatibility/2006">
              <mc:Choice xmlns:v="urn:schemas-microsoft-com:vml" Requires="v">
                <p:oleObj r:id="rId20" imgW="711200" imgH="228600" progId="Equation.DSMT4">
                  <p:embed/>
                </p:oleObj>
              </mc:Choice>
              <mc:Fallback>
                <p:oleObj r:id="rId20" imgW="711200" imgH="228600" progId="Equation.DSMT4">
                  <p:embed/>
                  <p:pic>
                    <p:nvPicPr>
                      <p:cNvPr id="397332" name="Object 57"/>
                      <p:cNvPicPr/>
                      <p:nvPr/>
                    </p:nvPicPr>
                    <p:blipFill>
                      <a:blip r:embed="rId21">
                        <a:clrChange>
                          <a:clrFrom>
                            <a:srgbClr val="000000"/>
                          </a:clrFrom>
                          <a:clrTo>
                            <a:srgbClr val="FFFFFF"/>
                          </a:clrTo>
                        </a:clrChange>
                        <a:clrChange>
                          <a:clrFrom>
                            <a:srgbClr val="FFFFFF"/>
                          </a:clrFrom>
                          <a:clrTo>
                            <a:srgbClr val="000000"/>
                          </a:clrTo>
                        </a:clrChange>
                      </a:blip>
                      <a:srcRect/>
                      <a:stretch>
                        <a:fillRect/>
                      </a:stretch>
                    </p:blipFill>
                    <p:spPr>
                      <a:xfrm>
                        <a:off x="3719830" y="2743835"/>
                        <a:ext cx="1593215" cy="757555"/>
                      </a:xfrm>
                      <a:prstGeom prst="rect">
                        <a:avLst/>
                      </a:prstGeom>
                      <a:noFill/>
                      <a:ln w="38100">
                        <a:miter/>
                      </a:ln>
                    </p:spPr>
                  </p:pic>
                </p:oleObj>
              </mc:Fallback>
            </mc:AlternateContent>
          </a:graphicData>
        </a:graphic>
      </p:graphicFrame>
      <p:sp>
        <p:nvSpPr>
          <p:cNvPr id="967740" name="Rectangle 60"/>
          <p:cNvSpPr/>
          <p:nvPr/>
        </p:nvSpPr>
        <p:spPr>
          <a:xfrm>
            <a:off x="395288" y="3500438"/>
            <a:ext cx="7777162" cy="6477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lnSpc>
                <a:spcPct val="130000"/>
              </a:lnSpc>
              <a:spcBef>
                <a:spcPct val="0"/>
              </a:spcBef>
              <a:buClrTx/>
              <a:buSzTx/>
              <a:buFont typeface="Wingdings" panose="05000000000000000000" pitchFamily="2" charset="2"/>
              <a:buChar char="Ø"/>
            </a:pPr>
            <a:r>
              <a:rPr lang="en-US" altLang="zh-CN" sz="2000" b="1" dirty="0">
                <a:solidFill>
                  <a:srgbClr val="000000"/>
                </a:solidFill>
                <a:ea typeface="仿宋_GB2312" pitchFamily="49" charset="-122"/>
              </a:rPr>
              <a:t>Typical conditions for electrostatic field</a:t>
            </a:r>
          </a:p>
        </p:txBody>
      </p:sp>
      <p:sp>
        <p:nvSpPr>
          <p:cNvPr id="87057" name="Rectangle 22"/>
          <p:cNvSpPr>
            <a:spLocks noRot="1"/>
          </p:cNvSpPr>
          <p:nvPr/>
        </p:nvSpPr>
        <p:spPr>
          <a:xfrm>
            <a:off x="250825" y="404813"/>
            <a:ext cx="8569325" cy="100806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00"/>
                </a:solidFill>
              </a:rPr>
              <a:t>Boundary conditions of electrostatic potential (arbitrary electrostatic field)</a:t>
            </a:r>
            <a:endParaRPr lang="en-US" altLang="zh-CN" sz="2400" b="1" dirty="0">
              <a:solidFill>
                <a:srgbClr val="0000CC"/>
              </a:solidFill>
            </a:endParaRPr>
          </a:p>
        </p:txBody>
      </p:sp>
      <p:pic>
        <p:nvPicPr>
          <p:cNvPr id="11" name="Picture 2"/>
          <p:cNvPicPr>
            <a:picLocks noChangeAspect="1" noChangeArrowheads="1"/>
          </p:cNvPicPr>
          <p:nvPr/>
        </p:nvPicPr>
        <p:blipFill>
          <a:blip r:embed="rId2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7329"/>
                                        </p:tgtEl>
                                        <p:attrNameLst>
                                          <p:attrName>style.visibility</p:attrName>
                                        </p:attrNameLst>
                                      </p:cBhvr>
                                      <p:to>
                                        <p:strVal val="visible"/>
                                      </p:to>
                                    </p:set>
                                    <p:animEffect transition="in" filter="blinds(horizontal)">
                                      <p:cBhvr>
                                        <p:cTn id="7" dur="500"/>
                                        <p:tgtEl>
                                          <p:spTgt spid="3973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67721"/>
                                        </p:tgtEl>
                                        <p:attrNameLst>
                                          <p:attrName>style.visibility</p:attrName>
                                        </p:attrNameLst>
                                      </p:cBhvr>
                                      <p:to>
                                        <p:strVal val="visible"/>
                                      </p:to>
                                    </p:set>
                                    <p:animEffect transition="in" filter="blinds(horizontal)">
                                      <p:cBhvr>
                                        <p:cTn id="12" dur="500"/>
                                        <p:tgtEl>
                                          <p:spTgt spid="967721"/>
                                        </p:tgtEl>
                                      </p:cBhvr>
                                    </p:animEffect>
                                  </p:childTnLst>
                                </p:cTn>
                              </p:par>
                              <p:par>
                                <p:cTn id="13" presetID="3" presetClass="entr" presetSubtype="10" fill="hold" nodeType="withEffect">
                                  <p:stCondLst>
                                    <p:cond delay="0"/>
                                  </p:stCondLst>
                                  <p:childTnLst>
                                    <p:set>
                                      <p:cBhvr>
                                        <p:cTn id="14" dur="1" fill="hold">
                                          <p:stCondLst>
                                            <p:cond delay="0"/>
                                          </p:stCondLst>
                                        </p:cTn>
                                        <p:tgtEl>
                                          <p:spTgt spid="397316"/>
                                        </p:tgtEl>
                                        <p:attrNameLst>
                                          <p:attrName>style.visibility</p:attrName>
                                        </p:attrNameLst>
                                      </p:cBhvr>
                                      <p:to>
                                        <p:strVal val="visible"/>
                                      </p:to>
                                    </p:set>
                                    <p:animEffect transition="in" filter="blinds(horizontal)">
                                      <p:cBhvr>
                                        <p:cTn id="15" dur="500"/>
                                        <p:tgtEl>
                                          <p:spTgt spid="397316"/>
                                        </p:tgtEl>
                                      </p:cBhvr>
                                    </p:animEffect>
                                  </p:childTnLst>
                                </p:cTn>
                              </p:par>
                              <p:par>
                                <p:cTn id="16" presetID="3" presetClass="entr" presetSubtype="10" fill="hold" nodeType="withEffect">
                                  <p:stCondLst>
                                    <p:cond delay="0"/>
                                  </p:stCondLst>
                                  <p:childTnLst>
                                    <p:set>
                                      <p:cBhvr>
                                        <p:cTn id="17" dur="1" fill="hold">
                                          <p:stCondLst>
                                            <p:cond delay="0"/>
                                          </p:stCondLst>
                                        </p:cTn>
                                        <p:tgtEl>
                                          <p:spTgt spid="397326"/>
                                        </p:tgtEl>
                                        <p:attrNameLst>
                                          <p:attrName>style.visibility</p:attrName>
                                        </p:attrNameLst>
                                      </p:cBhvr>
                                      <p:to>
                                        <p:strVal val="visible"/>
                                      </p:to>
                                    </p:set>
                                    <p:animEffect transition="in" filter="blinds(horizontal)">
                                      <p:cBhvr>
                                        <p:cTn id="18" dur="500"/>
                                        <p:tgtEl>
                                          <p:spTgt spid="39732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67734"/>
                                        </p:tgtEl>
                                        <p:attrNameLst>
                                          <p:attrName>style.visibility</p:attrName>
                                        </p:attrNameLst>
                                      </p:cBhvr>
                                      <p:to>
                                        <p:strVal val="visible"/>
                                      </p:to>
                                    </p:set>
                                    <p:animEffect transition="in" filter="blinds(horizontal)">
                                      <p:cBhvr>
                                        <p:cTn id="23" dur="500"/>
                                        <p:tgtEl>
                                          <p:spTgt spid="967734"/>
                                        </p:tgtEl>
                                      </p:cBhvr>
                                    </p:animEffect>
                                  </p:childTnLst>
                                </p:cTn>
                              </p:par>
                              <p:par>
                                <p:cTn id="24" presetID="3" presetClass="entr" presetSubtype="10" fill="hold" nodeType="withEffect">
                                  <p:stCondLst>
                                    <p:cond delay="0"/>
                                  </p:stCondLst>
                                  <p:childTnLst>
                                    <p:set>
                                      <p:cBhvr>
                                        <p:cTn id="25" dur="1" fill="hold">
                                          <p:stCondLst>
                                            <p:cond delay="0"/>
                                          </p:stCondLst>
                                        </p:cTn>
                                        <p:tgtEl>
                                          <p:spTgt spid="967733"/>
                                        </p:tgtEl>
                                        <p:attrNameLst>
                                          <p:attrName>style.visibility</p:attrName>
                                        </p:attrNameLst>
                                      </p:cBhvr>
                                      <p:to>
                                        <p:strVal val="visible"/>
                                      </p:to>
                                    </p:set>
                                    <p:animEffect transition="in" filter="blinds(horizontal)">
                                      <p:cBhvr>
                                        <p:cTn id="26" dur="500"/>
                                        <p:tgtEl>
                                          <p:spTgt spid="967733"/>
                                        </p:tgtEl>
                                      </p:cBhvr>
                                    </p:animEffect>
                                  </p:childTnLst>
                                </p:cTn>
                              </p:par>
                              <p:par>
                                <p:cTn id="27" presetID="3" presetClass="entr" presetSubtype="10" fill="hold" nodeType="withEffect">
                                  <p:stCondLst>
                                    <p:cond delay="0"/>
                                  </p:stCondLst>
                                  <p:childTnLst>
                                    <p:set>
                                      <p:cBhvr>
                                        <p:cTn id="28" dur="1" fill="hold">
                                          <p:stCondLst>
                                            <p:cond delay="0"/>
                                          </p:stCondLst>
                                        </p:cTn>
                                        <p:tgtEl>
                                          <p:spTgt spid="397314"/>
                                        </p:tgtEl>
                                        <p:attrNameLst>
                                          <p:attrName>style.visibility</p:attrName>
                                        </p:attrNameLst>
                                      </p:cBhvr>
                                      <p:to>
                                        <p:strVal val="visible"/>
                                      </p:to>
                                    </p:set>
                                    <p:animEffect transition="in" filter="blinds(horizontal)">
                                      <p:cBhvr>
                                        <p:cTn id="29" dur="500"/>
                                        <p:tgtEl>
                                          <p:spTgt spid="397314"/>
                                        </p:tgtEl>
                                      </p:cBhvr>
                                    </p:animEffect>
                                  </p:childTnLst>
                                </p:cTn>
                              </p:par>
                              <p:par>
                                <p:cTn id="30" presetID="3" presetClass="entr" presetSubtype="10" fill="hold" nodeType="withEffect">
                                  <p:stCondLst>
                                    <p:cond delay="0"/>
                                  </p:stCondLst>
                                  <p:childTnLst>
                                    <p:set>
                                      <p:cBhvr>
                                        <p:cTn id="31" dur="1" fill="hold">
                                          <p:stCondLst>
                                            <p:cond delay="0"/>
                                          </p:stCondLst>
                                        </p:cTn>
                                        <p:tgtEl>
                                          <p:spTgt spid="397332"/>
                                        </p:tgtEl>
                                        <p:attrNameLst>
                                          <p:attrName>style.visibility</p:attrName>
                                        </p:attrNameLst>
                                      </p:cBhvr>
                                      <p:to>
                                        <p:strVal val="visible"/>
                                      </p:to>
                                    </p:set>
                                    <p:animEffect transition="in" filter="blinds(horizontal)">
                                      <p:cBhvr>
                                        <p:cTn id="32" dur="500"/>
                                        <p:tgtEl>
                                          <p:spTgt spid="397332"/>
                                        </p:tgtEl>
                                      </p:cBhvr>
                                    </p:animEffect>
                                  </p:childTnLst>
                                </p:cTn>
                              </p:par>
                              <p:par>
                                <p:cTn id="33" presetID="3" presetClass="entr" presetSubtype="10" fill="hold" nodeType="withEffect">
                                  <p:stCondLst>
                                    <p:cond delay="0"/>
                                  </p:stCondLst>
                                  <p:childTnLst>
                                    <p:set>
                                      <p:cBhvr>
                                        <p:cTn id="34" dur="1" fill="hold">
                                          <p:stCondLst>
                                            <p:cond delay="0"/>
                                          </p:stCondLst>
                                        </p:cTn>
                                        <p:tgtEl>
                                          <p:spTgt spid="397328"/>
                                        </p:tgtEl>
                                        <p:attrNameLst>
                                          <p:attrName>style.visibility</p:attrName>
                                        </p:attrNameLst>
                                      </p:cBhvr>
                                      <p:to>
                                        <p:strVal val="visible"/>
                                      </p:to>
                                    </p:set>
                                    <p:animEffect transition="in" filter="blinds(horizontal)">
                                      <p:cBhvr>
                                        <p:cTn id="35" dur="500"/>
                                        <p:tgtEl>
                                          <p:spTgt spid="39732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967740"/>
                                        </p:tgtEl>
                                        <p:attrNameLst>
                                          <p:attrName>style.visibility</p:attrName>
                                        </p:attrNameLst>
                                      </p:cBhvr>
                                      <p:to>
                                        <p:strVal val="visible"/>
                                      </p:to>
                                    </p:set>
                                    <p:animEffect transition="in" filter="blinds(horizontal)">
                                      <p:cBhvr>
                                        <p:cTn id="40" dur="500"/>
                                        <p:tgtEl>
                                          <p:spTgt spid="96774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967710"/>
                                        </p:tgtEl>
                                        <p:attrNameLst>
                                          <p:attrName>style.visibility</p:attrName>
                                        </p:attrNameLst>
                                      </p:cBhvr>
                                      <p:to>
                                        <p:strVal val="visible"/>
                                      </p:to>
                                    </p:set>
                                    <p:animEffect transition="in" filter="blinds(horizontal)">
                                      <p:cBhvr>
                                        <p:cTn id="45" dur="500"/>
                                        <p:tgtEl>
                                          <p:spTgt spid="96771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97318"/>
                                        </p:tgtEl>
                                        <p:attrNameLst>
                                          <p:attrName>style.visibility</p:attrName>
                                        </p:attrNameLst>
                                      </p:cBhvr>
                                      <p:to>
                                        <p:strVal val="visible"/>
                                      </p:to>
                                    </p:set>
                                    <p:animEffect transition="in" filter="blinds(horizontal)">
                                      <p:cBhvr>
                                        <p:cTn id="50" dur="500"/>
                                        <p:tgtEl>
                                          <p:spTgt spid="39731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967712"/>
                                        </p:tgtEl>
                                        <p:attrNameLst>
                                          <p:attrName>style.visibility</p:attrName>
                                        </p:attrNameLst>
                                      </p:cBhvr>
                                      <p:to>
                                        <p:strVal val="visible"/>
                                      </p:to>
                                    </p:set>
                                    <p:animEffect transition="in" filter="blinds(horizontal)">
                                      <p:cBhvr>
                                        <p:cTn id="55" dur="500"/>
                                        <p:tgtEl>
                                          <p:spTgt spid="967712"/>
                                        </p:tgtEl>
                                      </p:cBhvr>
                                    </p:animEffect>
                                  </p:childTnLst>
                                </p:cTn>
                              </p:par>
                              <p:par>
                                <p:cTn id="56" presetID="3" presetClass="entr" presetSubtype="10" fill="hold" nodeType="withEffect">
                                  <p:stCondLst>
                                    <p:cond delay="0"/>
                                  </p:stCondLst>
                                  <p:childTnLst>
                                    <p:set>
                                      <p:cBhvr>
                                        <p:cTn id="57" dur="1" fill="hold">
                                          <p:stCondLst>
                                            <p:cond delay="0"/>
                                          </p:stCondLst>
                                        </p:cTn>
                                        <p:tgtEl>
                                          <p:spTgt spid="967684"/>
                                        </p:tgtEl>
                                        <p:attrNameLst>
                                          <p:attrName>style.visibility</p:attrName>
                                        </p:attrNameLst>
                                      </p:cBhvr>
                                      <p:to>
                                        <p:strVal val="visible"/>
                                      </p:to>
                                    </p:set>
                                    <p:animEffect transition="in" filter="blinds(horizontal)">
                                      <p:cBhvr>
                                        <p:cTn id="58" dur="500"/>
                                        <p:tgtEl>
                                          <p:spTgt spid="967684"/>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967715"/>
                                        </p:tgtEl>
                                        <p:attrNameLst>
                                          <p:attrName>style.visibility</p:attrName>
                                        </p:attrNameLst>
                                      </p:cBhvr>
                                      <p:to>
                                        <p:strVal val="visible"/>
                                      </p:to>
                                    </p:set>
                                    <p:animEffect transition="in" filter="blinds(horizontal)">
                                      <p:cBhvr>
                                        <p:cTn id="63" dur="500"/>
                                        <p:tgtEl>
                                          <p:spTgt spid="967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4" grpId="0"/>
      <p:bldP spid="967710" grpId="0"/>
      <p:bldP spid="967721" grpId="0" animBg="1"/>
      <p:bldP spid="967733" grpId="0" animBg="1"/>
      <p:bldP spid="967734" grpId="0" animBg="1"/>
      <p:bldP spid="96774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821" name="Rectangle 157"/>
          <p:cNvSpPr/>
          <p:nvPr/>
        </p:nvSpPr>
        <p:spPr>
          <a:xfrm>
            <a:off x="0" y="2060575"/>
            <a:ext cx="1835150" cy="566738"/>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266700" eaLnBrk="1" fontAlgn="ctr" hangingPunct="1">
              <a:lnSpc>
                <a:spcPct val="130000"/>
              </a:lnSpc>
              <a:spcBef>
                <a:spcPct val="0"/>
              </a:spcBef>
              <a:buClrTx/>
              <a:buSzTx/>
              <a:buFontTx/>
              <a:buNone/>
            </a:pPr>
            <a:r>
              <a:rPr lang="en-US" altLang="zh-CN" sz="2400" b="1" dirty="0">
                <a:solidFill>
                  <a:srgbClr val="0000CC"/>
                </a:solidFill>
                <a:latin typeface="Times New Roman" panose="02020603050405020304" pitchFamily="18" charset="0"/>
                <a:ea typeface="幼圆" panose="02010509060101010101" pitchFamily="49" charset="-122"/>
              </a:rPr>
              <a:t>Solution:</a:t>
            </a:r>
            <a:endParaRPr lang="en-US" altLang="zh-CN" sz="2400" b="1" dirty="0">
              <a:solidFill>
                <a:srgbClr val="0000CC"/>
              </a:solidFill>
              <a:latin typeface="Times New Roman" panose="02020603050405020304" pitchFamily="18" charset="0"/>
              <a:ea typeface="楷体_GB2312" pitchFamily="49" charset="-122"/>
            </a:endParaRPr>
          </a:p>
        </p:txBody>
      </p:sp>
      <p:graphicFrame>
        <p:nvGraphicFramePr>
          <p:cNvPr id="398342" name="Object 158"/>
          <p:cNvGraphicFramePr>
            <a:graphicFrameLocks noChangeAspect="1"/>
          </p:cNvGraphicFramePr>
          <p:nvPr/>
        </p:nvGraphicFramePr>
        <p:xfrm>
          <a:off x="1476375" y="2879725"/>
          <a:ext cx="3132138" cy="968375"/>
        </p:xfrm>
        <a:graphic>
          <a:graphicData uri="http://schemas.openxmlformats.org/presentationml/2006/ole">
            <mc:AlternateContent xmlns:mc="http://schemas.openxmlformats.org/markup-compatibility/2006">
              <mc:Choice xmlns:v="urn:schemas-microsoft-com:vml" Requires="v">
                <p:oleObj r:id="rId2" imgW="1765300" imgH="419100" progId="Equation.DSMT4">
                  <p:embed/>
                </p:oleObj>
              </mc:Choice>
              <mc:Fallback>
                <p:oleObj r:id="rId2" imgW="1765300" imgH="419100" progId="Equation.DSMT4">
                  <p:embed/>
                  <p:pic>
                    <p:nvPicPr>
                      <p:cNvPr id="398342" name="Object 158"/>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1476375" y="2879725"/>
                        <a:ext cx="3132138" cy="968375"/>
                      </a:xfrm>
                      <a:prstGeom prst="rect">
                        <a:avLst/>
                      </a:prstGeom>
                      <a:noFill/>
                      <a:ln w="38100">
                        <a:noFill/>
                        <a:miter/>
                      </a:ln>
                    </p:spPr>
                  </p:pic>
                </p:oleObj>
              </mc:Fallback>
            </mc:AlternateContent>
          </a:graphicData>
        </a:graphic>
      </p:graphicFrame>
      <p:graphicFrame>
        <p:nvGraphicFramePr>
          <p:cNvPr id="398343" name="Object 159"/>
          <p:cNvGraphicFramePr>
            <a:graphicFrameLocks noChangeAspect="1"/>
          </p:cNvGraphicFramePr>
          <p:nvPr/>
        </p:nvGraphicFramePr>
        <p:xfrm>
          <a:off x="1389063" y="3975100"/>
          <a:ext cx="3262312" cy="992188"/>
        </p:xfrm>
        <a:graphic>
          <a:graphicData uri="http://schemas.openxmlformats.org/presentationml/2006/ole">
            <mc:AlternateContent xmlns:mc="http://schemas.openxmlformats.org/markup-compatibility/2006">
              <mc:Choice xmlns:v="urn:schemas-microsoft-com:vml" Requires="v">
                <p:oleObj r:id="rId4" imgW="1790700" imgH="419100" progId="Equation.DSMT4">
                  <p:embed/>
                </p:oleObj>
              </mc:Choice>
              <mc:Fallback>
                <p:oleObj r:id="rId4" imgW="1790700" imgH="419100" progId="Equation.DSMT4">
                  <p:embed/>
                  <p:pic>
                    <p:nvPicPr>
                      <p:cNvPr id="398343" name="Object 159"/>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1389063" y="3975100"/>
                        <a:ext cx="3262312" cy="992188"/>
                      </a:xfrm>
                      <a:prstGeom prst="rect">
                        <a:avLst/>
                      </a:prstGeom>
                      <a:noFill/>
                      <a:ln w="38100">
                        <a:noFill/>
                        <a:miter/>
                      </a:ln>
                    </p:spPr>
                  </p:pic>
                </p:oleObj>
              </mc:Fallback>
            </mc:AlternateContent>
          </a:graphicData>
        </a:graphic>
      </p:graphicFrame>
      <p:graphicFrame>
        <p:nvGraphicFramePr>
          <p:cNvPr id="398344" name="Object 160"/>
          <p:cNvGraphicFramePr>
            <a:graphicFrameLocks noChangeAspect="1"/>
          </p:cNvGraphicFramePr>
          <p:nvPr/>
        </p:nvGraphicFramePr>
        <p:xfrm>
          <a:off x="1558925" y="4978400"/>
          <a:ext cx="3092450" cy="1328738"/>
        </p:xfrm>
        <a:graphic>
          <a:graphicData uri="http://schemas.openxmlformats.org/presentationml/2006/ole">
            <mc:AlternateContent xmlns:mc="http://schemas.openxmlformats.org/markup-compatibility/2006">
              <mc:Choice xmlns:v="urn:schemas-microsoft-com:vml" Requires="v">
                <p:oleObj r:id="rId6" imgW="1054100" imgH="457200" progId="Equation.DSMT4">
                  <p:embed/>
                </p:oleObj>
              </mc:Choice>
              <mc:Fallback>
                <p:oleObj r:id="rId6" imgW="1054100" imgH="457200" progId="Equation.DSMT4">
                  <p:embed/>
                  <p:pic>
                    <p:nvPicPr>
                      <p:cNvPr id="398344" name="Object 160"/>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1558925" y="4978400"/>
                        <a:ext cx="3092450" cy="1328738"/>
                      </a:xfrm>
                      <a:prstGeom prst="rect">
                        <a:avLst/>
                      </a:prstGeom>
                      <a:noFill/>
                      <a:ln w="38100">
                        <a:noFill/>
                        <a:miter/>
                      </a:ln>
                    </p:spPr>
                  </p:pic>
                </p:oleObj>
              </mc:Fallback>
            </mc:AlternateContent>
          </a:graphicData>
        </a:graphic>
      </p:graphicFrame>
      <p:sp>
        <p:nvSpPr>
          <p:cNvPr id="625825" name="Rectangle 161"/>
          <p:cNvSpPr/>
          <p:nvPr/>
        </p:nvSpPr>
        <p:spPr>
          <a:xfrm>
            <a:off x="539750" y="5084763"/>
            <a:ext cx="9366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buClrTx/>
              <a:buSzTx/>
              <a:buFontTx/>
              <a:buNone/>
            </a:pPr>
            <a:r>
              <a:rPr lang="en-US" altLang="zh-CN" sz="2400" b="1" dirty="0">
                <a:solidFill>
                  <a:srgbClr val="0000CC"/>
                </a:solidFill>
                <a:latin typeface="Times New Roman" panose="02020603050405020304" pitchFamily="18" charset="0"/>
                <a:ea typeface="楷体_GB2312" pitchFamily="49" charset="-122"/>
              </a:rPr>
              <a:t>So</a:t>
            </a:r>
          </a:p>
        </p:txBody>
      </p:sp>
      <p:grpSp>
        <p:nvGrpSpPr>
          <p:cNvPr id="625826" name="Group 162"/>
          <p:cNvGrpSpPr/>
          <p:nvPr/>
        </p:nvGrpSpPr>
        <p:grpSpPr>
          <a:xfrm>
            <a:off x="5724525" y="2565400"/>
            <a:ext cx="3132138" cy="2881313"/>
            <a:chOff x="3606" y="2069"/>
            <a:chExt cx="1973" cy="1815"/>
          </a:xfrm>
        </p:grpSpPr>
        <p:sp>
          <p:nvSpPr>
            <p:cNvPr id="88077" name="Rectangle 163"/>
            <p:cNvSpPr/>
            <p:nvPr/>
          </p:nvSpPr>
          <p:spPr>
            <a:xfrm>
              <a:off x="3606" y="2069"/>
              <a:ext cx="1973" cy="1815"/>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88078" name="Line 164"/>
            <p:cNvSpPr/>
            <p:nvPr/>
          </p:nvSpPr>
          <p:spPr>
            <a:xfrm>
              <a:off x="4536" y="2245"/>
              <a:ext cx="0" cy="1213"/>
            </a:xfrm>
            <a:prstGeom prst="line">
              <a:avLst/>
            </a:prstGeom>
            <a:ln w="25400" cap="flat" cmpd="sng">
              <a:solidFill>
                <a:srgbClr val="33CCCC"/>
              </a:solidFill>
              <a:prstDash val="solid"/>
              <a:headEnd type="none" w="med" len="med"/>
              <a:tailEnd type="none" w="med" len="med"/>
            </a:ln>
          </p:spPr>
          <p:txBody>
            <a:bodyPr/>
            <a:lstStyle/>
            <a:p>
              <a:endParaRPr lang="zh-CN" altLang="en-US"/>
            </a:p>
          </p:txBody>
        </p:sp>
        <p:sp>
          <p:nvSpPr>
            <p:cNvPr id="88079" name="Line 165"/>
            <p:cNvSpPr/>
            <p:nvPr/>
          </p:nvSpPr>
          <p:spPr>
            <a:xfrm>
              <a:off x="4122" y="2914"/>
              <a:ext cx="1195" cy="0"/>
            </a:xfrm>
            <a:prstGeom prst="line">
              <a:avLst/>
            </a:prstGeom>
            <a:ln w="25400" cap="flat" cmpd="sng">
              <a:solidFill>
                <a:srgbClr val="0000FF"/>
              </a:solidFill>
              <a:prstDash val="solid"/>
              <a:headEnd type="none" w="med" len="med"/>
              <a:tailEnd type="triangle" w="sm" len="lg"/>
            </a:ln>
          </p:spPr>
          <p:txBody>
            <a:bodyPr/>
            <a:lstStyle/>
            <a:p>
              <a:endParaRPr lang="zh-CN" altLang="en-US"/>
            </a:p>
          </p:txBody>
        </p:sp>
        <p:sp>
          <p:nvSpPr>
            <p:cNvPr id="88080" name="Text Box 166"/>
            <p:cNvSpPr txBox="1"/>
            <p:nvPr/>
          </p:nvSpPr>
          <p:spPr>
            <a:xfrm>
              <a:off x="3956" y="2811"/>
              <a:ext cx="257" cy="22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cs typeface="Times New Roman" panose="02020603050405020304" pitchFamily="18" charset="0"/>
                </a:rPr>
                <a:t>o</a:t>
              </a:r>
              <a:endParaRPr lang="en-US" altLang="zh-CN" sz="2400" dirty="0">
                <a:ea typeface="Times New Roman" panose="02020603050405020304" pitchFamily="18" charset="0"/>
              </a:endParaRPr>
            </a:p>
          </p:txBody>
        </p:sp>
        <p:sp>
          <p:nvSpPr>
            <p:cNvPr id="88081" name="Text Box 167"/>
            <p:cNvSpPr txBox="1"/>
            <p:nvPr/>
          </p:nvSpPr>
          <p:spPr>
            <a:xfrm>
              <a:off x="4506" y="2873"/>
              <a:ext cx="257" cy="29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cs typeface="Times New Roman" panose="02020603050405020304" pitchFamily="18" charset="0"/>
                </a:rPr>
                <a:t>b</a:t>
              </a:r>
              <a:endParaRPr lang="en-US" altLang="zh-CN" sz="2400" dirty="0">
                <a:ea typeface="Times New Roman" panose="02020603050405020304" pitchFamily="18" charset="0"/>
              </a:endParaRPr>
            </a:p>
          </p:txBody>
        </p:sp>
        <p:sp>
          <p:nvSpPr>
            <p:cNvPr id="88082" name="Text Box 168"/>
            <p:cNvSpPr txBox="1"/>
            <p:nvPr/>
          </p:nvSpPr>
          <p:spPr>
            <a:xfrm>
              <a:off x="4964" y="2863"/>
              <a:ext cx="343" cy="29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cs typeface="Times New Roman" panose="02020603050405020304" pitchFamily="18" charset="0"/>
                </a:rPr>
                <a:t>a</a:t>
              </a:r>
              <a:endParaRPr lang="en-US" altLang="zh-CN" sz="2400" dirty="0">
                <a:ea typeface="Times New Roman" panose="02020603050405020304" pitchFamily="18" charset="0"/>
              </a:endParaRPr>
            </a:p>
          </p:txBody>
        </p:sp>
        <p:sp>
          <p:nvSpPr>
            <p:cNvPr id="88083" name="Line 169"/>
            <p:cNvSpPr/>
            <p:nvPr/>
          </p:nvSpPr>
          <p:spPr>
            <a:xfrm flipV="1">
              <a:off x="4128" y="2175"/>
              <a:ext cx="0" cy="222"/>
            </a:xfrm>
            <a:prstGeom prst="line">
              <a:avLst/>
            </a:prstGeom>
            <a:ln w="25400" cap="flat" cmpd="sng">
              <a:solidFill>
                <a:srgbClr val="0000FF"/>
              </a:solidFill>
              <a:prstDash val="solid"/>
              <a:headEnd type="none" w="med" len="med"/>
              <a:tailEnd type="triangle" w="sm" len="med"/>
            </a:ln>
          </p:spPr>
          <p:txBody>
            <a:bodyPr/>
            <a:lstStyle/>
            <a:p>
              <a:endParaRPr lang="zh-CN" altLang="en-US"/>
            </a:p>
          </p:txBody>
        </p:sp>
        <p:sp>
          <p:nvSpPr>
            <p:cNvPr id="88084" name="Text Box 170"/>
            <p:cNvSpPr txBox="1"/>
            <p:nvPr/>
          </p:nvSpPr>
          <p:spPr>
            <a:xfrm>
              <a:off x="5257" y="2840"/>
              <a:ext cx="186" cy="222"/>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i="1" dirty="0">
                  <a:latin typeface="Times New Roman" panose="02020603050405020304" pitchFamily="18" charset="0"/>
                  <a:cs typeface="Times New Roman" panose="02020603050405020304" pitchFamily="18" charset="0"/>
                </a:rPr>
                <a:t>x</a:t>
              </a:r>
              <a:endParaRPr lang="en-US" altLang="zh-CN" sz="2400" dirty="0">
                <a:ea typeface="Times New Roman" panose="02020603050405020304" pitchFamily="18" charset="0"/>
              </a:endParaRPr>
            </a:p>
          </p:txBody>
        </p:sp>
        <p:sp>
          <p:nvSpPr>
            <p:cNvPr id="88085" name="Text Box 171"/>
            <p:cNvSpPr txBox="1"/>
            <p:nvPr/>
          </p:nvSpPr>
          <p:spPr>
            <a:xfrm>
              <a:off x="4106" y="2069"/>
              <a:ext cx="171" cy="22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t" hangingPunct="1">
                <a:spcBef>
                  <a:spcPct val="0"/>
                </a:spcBef>
                <a:buClrTx/>
                <a:buSzTx/>
                <a:buFontTx/>
                <a:buNone/>
              </a:pPr>
              <a:r>
                <a:rPr lang="en-US" altLang="zh-CN" sz="2400" i="1" dirty="0">
                  <a:latin typeface="Times New Roman" panose="02020603050405020304" pitchFamily="18" charset="0"/>
                  <a:cs typeface="Times New Roman" panose="02020603050405020304" pitchFamily="18" charset="0"/>
                </a:rPr>
                <a:t>y</a:t>
              </a:r>
              <a:endParaRPr lang="en-US" altLang="zh-CN" sz="2400" dirty="0">
                <a:ea typeface="Times New Roman" panose="02020603050405020304" pitchFamily="18" charset="0"/>
              </a:endParaRPr>
            </a:p>
          </p:txBody>
        </p:sp>
        <p:sp>
          <p:nvSpPr>
            <p:cNvPr id="88086" name="Text Box 172"/>
            <p:cNvSpPr txBox="1"/>
            <p:nvPr/>
          </p:nvSpPr>
          <p:spPr>
            <a:xfrm>
              <a:off x="3856" y="3521"/>
              <a:ext cx="1632" cy="22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2000" b="1" dirty="0">
                  <a:solidFill>
                    <a:srgbClr val="000000"/>
                  </a:solidFill>
                  <a:latin typeface="Times New Roman" panose="02020603050405020304" pitchFamily="18" charset="0"/>
                  <a:cs typeface="Times New Roman" panose="02020603050405020304" pitchFamily="18" charset="0"/>
                </a:rPr>
                <a:t>Two infinite plane</a:t>
              </a:r>
              <a:endParaRPr lang="en-US" altLang="zh-CN" sz="2000" b="1" dirty="0">
                <a:solidFill>
                  <a:srgbClr val="000000"/>
                </a:solidFill>
                <a:ea typeface="Times New Roman" panose="02020603050405020304" pitchFamily="18" charset="0"/>
              </a:endParaRPr>
            </a:p>
          </p:txBody>
        </p:sp>
        <p:grpSp>
          <p:nvGrpSpPr>
            <p:cNvPr id="88087" name="Group 173"/>
            <p:cNvGrpSpPr/>
            <p:nvPr/>
          </p:nvGrpSpPr>
          <p:grpSpPr>
            <a:xfrm flipH="1">
              <a:off x="4978" y="2292"/>
              <a:ext cx="284" cy="1140"/>
              <a:chOff x="5400" y="12573"/>
              <a:chExt cx="777" cy="2808"/>
            </a:xfrm>
          </p:grpSpPr>
          <p:sp>
            <p:nvSpPr>
              <p:cNvPr id="88101" name="Line 174"/>
              <p:cNvSpPr/>
              <p:nvPr/>
            </p:nvSpPr>
            <p:spPr>
              <a:xfrm>
                <a:off x="6135" y="12573"/>
                <a:ext cx="0" cy="2808"/>
              </a:xfrm>
              <a:prstGeom prst="line">
                <a:avLst/>
              </a:prstGeom>
              <a:ln w="28575" cap="flat" cmpd="sng">
                <a:solidFill>
                  <a:srgbClr val="FF6600"/>
                </a:solidFill>
                <a:prstDash val="solid"/>
                <a:headEnd type="none" w="med" len="med"/>
                <a:tailEnd type="none" w="med" len="med"/>
              </a:ln>
            </p:spPr>
            <p:txBody>
              <a:bodyPr/>
              <a:lstStyle/>
              <a:p>
                <a:endParaRPr lang="zh-CN" altLang="en-US"/>
              </a:p>
            </p:txBody>
          </p:sp>
          <p:grpSp>
            <p:nvGrpSpPr>
              <p:cNvPr id="88102" name="Group 175"/>
              <p:cNvGrpSpPr/>
              <p:nvPr/>
            </p:nvGrpSpPr>
            <p:grpSpPr>
              <a:xfrm flipH="1">
                <a:off x="5400" y="14742"/>
                <a:ext cx="777" cy="468"/>
                <a:chOff x="6063" y="4848"/>
                <a:chExt cx="777" cy="468"/>
              </a:xfrm>
            </p:grpSpPr>
            <p:sp>
              <p:nvSpPr>
                <p:cNvPr id="88103" name="Line 176"/>
                <p:cNvSpPr/>
                <p:nvPr/>
              </p:nvSpPr>
              <p:spPr>
                <a:xfrm>
                  <a:off x="6120" y="4872"/>
                  <a:ext cx="540"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4" name="Line 177"/>
                <p:cNvSpPr/>
                <p:nvPr/>
              </p:nvSpPr>
              <p:spPr>
                <a:xfrm>
                  <a:off x="6660" y="4872"/>
                  <a:ext cx="0" cy="312"/>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5" name="Line 178"/>
                <p:cNvSpPr/>
                <p:nvPr/>
              </p:nvSpPr>
              <p:spPr>
                <a:xfrm>
                  <a:off x="6480" y="5184"/>
                  <a:ext cx="360"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6" name="Line 179"/>
                <p:cNvSpPr/>
                <p:nvPr/>
              </p:nvSpPr>
              <p:spPr>
                <a:xfrm>
                  <a:off x="6540" y="5229"/>
                  <a:ext cx="249"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7" name="Line 180"/>
                <p:cNvSpPr/>
                <p:nvPr/>
              </p:nvSpPr>
              <p:spPr>
                <a:xfrm>
                  <a:off x="6600" y="5280"/>
                  <a:ext cx="136"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8" name="Line 181"/>
                <p:cNvSpPr/>
                <p:nvPr/>
              </p:nvSpPr>
              <p:spPr>
                <a:xfrm>
                  <a:off x="6660" y="5316"/>
                  <a:ext cx="23"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9" name="Oval 182"/>
                <p:cNvSpPr/>
                <p:nvPr/>
              </p:nvSpPr>
              <p:spPr>
                <a:xfrm>
                  <a:off x="6063" y="4848"/>
                  <a:ext cx="102" cy="102"/>
                </a:xfrm>
                <a:prstGeom prst="ellipse">
                  <a:avLst/>
                </a:prstGeom>
                <a:solidFill>
                  <a:srgbClr val="000000"/>
                </a:solidFill>
                <a:ln w="9525" cap="flat" cmpd="sng">
                  <a:solidFill>
                    <a:srgbClr val="FF66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grpSp>
        <p:graphicFrame>
          <p:nvGraphicFramePr>
            <p:cNvPr id="88088" name="Object 183"/>
            <p:cNvGraphicFramePr>
              <a:graphicFrameLocks noChangeAspect="1"/>
            </p:cNvGraphicFramePr>
            <p:nvPr/>
          </p:nvGraphicFramePr>
          <p:xfrm>
            <a:off x="4516" y="2209"/>
            <a:ext cx="292" cy="269"/>
          </p:xfrm>
          <a:graphic>
            <a:graphicData uri="http://schemas.openxmlformats.org/presentationml/2006/ole">
              <mc:AlternateContent xmlns:mc="http://schemas.openxmlformats.org/markup-compatibility/2006">
                <mc:Choice xmlns:v="urn:schemas-microsoft-com:vml" Requires="v">
                  <p:oleObj r:id="rId8" imgW="241300" imgH="228600" progId="Equation.DSMT4">
                    <p:embed/>
                  </p:oleObj>
                </mc:Choice>
                <mc:Fallback>
                  <p:oleObj r:id="rId8" imgW="241300" imgH="228600" progId="Equation.DSMT4">
                    <p:embed/>
                    <p:pic>
                      <p:nvPicPr>
                        <p:cNvPr id="88088" name="Object 183"/>
                        <p:cNvPicPr/>
                        <p:nvPr/>
                      </p:nvPicPr>
                      <p:blipFill>
                        <a:blip r:embed="rId9"/>
                        <a:stretch>
                          <a:fillRect/>
                        </a:stretch>
                      </p:blipFill>
                      <p:spPr>
                        <a:xfrm>
                          <a:off x="4516" y="2209"/>
                          <a:ext cx="292" cy="269"/>
                        </a:xfrm>
                        <a:prstGeom prst="rect">
                          <a:avLst/>
                        </a:prstGeom>
                        <a:noFill/>
                        <a:ln w="38100">
                          <a:noFill/>
                          <a:miter/>
                        </a:ln>
                      </p:spPr>
                    </p:pic>
                  </p:oleObj>
                </mc:Fallback>
              </mc:AlternateContent>
            </a:graphicData>
          </a:graphic>
        </p:graphicFrame>
        <p:graphicFrame>
          <p:nvGraphicFramePr>
            <p:cNvPr id="88089" name="Object 184"/>
            <p:cNvGraphicFramePr>
              <a:graphicFrameLocks noChangeAspect="1"/>
            </p:cNvGraphicFramePr>
            <p:nvPr/>
          </p:nvGraphicFramePr>
          <p:xfrm>
            <a:off x="4240" y="2568"/>
            <a:ext cx="183" cy="253"/>
          </p:xfrm>
          <a:graphic>
            <a:graphicData uri="http://schemas.openxmlformats.org/presentationml/2006/ole">
              <mc:AlternateContent xmlns:mc="http://schemas.openxmlformats.org/markup-compatibility/2006">
                <mc:Choice xmlns:v="urn:schemas-microsoft-com:vml" Requires="v">
                  <p:oleObj r:id="rId10" imgW="165100" imgH="228600" progId="Equation.DSMT4">
                    <p:embed/>
                  </p:oleObj>
                </mc:Choice>
                <mc:Fallback>
                  <p:oleObj r:id="rId10" imgW="165100" imgH="228600" progId="Equation.DSMT4">
                    <p:embed/>
                    <p:pic>
                      <p:nvPicPr>
                        <p:cNvPr id="88089" name="Object 184"/>
                        <p:cNvPicPr/>
                        <p:nvPr/>
                      </p:nvPicPr>
                      <p:blipFill>
                        <a:blip r:embed="rId11"/>
                        <a:stretch>
                          <a:fillRect/>
                        </a:stretch>
                      </p:blipFill>
                      <p:spPr>
                        <a:xfrm>
                          <a:off x="4240" y="2568"/>
                          <a:ext cx="183" cy="253"/>
                        </a:xfrm>
                        <a:prstGeom prst="rect">
                          <a:avLst/>
                        </a:prstGeom>
                        <a:noFill/>
                        <a:ln w="38100">
                          <a:noFill/>
                          <a:miter/>
                        </a:ln>
                      </p:spPr>
                    </p:pic>
                  </p:oleObj>
                </mc:Fallback>
              </mc:AlternateContent>
            </a:graphicData>
          </a:graphic>
        </p:graphicFrame>
        <p:graphicFrame>
          <p:nvGraphicFramePr>
            <p:cNvPr id="88090" name="Object 185"/>
            <p:cNvGraphicFramePr>
              <a:graphicFrameLocks noChangeAspect="1"/>
            </p:cNvGraphicFramePr>
            <p:nvPr/>
          </p:nvGraphicFramePr>
          <p:xfrm>
            <a:off x="4674" y="2568"/>
            <a:ext cx="191" cy="256"/>
          </p:xfrm>
          <a:graphic>
            <a:graphicData uri="http://schemas.openxmlformats.org/presentationml/2006/ole">
              <mc:AlternateContent xmlns:mc="http://schemas.openxmlformats.org/markup-compatibility/2006">
                <mc:Choice xmlns:v="urn:schemas-microsoft-com:vml" Requires="v">
                  <p:oleObj r:id="rId12" imgW="177800" imgH="228600" progId="Equation.DSMT4">
                    <p:embed/>
                  </p:oleObj>
                </mc:Choice>
                <mc:Fallback>
                  <p:oleObj r:id="rId12" imgW="177800" imgH="228600" progId="Equation.DSMT4">
                    <p:embed/>
                    <p:pic>
                      <p:nvPicPr>
                        <p:cNvPr id="88090" name="Object 185"/>
                        <p:cNvPicPr/>
                        <p:nvPr/>
                      </p:nvPicPr>
                      <p:blipFill>
                        <a:blip r:embed="rId13"/>
                        <a:stretch>
                          <a:fillRect/>
                        </a:stretch>
                      </p:blipFill>
                      <p:spPr>
                        <a:xfrm>
                          <a:off x="4674" y="2568"/>
                          <a:ext cx="191" cy="256"/>
                        </a:xfrm>
                        <a:prstGeom prst="rect">
                          <a:avLst/>
                        </a:prstGeom>
                        <a:noFill/>
                        <a:ln w="38100">
                          <a:noFill/>
                          <a:miter/>
                        </a:ln>
                      </p:spPr>
                    </p:pic>
                  </p:oleObj>
                </mc:Fallback>
              </mc:AlternateContent>
            </a:graphicData>
          </a:graphic>
        </p:graphicFrame>
        <p:grpSp>
          <p:nvGrpSpPr>
            <p:cNvPr id="88091" name="Group 186"/>
            <p:cNvGrpSpPr/>
            <p:nvPr/>
          </p:nvGrpSpPr>
          <p:grpSpPr>
            <a:xfrm>
              <a:off x="3856" y="2292"/>
              <a:ext cx="284" cy="1140"/>
              <a:chOff x="5400" y="12573"/>
              <a:chExt cx="777" cy="2808"/>
            </a:xfrm>
          </p:grpSpPr>
          <p:sp>
            <p:nvSpPr>
              <p:cNvPr id="88092" name="Line 187"/>
              <p:cNvSpPr/>
              <p:nvPr/>
            </p:nvSpPr>
            <p:spPr>
              <a:xfrm>
                <a:off x="6135" y="12573"/>
                <a:ext cx="0" cy="2808"/>
              </a:xfrm>
              <a:prstGeom prst="line">
                <a:avLst/>
              </a:prstGeom>
              <a:ln w="28575" cap="flat" cmpd="sng">
                <a:solidFill>
                  <a:srgbClr val="FF6600"/>
                </a:solidFill>
                <a:prstDash val="solid"/>
                <a:headEnd type="none" w="med" len="med"/>
                <a:tailEnd type="none" w="med" len="med"/>
              </a:ln>
            </p:spPr>
            <p:txBody>
              <a:bodyPr/>
              <a:lstStyle/>
              <a:p>
                <a:endParaRPr lang="zh-CN" altLang="en-US"/>
              </a:p>
            </p:txBody>
          </p:sp>
          <p:grpSp>
            <p:nvGrpSpPr>
              <p:cNvPr id="88093" name="Group 188"/>
              <p:cNvGrpSpPr/>
              <p:nvPr/>
            </p:nvGrpSpPr>
            <p:grpSpPr>
              <a:xfrm flipH="1">
                <a:off x="5400" y="14742"/>
                <a:ext cx="777" cy="468"/>
                <a:chOff x="6063" y="4848"/>
                <a:chExt cx="777" cy="468"/>
              </a:xfrm>
            </p:grpSpPr>
            <p:sp>
              <p:nvSpPr>
                <p:cNvPr id="88094" name="Line 189"/>
                <p:cNvSpPr/>
                <p:nvPr/>
              </p:nvSpPr>
              <p:spPr>
                <a:xfrm>
                  <a:off x="6120" y="4872"/>
                  <a:ext cx="540"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095" name="Line 190"/>
                <p:cNvSpPr/>
                <p:nvPr/>
              </p:nvSpPr>
              <p:spPr>
                <a:xfrm>
                  <a:off x="6660" y="4872"/>
                  <a:ext cx="0" cy="312"/>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096" name="Line 191"/>
                <p:cNvSpPr/>
                <p:nvPr/>
              </p:nvSpPr>
              <p:spPr>
                <a:xfrm>
                  <a:off x="6480" y="5184"/>
                  <a:ext cx="360"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097" name="Line 192"/>
                <p:cNvSpPr/>
                <p:nvPr/>
              </p:nvSpPr>
              <p:spPr>
                <a:xfrm>
                  <a:off x="6540" y="5229"/>
                  <a:ext cx="249"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098" name="Line 193"/>
                <p:cNvSpPr/>
                <p:nvPr/>
              </p:nvSpPr>
              <p:spPr>
                <a:xfrm>
                  <a:off x="6600" y="5280"/>
                  <a:ext cx="136"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099" name="Line 194"/>
                <p:cNvSpPr/>
                <p:nvPr/>
              </p:nvSpPr>
              <p:spPr>
                <a:xfrm>
                  <a:off x="6660" y="5316"/>
                  <a:ext cx="23" cy="0"/>
                </a:xfrm>
                <a:prstGeom prst="line">
                  <a:avLst/>
                </a:prstGeom>
                <a:ln w="9525" cap="flat" cmpd="sng">
                  <a:solidFill>
                    <a:srgbClr val="FF6600"/>
                  </a:solidFill>
                  <a:prstDash val="solid"/>
                  <a:headEnd type="none" w="med" len="med"/>
                  <a:tailEnd type="none" w="med" len="med"/>
                </a:ln>
              </p:spPr>
              <p:txBody>
                <a:bodyPr/>
                <a:lstStyle/>
                <a:p>
                  <a:endParaRPr lang="zh-CN" altLang="en-US"/>
                </a:p>
              </p:txBody>
            </p:sp>
            <p:sp>
              <p:nvSpPr>
                <p:cNvPr id="88100" name="Oval 195"/>
                <p:cNvSpPr/>
                <p:nvPr/>
              </p:nvSpPr>
              <p:spPr>
                <a:xfrm>
                  <a:off x="6063" y="4848"/>
                  <a:ext cx="102" cy="102"/>
                </a:xfrm>
                <a:prstGeom prst="ellipse">
                  <a:avLst/>
                </a:prstGeom>
                <a:solidFill>
                  <a:srgbClr val="000000"/>
                </a:solidFill>
                <a:ln w="9525" cap="flat" cmpd="sng">
                  <a:solidFill>
                    <a:srgbClr val="FF66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grpSp>
      </p:grpSp>
      <p:graphicFrame>
        <p:nvGraphicFramePr>
          <p:cNvPr id="398380" name="Object 196"/>
          <p:cNvGraphicFramePr>
            <a:graphicFrameLocks noGrp="1" noChangeAspect="1"/>
          </p:cNvGraphicFramePr>
          <p:nvPr>
            <p:ph idx="1"/>
          </p:nvPr>
        </p:nvGraphicFramePr>
        <p:xfrm>
          <a:off x="1722438" y="2092325"/>
          <a:ext cx="3978275" cy="673100"/>
        </p:xfrm>
        <a:graphic>
          <a:graphicData uri="http://schemas.openxmlformats.org/presentationml/2006/ole">
            <mc:AlternateContent xmlns:mc="http://schemas.openxmlformats.org/markup-compatibility/2006">
              <mc:Choice xmlns:v="urn:schemas-microsoft-com:vml" Requires="v">
                <p:oleObj r:id="rId14" imgW="1651000" imgH="279400" progId="Equation.DSMT4">
                  <p:embed/>
                </p:oleObj>
              </mc:Choice>
              <mc:Fallback>
                <p:oleObj r:id="rId14" imgW="1651000" imgH="279400" progId="Equation.DSMT4">
                  <p:embed/>
                  <p:pic>
                    <p:nvPicPr>
                      <p:cNvPr id="398380" name="Object 196"/>
                      <p:cNvPicPr/>
                      <p:nvPr/>
                    </p:nvPicPr>
                    <p:blipFill>
                      <a:blip r:embed="rId15">
                        <a:clrChange>
                          <a:clrFrom>
                            <a:srgbClr val="000000"/>
                          </a:clrFrom>
                          <a:clrTo>
                            <a:srgbClr val="FFFFFF"/>
                          </a:clrTo>
                        </a:clrChange>
                        <a:clrChange>
                          <a:clrFrom>
                            <a:srgbClr val="FFFFFF"/>
                          </a:clrFrom>
                          <a:clrTo>
                            <a:srgbClr val="000000"/>
                          </a:clrTo>
                        </a:clrChange>
                      </a:blip>
                      <a:srcRect/>
                      <a:stretch>
                        <a:fillRect/>
                      </a:stretch>
                    </p:blipFill>
                    <p:spPr>
                      <a:xfrm>
                        <a:off x="1722438" y="2092325"/>
                        <a:ext cx="3978275" cy="673100"/>
                      </a:xfrm>
                      <a:prstGeom prst="rect">
                        <a:avLst/>
                      </a:prstGeom>
                      <a:noFill/>
                      <a:ln w="38100">
                        <a:miter/>
                      </a:ln>
                    </p:spPr>
                  </p:pic>
                </p:oleObj>
              </mc:Fallback>
            </mc:AlternateContent>
          </a:graphicData>
        </a:graphic>
      </p:graphicFrame>
      <p:grpSp>
        <p:nvGrpSpPr>
          <p:cNvPr id="88073" name="Group 48"/>
          <p:cNvGrpSpPr/>
          <p:nvPr/>
        </p:nvGrpSpPr>
        <p:grpSpPr>
          <a:xfrm>
            <a:off x="179388" y="0"/>
            <a:ext cx="8748712" cy="1990725"/>
            <a:chOff x="113" y="0"/>
            <a:chExt cx="5511" cy="1254"/>
          </a:xfrm>
        </p:grpSpPr>
        <p:sp>
          <p:nvSpPr>
            <p:cNvPr id="88075" name="Text Box 46"/>
            <p:cNvSpPr txBox="1"/>
            <p:nvPr/>
          </p:nvSpPr>
          <p:spPr>
            <a:xfrm>
              <a:off x="113" y="0"/>
              <a:ext cx="5511" cy="125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ctr" hangingPunct="1">
                <a:lnSpc>
                  <a:spcPct val="130000"/>
                </a:lnSpc>
                <a:spcBef>
                  <a:spcPct val="0"/>
                </a:spcBef>
                <a:buClrTx/>
                <a:buSzTx/>
                <a:buFontTx/>
                <a:buNone/>
              </a:pPr>
              <a:r>
                <a:rPr lang="en-US" altLang="zh-CN" sz="2400" b="1" dirty="0">
                  <a:solidFill>
                    <a:srgbClr val="FF0000"/>
                  </a:solidFill>
                </a:rPr>
                <a:t>Ex  </a:t>
              </a:r>
              <a:r>
                <a:rPr lang="en-US" altLang="zh-CN" sz="2400" b="1" dirty="0">
                  <a:solidFill>
                    <a:srgbClr val="000000"/>
                  </a:solidFill>
                </a:rPr>
                <a:t>Two infinite grounded conductor planes are located at x=0 and x=a, there is a uniformly charged plane at x=b with surface charge density of         . Find the electric potential and electric field intensity between these two plane.</a:t>
              </a:r>
              <a:endParaRPr lang="en-US" altLang="zh-CN" sz="2400" dirty="0">
                <a:solidFill>
                  <a:srgbClr val="000000"/>
                </a:solidFill>
              </a:endParaRPr>
            </a:p>
          </p:txBody>
        </p:sp>
        <p:graphicFrame>
          <p:nvGraphicFramePr>
            <p:cNvPr id="88076" name="Object 47"/>
            <p:cNvGraphicFramePr>
              <a:graphicFrameLocks noChangeAspect="1"/>
            </p:cNvGraphicFramePr>
            <p:nvPr/>
          </p:nvGraphicFramePr>
          <p:xfrm>
            <a:off x="2562" y="634"/>
            <a:ext cx="363" cy="344"/>
          </p:xfrm>
          <a:graphic>
            <a:graphicData uri="http://schemas.openxmlformats.org/presentationml/2006/ole">
              <mc:AlternateContent xmlns:mc="http://schemas.openxmlformats.org/markup-compatibility/2006">
                <mc:Choice xmlns:v="urn:schemas-microsoft-com:vml" Requires="v">
                  <p:oleObj r:id="rId16" imgW="241300" imgH="228600" progId="Equation.DSMT4">
                    <p:embed/>
                  </p:oleObj>
                </mc:Choice>
                <mc:Fallback>
                  <p:oleObj r:id="rId16" imgW="241300" imgH="228600" progId="Equation.DSMT4">
                    <p:embed/>
                    <p:pic>
                      <p:nvPicPr>
                        <p:cNvPr id="88076" name="Object 47"/>
                        <p:cNvPicPr/>
                        <p:nvPr/>
                      </p:nvPicPr>
                      <p:blipFill>
                        <a:blip r:embed="rId17"/>
                        <a:stretch>
                          <a:fillRect/>
                        </a:stretch>
                      </p:blipFill>
                      <p:spPr>
                        <a:xfrm>
                          <a:off x="2562" y="634"/>
                          <a:ext cx="363" cy="344"/>
                        </a:xfrm>
                        <a:prstGeom prst="rect">
                          <a:avLst/>
                        </a:prstGeom>
                        <a:noFill/>
                        <a:ln w="38100">
                          <a:noFill/>
                          <a:miter/>
                        </a:ln>
                      </p:spPr>
                    </p:pic>
                  </p:oleObj>
                </mc:Fallback>
              </mc:AlternateContent>
            </a:graphicData>
          </a:graphic>
        </p:graphicFrame>
      </p:grpSp>
      <p:pic>
        <p:nvPicPr>
          <p:cNvPr id="11" name="Picture 2"/>
          <p:cNvPicPr>
            <a:picLocks noChangeAspect="1" noChangeArrowheads="1"/>
          </p:cNvPicPr>
          <p:nvPr/>
        </p:nvPicPr>
        <p:blipFill>
          <a:blip r:embed="rId18">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5826"/>
                                        </p:tgtEl>
                                        <p:attrNameLst>
                                          <p:attrName>style.visibility</p:attrName>
                                        </p:attrNameLst>
                                      </p:cBhvr>
                                      <p:to>
                                        <p:strVal val="visible"/>
                                      </p:to>
                                    </p:set>
                                    <p:animEffect transition="in" filter="fade">
                                      <p:cBhvr>
                                        <p:cTn id="7" dur="500"/>
                                        <p:tgtEl>
                                          <p:spTgt spid="6258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98380"/>
                                        </p:tgtEl>
                                        <p:attrNameLst>
                                          <p:attrName>style.visibility</p:attrName>
                                        </p:attrNameLst>
                                      </p:cBhvr>
                                      <p:to>
                                        <p:strVal val="visible"/>
                                      </p:to>
                                    </p:set>
                                    <p:animEffect transition="in" filter="wipe(up)">
                                      <p:cBhvr>
                                        <p:cTn id="12" dur="500"/>
                                        <p:tgtEl>
                                          <p:spTgt spid="398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5821"/>
                                        </p:tgtEl>
                                        <p:attrNameLst>
                                          <p:attrName>style.visibility</p:attrName>
                                        </p:attrNameLst>
                                      </p:cBhvr>
                                      <p:to>
                                        <p:strVal val="visible"/>
                                      </p:to>
                                    </p:set>
                                    <p:animEffect transition="in" filter="wipe(up)">
                                      <p:cBhvr>
                                        <p:cTn id="17" dur="2000"/>
                                        <p:tgtEl>
                                          <p:spTgt spid="6258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98342"/>
                                        </p:tgtEl>
                                        <p:attrNameLst>
                                          <p:attrName>style.visibility</p:attrName>
                                        </p:attrNameLst>
                                      </p:cBhvr>
                                      <p:to>
                                        <p:strVal val="visible"/>
                                      </p:to>
                                    </p:set>
                                    <p:animEffect transition="in" filter="wipe(up)">
                                      <p:cBhvr>
                                        <p:cTn id="22" dur="500"/>
                                        <p:tgtEl>
                                          <p:spTgt spid="3983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98343"/>
                                        </p:tgtEl>
                                        <p:attrNameLst>
                                          <p:attrName>style.visibility</p:attrName>
                                        </p:attrNameLst>
                                      </p:cBhvr>
                                      <p:to>
                                        <p:strVal val="visible"/>
                                      </p:to>
                                    </p:set>
                                    <p:animEffect transition="in" filter="wipe(up)">
                                      <p:cBhvr>
                                        <p:cTn id="27" dur="500"/>
                                        <p:tgtEl>
                                          <p:spTgt spid="3983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25825"/>
                                        </p:tgtEl>
                                        <p:attrNameLst>
                                          <p:attrName>style.visibility</p:attrName>
                                        </p:attrNameLst>
                                      </p:cBhvr>
                                      <p:to>
                                        <p:strVal val="visible"/>
                                      </p:to>
                                    </p:set>
                                    <p:animEffect transition="in" filter="wipe(up)">
                                      <p:cBhvr>
                                        <p:cTn id="32" dur="500"/>
                                        <p:tgtEl>
                                          <p:spTgt spid="625825"/>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398344"/>
                                        </p:tgtEl>
                                        <p:attrNameLst>
                                          <p:attrName>style.visibility</p:attrName>
                                        </p:attrNameLst>
                                      </p:cBhvr>
                                      <p:to>
                                        <p:strVal val="visible"/>
                                      </p:to>
                                    </p:set>
                                    <p:animEffect transition="in" filter="wipe(up)">
                                      <p:cBhvr>
                                        <p:cTn id="36" dur="500"/>
                                        <p:tgtEl>
                                          <p:spTgt spid="398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821" grpId="0"/>
      <p:bldP spid="62582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62" name="Object 68"/>
          <p:cNvGraphicFramePr>
            <a:graphicFrameLocks noChangeAspect="1"/>
          </p:cNvGraphicFramePr>
          <p:nvPr/>
        </p:nvGraphicFramePr>
        <p:xfrm>
          <a:off x="4646613" y="1443038"/>
          <a:ext cx="4394200" cy="990600"/>
        </p:xfrm>
        <a:graphic>
          <a:graphicData uri="http://schemas.openxmlformats.org/presentationml/2006/ole">
            <mc:AlternateContent xmlns:mc="http://schemas.openxmlformats.org/markup-compatibility/2006">
              <mc:Choice xmlns:v="urn:schemas-microsoft-com:vml" Requires="v">
                <p:oleObj r:id="rId2" imgW="1675765" imgH="431800" progId="Equation.DSMT4">
                  <p:embed/>
                </p:oleObj>
              </mc:Choice>
              <mc:Fallback>
                <p:oleObj r:id="rId2" imgW="1675765" imgH="431800" progId="Equation.DSMT4">
                  <p:embed/>
                  <p:pic>
                    <p:nvPicPr>
                      <p:cNvPr id="399362" name="Object 68"/>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4646613" y="1443038"/>
                        <a:ext cx="4394200" cy="990600"/>
                      </a:xfrm>
                      <a:prstGeom prst="rect">
                        <a:avLst/>
                      </a:prstGeom>
                      <a:noFill/>
                      <a:ln w="38100">
                        <a:noFill/>
                        <a:miter/>
                      </a:ln>
                    </p:spPr>
                  </p:pic>
                </p:oleObj>
              </mc:Fallback>
            </mc:AlternateContent>
          </a:graphicData>
        </a:graphic>
      </p:graphicFrame>
      <p:graphicFrame>
        <p:nvGraphicFramePr>
          <p:cNvPr id="399363" name="Object 67"/>
          <p:cNvGraphicFramePr>
            <a:graphicFrameLocks noChangeAspect="1"/>
          </p:cNvGraphicFramePr>
          <p:nvPr/>
        </p:nvGraphicFramePr>
        <p:xfrm>
          <a:off x="4916488" y="2344738"/>
          <a:ext cx="3671887" cy="936625"/>
        </p:xfrm>
        <a:graphic>
          <a:graphicData uri="http://schemas.openxmlformats.org/presentationml/2006/ole">
            <mc:AlternateContent xmlns:mc="http://schemas.openxmlformats.org/markup-compatibility/2006">
              <mc:Choice xmlns:v="urn:schemas-microsoft-com:vml" Requires="v">
                <p:oleObj r:id="rId4" imgW="1599565" imgH="431800" progId="Equation.DSMT4">
                  <p:embed/>
                </p:oleObj>
              </mc:Choice>
              <mc:Fallback>
                <p:oleObj r:id="rId4" imgW="1599565" imgH="431800" progId="Equation.DSMT4">
                  <p:embed/>
                  <p:pic>
                    <p:nvPicPr>
                      <p:cNvPr id="399363" name="Object 67"/>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4916488" y="2344738"/>
                        <a:ext cx="3671887" cy="936625"/>
                      </a:xfrm>
                      <a:prstGeom prst="rect">
                        <a:avLst/>
                      </a:prstGeom>
                      <a:noFill/>
                      <a:ln w="38100">
                        <a:noFill/>
                        <a:miter/>
                      </a:ln>
                    </p:spPr>
                  </p:pic>
                </p:oleObj>
              </mc:Fallback>
            </mc:AlternateContent>
          </a:graphicData>
        </a:graphic>
      </p:graphicFrame>
      <p:graphicFrame>
        <p:nvGraphicFramePr>
          <p:cNvPr id="399364" name="Object 66"/>
          <p:cNvGraphicFramePr>
            <a:graphicFrameLocks noChangeAspect="1"/>
          </p:cNvGraphicFramePr>
          <p:nvPr/>
        </p:nvGraphicFramePr>
        <p:xfrm>
          <a:off x="120650" y="4219575"/>
          <a:ext cx="4451350" cy="1982788"/>
        </p:xfrm>
        <a:graphic>
          <a:graphicData uri="http://schemas.openxmlformats.org/presentationml/2006/ole">
            <mc:AlternateContent xmlns:mc="http://schemas.openxmlformats.org/markup-compatibility/2006">
              <mc:Choice xmlns:v="urn:schemas-microsoft-com:vml" Requires="v">
                <p:oleObj r:id="rId6" imgW="2120900" imgH="889000" progId="Equation.DSMT4">
                  <p:embed/>
                </p:oleObj>
              </mc:Choice>
              <mc:Fallback>
                <p:oleObj r:id="rId6" imgW="2120900" imgH="889000" progId="Equation.DSMT4">
                  <p:embed/>
                  <p:pic>
                    <p:nvPicPr>
                      <p:cNvPr id="399364" name="Object 66"/>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120650" y="4219575"/>
                        <a:ext cx="4451350" cy="1982788"/>
                      </a:xfrm>
                      <a:prstGeom prst="rect">
                        <a:avLst/>
                      </a:prstGeom>
                      <a:noFill/>
                      <a:ln w="38100">
                        <a:noFill/>
                        <a:miter/>
                      </a:ln>
                    </p:spPr>
                  </p:pic>
                </p:oleObj>
              </mc:Fallback>
            </mc:AlternateContent>
          </a:graphicData>
        </a:graphic>
      </p:graphicFrame>
      <p:graphicFrame>
        <p:nvGraphicFramePr>
          <p:cNvPr id="399365" name="Object 65"/>
          <p:cNvGraphicFramePr>
            <a:graphicFrameLocks noChangeAspect="1"/>
          </p:cNvGraphicFramePr>
          <p:nvPr/>
        </p:nvGraphicFramePr>
        <p:xfrm>
          <a:off x="4859338" y="4183063"/>
          <a:ext cx="3930650" cy="974725"/>
        </p:xfrm>
        <a:graphic>
          <a:graphicData uri="http://schemas.openxmlformats.org/presentationml/2006/ole">
            <mc:AlternateContent xmlns:mc="http://schemas.openxmlformats.org/markup-compatibility/2006">
              <mc:Choice xmlns:v="urn:schemas-microsoft-com:vml" Requires="v">
                <p:oleObj r:id="rId8" imgW="2069465" imgH="431800" progId="Equation.DSMT4">
                  <p:embed/>
                </p:oleObj>
              </mc:Choice>
              <mc:Fallback>
                <p:oleObj r:id="rId8" imgW="2069465" imgH="431800" progId="Equation.DSMT4">
                  <p:embed/>
                  <p:pic>
                    <p:nvPicPr>
                      <p:cNvPr id="399365" name="Object 65"/>
                      <p:cNvPicPr/>
                      <p:nvPr/>
                    </p:nvPicPr>
                    <p:blipFill>
                      <a:blip r:embed="rId9">
                        <a:clrChange>
                          <a:clrFrom>
                            <a:srgbClr val="000000"/>
                          </a:clrFrom>
                          <a:clrTo>
                            <a:srgbClr val="FFFFFF"/>
                          </a:clrTo>
                        </a:clrChange>
                        <a:clrChange>
                          <a:clrFrom>
                            <a:srgbClr val="FFFFFF"/>
                          </a:clrFrom>
                          <a:clrTo>
                            <a:srgbClr val="000000"/>
                          </a:clrTo>
                        </a:clrChange>
                      </a:blip>
                      <a:stretch>
                        <a:fillRect/>
                      </a:stretch>
                    </p:blipFill>
                    <p:spPr>
                      <a:xfrm>
                        <a:off x="4859338" y="4183063"/>
                        <a:ext cx="3930650" cy="974725"/>
                      </a:xfrm>
                      <a:prstGeom prst="rect">
                        <a:avLst/>
                      </a:prstGeom>
                      <a:noFill/>
                      <a:ln w="38100">
                        <a:noFill/>
                        <a:miter/>
                      </a:ln>
                    </p:spPr>
                  </p:pic>
                </p:oleObj>
              </mc:Fallback>
            </mc:AlternateContent>
          </a:graphicData>
        </a:graphic>
      </p:graphicFrame>
      <p:sp>
        <p:nvSpPr>
          <p:cNvPr id="626775" name="Rectangle 87"/>
          <p:cNvSpPr/>
          <p:nvPr/>
        </p:nvSpPr>
        <p:spPr>
          <a:xfrm>
            <a:off x="395288" y="3789363"/>
            <a:ext cx="30241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fontAlgn="ctr"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So</a:t>
            </a:r>
          </a:p>
        </p:txBody>
      </p:sp>
      <p:grpSp>
        <p:nvGrpSpPr>
          <p:cNvPr id="626785" name="Group 97"/>
          <p:cNvGrpSpPr/>
          <p:nvPr/>
        </p:nvGrpSpPr>
        <p:grpSpPr>
          <a:xfrm>
            <a:off x="323850" y="1006475"/>
            <a:ext cx="4522788" cy="2900363"/>
            <a:chOff x="22" y="615"/>
            <a:chExt cx="2849" cy="1827"/>
          </a:xfrm>
        </p:grpSpPr>
        <p:grpSp>
          <p:nvGrpSpPr>
            <p:cNvPr id="89100" name="Group 94"/>
            <p:cNvGrpSpPr/>
            <p:nvPr/>
          </p:nvGrpSpPr>
          <p:grpSpPr>
            <a:xfrm>
              <a:off x="44" y="1398"/>
              <a:ext cx="2827" cy="1044"/>
              <a:chOff x="113" y="1374"/>
              <a:chExt cx="2827" cy="1044"/>
            </a:xfrm>
          </p:grpSpPr>
          <p:graphicFrame>
            <p:nvGraphicFramePr>
              <p:cNvPr id="89109" name="Object 77"/>
              <p:cNvGraphicFramePr>
                <a:graphicFrameLocks noChangeAspect="1"/>
              </p:cNvGraphicFramePr>
              <p:nvPr/>
            </p:nvGraphicFramePr>
            <p:xfrm>
              <a:off x="379" y="1424"/>
              <a:ext cx="369" cy="252"/>
            </p:xfrm>
            <a:graphic>
              <a:graphicData uri="http://schemas.openxmlformats.org/presentationml/2006/ole">
                <mc:AlternateContent xmlns:mc="http://schemas.openxmlformats.org/markup-compatibility/2006">
                  <mc:Choice xmlns:v="urn:schemas-microsoft-com:vml" Requires="v">
                    <p:oleObj r:id="rId10" imgW="354965" imgH="177800" progId="Equation.DSMT4">
                      <p:embed/>
                    </p:oleObj>
                  </mc:Choice>
                  <mc:Fallback>
                    <p:oleObj r:id="rId10" imgW="354965" imgH="177800" progId="Equation.DSMT4">
                      <p:embed/>
                      <p:pic>
                        <p:nvPicPr>
                          <p:cNvPr id="89109" name="Object 77"/>
                          <p:cNvPicPr/>
                          <p:nvPr/>
                        </p:nvPicPr>
                        <p:blipFill>
                          <a:blip r:embed="rId11">
                            <a:clrChange>
                              <a:clrFrom>
                                <a:srgbClr val="000000"/>
                              </a:clrFrom>
                              <a:clrTo>
                                <a:srgbClr val="FFFFFF"/>
                              </a:clrTo>
                            </a:clrChange>
                            <a:clrChange>
                              <a:clrFrom>
                                <a:srgbClr val="FFFFFF"/>
                              </a:clrFrom>
                              <a:clrTo>
                                <a:srgbClr val="000000"/>
                              </a:clrTo>
                            </a:clrChange>
                          </a:blip>
                          <a:stretch>
                            <a:fillRect/>
                          </a:stretch>
                        </p:blipFill>
                        <p:spPr>
                          <a:xfrm>
                            <a:off x="379" y="1424"/>
                            <a:ext cx="369" cy="252"/>
                          </a:xfrm>
                          <a:prstGeom prst="rect">
                            <a:avLst/>
                          </a:prstGeom>
                          <a:noFill/>
                          <a:ln w="38100">
                            <a:noFill/>
                            <a:miter/>
                          </a:ln>
                        </p:spPr>
                      </p:pic>
                    </p:oleObj>
                  </mc:Fallback>
                </mc:AlternateContent>
              </a:graphicData>
            </a:graphic>
          </p:graphicFrame>
          <p:graphicFrame>
            <p:nvGraphicFramePr>
              <p:cNvPr id="89110" name="Object 79"/>
              <p:cNvGraphicFramePr>
                <a:graphicFrameLocks noChangeAspect="1"/>
              </p:cNvGraphicFramePr>
              <p:nvPr/>
            </p:nvGraphicFramePr>
            <p:xfrm>
              <a:off x="963" y="1404"/>
              <a:ext cx="1202" cy="289"/>
            </p:xfrm>
            <a:graphic>
              <a:graphicData uri="http://schemas.openxmlformats.org/presentationml/2006/ole">
                <mc:AlternateContent xmlns:mc="http://schemas.openxmlformats.org/markup-compatibility/2006">
                  <mc:Choice xmlns:v="urn:schemas-microsoft-com:vml" Requires="v">
                    <p:oleObj r:id="rId12" imgW="876300" imgH="228600" progId="Equation.DSMT4">
                      <p:embed/>
                    </p:oleObj>
                  </mc:Choice>
                  <mc:Fallback>
                    <p:oleObj r:id="rId12" imgW="876300" imgH="228600" progId="Equation.DSMT4">
                      <p:embed/>
                      <p:pic>
                        <p:nvPicPr>
                          <p:cNvPr id="89110" name="Object 79"/>
                          <p:cNvPicPr/>
                          <p:nvPr/>
                        </p:nvPicPr>
                        <p:blipFill>
                          <a:blip r:embed="rId13">
                            <a:clrChange>
                              <a:clrFrom>
                                <a:srgbClr val="000000"/>
                              </a:clrFrom>
                              <a:clrTo>
                                <a:srgbClr val="FFFFFF"/>
                              </a:clrTo>
                            </a:clrChange>
                            <a:clrChange>
                              <a:clrFrom>
                                <a:srgbClr val="FFFFFF"/>
                              </a:clrFrom>
                              <a:clrTo>
                                <a:srgbClr val="000000"/>
                              </a:clrTo>
                            </a:clrChange>
                          </a:blip>
                          <a:stretch>
                            <a:fillRect/>
                          </a:stretch>
                        </p:blipFill>
                        <p:spPr>
                          <a:xfrm>
                            <a:off x="963" y="1404"/>
                            <a:ext cx="1202" cy="289"/>
                          </a:xfrm>
                          <a:prstGeom prst="rect">
                            <a:avLst/>
                          </a:prstGeom>
                          <a:noFill/>
                          <a:ln w="38100">
                            <a:noFill/>
                            <a:miter/>
                          </a:ln>
                        </p:spPr>
                      </p:pic>
                    </p:oleObj>
                  </mc:Fallback>
                </mc:AlternateContent>
              </a:graphicData>
            </a:graphic>
          </p:graphicFrame>
          <p:graphicFrame>
            <p:nvGraphicFramePr>
              <p:cNvPr id="89111" name="Object 80"/>
              <p:cNvGraphicFramePr>
                <a:graphicFrameLocks noChangeAspect="1"/>
              </p:cNvGraphicFramePr>
              <p:nvPr/>
            </p:nvGraphicFramePr>
            <p:xfrm>
              <a:off x="316" y="1789"/>
              <a:ext cx="2624" cy="629"/>
            </p:xfrm>
            <a:graphic>
              <a:graphicData uri="http://schemas.openxmlformats.org/presentationml/2006/ole">
                <mc:AlternateContent xmlns:mc="http://schemas.openxmlformats.org/markup-compatibility/2006">
                  <mc:Choice xmlns:v="urn:schemas-microsoft-com:vml" Requires="v">
                    <p:oleObj r:id="rId14" imgW="1840865" imgH="444500" progId="Equation.DSMT4">
                      <p:embed/>
                    </p:oleObj>
                  </mc:Choice>
                  <mc:Fallback>
                    <p:oleObj r:id="rId14" imgW="1840865" imgH="444500" progId="Equation.DSMT4">
                      <p:embed/>
                      <p:pic>
                        <p:nvPicPr>
                          <p:cNvPr id="89111" name="Object 80"/>
                          <p:cNvPicPr/>
                          <p:nvPr/>
                        </p:nvPicPr>
                        <p:blipFill>
                          <a:blip r:embed="rId15">
                            <a:clrChange>
                              <a:clrFrom>
                                <a:srgbClr val="000000"/>
                              </a:clrFrom>
                              <a:clrTo>
                                <a:srgbClr val="FFFFFF"/>
                              </a:clrTo>
                            </a:clrChange>
                            <a:clrChange>
                              <a:clrFrom>
                                <a:srgbClr val="FFFFFF"/>
                              </a:clrFrom>
                              <a:clrTo>
                                <a:srgbClr val="000000"/>
                              </a:clrTo>
                            </a:clrChange>
                          </a:blip>
                          <a:stretch>
                            <a:fillRect/>
                          </a:stretch>
                        </p:blipFill>
                        <p:spPr>
                          <a:xfrm>
                            <a:off x="316" y="1789"/>
                            <a:ext cx="2624" cy="629"/>
                          </a:xfrm>
                          <a:prstGeom prst="rect">
                            <a:avLst/>
                          </a:prstGeom>
                          <a:noFill/>
                          <a:ln w="38100">
                            <a:noFill/>
                            <a:miter/>
                          </a:ln>
                        </p:spPr>
                      </p:pic>
                    </p:oleObj>
                  </mc:Fallback>
                </mc:AlternateContent>
              </a:graphicData>
            </a:graphic>
          </p:graphicFrame>
          <p:sp>
            <p:nvSpPr>
              <p:cNvPr id="89112" name="Rectangle 86"/>
              <p:cNvSpPr/>
              <p:nvPr/>
            </p:nvSpPr>
            <p:spPr>
              <a:xfrm>
                <a:off x="113" y="1374"/>
                <a:ext cx="190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fontAlgn="ctr" hangingPunct="1">
                  <a:spcBef>
                    <a:spcPct val="0"/>
                  </a:spcBef>
                  <a:buClrTx/>
                  <a:buSzTx/>
                  <a:buFontTx/>
                  <a:buNone/>
                </a:pPr>
                <a:endParaRPr lang="zh-CN" altLang="zh-CN" sz="2400" b="1" dirty="0">
                  <a:solidFill>
                    <a:srgbClr val="000000"/>
                  </a:solidFill>
                  <a:ea typeface="楷体_GB2312" pitchFamily="49" charset="-122"/>
                </a:endParaRPr>
              </a:p>
            </p:txBody>
          </p:sp>
        </p:grpSp>
        <p:grpSp>
          <p:nvGrpSpPr>
            <p:cNvPr id="89101" name="Group 92"/>
            <p:cNvGrpSpPr/>
            <p:nvPr/>
          </p:nvGrpSpPr>
          <p:grpSpPr>
            <a:xfrm>
              <a:off x="22" y="615"/>
              <a:ext cx="1905" cy="336"/>
              <a:chOff x="68" y="615"/>
              <a:chExt cx="1905" cy="336"/>
            </a:xfrm>
          </p:grpSpPr>
          <p:graphicFrame>
            <p:nvGraphicFramePr>
              <p:cNvPr id="89106" name="Object 73"/>
              <p:cNvGraphicFramePr>
                <a:graphicFrameLocks noChangeAspect="1"/>
              </p:cNvGraphicFramePr>
              <p:nvPr/>
            </p:nvGraphicFramePr>
            <p:xfrm>
              <a:off x="280" y="719"/>
              <a:ext cx="671" cy="223"/>
            </p:xfrm>
            <a:graphic>
              <a:graphicData uri="http://schemas.openxmlformats.org/presentationml/2006/ole">
                <mc:AlternateContent xmlns:mc="http://schemas.openxmlformats.org/markup-compatibility/2006">
                  <mc:Choice xmlns:v="urn:schemas-microsoft-com:vml" Requires="v">
                    <p:oleObj r:id="rId16" imgW="354965" imgH="177800" progId="Equation.DSMT4">
                      <p:embed/>
                    </p:oleObj>
                  </mc:Choice>
                  <mc:Fallback>
                    <p:oleObj r:id="rId16" imgW="354965" imgH="177800" progId="Equation.DSMT4">
                      <p:embed/>
                      <p:pic>
                        <p:nvPicPr>
                          <p:cNvPr id="89106" name="Object 73"/>
                          <p:cNvPicPr/>
                          <p:nvPr/>
                        </p:nvPicPr>
                        <p:blipFill>
                          <a:blip r:embed="rId17">
                            <a:clrChange>
                              <a:clrFrom>
                                <a:srgbClr val="000000"/>
                              </a:clrFrom>
                              <a:clrTo>
                                <a:srgbClr val="FFFFFF"/>
                              </a:clrTo>
                            </a:clrChange>
                            <a:clrChange>
                              <a:clrFrom>
                                <a:srgbClr val="FFFFFF"/>
                              </a:clrFrom>
                              <a:clrTo>
                                <a:srgbClr val="000000"/>
                              </a:clrTo>
                            </a:clrChange>
                          </a:blip>
                          <a:stretch>
                            <a:fillRect/>
                          </a:stretch>
                        </p:blipFill>
                        <p:spPr>
                          <a:xfrm>
                            <a:off x="280" y="719"/>
                            <a:ext cx="671" cy="223"/>
                          </a:xfrm>
                          <a:prstGeom prst="rect">
                            <a:avLst/>
                          </a:prstGeom>
                          <a:noFill/>
                          <a:ln w="38100">
                            <a:noFill/>
                            <a:miter/>
                          </a:ln>
                        </p:spPr>
                      </p:pic>
                    </p:oleObj>
                  </mc:Fallback>
                </mc:AlternateContent>
              </a:graphicData>
            </a:graphic>
          </p:graphicFrame>
          <p:sp>
            <p:nvSpPr>
              <p:cNvPr id="89107" name="Rectangle 85"/>
              <p:cNvSpPr/>
              <p:nvPr/>
            </p:nvSpPr>
            <p:spPr>
              <a:xfrm>
                <a:off x="68" y="663"/>
                <a:ext cx="190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fontAlgn="ctr" hangingPunct="1">
                  <a:spcBef>
                    <a:spcPct val="0"/>
                  </a:spcBef>
                  <a:buClrTx/>
                  <a:buSzTx/>
                  <a:buFontTx/>
                  <a:buNone/>
                </a:pPr>
                <a:endParaRPr lang="zh-CN" altLang="zh-CN" sz="2400" b="1" dirty="0">
                  <a:solidFill>
                    <a:srgbClr val="000000"/>
                  </a:solidFill>
                  <a:ea typeface="楷体_GB2312" pitchFamily="49" charset="-122"/>
                </a:endParaRPr>
              </a:p>
            </p:txBody>
          </p:sp>
          <p:graphicFrame>
            <p:nvGraphicFramePr>
              <p:cNvPr id="89108" name="Object 88"/>
              <p:cNvGraphicFramePr>
                <a:graphicFrameLocks noChangeAspect="1"/>
              </p:cNvGraphicFramePr>
              <p:nvPr/>
            </p:nvGraphicFramePr>
            <p:xfrm>
              <a:off x="1071" y="615"/>
              <a:ext cx="888" cy="331"/>
            </p:xfrm>
            <a:graphic>
              <a:graphicData uri="http://schemas.openxmlformats.org/presentationml/2006/ole">
                <mc:AlternateContent xmlns:mc="http://schemas.openxmlformats.org/markup-compatibility/2006">
                  <mc:Choice xmlns:v="urn:schemas-microsoft-com:vml" Requires="v">
                    <p:oleObj r:id="rId18" imgW="584200" imgH="228600" progId="Equation.DSMT4">
                      <p:embed/>
                    </p:oleObj>
                  </mc:Choice>
                  <mc:Fallback>
                    <p:oleObj r:id="rId18" imgW="584200" imgH="228600" progId="Equation.DSMT4">
                      <p:embed/>
                      <p:pic>
                        <p:nvPicPr>
                          <p:cNvPr id="89108" name="Object 88"/>
                          <p:cNvPicPr/>
                          <p:nvPr/>
                        </p:nvPicPr>
                        <p:blipFill>
                          <a:blip r:embed="rId19">
                            <a:clrChange>
                              <a:clrFrom>
                                <a:srgbClr val="000000"/>
                              </a:clrFrom>
                              <a:clrTo>
                                <a:srgbClr val="FFFFFF"/>
                              </a:clrTo>
                            </a:clrChange>
                            <a:clrChange>
                              <a:clrFrom>
                                <a:srgbClr val="FFFFFF"/>
                              </a:clrFrom>
                              <a:clrTo>
                                <a:srgbClr val="000000"/>
                              </a:clrTo>
                            </a:clrChange>
                          </a:blip>
                          <a:stretch>
                            <a:fillRect/>
                          </a:stretch>
                        </p:blipFill>
                        <p:spPr>
                          <a:xfrm>
                            <a:off x="1071" y="615"/>
                            <a:ext cx="888" cy="331"/>
                          </a:xfrm>
                          <a:prstGeom prst="rect">
                            <a:avLst/>
                          </a:prstGeom>
                          <a:noFill/>
                          <a:ln w="38100">
                            <a:noFill/>
                            <a:miter/>
                          </a:ln>
                        </p:spPr>
                      </p:pic>
                    </p:oleObj>
                  </mc:Fallback>
                </mc:AlternateContent>
              </a:graphicData>
            </a:graphic>
          </p:graphicFrame>
        </p:grpSp>
        <p:grpSp>
          <p:nvGrpSpPr>
            <p:cNvPr id="89102" name="Group 93"/>
            <p:cNvGrpSpPr/>
            <p:nvPr/>
          </p:nvGrpSpPr>
          <p:grpSpPr>
            <a:xfrm>
              <a:off x="22" y="999"/>
              <a:ext cx="1950" cy="315"/>
              <a:chOff x="68" y="999"/>
              <a:chExt cx="1950" cy="315"/>
            </a:xfrm>
          </p:grpSpPr>
          <p:graphicFrame>
            <p:nvGraphicFramePr>
              <p:cNvPr id="89103" name="Object 74"/>
              <p:cNvGraphicFramePr>
                <a:graphicFrameLocks noChangeAspect="1"/>
              </p:cNvGraphicFramePr>
              <p:nvPr/>
            </p:nvGraphicFramePr>
            <p:xfrm>
              <a:off x="279" y="1073"/>
              <a:ext cx="453" cy="226"/>
            </p:xfrm>
            <a:graphic>
              <a:graphicData uri="http://schemas.openxmlformats.org/presentationml/2006/ole">
                <mc:AlternateContent xmlns:mc="http://schemas.openxmlformats.org/markup-compatibility/2006">
                  <mc:Choice xmlns:v="urn:schemas-microsoft-com:vml" Requires="v">
                    <p:oleObj r:id="rId20" imgW="5715" imgH="5715" progId="Equation.DSMT4">
                      <p:embed/>
                    </p:oleObj>
                  </mc:Choice>
                  <mc:Fallback>
                    <p:oleObj r:id="rId20" imgW="5715" imgH="5715" progId="Equation.DSMT4">
                      <p:embed/>
                      <p:pic>
                        <p:nvPicPr>
                          <p:cNvPr id="89103" name="Object 74"/>
                          <p:cNvPicPr/>
                          <p:nvPr/>
                        </p:nvPicPr>
                        <p:blipFill>
                          <a:blip r:embed="rId21">
                            <a:clrChange>
                              <a:clrFrom>
                                <a:srgbClr val="000000"/>
                              </a:clrFrom>
                              <a:clrTo>
                                <a:srgbClr val="FFFFFF"/>
                              </a:clrTo>
                            </a:clrChange>
                            <a:clrChange>
                              <a:clrFrom>
                                <a:srgbClr val="FFFFFF"/>
                              </a:clrFrom>
                              <a:clrTo>
                                <a:srgbClr val="000000"/>
                              </a:clrTo>
                            </a:clrChange>
                          </a:blip>
                          <a:stretch>
                            <a:fillRect/>
                          </a:stretch>
                        </p:blipFill>
                        <p:spPr>
                          <a:xfrm>
                            <a:off x="279" y="1073"/>
                            <a:ext cx="453" cy="226"/>
                          </a:xfrm>
                          <a:prstGeom prst="rect">
                            <a:avLst/>
                          </a:prstGeom>
                          <a:noFill/>
                          <a:ln w="38100">
                            <a:noFill/>
                            <a:miter/>
                          </a:ln>
                        </p:spPr>
                      </p:pic>
                    </p:oleObj>
                  </mc:Fallback>
                </mc:AlternateContent>
              </a:graphicData>
            </a:graphic>
          </p:graphicFrame>
          <p:graphicFrame>
            <p:nvGraphicFramePr>
              <p:cNvPr id="89104" name="Object 76"/>
              <p:cNvGraphicFramePr>
                <a:graphicFrameLocks noChangeAspect="1"/>
              </p:cNvGraphicFramePr>
              <p:nvPr/>
            </p:nvGraphicFramePr>
            <p:xfrm>
              <a:off x="1085" y="999"/>
              <a:ext cx="933" cy="300"/>
            </p:xfrm>
            <a:graphic>
              <a:graphicData uri="http://schemas.openxmlformats.org/presentationml/2006/ole">
                <mc:AlternateContent xmlns:mc="http://schemas.openxmlformats.org/markup-compatibility/2006">
                  <mc:Choice xmlns:v="urn:schemas-microsoft-com:vml" Requires="v">
                    <p:oleObj r:id="rId22" imgW="609600" imgH="228600" progId="Equation.DSMT4">
                      <p:embed/>
                    </p:oleObj>
                  </mc:Choice>
                  <mc:Fallback>
                    <p:oleObj r:id="rId22" imgW="609600" imgH="228600" progId="Equation.DSMT4">
                      <p:embed/>
                      <p:pic>
                        <p:nvPicPr>
                          <p:cNvPr id="89104" name="Object 76"/>
                          <p:cNvPicPr/>
                          <p:nvPr/>
                        </p:nvPicPr>
                        <p:blipFill>
                          <a:blip r:embed="rId23">
                            <a:clrChange>
                              <a:clrFrom>
                                <a:srgbClr val="000000"/>
                              </a:clrFrom>
                              <a:clrTo>
                                <a:srgbClr val="FFFFFF"/>
                              </a:clrTo>
                            </a:clrChange>
                            <a:clrChange>
                              <a:clrFrom>
                                <a:srgbClr val="FFFFFF"/>
                              </a:clrFrom>
                              <a:clrTo>
                                <a:srgbClr val="000000"/>
                              </a:clrTo>
                            </a:clrChange>
                          </a:blip>
                          <a:stretch>
                            <a:fillRect/>
                          </a:stretch>
                        </p:blipFill>
                        <p:spPr>
                          <a:xfrm>
                            <a:off x="1085" y="999"/>
                            <a:ext cx="933" cy="300"/>
                          </a:xfrm>
                          <a:prstGeom prst="rect">
                            <a:avLst/>
                          </a:prstGeom>
                          <a:noFill/>
                          <a:ln w="38100">
                            <a:noFill/>
                            <a:miter/>
                          </a:ln>
                        </p:spPr>
                      </p:pic>
                    </p:oleObj>
                  </mc:Fallback>
                </mc:AlternateContent>
              </a:graphicData>
            </a:graphic>
          </p:graphicFrame>
          <p:sp>
            <p:nvSpPr>
              <p:cNvPr id="89105" name="Rectangle 89"/>
              <p:cNvSpPr/>
              <p:nvPr/>
            </p:nvSpPr>
            <p:spPr>
              <a:xfrm>
                <a:off x="68" y="1026"/>
                <a:ext cx="190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fontAlgn="ctr" hangingPunct="1">
                  <a:spcBef>
                    <a:spcPct val="0"/>
                  </a:spcBef>
                  <a:buClrTx/>
                  <a:buSzTx/>
                  <a:buFontTx/>
                  <a:buNone/>
                </a:pPr>
                <a:endParaRPr lang="zh-CN" altLang="zh-CN" sz="2400" b="1" dirty="0">
                  <a:solidFill>
                    <a:srgbClr val="000000"/>
                  </a:solidFill>
                  <a:ea typeface="楷体_GB2312" pitchFamily="49" charset="-122"/>
                </a:endParaRPr>
              </a:p>
            </p:txBody>
          </p:sp>
        </p:grpSp>
      </p:grpSp>
      <p:graphicFrame>
        <p:nvGraphicFramePr>
          <p:cNvPr id="399381" name="Object 91"/>
          <p:cNvGraphicFramePr>
            <a:graphicFrameLocks noChangeAspect="1"/>
          </p:cNvGraphicFramePr>
          <p:nvPr/>
        </p:nvGraphicFramePr>
        <p:xfrm>
          <a:off x="4859338" y="5216525"/>
          <a:ext cx="3860800" cy="936625"/>
        </p:xfrm>
        <a:graphic>
          <a:graphicData uri="http://schemas.openxmlformats.org/presentationml/2006/ole">
            <mc:AlternateContent xmlns:mc="http://schemas.openxmlformats.org/markup-compatibility/2006">
              <mc:Choice xmlns:v="urn:schemas-microsoft-com:vml" Requires="v">
                <p:oleObj r:id="rId24" imgW="1675765" imgH="431800" progId="Equation.DSMT4">
                  <p:embed/>
                </p:oleObj>
              </mc:Choice>
              <mc:Fallback>
                <p:oleObj r:id="rId24" imgW="1675765" imgH="431800" progId="Equation.DSMT4">
                  <p:embed/>
                  <p:pic>
                    <p:nvPicPr>
                      <p:cNvPr id="399381" name="Object 91"/>
                      <p:cNvPicPr/>
                      <p:nvPr/>
                    </p:nvPicPr>
                    <p:blipFill>
                      <a:blip r:embed="rId25">
                        <a:clrChange>
                          <a:clrFrom>
                            <a:srgbClr val="000000"/>
                          </a:clrFrom>
                          <a:clrTo>
                            <a:srgbClr val="FFFFFF"/>
                          </a:clrTo>
                        </a:clrChange>
                        <a:clrChange>
                          <a:clrFrom>
                            <a:srgbClr val="FFFFFF"/>
                          </a:clrFrom>
                          <a:clrTo>
                            <a:srgbClr val="000000"/>
                          </a:clrTo>
                        </a:clrChange>
                      </a:blip>
                      <a:stretch>
                        <a:fillRect/>
                      </a:stretch>
                    </p:blipFill>
                    <p:spPr>
                      <a:xfrm>
                        <a:off x="4859338" y="5216525"/>
                        <a:ext cx="3860800" cy="936625"/>
                      </a:xfrm>
                      <a:prstGeom prst="rect">
                        <a:avLst/>
                      </a:prstGeom>
                      <a:noFill/>
                      <a:ln w="38100">
                        <a:noFill/>
                        <a:miter/>
                      </a:ln>
                    </p:spPr>
                  </p:pic>
                </p:oleObj>
              </mc:Fallback>
            </mc:AlternateContent>
          </a:graphicData>
        </a:graphic>
      </p:graphicFrame>
      <p:sp>
        <p:nvSpPr>
          <p:cNvPr id="89097" name="Rectangle 96"/>
          <p:cNvSpPr/>
          <p:nvPr/>
        </p:nvSpPr>
        <p:spPr>
          <a:xfrm>
            <a:off x="250825" y="523875"/>
            <a:ext cx="4284663" cy="457200"/>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fontAlgn="ctr" hangingPunct="1">
              <a:spcBef>
                <a:spcPct val="0"/>
              </a:spcBef>
              <a:buClrTx/>
              <a:buSzTx/>
              <a:buFontTx/>
              <a:buNone/>
            </a:pPr>
            <a:r>
              <a:rPr lang="en-US" altLang="zh-CN" sz="2400" b="1" dirty="0">
                <a:solidFill>
                  <a:srgbClr val="FF0000"/>
                </a:solidFill>
                <a:ea typeface="楷体_GB2312" pitchFamily="49" charset="-122"/>
              </a:rPr>
              <a:t>Determine the coefficient</a:t>
            </a:r>
          </a:p>
        </p:txBody>
      </p:sp>
      <p:sp>
        <p:nvSpPr>
          <p:cNvPr id="626788" name="Text Box 100"/>
          <p:cNvSpPr txBox="1"/>
          <p:nvPr/>
        </p:nvSpPr>
        <p:spPr>
          <a:xfrm>
            <a:off x="4572000" y="523875"/>
            <a:ext cx="3240088" cy="457200"/>
          </a:xfrm>
          <a:prstGeom prst="rect">
            <a:avLst/>
          </a:prstGeom>
          <a:solidFill>
            <a:srgbClr val="FFFF99"/>
          </a:solidFill>
          <a:ln w="2540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spcBef>
                <a:spcPct val="50000"/>
              </a:spcBef>
              <a:buClrTx/>
              <a:buSzTx/>
              <a:buFontTx/>
              <a:buNone/>
            </a:pPr>
            <a:r>
              <a:rPr lang="en-US" altLang="zh-CN" sz="2400" b="1" dirty="0">
                <a:solidFill>
                  <a:srgbClr val="0000CC"/>
                </a:solidFill>
                <a:ea typeface="黑体" panose="02010609060101010101" pitchFamily="2" charset="-122"/>
              </a:rPr>
              <a:t>Applying  the B.C.</a:t>
            </a:r>
          </a:p>
        </p:txBody>
      </p:sp>
      <p:sp>
        <p:nvSpPr>
          <p:cNvPr id="626789" name="AutoShape 101"/>
          <p:cNvSpPr/>
          <p:nvPr/>
        </p:nvSpPr>
        <p:spPr>
          <a:xfrm>
            <a:off x="3735388" y="2189163"/>
            <a:ext cx="792162" cy="215900"/>
          </a:xfrm>
          <a:prstGeom prst="rightArrow">
            <a:avLst>
              <a:gd name="adj1" fmla="val 50000"/>
              <a:gd name="adj2" fmla="val 91727"/>
            </a:avLst>
          </a:prstGeom>
          <a:solidFill>
            <a:srgbClr val="FFCC99"/>
          </a:solid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6788"/>
                                        </p:tgtEl>
                                        <p:attrNameLst>
                                          <p:attrName>style.visibility</p:attrName>
                                        </p:attrNameLst>
                                      </p:cBhvr>
                                      <p:to>
                                        <p:strVal val="visible"/>
                                      </p:to>
                                    </p:set>
                                    <p:animEffect transition="in" filter="blinds(horizontal)">
                                      <p:cBhvr>
                                        <p:cTn id="7" dur="500"/>
                                        <p:tgtEl>
                                          <p:spTgt spid="6267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6785"/>
                                        </p:tgtEl>
                                        <p:attrNameLst>
                                          <p:attrName>style.visibility</p:attrName>
                                        </p:attrNameLst>
                                      </p:cBhvr>
                                      <p:to>
                                        <p:strVal val="visible"/>
                                      </p:to>
                                    </p:set>
                                    <p:animEffect transition="in" filter="blinds(horizontal)">
                                      <p:cBhvr>
                                        <p:cTn id="12" dur="500"/>
                                        <p:tgtEl>
                                          <p:spTgt spid="62678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6789"/>
                                        </p:tgtEl>
                                        <p:attrNameLst>
                                          <p:attrName>style.visibility</p:attrName>
                                        </p:attrNameLst>
                                      </p:cBhvr>
                                      <p:to>
                                        <p:strVal val="visible"/>
                                      </p:to>
                                    </p:set>
                                    <p:animEffect transition="in" filter="blinds(horizontal)">
                                      <p:cBhvr>
                                        <p:cTn id="17" dur="500"/>
                                        <p:tgtEl>
                                          <p:spTgt spid="626789"/>
                                        </p:tgtEl>
                                      </p:cBhvr>
                                    </p:animEffect>
                                  </p:childTnLst>
                                </p:cTn>
                              </p:par>
                              <p:par>
                                <p:cTn id="18" presetID="3" presetClass="entr" presetSubtype="10" fill="hold" nodeType="withEffect">
                                  <p:stCondLst>
                                    <p:cond delay="0"/>
                                  </p:stCondLst>
                                  <p:childTnLst>
                                    <p:set>
                                      <p:cBhvr>
                                        <p:cTn id="19" dur="1" fill="hold">
                                          <p:stCondLst>
                                            <p:cond delay="0"/>
                                          </p:stCondLst>
                                        </p:cTn>
                                        <p:tgtEl>
                                          <p:spTgt spid="399362"/>
                                        </p:tgtEl>
                                        <p:attrNameLst>
                                          <p:attrName>style.visibility</p:attrName>
                                        </p:attrNameLst>
                                      </p:cBhvr>
                                      <p:to>
                                        <p:strVal val="visible"/>
                                      </p:to>
                                    </p:set>
                                    <p:animEffect transition="in" filter="blinds(horizontal)">
                                      <p:cBhvr>
                                        <p:cTn id="20" dur="500"/>
                                        <p:tgtEl>
                                          <p:spTgt spid="399362"/>
                                        </p:tgtEl>
                                      </p:cBhvr>
                                    </p:animEffect>
                                  </p:childTnLst>
                                </p:cTn>
                              </p:par>
                              <p:par>
                                <p:cTn id="21" presetID="3" presetClass="entr" presetSubtype="10" fill="hold" nodeType="withEffect">
                                  <p:stCondLst>
                                    <p:cond delay="0"/>
                                  </p:stCondLst>
                                  <p:childTnLst>
                                    <p:set>
                                      <p:cBhvr>
                                        <p:cTn id="22" dur="1" fill="hold">
                                          <p:stCondLst>
                                            <p:cond delay="0"/>
                                          </p:stCondLst>
                                        </p:cTn>
                                        <p:tgtEl>
                                          <p:spTgt spid="399363"/>
                                        </p:tgtEl>
                                        <p:attrNameLst>
                                          <p:attrName>style.visibility</p:attrName>
                                        </p:attrNameLst>
                                      </p:cBhvr>
                                      <p:to>
                                        <p:strVal val="visible"/>
                                      </p:to>
                                    </p:set>
                                    <p:animEffect transition="in" filter="blinds(horizontal)">
                                      <p:cBhvr>
                                        <p:cTn id="23" dur="500"/>
                                        <p:tgtEl>
                                          <p:spTgt spid="3993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26775"/>
                                        </p:tgtEl>
                                        <p:attrNameLst>
                                          <p:attrName>style.visibility</p:attrName>
                                        </p:attrNameLst>
                                      </p:cBhvr>
                                      <p:to>
                                        <p:strVal val="visible"/>
                                      </p:to>
                                    </p:set>
                                    <p:animEffect transition="in" filter="wipe(left)">
                                      <p:cBhvr>
                                        <p:cTn id="28" dur="2000"/>
                                        <p:tgtEl>
                                          <p:spTgt spid="62677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99364"/>
                                        </p:tgtEl>
                                        <p:attrNameLst>
                                          <p:attrName>style.visibility</p:attrName>
                                        </p:attrNameLst>
                                      </p:cBhvr>
                                      <p:to>
                                        <p:strVal val="visible"/>
                                      </p:to>
                                    </p:set>
                                    <p:animEffect transition="in" filter="wipe(up)">
                                      <p:cBhvr>
                                        <p:cTn id="33" dur="2000"/>
                                        <p:tgtEl>
                                          <p:spTgt spid="39936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99365"/>
                                        </p:tgtEl>
                                        <p:attrNameLst>
                                          <p:attrName>style.visibility</p:attrName>
                                        </p:attrNameLst>
                                      </p:cBhvr>
                                      <p:to>
                                        <p:strVal val="visible"/>
                                      </p:to>
                                    </p:set>
                                    <p:animEffect transition="in" filter="blinds(horizontal)">
                                      <p:cBhvr>
                                        <p:cTn id="38" dur="500"/>
                                        <p:tgtEl>
                                          <p:spTgt spid="399365"/>
                                        </p:tgtEl>
                                      </p:cBhvr>
                                    </p:animEffect>
                                  </p:childTnLst>
                                </p:cTn>
                              </p:par>
                              <p:par>
                                <p:cTn id="39" presetID="3" presetClass="entr" presetSubtype="10" fill="hold" nodeType="withEffect">
                                  <p:stCondLst>
                                    <p:cond delay="0"/>
                                  </p:stCondLst>
                                  <p:childTnLst>
                                    <p:set>
                                      <p:cBhvr>
                                        <p:cTn id="40" dur="1" fill="hold">
                                          <p:stCondLst>
                                            <p:cond delay="0"/>
                                          </p:stCondLst>
                                        </p:cTn>
                                        <p:tgtEl>
                                          <p:spTgt spid="399381"/>
                                        </p:tgtEl>
                                        <p:attrNameLst>
                                          <p:attrName>style.visibility</p:attrName>
                                        </p:attrNameLst>
                                      </p:cBhvr>
                                      <p:to>
                                        <p:strVal val="visible"/>
                                      </p:to>
                                    </p:set>
                                    <p:animEffect transition="in" filter="blinds(horizontal)">
                                      <p:cBhvr>
                                        <p:cTn id="41" dur="500"/>
                                        <p:tgtEl>
                                          <p:spTgt spid="399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775" grpId="0"/>
      <p:bldP spid="626788" grpId="0" animBg="1"/>
      <p:bldP spid="62678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5695" y="1700530"/>
            <a:ext cx="6802755" cy="1439545"/>
          </a:xfrm>
          <a:prstGeom prst="rect">
            <a:avLst/>
          </a:prstGeom>
          <a:noFill/>
        </p:spPr>
        <p:txBody>
          <a:bodyPr wrap="square" rtlCol="0">
            <a:noAutofit/>
          </a:bodyPr>
          <a:lstStyle/>
          <a:p>
            <a:r>
              <a:rPr lang="en-US" altLang="zh-CN" sz="2800" b="1" dirty="0"/>
              <a:t>Question:</a:t>
            </a:r>
          </a:p>
          <a:p>
            <a:endParaRPr lang="en-US" altLang="zh-CN" sz="2800" b="1" dirty="0"/>
          </a:p>
          <a:p>
            <a:r>
              <a:rPr lang="en-US" altLang="zh-CN" sz="2800" b="1" dirty="0"/>
              <a:t>Shall it be solved by electric intensity?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3" name="对象 303107"/>
          <p:cNvGraphicFramePr/>
          <p:nvPr/>
        </p:nvGraphicFramePr>
        <p:xfrm>
          <a:off x="2844165" y="1591310"/>
          <a:ext cx="2504440" cy="424180"/>
        </p:xfrm>
        <a:graphic>
          <a:graphicData uri="http://schemas.openxmlformats.org/presentationml/2006/ole">
            <mc:AlternateContent xmlns:mc="http://schemas.openxmlformats.org/markup-compatibility/2006">
              <mc:Choice xmlns:v="urn:schemas-microsoft-com:vml" Requires="v">
                <p:oleObj r:id="rId2" imgW="1270000" imgH="241300" progId="Equation.DSMT4">
                  <p:embed/>
                </p:oleObj>
              </mc:Choice>
              <mc:Fallback>
                <p:oleObj r:id="rId2" imgW="1270000" imgH="241300" progId="Equation.DSMT4">
                  <p:embed/>
                  <p:pic>
                    <p:nvPicPr>
                      <p:cNvPr id="30723" name="对象 303107"/>
                      <p:cNvPicPr/>
                      <p:nvPr/>
                    </p:nvPicPr>
                    <p:blipFill>
                      <a:blip r:embed="rId3"/>
                      <a:stretch>
                        <a:fillRect/>
                      </a:stretch>
                    </p:blipFill>
                    <p:spPr>
                      <a:xfrm>
                        <a:off x="2844165" y="1591310"/>
                        <a:ext cx="2504440" cy="424180"/>
                      </a:xfrm>
                      <a:prstGeom prst="rect">
                        <a:avLst/>
                      </a:prstGeom>
                      <a:noFill/>
                      <a:ln w="38100">
                        <a:noFill/>
                        <a:miter/>
                      </a:ln>
                    </p:spPr>
                  </p:pic>
                </p:oleObj>
              </mc:Fallback>
            </mc:AlternateContent>
          </a:graphicData>
        </a:graphic>
      </p:graphicFrame>
      <p:sp>
        <p:nvSpPr>
          <p:cNvPr id="30724" name="文本框 303108"/>
          <p:cNvSpPr txBox="1"/>
          <p:nvPr/>
        </p:nvSpPr>
        <p:spPr>
          <a:xfrm>
            <a:off x="5881370" y="1926908"/>
            <a:ext cx="3336925" cy="368300"/>
          </a:xfrm>
          <a:prstGeom prst="rect">
            <a:avLst/>
          </a:prstGeom>
          <a:noFill/>
          <a:ln w="9525">
            <a:noFill/>
          </a:ln>
        </p:spPr>
        <p:txBody>
          <a:bodyPr anchor="t" anchorCtr="0">
            <a:spAutoFit/>
          </a:bodyPr>
          <a:lstStyle/>
          <a:p>
            <a:pPr algn="l">
              <a:lnSpc>
                <a:spcPct val="100000"/>
              </a:lnSpc>
              <a:spcBef>
                <a:spcPct val="50000"/>
              </a:spcBef>
              <a:buClrTx/>
              <a:buSzTx/>
              <a:buFontTx/>
            </a:pPr>
            <a:r>
              <a:rPr lang="en-US" altLang="zh-CN" sz="1800"/>
              <a:t>Gauss‘s Law</a:t>
            </a:r>
          </a:p>
        </p:txBody>
      </p:sp>
      <p:graphicFrame>
        <p:nvGraphicFramePr>
          <p:cNvPr id="30725" name="对象 303109"/>
          <p:cNvGraphicFramePr/>
          <p:nvPr/>
        </p:nvGraphicFramePr>
        <p:xfrm>
          <a:off x="3642995" y="2033270"/>
          <a:ext cx="1801495" cy="768985"/>
        </p:xfrm>
        <a:graphic>
          <a:graphicData uri="http://schemas.openxmlformats.org/presentationml/2006/ole">
            <mc:AlternateContent xmlns:mc="http://schemas.openxmlformats.org/markup-compatibility/2006">
              <mc:Choice xmlns:v="urn:schemas-microsoft-com:vml" Requires="v">
                <p:oleObj r:id="rId4" imgW="876300" imgH="431800" progId="Equation.DSMT4">
                  <p:embed/>
                </p:oleObj>
              </mc:Choice>
              <mc:Fallback>
                <p:oleObj r:id="rId4" imgW="876300" imgH="431800" progId="Equation.DSMT4">
                  <p:embed/>
                  <p:pic>
                    <p:nvPicPr>
                      <p:cNvPr id="30725" name="对象 303109"/>
                      <p:cNvPicPr/>
                      <p:nvPr/>
                    </p:nvPicPr>
                    <p:blipFill>
                      <a:blip r:embed="rId5"/>
                      <a:stretch>
                        <a:fillRect/>
                      </a:stretch>
                    </p:blipFill>
                    <p:spPr>
                      <a:xfrm>
                        <a:off x="3642995" y="2033270"/>
                        <a:ext cx="1801495" cy="768985"/>
                      </a:xfrm>
                      <a:prstGeom prst="rect">
                        <a:avLst/>
                      </a:prstGeom>
                      <a:noFill/>
                      <a:ln w="38100">
                        <a:noFill/>
                        <a:miter/>
                      </a:ln>
                    </p:spPr>
                  </p:pic>
                </p:oleObj>
              </mc:Fallback>
            </mc:AlternateContent>
          </a:graphicData>
        </a:graphic>
      </p:graphicFrame>
      <p:sp>
        <p:nvSpPr>
          <p:cNvPr id="30726" name="文本框 303110"/>
          <p:cNvSpPr txBox="1"/>
          <p:nvPr/>
        </p:nvSpPr>
        <p:spPr>
          <a:xfrm>
            <a:off x="5882958" y="2482533"/>
            <a:ext cx="2109787" cy="645160"/>
          </a:xfrm>
          <a:prstGeom prst="rect">
            <a:avLst/>
          </a:prstGeom>
          <a:noFill/>
          <a:ln w="9525">
            <a:noFill/>
          </a:ln>
        </p:spPr>
        <p:txBody>
          <a:bodyPr anchor="t" anchorCtr="0">
            <a:spAutoFit/>
          </a:bodyPr>
          <a:lstStyle/>
          <a:p>
            <a:pPr algn="l">
              <a:lnSpc>
                <a:spcPct val="100000"/>
              </a:lnSpc>
              <a:spcBef>
                <a:spcPct val="50000"/>
              </a:spcBef>
              <a:buClrTx/>
              <a:buSzTx/>
              <a:buFontTx/>
            </a:pPr>
            <a:r>
              <a:rPr lang="en-US" altLang="zh-CN" sz="1800"/>
              <a:t>According to B.C. of petential</a:t>
            </a:r>
          </a:p>
        </p:txBody>
      </p:sp>
      <p:graphicFrame>
        <p:nvGraphicFramePr>
          <p:cNvPr id="30727" name="对象 303111"/>
          <p:cNvGraphicFramePr/>
          <p:nvPr/>
        </p:nvGraphicFramePr>
        <p:xfrm>
          <a:off x="3512820" y="2636520"/>
          <a:ext cx="2094230" cy="405765"/>
        </p:xfrm>
        <a:graphic>
          <a:graphicData uri="http://schemas.openxmlformats.org/presentationml/2006/ole">
            <mc:AlternateContent xmlns:mc="http://schemas.openxmlformats.org/markup-compatibility/2006">
              <mc:Choice xmlns:v="urn:schemas-microsoft-com:vml" Requires="v">
                <p:oleObj r:id="rId6" imgW="1054100" imgH="228600" progId="Equation.DSMT4">
                  <p:embed/>
                </p:oleObj>
              </mc:Choice>
              <mc:Fallback>
                <p:oleObj r:id="rId6" imgW="1054100" imgH="228600" progId="Equation.DSMT4">
                  <p:embed/>
                  <p:pic>
                    <p:nvPicPr>
                      <p:cNvPr id="30727" name="对象 303111"/>
                      <p:cNvPicPr/>
                      <p:nvPr/>
                    </p:nvPicPr>
                    <p:blipFill>
                      <a:blip r:embed="rId7"/>
                      <a:stretch>
                        <a:fillRect/>
                      </a:stretch>
                    </p:blipFill>
                    <p:spPr>
                      <a:xfrm>
                        <a:off x="3512820" y="2636520"/>
                        <a:ext cx="2094230" cy="405765"/>
                      </a:xfrm>
                      <a:prstGeom prst="rect">
                        <a:avLst/>
                      </a:prstGeom>
                      <a:noFill/>
                      <a:ln w="38100">
                        <a:noFill/>
                        <a:miter/>
                      </a:ln>
                    </p:spPr>
                  </p:pic>
                </p:oleObj>
              </mc:Fallback>
            </mc:AlternateContent>
          </a:graphicData>
        </a:graphic>
      </p:graphicFrame>
      <p:graphicFrame>
        <p:nvGraphicFramePr>
          <p:cNvPr id="30728" name="对象 303112"/>
          <p:cNvGraphicFramePr/>
          <p:nvPr/>
        </p:nvGraphicFramePr>
        <p:xfrm>
          <a:off x="755650" y="3212465"/>
          <a:ext cx="4794885" cy="1689735"/>
        </p:xfrm>
        <a:graphic>
          <a:graphicData uri="http://schemas.openxmlformats.org/presentationml/2006/ole">
            <mc:AlternateContent xmlns:mc="http://schemas.openxmlformats.org/markup-compatibility/2006">
              <mc:Choice xmlns:v="urn:schemas-microsoft-com:vml" Requires="v">
                <p:oleObj r:id="rId8" imgW="2387600" imgH="862965" progId="Equation.DSMT4">
                  <p:embed/>
                </p:oleObj>
              </mc:Choice>
              <mc:Fallback>
                <p:oleObj r:id="rId8" imgW="2387600" imgH="862965" progId="Equation.DSMT4">
                  <p:embed/>
                  <p:pic>
                    <p:nvPicPr>
                      <p:cNvPr id="30728" name="对象 303112"/>
                      <p:cNvPicPr/>
                      <p:nvPr/>
                    </p:nvPicPr>
                    <p:blipFill>
                      <a:blip r:embed="rId9"/>
                      <a:stretch>
                        <a:fillRect/>
                      </a:stretch>
                    </p:blipFill>
                    <p:spPr>
                      <a:xfrm>
                        <a:off x="755650" y="3212465"/>
                        <a:ext cx="4794885" cy="1689735"/>
                      </a:xfrm>
                      <a:prstGeom prst="rect">
                        <a:avLst/>
                      </a:prstGeom>
                      <a:noFill/>
                      <a:ln w="38100">
                        <a:noFill/>
                        <a:miter/>
                      </a:ln>
                    </p:spPr>
                  </p:pic>
                </p:oleObj>
              </mc:Fallback>
            </mc:AlternateContent>
          </a:graphicData>
        </a:graphic>
      </p:graphicFrame>
      <p:graphicFrame>
        <p:nvGraphicFramePr>
          <p:cNvPr id="30729" name="对象 303113"/>
          <p:cNvGraphicFramePr/>
          <p:nvPr/>
        </p:nvGraphicFramePr>
        <p:xfrm>
          <a:off x="539750" y="4869180"/>
          <a:ext cx="5666105" cy="1579880"/>
        </p:xfrm>
        <a:graphic>
          <a:graphicData uri="http://schemas.openxmlformats.org/presentationml/2006/ole">
            <mc:AlternateContent xmlns:mc="http://schemas.openxmlformats.org/markup-compatibility/2006">
              <mc:Choice xmlns:v="urn:schemas-microsoft-com:vml" Requires="v">
                <p:oleObj r:id="rId10" imgW="2843530" imgH="862965" progId="Equation.DSMT4">
                  <p:embed/>
                </p:oleObj>
              </mc:Choice>
              <mc:Fallback>
                <p:oleObj r:id="rId10" imgW="2843530" imgH="862965" progId="Equation.DSMT4">
                  <p:embed/>
                  <p:pic>
                    <p:nvPicPr>
                      <p:cNvPr id="30729" name="对象 303113"/>
                      <p:cNvPicPr/>
                      <p:nvPr/>
                    </p:nvPicPr>
                    <p:blipFill>
                      <a:blip r:embed="rId11"/>
                      <a:stretch>
                        <a:fillRect/>
                      </a:stretch>
                    </p:blipFill>
                    <p:spPr>
                      <a:xfrm>
                        <a:off x="539750" y="4869180"/>
                        <a:ext cx="5666105" cy="1579880"/>
                      </a:xfrm>
                      <a:prstGeom prst="rect">
                        <a:avLst/>
                      </a:prstGeom>
                      <a:noFill/>
                      <a:ln w="38100">
                        <a:noFill/>
                        <a:miter/>
                      </a:ln>
                    </p:spPr>
                  </p:pic>
                </p:oleObj>
              </mc:Fallback>
            </mc:AlternateContent>
          </a:graphicData>
        </a:graphic>
      </p:graphicFrame>
      <p:sp>
        <p:nvSpPr>
          <p:cNvPr id="2" name="文本框 1"/>
          <p:cNvSpPr txBox="1"/>
          <p:nvPr/>
        </p:nvSpPr>
        <p:spPr>
          <a:xfrm>
            <a:off x="179705" y="579120"/>
            <a:ext cx="2076450" cy="398780"/>
          </a:xfrm>
          <a:prstGeom prst="rect">
            <a:avLst/>
          </a:prstGeom>
          <a:noFill/>
        </p:spPr>
        <p:txBody>
          <a:bodyPr wrap="square" rtlCol="0">
            <a:spAutoFit/>
          </a:bodyPr>
          <a:lstStyle/>
          <a:p>
            <a:r>
              <a:rPr lang="en-US" altLang="zh-CN" sz="2000" b="1"/>
              <a:t>Method Two</a:t>
            </a:r>
          </a:p>
        </p:txBody>
      </p:sp>
      <p:sp>
        <p:nvSpPr>
          <p:cNvPr id="3" name="文本框 2"/>
          <p:cNvSpPr txBox="1"/>
          <p:nvPr/>
        </p:nvSpPr>
        <p:spPr>
          <a:xfrm>
            <a:off x="612140" y="977900"/>
            <a:ext cx="7457440" cy="645160"/>
          </a:xfrm>
          <a:prstGeom prst="rect">
            <a:avLst/>
          </a:prstGeom>
          <a:noFill/>
        </p:spPr>
        <p:txBody>
          <a:bodyPr wrap="square" rtlCol="0">
            <a:spAutoFit/>
          </a:bodyPr>
          <a:lstStyle/>
          <a:p>
            <a:r>
              <a:rPr lang="en-US" altLang="zh-CN"/>
              <a:t>The three boards might be considered as two parallel plates capacitors, and the electric intensity should direct to </a:t>
            </a:r>
          </a:p>
        </p:txBody>
      </p:sp>
      <p:graphicFrame>
        <p:nvGraphicFramePr>
          <p:cNvPr id="6" name="对象 5">
            <a:hlinkClick r:id="" action="ppaction://ole?verb=0"/>
          </p:cNvPr>
          <p:cNvGraphicFramePr>
            <a:graphicFrameLocks noChangeAspect="1"/>
          </p:cNvGraphicFramePr>
          <p:nvPr/>
        </p:nvGraphicFramePr>
        <p:xfrm>
          <a:off x="4859655" y="1274445"/>
          <a:ext cx="232410" cy="348615"/>
        </p:xfrm>
        <a:graphic>
          <a:graphicData uri="http://schemas.openxmlformats.org/presentationml/2006/ole">
            <mc:AlternateContent xmlns:mc="http://schemas.openxmlformats.org/markup-compatibility/2006">
              <mc:Choice xmlns:v="urn:schemas-microsoft-com:vml" Requires="v">
                <p:oleObj r:id="rId12" imgW="152400" imgH="228600" progId="Equation.DSMT4">
                  <p:embed/>
                </p:oleObj>
              </mc:Choice>
              <mc:Fallback>
                <p:oleObj r:id="rId12" imgW="152400" imgH="228600" progId="Equation.DSMT4">
                  <p:embed/>
                  <p:pic>
                    <p:nvPicPr>
                      <p:cNvPr id="6" name="对象 5">
                        <a:hlinkClick r:id="" action="ppaction://ole?verb=0"/>
                      </p:cNvPr>
                      <p:cNvPicPr/>
                      <p:nvPr/>
                    </p:nvPicPr>
                    <p:blipFill>
                      <a:blip r:embed="rId13"/>
                      <a:stretch>
                        <a:fillRect/>
                      </a:stretch>
                    </p:blipFill>
                    <p:spPr>
                      <a:xfrm>
                        <a:off x="4859655" y="1274445"/>
                        <a:ext cx="232410" cy="348615"/>
                      </a:xfrm>
                      <a:prstGeom prst="rect">
                        <a:avLst/>
                      </a:prstGeom>
                    </p:spPr>
                  </p:pic>
                </p:oleObj>
              </mc:Fallback>
            </mc:AlternateContent>
          </a:graphicData>
        </a:graphic>
      </p:graphicFrame>
      <p:sp>
        <p:nvSpPr>
          <p:cNvPr id="7" name="文本框 6"/>
          <p:cNvSpPr txBox="1"/>
          <p:nvPr/>
        </p:nvSpPr>
        <p:spPr>
          <a:xfrm>
            <a:off x="971550" y="1591310"/>
            <a:ext cx="3880485" cy="368300"/>
          </a:xfrm>
          <a:prstGeom prst="rect">
            <a:avLst/>
          </a:prstGeom>
          <a:noFill/>
        </p:spPr>
        <p:txBody>
          <a:bodyPr wrap="square" rtlCol="0">
            <a:spAutoFit/>
          </a:bodyPr>
          <a:lstStyle/>
          <a:p>
            <a:r>
              <a:rPr lang="en-US" altLang="zh-CN"/>
              <a:t>So we assume </a:t>
            </a:r>
          </a:p>
        </p:txBody>
      </p:sp>
      <p:sp>
        <p:nvSpPr>
          <p:cNvPr id="8" name="文本框 7"/>
          <p:cNvSpPr txBox="1"/>
          <p:nvPr/>
        </p:nvSpPr>
        <p:spPr>
          <a:xfrm>
            <a:off x="972185" y="2132330"/>
            <a:ext cx="2466975" cy="645160"/>
          </a:xfrm>
          <a:prstGeom prst="rect">
            <a:avLst/>
          </a:prstGeom>
          <a:noFill/>
        </p:spPr>
        <p:txBody>
          <a:bodyPr wrap="square" rtlCol="0">
            <a:spAutoFit/>
          </a:bodyPr>
          <a:lstStyle/>
          <a:p>
            <a:r>
              <a:rPr lang="en-US" altLang="zh-CN"/>
              <a:t>Find boundary conditions: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Rot="1"/>
          </p:cNvSpPr>
          <p:nvPr>
            <p:ph type="body" sz="half" idx="1" hasCustomPrompt="1"/>
          </p:nvPr>
        </p:nvSpPr>
        <p:spPr>
          <a:xfrm>
            <a:off x="395288" y="4292600"/>
            <a:ext cx="8208962" cy="2160588"/>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400" b="1" dirty="0">
                <a:solidFill>
                  <a:srgbClr val="0000CC"/>
                </a:solidFill>
              </a:rPr>
              <a:t>Capacitors can have advantage such as Storage, filtering, phase shift, blocking, bypass, frequency selection etc.</a:t>
            </a:r>
          </a:p>
          <a:p>
            <a:pPr eaLnBrk="1" hangingPunct="1">
              <a:buClr>
                <a:schemeClr val="hlink"/>
              </a:buClr>
              <a:buSzPct val="75000"/>
              <a:buFont typeface="Wingdings" panose="05000000000000000000" pitchFamily="2" charset="2"/>
            </a:pPr>
            <a:r>
              <a:rPr lang="en-US" altLang="zh-CN" sz="2400" b="1" dirty="0">
                <a:solidFill>
                  <a:srgbClr val="000000"/>
                </a:solidFill>
              </a:rPr>
              <a:t>Capacitors can have disadvantage such as electromagnetic compatibility problems </a:t>
            </a:r>
          </a:p>
        </p:txBody>
      </p:sp>
      <p:sp>
        <p:nvSpPr>
          <p:cNvPr id="317443" name="Rectangle 3"/>
          <p:cNvSpPr>
            <a:spLocks noChangeArrowheads="1"/>
          </p:cNvSpPr>
          <p:nvPr/>
        </p:nvSpPr>
        <p:spPr bwMode="auto">
          <a:xfrm>
            <a:off x="395288" y="333375"/>
            <a:ext cx="8355013" cy="647700"/>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3.10 Capacitance and Capacitors</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
        <p:nvSpPr>
          <p:cNvPr id="317444" name="Rectangle 4"/>
          <p:cNvSpPr>
            <a:spLocks noRot="1"/>
          </p:cNvSpPr>
          <p:nvPr/>
        </p:nvSpPr>
        <p:spPr>
          <a:xfrm>
            <a:off x="250825" y="1052513"/>
            <a:ext cx="8497888" cy="259238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400" b="1" dirty="0">
                <a:solidFill>
                  <a:srgbClr val="000000"/>
                </a:solidFill>
              </a:rPr>
              <a:t>A conductor in an electrostatic field is an equipotential body. </a:t>
            </a:r>
          </a:p>
          <a:p>
            <a:pPr marL="342900" lvl="0" indent="-342900" eaLnBrk="1" hangingPunct="1"/>
            <a:r>
              <a:rPr lang="en-US" altLang="zh-CN" sz="2400" b="1" dirty="0">
                <a:solidFill>
                  <a:srgbClr val="0000CC"/>
                </a:solidFill>
              </a:rPr>
              <a:t>Suppose the potential due to a charge Q is U. Increasing the total charge will increase the potential as well;</a:t>
            </a:r>
          </a:p>
          <a:p>
            <a:pPr marL="342900" lvl="0" indent="-342900" eaLnBrk="1" hangingPunct="1"/>
            <a:r>
              <a:rPr lang="en-US" altLang="zh-CN" sz="2400" b="1" dirty="0">
                <a:solidFill>
                  <a:srgbClr val="000000"/>
                </a:solidFill>
              </a:rPr>
              <a:t>The ratio Q/U remains unchanged.</a:t>
            </a:r>
          </a:p>
        </p:txBody>
      </p:sp>
      <p:graphicFrame>
        <p:nvGraphicFramePr>
          <p:cNvPr id="317445" name="Object 1030"/>
          <p:cNvGraphicFramePr>
            <a:graphicFrameLocks noGrp="1" noChangeAspect="1"/>
          </p:cNvGraphicFramePr>
          <p:nvPr>
            <p:ph sz="half" idx="2" hasCustomPrompt="1"/>
          </p:nvPr>
        </p:nvGraphicFramePr>
        <p:xfrm>
          <a:off x="3563938" y="3573463"/>
          <a:ext cx="1727200" cy="657225"/>
        </p:xfrm>
        <a:graphic>
          <a:graphicData uri="http://schemas.openxmlformats.org/presentationml/2006/ole">
            <mc:AlternateContent xmlns:mc="http://schemas.openxmlformats.org/markup-compatibility/2006">
              <mc:Choice xmlns:v="urn:schemas-microsoft-com:vml" Requires="v">
                <p:oleObj r:id="rId2" imgW="382270" imgH="74930" progId="Equation.DSMT4">
                  <p:embed/>
                </p:oleObj>
              </mc:Choice>
              <mc:Fallback>
                <p:oleObj r:id="rId2" imgW="382270" imgH="74930" progId="Equation.DSMT4">
                  <p:embed/>
                  <p:pic>
                    <p:nvPicPr>
                      <p:cNvPr id="317445" name="Object 1030"/>
                      <p:cNvPicPr/>
                      <p:nvPr/>
                    </p:nvPicPr>
                    <p:blipFill>
                      <a:blip r:embed="rId3">
                        <a:clrChange>
                          <a:clrFrom>
                            <a:srgbClr val="000000"/>
                          </a:clrFrom>
                          <a:clrTo>
                            <a:srgbClr val="000000"/>
                          </a:clrTo>
                        </a:clrChange>
                        <a:clrChange>
                          <a:clrFrom>
                            <a:srgbClr val="FFFFFF"/>
                          </a:clrFrom>
                          <a:clrTo>
                            <a:srgbClr val="000000"/>
                          </a:clrTo>
                        </a:clrChange>
                      </a:blip>
                      <a:srcRect/>
                      <a:stretch>
                        <a:fillRect/>
                      </a:stretch>
                    </p:blipFill>
                    <p:spPr>
                      <a:xfrm>
                        <a:off x="3563938" y="3573463"/>
                        <a:ext cx="1727200" cy="657225"/>
                      </a:xfrm>
                      <a:prstGeom prst="rect">
                        <a:avLst/>
                      </a:prstGeom>
                      <a:noFill/>
                      <a:ln w="38100">
                        <a:miter/>
                      </a:ln>
                    </p:spPr>
                  </p:pic>
                </p:oleObj>
              </mc:Fallback>
            </mc:AlternateContent>
          </a:graphicData>
        </a:graphic>
      </p:graphicFrame>
      <p:pic>
        <p:nvPicPr>
          <p:cNvPr id="11" name="Picture 2"/>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44"/>
                                        </p:tgtEl>
                                        <p:attrNameLst>
                                          <p:attrName>style.visibility</p:attrName>
                                        </p:attrNameLst>
                                      </p:cBhvr>
                                      <p:to>
                                        <p:strVal val="visible"/>
                                      </p:to>
                                    </p:set>
                                    <p:animEffect transition="in" filter="blinds(horizontal)">
                                      <p:cBhvr>
                                        <p:cTn id="7" dur="500"/>
                                        <p:tgtEl>
                                          <p:spTgt spid="31744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17445"/>
                                        </p:tgtEl>
                                        <p:attrNameLst>
                                          <p:attrName>style.visibility</p:attrName>
                                        </p:attrNameLst>
                                      </p:cBhvr>
                                      <p:to>
                                        <p:strVal val="visible"/>
                                      </p:to>
                                    </p:set>
                                    <p:animEffect transition="in" filter="slide(fromBottom)">
                                      <p:cBhvr>
                                        <p:cTn id="12" dur="500"/>
                                        <p:tgtEl>
                                          <p:spTgt spid="31744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7442">
                                            <p:txEl>
                                              <p:pRg st="0" end="0"/>
                                            </p:txEl>
                                          </p:spTgt>
                                        </p:tgtEl>
                                        <p:attrNameLst>
                                          <p:attrName>style.visibility</p:attrName>
                                        </p:attrNameLst>
                                      </p:cBhvr>
                                      <p:to>
                                        <p:strVal val="visible"/>
                                      </p:to>
                                    </p:set>
                                    <p:animEffect transition="in" filter="blinds(horizontal)">
                                      <p:cBhvr>
                                        <p:cTn id="17" dur="500"/>
                                        <p:tgtEl>
                                          <p:spTgt spid="31744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7442">
                                            <p:txEl>
                                              <p:pRg st="1" end="1"/>
                                            </p:txEl>
                                          </p:spTgt>
                                        </p:tgtEl>
                                        <p:attrNameLst>
                                          <p:attrName>style.visibility</p:attrName>
                                        </p:attrNameLst>
                                      </p:cBhvr>
                                      <p:to>
                                        <p:strVal val="visible"/>
                                      </p:to>
                                    </p:set>
                                    <p:animEffect transition="in" filter="blinds(horizontal)">
                                      <p:cBhvr>
                                        <p:cTn id="22" dur="500"/>
                                        <p:tgtEl>
                                          <p:spTgt spid="3174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2" grpId="0" build="p"/>
      <p:bldP spid="31744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6"/>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83</a:t>
            </a:fld>
            <a:endParaRPr lang="en-US" altLang="zh-CN" sz="1400" dirty="0"/>
          </a:p>
        </p:txBody>
      </p:sp>
      <p:graphicFrame>
        <p:nvGraphicFramePr>
          <p:cNvPr id="386051" name="Object 1030"/>
          <p:cNvGraphicFramePr>
            <a:graphicFrameLocks noChangeAspect="1"/>
          </p:cNvGraphicFramePr>
          <p:nvPr/>
        </p:nvGraphicFramePr>
        <p:xfrm>
          <a:off x="2395538" y="1063625"/>
          <a:ext cx="1290637" cy="873125"/>
        </p:xfrm>
        <a:graphic>
          <a:graphicData uri="http://schemas.openxmlformats.org/presentationml/2006/ole">
            <mc:AlternateContent xmlns:mc="http://schemas.openxmlformats.org/markup-compatibility/2006">
              <mc:Choice xmlns:v="urn:schemas-microsoft-com:vml" Requires="v">
                <p:oleObj r:id="rId2" imgW="405765" imgH="418465" progId="Equation.DSMT4">
                  <p:embed/>
                </p:oleObj>
              </mc:Choice>
              <mc:Fallback>
                <p:oleObj r:id="rId2" imgW="405765" imgH="418465" progId="Equation.DSMT4">
                  <p:embed/>
                  <p:pic>
                    <p:nvPicPr>
                      <p:cNvPr id="386051" name="Object 1030"/>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2395538" y="1063625"/>
                        <a:ext cx="1290637" cy="873125"/>
                      </a:xfrm>
                      <a:prstGeom prst="rect">
                        <a:avLst/>
                      </a:prstGeom>
                      <a:noFill/>
                      <a:ln w="38100">
                        <a:noFill/>
                        <a:miter/>
                      </a:ln>
                    </p:spPr>
                  </p:pic>
                </p:oleObj>
              </mc:Fallback>
            </mc:AlternateContent>
          </a:graphicData>
        </a:graphic>
      </p:graphicFrame>
      <p:sp>
        <p:nvSpPr>
          <p:cNvPr id="531466" name="Text Box 1034"/>
          <p:cNvSpPr txBox="1"/>
          <p:nvPr/>
        </p:nvSpPr>
        <p:spPr>
          <a:xfrm>
            <a:off x="250825" y="765175"/>
            <a:ext cx="4859338" cy="457200"/>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Blip>
                <a:blip r:embed="rId4"/>
              </a:buBlip>
            </a:pPr>
            <a:r>
              <a:rPr lang="en-US" altLang="zh-CN" sz="2000" b="1" dirty="0">
                <a:solidFill>
                  <a:schemeClr val="bg1"/>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Isolated conductor capacitance</a:t>
            </a:r>
          </a:p>
        </p:txBody>
      </p:sp>
      <p:sp>
        <p:nvSpPr>
          <p:cNvPr id="531467" name="Text Box 1035"/>
          <p:cNvSpPr txBox="1"/>
          <p:nvPr/>
        </p:nvSpPr>
        <p:spPr>
          <a:xfrm>
            <a:off x="250825" y="1916113"/>
            <a:ext cx="5724525" cy="1041400"/>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Blip>
                <a:blip r:embed="rId4"/>
              </a:buBlip>
            </a:pPr>
            <a:r>
              <a:rPr lang="en-US" altLang="zh-CN" sz="2000" b="1" dirty="0">
                <a:solidFill>
                  <a:srgbClr val="FF0066"/>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Capacitance of the capacitor composed of two conductors</a:t>
            </a:r>
          </a:p>
        </p:txBody>
      </p:sp>
      <p:graphicFrame>
        <p:nvGraphicFramePr>
          <p:cNvPr id="386055" name="Object 1037"/>
          <p:cNvGraphicFramePr>
            <a:graphicFrameLocks noChangeAspect="1"/>
          </p:cNvGraphicFramePr>
          <p:nvPr/>
        </p:nvGraphicFramePr>
        <p:xfrm>
          <a:off x="1835150" y="2925763"/>
          <a:ext cx="2411413" cy="803275"/>
        </p:xfrm>
        <a:graphic>
          <a:graphicData uri="http://schemas.openxmlformats.org/presentationml/2006/ole">
            <mc:AlternateContent xmlns:mc="http://schemas.openxmlformats.org/markup-compatibility/2006">
              <mc:Choice xmlns:v="urn:schemas-microsoft-com:vml" Requires="v">
                <p:oleObj r:id="rId5" imgW="1078865" imgH="444500" progId="Equation.DSMT4">
                  <p:embed/>
                </p:oleObj>
              </mc:Choice>
              <mc:Fallback>
                <p:oleObj r:id="rId5" imgW="1078865" imgH="444500" progId="Equation.DSMT4">
                  <p:embed/>
                  <p:pic>
                    <p:nvPicPr>
                      <p:cNvPr id="386055" name="Object 1037"/>
                      <p:cNvPicPr/>
                      <p:nvPr/>
                    </p:nvPicPr>
                    <p:blipFill>
                      <a:blip r:embed="rId6">
                        <a:clrChange>
                          <a:clrFrom>
                            <a:srgbClr val="000000"/>
                          </a:clrFrom>
                          <a:clrTo>
                            <a:srgbClr val="FFFFFF"/>
                          </a:clrTo>
                        </a:clrChange>
                        <a:clrChange>
                          <a:clrFrom>
                            <a:srgbClr val="FFFFFF"/>
                          </a:clrFrom>
                          <a:clrTo>
                            <a:srgbClr val="000000"/>
                          </a:clrTo>
                        </a:clrChange>
                      </a:blip>
                      <a:stretch>
                        <a:fillRect/>
                      </a:stretch>
                    </p:blipFill>
                    <p:spPr>
                      <a:xfrm>
                        <a:off x="1835150" y="2925763"/>
                        <a:ext cx="2411413" cy="803275"/>
                      </a:xfrm>
                      <a:prstGeom prst="rect">
                        <a:avLst/>
                      </a:prstGeom>
                      <a:noFill/>
                      <a:ln w="38100">
                        <a:noFill/>
                        <a:miter/>
                      </a:ln>
                    </p:spPr>
                  </p:pic>
                </p:oleObj>
              </mc:Fallback>
            </mc:AlternateContent>
          </a:graphicData>
        </a:graphic>
      </p:graphicFrame>
      <p:sp>
        <p:nvSpPr>
          <p:cNvPr id="531473" name="Text Box 1041"/>
          <p:cNvSpPr txBox="1"/>
          <p:nvPr/>
        </p:nvSpPr>
        <p:spPr>
          <a:xfrm>
            <a:off x="250825" y="3789363"/>
            <a:ext cx="6156325" cy="1041400"/>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Blip>
                <a:blip r:embed="rId4"/>
              </a:buBlip>
            </a:pPr>
            <a:r>
              <a:rPr lang="en-US" altLang="zh-CN" sz="2000" b="1" dirty="0">
                <a:solidFill>
                  <a:srgbClr val="FF0066"/>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Conductors form part of the capacitor system in a multi-conductor system  </a:t>
            </a:r>
          </a:p>
        </p:txBody>
      </p:sp>
      <p:graphicFrame>
        <p:nvGraphicFramePr>
          <p:cNvPr id="91144" name="Object 1042"/>
          <p:cNvGraphicFramePr>
            <a:graphicFrameLocks noGrp="1" noChangeAspect="1"/>
          </p:cNvGraphicFramePr>
          <p:nvPr>
            <p:ph sz="quarter" idx="1"/>
          </p:nvPr>
        </p:nvGraphicFramePr>
        <p:xfrm>
          <a:off x="6156325" y="517525"/>
          <a:ext cx="2987675" cy="1831975"/>
        </p:xfrm>
        <a:graphic>
          <a:graphicData uri="http://schemas.openxmlformats.org/presentationml/2006/ole">
            <mc:AlternateContent xmlns:mc="http://schemas.openxmlformats.org/markup-compatibility/2006">
              <mc:Choice xmlns:v="urn:schemas-microsoft-com:vml" Requires="v">
                <p:oleObj r:id="rId7" imgW="1598930" imgH="1284605" progId="Word.Picture.8">
                  <p:embed/>
                </p:oleObj>
              </mc:Choice>
              <mc:Fallback>
                <p:oleObj r:id="rId7" imgW="1598930" imgH="1284605" progId="Word.Picture.8">
                  <p:embed/>
                  <p:pic>
                    <p:nvPicPr>
                      <p:cNvPr id="91144" name="Object 1042"/>
                      <p:cNvPicPr/>
                      <p:nvPr/>
                    </p:nvPicPr>
                    <p:blipFill>
                      <a:blip r:embed="rId8"/>
                      <a:srcRect/>
                      <a:stretch>
                        <a:fillRect/>
                      </a:stretch>
                    </p:blipFill>
                    <p:spPr>
                      <a:xfrm>
                        <a:off x="6156325" y="517525"/>
                        <a:ext cx="2987675" cy="1831975"/>
                      </a:xfrm>
                      <a:prstGeom prst="rect">
                        <a:avLst/>
                      </a:prstGeom>
                      <a:solidFill>
                        <a:srgbClr val="CCFFFF">
                          <a:alpha val="100000"/>
                        </a:srgbClr>
                      </a:solidFill>
                      <a:ln w="38100">
                        <a:miter/>
                      </a:ln>
                    </p:spPr>
                  </p:pic>
                </p:oleObj>
              </mc:Fallback>
            </mc:AlternateContent>
          </a:graphicData>
        </a:graphic>
      </p:graphicFrame>
      <p:graphicFrame>
        <p:nvGraphicFramePr>
          <p:cNvPr id="91145" name="Object 1045"/>
          <p:cNvGraphicFramePr>
            <a:graphicFrameLocks noGrp="1" noChangeAspect="1"/>
          </p:cNvGraphicFramePr>
          <p:nvPr>
            <p:ph sz="quarter" idx="1"/>
          </p:nvPr>
        </p:nvGraphicFramePr>
        <p:xfrm>
          <a:off x="6156325" y="2492375"/>
          <a:ext cx="2987675" cy="1935163"/>
        </p:xfrm>
        <a:graphic>
          <a:graphicData uri="http://schemas.openxmlformats.org/presentationml/2006/ole">
            <mc:AlternateContent xmlns:mc="http://schemas.openxmlformats.org/markup-compatibility/2006">
              <mc:Choice xmlns:v="urn:schemas-microsoft-com:vml" Requires="v">
                <p:oleObj r:id="rId9" imgW="2282825" imgH="1482725" progId="Word.Picture.8">
                  <p:embed/>
                </p:oleObj>
              </mc:Choice>
              <mc:Fallback>
                <p:oleObj r:id="rId9" imgW="2282825" imgH="1482725" progId="Word.Picture.8">
                  <p:embed/>
                  <p:pic>
                    <p:nvPicPr>
                      <p:cNvPr id="91145" name="Object 1045"/>
                      <p:cNvPicPr/>
                      <p:nvPr/>
                    </p:nvPicPr>
                    <p:blipFill>
                      <a:blip r:embed="rId10"/>
                      <a:srcRect/>
                      <a:stretch>
                        <a:fillRect/>
                      </a:stretch>
                    </p:blipFill>
                    <p:spPr>
                      <a:xfrm>
                        <a:off x="6156325" y="2492375"/>
                        <a:ext cx="2987675" cy="1935163"/>
                      </a:xfrm>
                      <a:prstGeom prst="rect">
                        <a:avLst/>
                      </a:prstGeom>
                      <a:solidFill>
                        <a:srgbClr val="CCFFFF">
                          <a:alpha val="100000"/>
                        </a:srgbClr>
                      </a:solidFill>
                      <a:ln w="38100">
                        <a:miter/>
                      </a:ln>
                    </p:spPr>
                  </p:pic>
                </p:oleObj>
              </mc:Fallback>
            </mc:AlternateContent>
          </a:graphicData>
        </a:graphic>
      </p:graphicFrame>
      <p:graphicFrame>
        <p:nvGraphicFramePr>
          <p:cNvPr id="91146" name="Object 1048"/>
          <p:cNvGraphicFramePr>
            <a:graphicFrameLocks noGrp="1" noChangeAspect="1"/>
          </p:cNvGraphicFramePr>
          <p:nvPr>
            <p:ph sz="quarter" idx="1"/>
          </p:nvPr>
        </p:nvGraphicFramePr>
        <p:xfrm>
          <a:off x="6156325" y="4581525"/>
          <a:ext cx="2987675" cy="1992313"/>
        </p:xfrm>
        <a:graphic>
          <a:graphicData uri="http://schemas.openxmlformats.org/presentationml/2006/ole">
            <mc:AlternateContent xmlns:mc="http://schemas.openxmlformats.org/markup-compatibility/2006">
              <mc:Choice xmlns:v="urn:schemas-microsoft-com:vml" Requires="v">
                <p:oleObj r:id="rId11" imgW="2743200" imgH="1828800" progId="Word.Picture.8">
                  <p:embed/>
                </p:oleObj>
              </mc:Choice>
              <mc:Fallback>
                <p:oleObj r:id="rId11" imgW="2743200" imgH="1828800" progId="Word.Picture.8">
                  <p:embed/>
                  <p:pic>
                    <p:nvPicPr>
                      <p:cNvPr id="91146" name="Object 1048"/>
                      <p:cNvPicPr/>
                      <p:nvPr/>
                    </p:nvPicPr>
                    <p:blipFill>
                      <a:blip r:embed="rId12"/>
                      <a:srcRect/>
                      <a:stretch>
                        <a:fillRect/>
                      </a:stretch>
                    </p:blipFill>
                    <p:spPr>
                      <a:xfrm>
                        <a:off x="6156325" y="4581525"/>
                        <a:ext cx="2987675" cy="1992313"/>
                      </a:xfrm>
                      <a:prstGeom prst="rect">
                        <a:avLst/>
                      </a:prstGeom>
                      <a:solidFill>
                        <a:srgbClr val="CCFFFF">
                          <a:alpha val="100000"/>
                        </a:srgbClr>
                      </a:solidFill>
                      <a:ln w="38100">
                        <a:miter/>
                      </a:ln>
                    </p:spPr>
                  </p:pic>
                </p:oleObj>
              </mc:Fallback>
            </mc:AlternateContent>
          </a:graphicData>
        </a:graphic>
      </p:graphicFrame>
      <p:graphicFrame>
        <p:nvGraphicFramePr>
          <p:cNvPr id="386060" name="Object 1051"/>
          <p:cNvGraphicFramePr>
            <a:graphicFrameLocks noGrp="1" noChangeAspect="1"/>
          </p:cNvGraphicFramePr>
          <p:nvPr>
            <p:ph sz="quarter" idx="1"/>
          </p:nvPr>
        </p:nvGraphicFramePr>
        <p:xfrm>
          <a:off x="250825" y="4876800"/>
          <a:ext cx="5903913" cy="1704975"/>
        </p:xfrm>
        <a:graphic>
          <a:graphicData uri="http://schemas.openxmlformats.org/presentationml/2006/ole">
            <mc:AlternateContent xmlns:mc="http://schemas.openxmlformats.org/markup-compatibility/2006">
              <mc:Choice xmlns:v="urn:schemas-microsoft-com:vml" Requires="v">
                <p:oleObj r:id="rId13" imgW="2463800" imgH="711200" progId="Equation.DSMT4">
                  <p:embed/>
                </p:oleObj>
              </mc:Choice>
              <mc:Fallback>
                <p:oleObj r:id="rId13" imgW="2463800" imgH="711200" progId="Equation.DSMT4">
                  <p:embed/>
                  <p:pic>
                    <p:nvPicPr>
                      <p:cNvPr id="386060" name="Object 1051"/>
                      <p:cNvPicPr/>
                      <p:nvPr/>
                    </p:nvPicPr>
                    <p:blipFill>
                      <a:blip r:embed="rId14"/>
                      <a:srcRect/>
                      <a:stretch>
                        <a:fillRect/>
                      </a:stretch>
                    </p:blipFill>
                    <p:spPr>
                      <a:xfrm>
                        <a:off x="250825" y="4876800"/>
                        <a:ext cx="5903913" cy="1704975"/>
                      </a:xfrm>
                      <a:prstGeom prst="rect">
                        <a:avLst/>
                      </a:prstGeom>
                      <a:solidFill>
                        <a:srgbClr val="CCFFFF">
                          <a:alpha val="100000"/>
                        </a:srgbClr>
                      </a:solidFill>
                      <a:ln w="38100">
                        <a:miter/>
                      </a:ln>
                    </p:spPr>
                  </p:pic>
                </p:oleObj>
              </mc:Fallback>
            </mc:AlternateContent>
          </a:graphicData>
        </a:graphic>
      </p:graphicFrame>
      <p:sp>
        <p:nvSpPr>
          <p:cNvPr id="91148" name="Rectangle 13"/>
          <p:cNvSpPr>
            <a:spLocks noRot="1"/>
          </p:cNvSpPr>
          <p:nvPr/>
        </p:nvSpPr>
        <p:spPr>
          <a:xfrm>
            <a:off x="250825" y="260350"/>
            <a:ext cx="3168650" cy="5762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800" b="1" dirty="0">
                <a:solidFill>
                  <a:srgbClr val="0000CC"/>
                </a:solidFill>
              </a:rPr>
              <a:t>Capacitance</a:t>
            </a:r>
            <a:endParaRPr lang="en-US" altLang="zh-CN" sz="28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1466"/>
                                        </p:tgtEl>
                                        <p:attrNameLst>
                                          <p:attrName>style.visibility</p:attrName>
                                        </p:attrNameLst>
                                      </p:cBhvr>
                                      <p:to>
                                        <p:strVal val="visible"/>
                                      </p:to>
                                    </p:set>
                                    <p:animEffect transition="in" filter="wipe(left)">
                                      <p:cBhvr>
                                        <p:cTn id="7" dur="2000"/>
                                        <p:tgtEl>
                                          <p:spTgt spid="531466"/>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386051"/>
                                        </p:tgtEl>
                                        <p:attrNameLst>
                                          <p:attrName>style.visibility</p:attrName>
                                        </p:attrNameLst>
                                      </p:cBhvr>
                                      <p:to>
                                        <p:strVal val="visible"/>
                                      </p:to>
                                    </p:set>
                                    <p:animEffect transition="in" filter="wipe(left)">
                                      <p:cBhvr>
                                        <p:cTn id="11" dur="2000"/>
                                        <p:tgtEl>
                                          <p:spTgt spid="3860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31467"/>
                                        </p:tgtEl>
                                        <p:attrNameLst>
                                          <p:attrName>style.visibility</p:attrName>
                                        </p:attrNameLst>
                                      </p:cBhvr>
                                      <p:to>
                                        <p:strVal val="visible"/>
                                      </p:to>
                                    </p:set>
                                    <p:animEffect transition="in" filter="wipe(up)">
                                      <p:cBhvr>
                                        <p:cTn id="16" dur="2000"/>
                                        <p:tgtEl>
                                          <p:spTgt spid="531467"/>
                                        </p:tgtEl>
                                      </p:cBhvr>
                                    </p:animEffect>
                                  </p:childTnLst>
                                </p:cTn>
                              </p:par>
                            </p:childTnLst>
                          </p:cTn>
                        </p:par>
                        <p:par>
                          <p:cTn id="17" fill="hold">
                            <p:stCondLst>
                              <p:cond delay="2000"/>
                            </p:stCondLst>
                            <p:childTnLst>
                              <p:par>
                                <p:cTn id="18" presetID="22" presetClass="entr" presetSubtype="1" fill="hold" nodeType="afterEffect">
                                  <p:stCondLst>
                                    <p:cond delay="0"/>
                                  </p:stCondLst>
                                  <p:childTnLst>
                                    <p:set>
                                      <p:cBhvr>
                                        <p:cTn id="19" dur="1" fill="hold">
                                          <p:stCondLst>
                                            <p:cond delay="0"/>
                                          </p:stCondLst>
                                        </p:cTn>
                                        <p:tgtEl>
                                          <p:spTgt spid="386055"/>
                                        </p:tgtEl>
                                        <p:attrNameLst>
                                          <p:attrName>style.visibility</p:attrName>
                                        </p:attrNameLst>
                                      </p:cBhvr>
                                      <p:to>
                                        <p:strVal val="visible"/>
                                      </p:to>
                                    </p:set>
                                    <p:animEffect transition="in" filter="wipe(up)">
                                      <p:cBhvr>
                                        <p:cTn id="20" dur="2000"/>
                                        <p:tgtEl>
                                          <p:spTgt spid="38605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531473"/>
                                        </p:tgtEl>
                                        <p:attrNameLst>
                                          <p:attrName>style.visibility</p:attrName>
                                        </p:attrNameLst>
                                      </p:cBhvr>
                                      <p:to>
                                        <p:strVal val="visible"/>
                                      </p:to>
                                    </p:set>
                                    <p:animEffect transition="in" filter="wipe(up)">
                                      <p:cBhvr>
                                        <p:cTn id="25" dur="2000"/>
                                        <p:tgtEl>
                                          <p:spTgt spid="53147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86060"/>
                                        </p:tgtEl>
                                        <p:attrNameLst>
                                          <p:attrName>style.visibility</p:attrName>
                                        </p:attrNameLst>
                                      </p:cBhvr>
                                      <p:to>
                                        <p:strVal val="visible"/>
                                      </p:to>
                                    </p:set>
                                    <p:animEffect transition="in" filter="blinds(horizontal)">
                                      <p:cBhvr>
                                        <p:cTn id="30" dur="500"/>
                                        <p:tgtEl>
                                          <p:spTgt spid="386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6" grpId="0" animBg="1"/>
      <p:bldP spid="531467" grpId="0" animBg="1"/>
      <p:bldP spid="53147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84</a:t>
            </a:fld>
            <a:endParaRPr lang="en-US" altLang="zh-CN" sz="1400" dirty="0"/>
          </a:p>
        </p:txBody>
      </p:sp>
      <p:sp>
        <p:nvSpPr>
          <p:cNvPr id="387075" name="Text Box 7"/>
          <p:cNvSpPr txBox="1"/>
          <p:nvPr/>
        </p:nvSpPr>
        <p:spPr>
          <a:xfrm>
            <a:off x="755650" y="2924175"/>
            <a:ext cx="7777163" cy="2465388"/>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ea typeface="楷体_GB2312" pitchFamily="49" charset="-122"/>
              </a:rPr>
              <a:t> Depends on the </a:t>
            </a:r>
            <a:r>
              <a:rPr lang="en-US" altLang="zh-CN" sz="2400" b="1" dirty="0">
                <a:solidFill>
                  <a:srgbClr val="FF0000"/>
                </a:solidFill>
                <a:ea typeface="楷体_GB2312" pitchFamily="49" charset="-122"/>
              </a:rPr>
              <a:t>structure</a:t>
            </a:r>
            <a:r>
              <a:rPr lang="en-US" altLang="zh-CN" sz="2400" b="1" dirty="0">
                <a:solidFill>
                  <a:srgbClr val="0000CC"/>
                </a:solidFill>
                <a:ea typeface="楷体_GB2312" pitchFamily="49" charset="-122"/>
              </a:rPr>
              <a:t>, </a:t>
            </a:r>
            <a:r>
              <a:rPr lang="en-US" altLang="zh-CN" sz="2400" b="1" dirty="0">
                <a:solidFill>
                  <a:srgbClr val="FF0000"/>
                </a:solidFill>
                <a:ea typeface="楷体_GB2312" pitchFamily="49" charset="-122"/>
              </a:rPr>
              <a:t>size</a:t>
            </a:r>
            <a:r>
              <a:rPr lang="en-US" altLang="zh-CN" sz="2400" b="1" dirty="0">
                <a:solidFill>
                  <a:srgbClr val="0000CC"/>
                </a:solidFill>
                <a:ea typeface="楷体_GB2312" pitchFamily="49" charset="-122"/>
              </a:rPr>
              <a:t>, </a:t>
            </a:r>
            <a:r>
              <a:rPr lang="en-US" altLang="zh-CN" sz="2400" b="1" dirty="0">
                <a:solidFill>
                  <a:srgbClr val="FF0000"/>
                </a:solidFill>
                <a:ea typeface="楷体_GB2312" pitchFamily="49" charset="-122"/>
              </a:rPr>
              <a:t>shape</a:t>
            </a:r>
            <a:r>
              <a:rPr lang="en-US" altLang="zh-CN" sz="2400" b="1" dirty="0">
                <a:solidFill>
                  <a:srgbClr val="0000CC"/>
                </a:solidFill>
                <a:ea typeface="楷体_GB2312" pitchFamily="49" charset="-122"/>
              </a:rPr>
              <a:t> and the surrounding </a:t>
            </a:r>
            <a:r>
              <a:rPr lang="en-US" altLang="zh-CN" sz="2400" b="1" dirty="0">
                <a:solidFill>
                  <a:srgbClr val="FF0000"/>
                </a:solidFill>
                <a:ea typeface="楷体_GB2312" pitchFamily="49" charset="-122"/>
              </a:rPr>
              <a:t>dielectric</a:t>
            </a:r>
            <a:r>
              <a:rPr lang="en-US" altLang="zh-CN" sz="2400" b="1" dirty="0">
                <a:solidFill>
                  <a:srgbClr val="0000CC"/>
                </a:solidFill>
                <a:ea typeface="楷体_GB2312" pitchFamily="49" charset="-122"/>
              </a:rPr>
              <a:t> of the conductor system.</a:t>
            </a:r>
          </a:p>
          <a:p>
            <a:pPr marL="0" lvl="0" indent="0" eaLnBrk="1" hangingPunct="1">
              <a:lnSpc>
                <a:spcPct val="130000"/>
              </a:lnSpc>
              <a:spcBef>
                <a:spcPct val="0"/>
              </a:spcBef>
              <a:buClrTx/>
              <a:buSzTx/>
              <a:buNone/>
            </a:pPr>
            <a:endParaRPr lang="en-US" altLang="zh-CN" sz="2400" b="1" dirty="0">
              <a:solidFill>
                <a:srgbClr val="0000CC"/>
              </a:solidFill>
              <a:ea typeface="楷体_GB2312" pitchFamily="49" charset="-122"/>
            </a:endParaRPr>
          </a:p>
          <a:p>
            <a:pPr marL="0" lvl="0" indent="0" eaLnBrk="1" hangingPunct="1">
              <a:lnSpc>
                <a:spcPct val="130000"/>
              </a:lnSpc>
              <a:spcBef>
                <a:spcPct val="0"/>
              </a:spcBef>
              <a:buClrTx/>
              <a:buSzTx/>
              <a:buFont typeface="Wingdings" panose="05000000000000000000" pitchFamily="2" charset="2"/>
              <a:buChar char="Ø"/>
            </a:pPr>
            <a:r>
              <a:rPr lang="en-US" altLang="zh-CN" sz="2400" b="1" dirty="0">
                <a:solidFill>
                  <a:srgbClr val="0000CC"/>
                </a:solidFill>
                <a:ea typeface="楷体_GB2312" pitchFamily="49" charset="-122"/>
              </a:rPr>
              <a:t> Independent  to the </a:t>
            </a:r>
            <a:r>
              <a:rPr lang="en-US" altLang="zh-CN" sz="2400" b="1" dirty="0">
                <a:solidFill>
                  <a:srgbClr val="FF0000"/>
                </a:solidFill>
                <a:ea typeface="楷体_GB2312" pitchFamily="49" charset="-122"/>
              </a:rPr>
              <a:t>charge</a:t>
            </a:r>
            <a:r>
              <a:rPr lang="en-US" altLang="zh-CN" sz="2400" b="1" dirty="0">
                <a:solidFill>
                  <a:srgbClr val="0000CC"/>
                </a:solidFill>
                <a:ea typeface="楷体_GB2312" pitchFamily="49" charset="-122"/>
              </a:rPr>
              <a:t> and the </a:t>
            </a:r>
            <a:r>
              <a:rPr lang="en-US" altLang="zh-CN" sz="2400" b="1" dirty="0">
                <a:solidFill>
                  <a:srgbClr val="FF0000"/>
                </a:solidFill>
                <a:ea typeface="楷体_GB2312" pitchFamily="49" charset="-122"/>
              </a:rPr>
              <a:t>electric potential</a:t>
            </a:r>
            <a:r>
              <a:rPr lang="en-US" altLang="zh-CN" sz="2400" b="1" dirty="0">
                <a:solidFill>
                  <a:srgbClr val="0000CC"/>
                </a:solidFill>
                <a:ea typeface="楷体_GB2312" pitchFamily="49" charset="-122"/>
              </a:rPr>
              <a:t> of the conductor.</a:t>
            </a:r>
          </a:p>
        </p:txBody>
      </p:sp>
      <p:sp>
        <p:nvSpPr>
          <p:cNvPr id="983048" name="AutoShape 8"/>
          <p:cNvSpPr/>
          <p:nvPr/>
        </p:nvSpPr>
        <p:spPr>
          <a:xfrm>
            <a:off x="539750" y="981075"/>
            <a:ext cx="8137525" cy="1439863"/>
          </a:xfrm>
          <a:prstGeom prst="ribbon">
            <a:avLst>
              <a:gd name="adj1" fmla="val 12500"/>
              <a:gd name="adj2" fmla="val 50000"/>
            </a:avLst>
          </a:prstGeom>
          <a:solidFill>
            <a:srgbClr val="FFCC99"/>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r>
              <a:rPr lang="en-US" altLang="zh-CN" sz="2800" b="1" dirty="0">
                <a:solidFill>
                  <a:srgbClr val="000000"/>
                </a:solidFill>
              </a:rPr>
              <a:t>The factors to determine</a:t>
            </a:r>
          </a:p>
          <a:p>
            <a:pPr marL="342900" lvl="0" indent="-342900" algn="ctr" eaLnBrk="1" hangingPunct="1">
              <a:buClrTx/>
              <a:buSzTx/>
              <a:buFontTx/>
              <a:buNone/>
            </a:pPr>
            <a:r>
              <a:rPr lang="en-US" altLang="zh-CN" sz="2800" b="1" dirty="0">
                <a:solidFill>
                  <a:srgbClr val="000000"/>
                </a:solidFill>
              </a:rPr>
              <a:t>The capacitance</a:t>
            </a: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55942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48"/>
                                        </p:tgtEl>
                                        <p:attrNameLst>
                                          <p:attrName>style.visibility</p:attrName>
                                        </p:attrNameLst>
                                      </p:cBhvr>
                                      <p:to>
                                        <p:strVal val="visible"/>
                                      </p:to>
                                    </p:set>
                                    <p:animEffect transition="in" filter="blinds(horizontal)">
                                      <p:cBhvr>
                                        <p:cTn id="7" dur="500"/>
                                        <p:tgtEl>
                                          <p:spTgt spid="9830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87075"/>
                                        </p:tgtEl>
                                        <p:attrNameLst>
                                          <p:attrName>style.visibility</p:attrName>
                                        </p:attrNameLst>
                                      </p:cBhvr>
                                      <p:to>
                                        <p:strVal val="visible"/>
                                      </p:to>
                                    </p:set>
                                    <p:animEffect transition="in" filter="wipe(up)">
                                      <p:cBhvr>
                                        <p:cTn id="12" dur="2000"/>
                                        <p:tgtEl>
                                          <p:spTgt spid="387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animBg="1"/>
      <p:bldP spid="98304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85</a:t>
            </a:fld>
            <a:endParaRPr lang="en-US" altLang="zh-CN" sz="1400" dirty="0"/>
          </a:p>
        </p:txBody>
      </p:sp>
      <p:sp>
        <p:nvSpPr>
          <p:cNvPr id="388099" name="Rectangle 1026"/>
          <p:cNvSpPr/>
          <p:nvPr/>
        </p:nvSpPr>
        <p:spPr>
          <a:xfrm>
            <a:off x="250825" y="2060575"/>
            <a:ext cx="4211638" cy="2565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30000"/>
              </a:spcBef>
              <a:buClrTx/>
              <a:buSzTx/>
              <a:buFont typeface="Wingdings" panose="05000000000000000000" pitchFamily="2" charset="2"/>
              <a:buChar char="ü"/>
            </a:pPr>
            <a:r>
              <a:rPr lang="en-US" altLang="zh-CN" sz="2000" b="1" dirty="0">
                <a:solidFill>
                  <a:srgbClr val="FF0066"/>
                </a:solidFill>
                <a:ea typeface="楷体_GB2312" pitchFamily="49" charset="-122"/>
              </a:rPr>
              <a:t>Assume </a:t>
            </a:r>
            <a:r>
              <a:rPr lang="en-US" altLang="zh-CN" sz="2000" b="1" dirty="0">
                <a:solidFill>
                  <a:srgbClr val="0000CC"/>
                </a:solidFill>
                <a:ea typeface="楷体_GB2312" pitchFamily="49" charset="-122"/>
              </a:rPr>
              <a:t>charge </a:t>
            </a:r>
            <a:r>
              <a:rPr lang="en-US" altLang="zh-CN" sz="2000" b="1" i="1" dirty="0">
                <a:solidFill>
                  <a:srgbClr val="0000CC"/>
                </a:solidFill>
                <a:ea typeface="楷体_GB2312" pitchFamily="49" charset="-122"/>
              </a:rPr>
              <a:t>q</a:t>
            </a:r>
            <a:r>
              <a:rPr lang="en-US" altLang="zh-CN" sz="2000" b="1" dirty="0">
                <a:solidFill>
                  <a:srgbClr val="0000CC"/>
                </a:solidFill>
                <a:ea typeface="楷体_GB2312" pitchFamily="49" charset="-122"/>
              </a:rPr>
              <a:t> /</a:t>
            </a:r>
            <a:r>
              <a:rPr lang="en-US" altLang="zh-CN" sz="2000" b="1" i="1" dirty="0">
                <a:solidFill>
                  <a:srgbClr val="0000CC"/>
                </a:solidFill>
                <a:ea typeface="楷体_GB2312" pitchFamily="49" charset="-122"/>
              </a:rPr>
              <a:t>±q</a:t>
            </a:r>
            <a:r>
              <a:rPr lang="en-US" altLang="zh-CN" sz="2000" b="1" dirty="0">
                <a:solidFill>
                  <a:srgbClr val="0000CC"/>
                </a:solidFill>
                <a:ea typeface="楷体_GB2312" pitchFamily="49" charset="-122"/>
              </a:rPr>
              <a:t> of the conductor/ between two conductors</a:t>
            </a:r>
            <a:r>
              <a:rPr lang="en-US" altLang="zh-CN" sz="2000" b="1" dirty="0">
                <a:solidFill>
                  <a:srgbClr val="FF0066"/>
                </a:solidFill>
                <a:ea typeface="楷体_GB2312" pitchFamily="49" charset="-122"/>
              </a:rPr>
              <a:t> </a:t>
            </a:r>
          </a:p>
          <a:p>
            <a:pPr marL="0" lvl="0" indent="0" eaLnBrk="1" hangingPunct="1">
              <a:lnSpc>
                <a:spcPct val="130000"/>
              </a:lnSpc>
              <a:spcBef>
                <a:spcPct val="30000"/>
              </a:spcBef>
              <a:buClrTx/>
              <a:buSzTx/>
              <a:buFont typeface="Wingdings" panose="05000000000000000000" pitchFamily="2" charset="2"/>
              <a:buChar char="ü"/>
            </a:pPr>
            <a:r>
              <a:rPr lang="en-US" altLang="zh-CN" sz="2000" b="1" dirty="0">
                <a:solidFill>
                  <a:srgbClr val="000000"/>
                </a:solidFill>
                <a:ea typeface="楷体_GB2312" pitchFamily="49" charset="-122"/>
              </a:rPr>
              <a:t>Find the potential / voltage of the conductor/ between two conductors</a:t>
            </a:r>
          </a:p>
        </p:txBody>
      </p:sp>
      <p:sp>
        <p:nvSpPr>
          <p:cNvPr id="533511" name="Text Box 1031"/>
          <p:cNvSpPr txBox="1"/>
          <p:nvPr/>
        </p:nvSpPr>
        <p:spPr>
          <a:xfrm>
            <a:off x="1042988" y="1557338"/>
            <a:ext cx="30591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Blip>
                <a:blip r:embed="rId2"/>
              </a:buBlip>
            </a:pPr>
            <a:r>
              <a:rPr lang="en-US" altLang="zh-CN" sz="2400" b="1" dirty="0">
                <a:solidFill>
                  <a:srgbClr val="000000"/>
                </a:solidFill>
                <a:ea typeface="楷体_GB2312" pitchFamily="49" charset="-122"/>
              </a:rPr>
              <a:t> Method One </a:t>
            </a:r>
            <a:r>
              <a:rPr lang="zh-CN" altLang="en-US" sz="2400" b="1" dirty="0">
                <a:solidFill>
                  <a:srgbClr val="000000"/>
                </a:solidFill>
                <a:ea typeface="楷体_GB2312" pitchFamily="49" charset="-122"/>
              </a:rPr>
              <a:t>：</a:t>
            </a:r>
          </a:p>
        </p:txBody>
      </p:sp>
      <p:graphicFrame>
        <p:nvGraphicFramePr>
          <p:cNvPr id="388101" name="Object 1028"/>
          <p:cNvGraphicFramePr>
            <a:graphicFrameLocks noChangeAspect="1"/>
          </p:cNvGraphicFramePr>
          <p:nvPr/>
        </p:nvGraphicFramePr>
        <p:xfrm>
          <a:off x="3708400" y="5734050"/>
          <a:ext cx="1512888" cy="658813"/>
        </p:xfrm>
        <a:graphic>
          <a:graphicData uri="http://schemas.openxmlformats.org/presentationml/2006/ole">
            <mc:AlternateContent xmlns:mc="http://schemas.openxmlformats.org/markup-compatibility/2006">
              <mc:Choice xmlns:v="urn:schemas-microsoft-com:vml" Requires="v">
                <p:oleObj r:id="rId3" imgW="440055" imgH="92710" progId="Equation.DSMT4">
                  <p:embed/>
                </p:oleObj>
              </mc:Choice>
              <mc:Fallback>
                <p:oleObj r:id="rId3" imgW="440055" imgH="92710" progId="Equation.DSMT4">
                  <p:embed/>
                  <p:pic>
                    <p:nvPicPr>
                      <p:cNvPr id="388101" name="Object 1028"/>
                      <p:cNvPicPr/>
                      <p:nvPr/>
                    </p:nvPicPr>
                    <p:blipFill>
                      <a:blip r:embed="rId4">
                        <a:clrChange>
                          <a:clrFrom>
                            <a:srgbClr val="000000"/>
                          </a:clrFrom>
                          <a:clrTo>
                            <a:srgbClr val="000000"/>
                          </a:clrTo>
                        </a:clrChange>
                        <a:clrChange>
                          <a:clrFrom>
                            <a:srgbClr val="FFFFFF"/>
                          </a:clrFrom>
                          <a:clrTo>
                            <a:srgbClr val="000000"/>
                          </a:clrTo>
                        </a:clrChange>
                      </a:blip>
                      <a:stretch>
                        <a:fillRect/>
                      </a:stretch>
                    </p:blipFill>
                    <p:spPr>
                      <a:xfrm>
                        <a:off x="3708400" y="5734050"/>
                        <a:ext cx="1512888" cy="658813"/>
                      </a:xfrm>
                      <a:prstGeom prst="rect">
                        <a:avLst/>
                      </a:prstGeom>
                      <a:noFill/>
                      <a:ln w="38100">
                        <a:noFill/>
                        <a:miter/>
                      </a:ln>
                    </p:spPr>
                  </p:pic>
                </p:oleObj>
              </mc:Fallback>
            </mc:AlternateContent>
          </a:graphicData>
        </a:graphic>
      </p:graphicFrame>
      <p:sp>
        <p:nvSpPr>
          <p:cNvPr id="93190" name="Rectangle 1037"/>
          <p:cNvSpPr/>
          <p:nvPr/>
        </p:nvSpPr>
        <p:spPr>
          <a:xfrm>
            <a:off x="0" y="188913"/>
            <a:ext cx="9144000" cy="1260475"/>
          </a:xfrm>
          <a:prstGeom prst="rect">
            <a:avLst/>
          </a:prstGeom>
          <a:solidFill>
            <a:srgbClr val="FFFFFF"/>
          </a:solidFill>
          <a:ln w="25400">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r>
              <a:rPr lang="en-US" altLang="zh-CN" sz="2400" b="1" dirty="0">
                <a:solidFill>
                  <a:srgbClr val="0000CC"/>
                </a:solidFill>
              </a:rPr>
              <a:t>Method for solving capacitance</a:t>
            </a:r>
            <a:r>
              <a:rPr lang="en-US" altLang="zh-CN" sz="2400" b="1" dirty="0">
                <a:solidFill>
                  <a:srgbClr val="000000"/>
                </a:solidFill>
              </a:rPr>
              <a:t> </a:t>
            </a:r>
          </a:p>
          <a:p>
            <a:pPr marL="342900" lvl="0" indent="-342900" algn="ctr" eaLnBrk="1" hangingPunct="1">
              <a:buClrTx/>
              <a:buSzTx/>
              <a:buFontTx/>
              <a:buNone/>
            </a:pPr>
            <a:r>
              <a:rPr lang="zh-CN" altLang="en-US" sz="2400" b="1" dirty="0">
                <a:solidFill>
                  <a:srgbClr val="000000"/>
                </a:solidFill>
              </a:rPr>
              <a:t>（</a:t>
            </a:r>
            <a:r>
              <a:rPr lang="en-US" altLang="zh-CN" sz="2400" b="1" dirty="0">
                <a:solidFill>
                  <a:srgbClr val="000000"/>
                </a:solidFill>
              </a:rPr>
              <a:t>Electrical capacitance is independent of the charge</a:t>
            </a:r>
            <a:r>
              <a:rPr lang="en-US" altLang="zh-CN" sz="2400" b="1" dirty="0">
                <a:solidFill>
                  <a:srgbClr val="000000"/>
                </a:solidFill>
                <a:ea typeface="楷体_GB2312" pitchFamily="49" charset="-122"/>
              </a:rPr>
              <a:t> quantity</a:t>
            </a:r>
            <a:r>
              <a:rPr lang="en-US" altLang="zh-CN" sz="2400" b="1" dirty="0">
                <a:solidFill>
                  <a:srgbClr val="000000"/>
                </a:solidFill>
              </a:rPr>
              <a:t> and potential of the conductor</a:t>
            </a:r>
            <a:r>
              <a:rPr lang="zh-CN" altLang="en-US" sz="2400" b="1" dirty="0">
                <a:solidFill>
                  <a:srgbClr val="000000"/>
                </a:solidFill>
              </a:rPr>
              <a:t>）</a:t>
            </a:r>
          </a:p>
        </p:txBody>
      </p:sp>
      <p:sp>
        <p:nvSpPr>
          <p:cNvPr id="533518" name="Text Box 1038"/>
          <p:cNvSpPr txBox="1"/>
          <p:nvPr/>
        </p:nvSpPr>
        <p:spPr>
          <a:xfrm>
            <a:off x="5651500" y="1557338"/>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50000"/>
              </a:spcBef>
              <a:buClrTx/>
              <a:buSzTx/>
              <a:buFontTx/>
              <a:buBlip>
                <a:blip r:embed="rId2"/>
              </a:buBlip>
            </a:pPr>
            <a:r>
              <a:rPr lang="en-US" altLang="zh-CN" sz="2400" b="1" dirty="0">
                <a:solidFill>
                  <a:srgbClr val="000000"/>
                </a:solidFill>
                <a:ea typeface="楷体_GB2312" pitchFamily="49" charset="-122"/>
              </a:rPr>
              <a:t> Method two</a:t>
            </a:r>
            <a:r>
              <a:rPr lang="zh-CN" altLang="en-US" sz="2400" b="1" dirty="0">
                <a:solidFill>
                  <a:srgbClr val="000000"/>
                </a:solidFill>
                <a:ea typeface="楷体_GB2312" pitchFamily="49" charset="-122"/>
              </a:rPr>
              <a:t>：</a:t>
            </a:r>
          </a:p>
        </p:txBody>
      </p:sp>
      <p:sp>
        <p:nvSpPr>
          <p:cNvPr id="533520" name="AutoShape 1040"/>
          <p:cNvSpPr/>
          <p:nvPr/>
        </p:nvSpPr>
        <p:spPr>
          <a:xfrm>
            <a:off x="395288" y="4724400"/>
            <a:ext cx="8353425" cy="1081088"/>
          </a:xfrm>
          <a:prstGeom prst="ellipseRibbon2">
            <a:avLst>
              <a:gd name="adj1" fmla="val 25000"/>
              <a:gd name="adj2" fmla="val 50000"/>
              <a:gd name="adj3" fmla="val 12500"/>
            </a:avLst>
          </a:prstGeom>
          <a:solidFill>
            <a:srgbClr val="FFCC99"/>
          </a:solidFill>
          <a:ln w="254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algn="ctr" eaLnBrk="1" hangingPunct="1">
              <a:buClrTx/>
              <a:buSzTx/>
              <a:buFontTx/>
              <a:buNone/>
            </a:pPr>
            <a:r>
              <a:rPr lang="en-US" altLang="zh-CN" sz="2400" b="1" dirty="0">
                <a:solidFill>
                  <a:srgbClr val="000000"/>
                </a:solidFill>
              </a:rPr>
              <a:t>According to the </a:t>
            </a:r>
          </a:p>
          <a:p>
            <a:pPr marL="342900" lvl="0" indent="-342900" algn="ctr" eaLnBrk="1" hangingPunct="1">
              <a:buClrTx/>
              <a:buSzTx/>
              <a:buFontTx/>
              <a:buNone/>
            </a:pPr>
            <a:r>
              <a:rPr lang="en-US" altLang="zh-CN" sz="2400" b="1" dirty="0">
                <a:solidFill>
                  <a:srgbClr val="000000"/>
                </a:solidFill>
              </a:rPr>
              <a:t>definition for capacitance</a:t>
            </a:r>
          </a:p>
        </p:txBody>
      </p:sp>
      <p:sp>
        <p:nvSpPr>
          <p:cNvPr id="388105" name="Rectangle 1044"/>
          <p:cNvSpPr/>
          <p:nvPr/>
        </p:nvSpPr>
        <p:spPr>
          <a:xfrm>
            <a:off x="4859338" y="2060575"/>
            <a:ext cx="4103687" cy="2168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30000"/>
              </a:spcBef>
              <a:buClrTx/>
              <a:buSzTx/>
              <a:buFont typeface="Wingdings" panose="05000000000000000000" pitchFamily="2" charset="2"/>
              <a:buChar char="ü"/>
            </a:pPr>
            <a:r>
              <a:rPr lang="en-US" altLang="zh-CN" sz="2000" b="1" dirty="0">
                <a:solidFill>
                  <a:srgbClr val="FF0066"/>
                </a:solidFill>
                <a:ea typeface="楷体_GB2312" pitchFamily="49" charset="-122"/>
              </a:rPr>
              <a:t>Assume </a:t>
            </a:r>
            <a:r>
              <a:rPr lang="en-US" altLang="zh-CN" sz="2000" b="1" dirty="0">
                <a:solidFill>
                  <a:srgbClr val="0000CC"/>
                </a:solidFill>
                <a:ea typeface="楷体_GB2312" pitchFamily="49" charset="-122"/>
              </a:rPr>
              <a:t>the potential / voltage of the conductor/ between two conductors</a:t>
            </a:r>
          </a:p>
          <a:p>
            <a:pPr marL="0" lvl="0" indent="0" eaLnBrk="1" hangingPunct="1">
              <a:lnSpc>
                <a:spcPct val="130000"/>
              </a:lnSpc>
              <a:spcBef>
                <a:spcPct val="30000"/>
              </a:spcBef>
              <a:buClrTx/>
              <a:buSzTx/>
              <a:buFont typeface="Wingdings" panose="05000000000000000000" pitchFamily="2" charset="2"/>
              <a:buChar char="ü"/>
            </a:pPr>
            <a:r>
              <a:rPr lang="en-US" altLang="zh-CN" sz="2000" b="1" dirty="0">
                <a:solidFill>
                  <a:srgbClr val="000000"/>
                </a:solidFill>
                <a:ea typeface="楷体_GB2312" pitchFamily="49" charset="-122"/>
              </a:rPr>
              <a:t>Solve the charge q on the conductor surface .</a:t>
            </a:r>
            <a:endParaRPr lang="en-US" altLang="zh-CN" sz="20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33511"/>
                                        </p:tgtEl>
                                        <p:attrNameLst>
                                          <p:attrName>style.visibility</p:attrName>
                                        </p:attrNameLst>
                                      </p:cBhvr>
                                      <p:to>
                                        <p:strVal val="visible"/>
                                      </p:to>
                                    </p:set>
                                    <p:animEffect transition="in" filter="dissolve">
                                      <p:cBhvr>
                                        <p:cTn id="7" dur="500"/>
                                        <p:tgtEl>
                                          <p:spTgt spid="533511"/>
                                        </p:tgtEl>
                                      </p:cBhvr>
                                    </p:animEffect>
                                  </p:childTnLst>
                                </p:cTn>
                              </p:par>
                              <p:par>
                                <p:cTn id="8" presetID="9" presetClass="entr" presetSubtype="0" fill="hold" nodeType="withEffect">
                                  <p:stCondLst>
                                    <p:cond delay="0"/>
                                  </p:stCondLst>
                                  <p:childTnLst>
                                    <p:set>
                                      <p:cBhvr>
                                        <p:cTn id="9" dur="1" fill="hold">
                                          <p:stCondLst>
                                            <p:cond delay="0"/>
                                          </p:stCondLst>
                                        </p:cTn>
                                        <p:tgtEl>
                                          <p:spTgt spid="533518"/>
                                        </p:tgtEl>
                                        <p:attrNameLst>
                                          <p:attrName>style.visibility</p:attrName>
                                        </p:attrNameLst>
                                      </p:cBhvr>
                                      <p:to>
                                        <p:strVal val="visible"/>
                                      </p:to>
                                    </p:set>
                                    <p:animEffect transition="in" filter="dissolve">
                                      <p:cBhvr>
                                        <p:cTn id="10" dur="500"/>
                                        <p:tgtEl>
                                          <p:spTgt spid="5335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88099"/>
                                        </p:tgtEl>
                                        <p:attrNameLst>
                                          <p:attrName>style.visibility</p:attrName>
                                        </p:attrNameLst>
                                      </p:cBhvr>
                                      <p:to>
                                        <p:strVal val="visible"/>
                                      </p:to>
                                    </p:set>
                                    <p:animEffect transition="in" filter="blinds(horizontal)">
                                      <p:cBhvr>
                                        <p:cTn id="15" dur="500"/>
                                        <p:tgtEl>
                                          <p:spTgt spid="38809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88105"/>
                                        </p:tgtEl>
                                        <p:attrNameLst>
                                          <p:attrName>style.visibility</p:attrName>
                                        </p:attrNameLst>
                                      </p:cBhvr>
                                      <p:to>
                                        <p:strVal val="visible"/>
                                      </p:to>
                                    </p:set>
                                    <p:animEffect transition="in" filter="blinds(horizontal)">
                                      <p:cBhvr>
                                        <p:cTn id="20" dur="500"/>
                                        <p:tgtEl>
                                          <p:spTgt spid="38810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33520"/>
                                        </p:tgtEl>
                                        <p:attrNameLst>
                                          <p:attrName>style.visibility</p:attrName>
                                        </p:attrNameLst>
                                      </p:cBhvr>
                                      <p:to>
                                        <p:strVal val="visible"/>
                                      </p:to>
                                    </p:set>
                                    <p:animEffect transition="in" filter="blinds(horizontal)">
                                      <p:cBhvr>
                                        <p:cTn id="25" dur="500"/>
                                        <p:tgtEl>
                                          <p:spTgt spid="533520"/>
                                        </p:tgtEl>
                                      </p:cBhvr>
                                    </p:animEffect>
                                  </p:childTnLst>
                                </p:cTn>
                              </p:par>
                              <p:par>
                                <p:cTn id="26" presetID="3" presetClass="entr" presetSubtype="10" fill="hold" nodeType="withEffect">
                                  <p:stCondLst>
                                    <p:cond delay="0"/>
                                  </p:stCondLst>
                                  <p:childTnLst>
                                    <p:set>
                                      <p:cBhvr>
                                        <p:cTn id="27" dur="1" fill="hold">
                                          <p:stCondLst>
                                            <p:cond delay="0"/>
                                          </p:stCondLst>
                                        </p:cTn>
                                        <p:tgtEl>
                                          <p:spTgt spid="388101"/>
                                        </p:tgtEl>
                                        <p:attrNameLst>
                                          <p:attrName>style.visibility</p:attrName>
                                        </p:attrNameLst>
                                      </p:cBhvr>
                                      <p:to>
                                        <p:strVal val="visible"/>
                                      </p:to>
                                    </p:set>
                                    <p:animEffect transition="in" filter="blinds(horizontal)">
                                      <p:cBhvr>
                                        <p:cTn id="28" dur="500"/>
                                        <p:tgtEl>
                                          <p:spTgt spid="388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p:bldP spid="533511" grpId="0"/>
      <p:bldP spid="533518" grpId="0"/>
      <p:bldP spid="533520" grpId="0" animBg="1"/>
      <p:bldP spid="38810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86</a:t>
            </a:fld>
            <a:endParaRPr lang="en-US" altLang="zh-CN" sz="1400" dirty="0"/>
          </a:p>
        </p:txBody>
      </p:sp>
      <p:sp>
        <p:nvSpPr>
          <p:cNvPr id="534532" name="Text Box 4"/>
          <p:cNvSpPr txBox="1"/>
          <p:nvPr/>
        </p:nvSpPr>
        <p:spPr>
          <a:xfrm>
            <a:off x="0" y="1628775"/>
            <a:ext cx="8750300" cy="566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幼圆" panose="02010509060101010101" pitchFamily="49" charset="-122"/>
                <a:ea typeface="幼圆" panose="02010509060101010101" pitchFamily="49" charset="-122"/>
              </a:rPr>
              <a:t>    </a:t>
            </a:r>
            <a:r>
              <a:rPr lang="en-US" altLang="zh-CN" sz="2400" b="1" dirty="0">
                <a:solidFill>
                  <a:srgbClr val="000000"/>
                </a:solidFill>
                <a:latin typeface="Times New Roman" panose="02020603050405020304" pitchFamily="18" charset="0"/>
                <a:ea typeface="幼圆" panose="02010509060101010101" pitchFamily="49" charset="-122"/>
              </a:rPr>
              <a:t>Solution</a:t>
            </a:r>
            <a:r>
              <a:rPr lang="zh-CN" altLang="en-US" sz="2400" b="1" dirty="0">
                <a:solidFill>
                  <a:srgbClr val="000000"/>
                </a:solidFill>
                <a:latin typeface="Times New Roman" panose="02020603050405020304" pitchFamily="18" charset="0"/>
                <a:ea typeface="幼圆" panose="02010509060101010101" pitchFamily="49" charset="-122"/>
              </a:rPr>
              <a:t>：</a:t>
            </a:r>
            <a:r>
              <a:rPr lang="en-US" altLang="zh-CN" sz="2400" b="1" dirty="0">
                <a:solidFill>
                  <a:srgbClr val="000000"/>
                </a:solidFill>
                <a:latin typeface="Times New Roman" panose="02020603050405020304" pitchFamily="18" charset="0"/>
                <a:ea typeface="楷体_GB2312" pitchFamily="49" charset="-122"/>
              </a:rPr>
              <a:t>Charge </a:t>
            </a:r>
            <a:r>
              <a:rPr lang="en-US" altLang="zh-CN" sz="2400" i="1" dirty="0">
                <a:solidFill>
                  <a:srgbClr val="000000"/>
                </a:solidFill>
                <a:latin typeface="Times New Roman" panose="02020603050405020304" pitchFamily="18" charset="0"/>
                <a:ea typeface="楷体_GB2312" pitchFamily="49" charset="-122"/>
              </a:rPr>
              <a:t>q</a:t>
            </a:r>
            <a:r>
              <a:rPr lang="en-US" altLang="zh-CN" sz="2400" b="1" i="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a:t>
            </a:r>
            <a:r>
              <a:rPr lang="en-US" altLang="zh-CN" sz="2400" b="1" dirty="0">
                <a:solidFill>
                  <a:srgbClr val="000000"/>
                </a:solidFill>
                <a:latin typeface="Times New Roman" panose="02020603050405020304" pitchFamily="18" charset="0"/>
                <a:ea typeface="楷体_GB2312" pitchFamily="49" charset="-122"/>
              </a:rPr>
              <a:t>according to Gauss theorem</a:t>
            </a:r>
            <a:r>
              <a:rPr lang="en-US" altLang="zh-CN" sz="2400" b="1" dirty="0">
                <a:latin typeface="楷体_GB2312" pitchFamily="49" charset="-122"/>
                <a:ea typeface="楷体_GB2312" pitchFamily="49" charset="-122"/>
              </a:rPr>
              <a:t> </a:t>
            </a:r>
          </a:p>
        </p:txBody>
      </p:sp>
      <p:graphicFrame>
        <p:nvGraphicFramePr>
          <p:cNvPr id="393220" name="Object 7"/>
          <p:cNvGraphicFramePr>
            <a:graphicFrameLocks noChangeAspect="1"/>
          </p:cNvGraphicFramePr>
          <p:nvPr/>
        </p:nvGraphicFramePr>
        <p:xfrm>
          <a:off x="1619250" y="2205038"/>
          <a:ext cx="3822700" cy="800100"/>
        </p:xfrm>
        <a:graphic>
          <a:graphicData uri="http://schemas.openxmlformats.org/presentationml/2006/ole">
            <mc:AlternateContent xmlns:mc="http://schemas.openxmlformats.org/markup-compatibility/2006">
              <mc:Choice xmlns:v="urn:schemas-microsoft-com:vml" Requires="v">
                <p:oleObj r:id="rId2" imgW="1527810" imgH="248920" progId="Equation.DSMT4">
                  <p:embed/>
                </p:oleObj>
              </mc:Choice>
              <mc:Fallback>
                <p:oleObj r:id="rId2" imgW="1527810" imgH="248920" progId="Equation.DSMT4">
                  <p:embed/>
                  <p:pic>
                    <p:nvPicPr>
                      <p:cNvPr id="393220" name="Object 7"/>
                      <p:cNvPicPr/>
                      <p:nvPr/>
                    </p:nvPicPr>
                    <p:blipFill>
                      <a:blip r:embed="rId3">
                        <a:clrChange>
                          <a:clrFrom>
                            <a:srgbClr val="000000"/>
                          </a:clrFrom>
                          <a:clrTo>
                            <a:srgbClr val="000000"/>
                          </a:clrTo>
                        </a:clrChange>
                      </a:blip>
                      <a:stretch>
                        <a:fillRect/>
                      </a:stretch>
                    </p:blipFill>
                    <p:spPr>
                      <a:xfrm>
                        <a:off x="1619250" y="2205038"/>
                        <a:ext cx="3822700" cy="800100"/>
                      </a:xfrm>
                      <a:prstGeom prst="rect">
                        <a:avLst/>
                      </a:prstGeom>
                      <a:noFill/>
                      <a:ln w="38100">
                        <a:noFill/>
                        <a:miter/>
                      </a:ln>
                    </p:spPr>
                  </p:pic>
                </p:oleObj>
              </mc:Fallback>
            </mc:AlternateContent>
          </a:graphicData>
        </a:graphic>
      </p:graphicFrame>
      <p:graphicFrame>
        <p:nvGraphicFramePr>
          <p:cNvPr id="393221" name="Object 8"/>
          <p:cNvGraphicFramePr>
            <a:graphicFrameLocks noChangeAspect="1"/>
          </p:cNvGraphicFramePr>
          <p:nvPr/>
        </p:nvGraphicFramePr>
        <p:xfrm>
          <a:off x="654050" y="3756025"/>
          <a:ext cx="5430838" cy="828675"/>
        </p:xfrm>
        <a:graphic>
          <a:graphicData uri="http://schemas.openxmlformats.org/presentationml/2006/ole">
            <mc:AlternateContent xmlns:mc="http://schemas.openxmlformats.org/markup-compatibility/2006">
              <mc:Choice xmlns:v="urn:schemas-microsoft-com:vml" Requires="v">
                <p:oleObj r:id="rId4" imgW="2072005" imgH="248920" progId="Equation.DSMT4">
                  <p:embed/>
                </p:oleObj>
              </mc:Choice>
              <mc:Fallback>
                <p:oleObj r:id="rId4" imgW="2072005" imgH="248920" progId="Equation.DSMT4">
                  <p:embed/>
                  <p:pic>
                    <p:nvPicPr>
                      <p:cNvPr id="393221" name="Object 8"/>
                      <p:cNvPicPr/>
                      <p:nvPr/>
                    </p:nvPicPr>
                    <p:blipFill>
                      <a:blip r:embed="rId5">
                        <a:clrChange>
                          <a:clrFrom>
                            <a:srgbClr val="000000"/>
                          </a:clrFrom>
                          <a:clrTo>
                            <a:srgbClr val="000000"/>
                          </a:clrTo>
                        </a:clrChange>
                      </a:blip>
                      <a:stretch>
                        <a:fillRect/>
                      </a:stretch>
                    </p:blipFill>
                    <p:spPr>
                      <a:xfrm>
                        <a:off x="654050" y="3756025"/>
                        <a:ext cx="5430838" cy="828675"/>
                      </a:xfrm>
                      <a:prstGeom prst="rect">
                        <a:avLst/>
                      </a:prstGeom>
                      <a:noFill/>
                      <a:ln w="38100">
                        <a:noFill/>
                        <a:miter/>
                      </a:ln>
                    </p:spPr>
                  </p:pic>
                </p:oleObj>
              </mc:Fallback>
            </mc:AlternateContent>
          </a:graphicData>
        </a:graphic>
      </p:graphicFrame>
      <p:sp>
        <p:nvSpPr>
          <p:cNvPr id="534537" name="Text Box 9"/>
          <p:cNvSpPr txBox="1"/>
          <p:nvPr/>
        </p:nvSpPr>
        <p:spPr>
          <a:xfrm>
            <a:off x="60325" y="3187700"/>
            <a:ext cx="62404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ea typeface="楷体_GB2312" pitchFamily="49" charset="-122"/>
              </a:rPr>
              <a:t>The voltage between the concentric conductor:</a:t>
            </a:r>
          </a:p>
        </p:txBody>
      </p:sp>
      <p:graphicFrame>
        <p:nvGraphicFramePr>
          <p:cNvPr id="393223" name="Object 10"/>
          <p:cNvGraphicFramePr>
            <a:graphicFrameLocks noChangeAspect="1"/>
          </p:cNvGraphicFramePr>
          <p:nvPr/>
        </p:nvGraphicFramePr>
        <p:xfrm>
          <a:off x="3113088" y="4794250"/>
          <a:ext cx="2195512" cy="866775"/>
        </p:xfrm>
        <a:graphic>
          <a:graphicData uri="http://schemas.openxmlformats.org/presentationml/2006/ole">
            <mc:AlternateContent xmlns:mc="http://schemas.openxmlformats.org/markup-compatibility/2006">
              <mc:Choice xmlns:v="urn:schemas-microsoft-com:vml" Requires="v">
                <p:oleObj r:id="rId6" imgW="821690" imgH="248920" progId="Equation.DSMT4">
                  <p:embed/>
                </p:oleObj>
              </mc:Choice>
              <mc:Fallback>
                <p:oleObj r:id="rId6" imgW="821690" imgH="248920" progId="Equation.DSMT4">
                  <p:embed/>
                  <p:pic>
                    <p:nvPicPr>
                      <p:cNvPr id="393223" name="Object 10"/>
                      <p:cNvPicPr/>
                      <p:nvPr/>
                    </p:nvPicPr>
                    <p:blipFill>
                      <a:blip r:embed="rId7">
                        <a:clrChange>
                          <a:clrFrom>
                            <a:srgbClr val="000000"/>
                          </a:clrFrom>
                          <a:clrTo>
                            <a:srgbClr val="000000"/>
                          </a:clrTo>
                        </a:clrChange>
                      </a:blip>
                      <a:stretch>
                        <a:fillRect/>
                      </a:stretch>
                    </p:blipFill>
                    <p:spPr>
                      <a:xfrm>
                        <a:off x="3113088" y="4794250"/>
                        <a:ext cx="2195512" cy="866775"/>
                      </a:xfrm>
                      <a:prstGeom prst="rect">
                        <a:avLst/>
                      </a:prstGeom>
                      <a:noFill/>
                      <a:ln w="38100">
                        <a:noFill/>
                        <a:miter/>
                      </a:ln>
                    </p:spPr>
                  </p:pic>
                </p:oleObj>
              </mc:Fallback>
            </mc:AlternateContent>
          </a:graphicData>
        </a:graphic>
      </p:graphicFrame>
      <p:sp>
        <p:nvSpPr>
          <p:cNvPr id="94216" name="Text Box 11"/>
          <p:cNvSpPr txBox="1"/>
          <p:nvPr/>
        </p:nvSpPr>
        <p:spPr>
          <a:xfrm>
            <a:off x="1376363" y="4992688"/>
            <a:ext cx="184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2400" dirty="0">
              <a:solidFill>
                <a:schemeClr val="bg1"/>
              </a:solidFill>
              <a:latin typeface="黑体" panose="02010609060101010101" pitchFamily="2" charset="-122"/>
              <a:ea typeface="黑体" panose="02010609060101010101" pitchFamily="2" charset="-122"/>
            </a:endParaRPr>
          </a:p>
        </p:txBody>
      </p:sp>
      <p:sp>
        <p:nvSpPr>
          <p:cNvPr id="534540" name="Text Box 12"/>
          <p:cNvSpPr txBox="1"/>
          <p:nvPr/>
        </p:nvSpPr>
        <p:spPr>
          <a:xfrm>
            <a:off x="107950" y="4941888"/>
            <a:ext cx="30432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0000CC"/>
                </a:solidFill>
                <a:latin typeface="Times New Roman" panose="02020603050405020304" pitchFamily="18" charset="0"/>
                <a:ea typeface="楷体_GB2312" pitchFamily="49" charset="-122"/>
              </a:rPr>
              <a:t>Capacitance:</a:t>
            </a:r>
          </a:p>
        </p:txBody>
      </p:sp>
      <p:graphicFrame>
        <p:nvGraphicFramePr>
          <p:cNvPr id="393226" name="Object 13"/>
          <p:cNvGraphicFramePr>
            <a:graphicFrameLocks noChangeAspect="1"/>
          </p:cNvGraphicFramePr>
          <p:nvPr/>
        </p:nvGraphicFramePr>
        <p:xfrm>
          <a:off x="2409825" y="5843588"/>
          <a:ext cx="1608138" cy="406400"/>
        </p:xfrm>
        <a:graphic>
          <a:graphicData uri="http://schemas.openxmlformats.org/presentationml/2006/ole">
            <mc:AlternateContent xmlns:mc="http://schemas.openxmlformats.org/markup-compatibility/2006">
              <mc:Choice xmlns:v="urn:schemas-microsoft-com:vml" Requires="v">
                <p:oleObj r:id="rId8" imgW="474345" imgH="57785" progId="Equation.DSMT4">
                  <p:embed/>
                </p:oleObj>
              </mc:Choice>
              <mc:Fallback>
                <p:oleObj r:id="rId8" imgW="474345" imgH="57785" progId="Equation.DSMT4">
                  <p:embed/>
                  <p:pic>
                    <p:nvPicPr>
                      <p:cNvPr id="393226" name="Object 13"/>
                      <p:cNvPicPr/>
                      <p:nvPr/>
                    </p:nvPicPr>
                    <p:blipFill>
                      <a:blip r:embed="rId9">
                        <a:clrChange>
                          <a:clrFrom>
                            <a:srgbClr val="000000"/>
                          </a:clrFrom>
                          <a:clrTo>
                            <a:srgbClr val="000000"/>
                          </a:clrTo>
                        </a:clrChange>
                      </a:blip>
                      <a:stretch>
                        <a:fillRect/>
                      </a:stretch>
                    </p:blipFill>
                    <p:spPr>
                      <a:xfrm>
                        <a:off x="2409825" y="5843588"/>
                        <a:ext cx="1608138" cy="406400"/>
                      </a:xfrm>
                      <a:prstGeom prst="rect">
                        <a:avLst/>
                      </a:prstGeom>
                      <a:noFill/>
                      <a:ln w="38100">
                        <a:noFill/>
                        <a:miter/>
                      </a:ln>
                    </p:spPr>
                  </p:pic>
                </p:oleObj>
              </mc:Fallback>
            </mc:AlternateContent>
          </a:graphicData>
        </a:graphic>
      </p:graphicFrame>
      <p:grpSp>
        <p:nvGrpSpPr>
          <p:cNvPr id="2" name="Group 1072"/>
          <p:cNvGrpSpPr/>
          <p:nvPr/>
        </p:nvGrpSpPr>
        <p:grpSpPr>
          <a:xfrm>
            <a:off x="179388" y="5734050"/>
            <a:ext cx="2592387" cy="457200"/>
            <a:chOff x="113" y="3612"/>
            <a:chExt cx="1633" cy="288"/>
          </a:xfrm>
        </p:grpSpPr>
        <p:sp>
          <p:nvSpPr>
            <p:cNvPr id="94236" name="Text Box 14"/>
            <p:cNvSpPr txBox="1"/>
            <p:nvPr/>
          </p:nvSpPr>
          <p:spPr>
            <a:xfrm>
              <a:off x="113" y="3612"/>
              <a:ext cx="163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zh-CN" sz="2400" b="1" dirty="0">
                <a:ea typeface="楷体_GB2312" pitchFamily="49" charset="-122"/>
              </a:endParaRPr>
            </a:p>
          </p:txBody>
        </p:sp>
        <p:graphicFrame>
          <p:nvGraphicFramePr>
            <p:cNvPr id="94237" name="Object 15"/>
            <p:cNvGraphicFramePr>
              <a:graphicFrameLocks noChangeAspect="1"/>
            </p:cNvGraphicFramePr>
            <p:nvPr/>
          </p:nvGraphicFramePr>
          <p:xfrm>
            <a:off x="397" y="3665"/>
            <a:ext cx="676" cy="225"/>
          </p:xfrm>
          <a:graphic>
            <a:graphicData uri="http://schemas.openxmlformats.org/presentationml/2006/ole">
              <mc:AlternateContent xmlns:mc="http://schemas.openxmlformats.org/markup-compatibility/2006">
                <mc:Choice xmlns:v="urn:schemas-microsoft-com:vml" Requires="v">
                  <p:oleObj r:id="rId10" imgW="300990" imgH="57785" progId="Equation.3">
                    <p:embed/>
                  </p:oleObj>
                </mc:Choice>
                <mc:Fallback>
                  <p:oleObj r:id="rId10" imgW="300990" imgH="57785" progId="Equation.3">
                    <p:embed/>
                    <p:pic>
                      <p:nvPicPr>
                        <p:cNvPr id="94237" name="Object 15"/>
                        <p:cNvPicPr/>
                        <p:nvPr/>
                      </p:nvPicPr>
                      <p:blipFill>
                        <a:blip r:embed="rId11">
                          <a:clrChange>
                            <a:clrFrom>
                              <a:srgbClr val="000000"/>
                            </a:clrFrom>
                            <a:clrTo>
                              <a:srgbClr val="000000"/>
                            </a:clrTo>
                          </a:clrChange>
                        </a:blip>
                        <a:stretch>
                          <a:fillRect/>
                        </a:stretch>
                      </p:blipFill>
                      <p:spPr>
                        <a:xfrm>
                          <a:off x="397" y="3665"/>
                          <a:ext cx="676" cy="225"/>
                        </a:xfrm>
                        <a:prstGeom prst="rect">
                          <a:avLst/>
                        </a:prstGeom>
                        <a:noFill/>
                        <a:ln w="38100">
                          <a:noFill/>
                          <a:miter/>
                        </a:ln>
                      </p:spPr>
                    </p:pic>
                  </p:oleObj>
                </mc:Fallback>
              </mc:AlternateContent>
            </a:graphicData>
          </a:graphic>
        </p:graphicFrame>
      </p:grpSp>
      <p:sp>
        <p:nvSpPr>
          <p:cNvPr id="569388" name="Text Box 1068"/>
          <p:cNvSpPr txBox="1"/>
          <p:nvPr/>
        </p:nvSpPr>
        <p:spPr>
          <a:xfrm>
            <a:off x="0" y="188913"/>
            <a:ext cx="9144000" cy="1516062"/>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幼圆" panose="02010509060101010101" pitchFamily="49" charset="-122"/>
              </a:rPr>
              <a:t>Ex:</a:t>
            </a:r>
            <a:r>
              <a:rPr lang="en-US" altLang="zh-CN" sz="2400" b="1" dirty="0">
                <a:solidFill>
                  <a:srgbClr val="0000CC"/>
                </a:solidFill>
                <a:latin typeface="Times New Roman" panose="02020603050405020304" pitchFamily="18" charset="0"/>
                <a:ea typeface="楷体_GB2312" pitchFamily="49" charset="-122"/>
              </a:rPr>
              <a:t> Concentric spherical capacitor with inner conductor radius of a and outer conductor radius of b, homogeneous medium with </a:t>
            </a:r>
            <a:r>
              <a:rPr lang="el-GR" altLang="zh-CN" sz="2400" b="1" i="1" dirty="0">
                <a:solidFill>
                  <a:srgbClr val="0000CC"/>
                </a:solidFill>
                <a:latin typeface="Times New Roman" panose="02020603050405020304" pitchFamily="18" charset="0"/>
              </a:rPr>
              <a:t>ε</a:t>
            </a:r>
            <a:r>
              <a:rPr lang="en-US" altLang="zh-CN" sz="2400" b="1" dirty="0">
                <a:solidFill>
                  <a:srgbClr val="0000CC"/>
                </a:solidFill>
                <a:latin typeface="Times New Roman" panose="02020603050405020304" pitchFamily="18" charset="0"/>
                <a:ea typeface="楷体_GB2312" pitchFamily="49" charset="-122"/>
              </a:rPr>
              <a:t> Find the Capacitance of the spherical capacitor.</a:t>
            </a:r>
          </a:p>
        </p:txBody>
      </p:sp>
      <p:grpSp>
        <p:nvGrpSpPr>
          <p:cNvPr id="3" name="Group 1070"/>
          <p:cNvGrpSpPr/>
          <p:nvPr/>
        </p:nvGrpSpPr>
        <p:grpSpPr>
          <a:xfrm>
            <a:off x="4067175" y="5911850"/>
            <a:ext cx="4105275" cy="844550"/>
            <a:chOff x="2562" y="3724"/>
            <a:chExt cx="1815" cy="532"/>
          </a:xfrm>
        </p:grpSpPr>
        <p:sp>
          <p:nvSpPr>
            <p:cNvPr id="94234" name="Text Box 17"/>
            <p:cNvSpPr txBox="1"/>
            <p:nvPr/>
          </p:nvSpPr>
          <p:spPr>
            <a:xfrm>
              <a:off x="2880" y="3724"/>
              <a:ext cx="1497" cy="532"/>
            </a:xfrm>
            <a:prstGeom prst="rect">
              <a:avLst/>
            </a:prstGeom>
            <a:solidFill>
              <a:srgbClr val="CCFFFF"/>
            </a:solidFill>
            <a:ln w="22225" cap="flat" cmpd="sng">
              <a:solidFill>
                <a:srgbClr val="9933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ea typeface="楷体_GB2312" pitchFamily="49" charset="-122"/>
                </a:rPr>
                <a:t>Capacitance for Isolated conductor ball</a:t>
              </a:r>
              <a:endParaRPr lang="en-US" altLang="zh-CN" sz="2000" b="1" dirty="0">
                <a:solidFill>
                  <a:srgbClr val="FF0000"/>
                </a:solidFill>
                <a:latin typeface="宋体" panose="02010600030101010101" pitchFamily="2" charset="-122"/>
              </a:endParaRPr>
            </a:p>
          </p:txBody>
        </p:sp>
        <p:sp>
          <p:nvSpPr>
            <p:cNvPr id="94235" name="Line 1069"/>
            <p:cNvSpPr/>
            <p:nvPr/>
          </p:nvSpPr>
          <p:spPr>
            <a:xfrm flipH="1">
              <a:off x="2562" y="3838"/>
              <a:ext cx="318" cy="0"/>
            </a:xfrm>
            <a:prstGeom prst="line">
              <a:avLst/>
            </a:prstGeom>
            <a:ln w="25400" cap="flat" cmpd="sng">
              <a:solidFill>
                <a:srgbClr val="FF6600"/>
              </a:solidFill>
              <a:prstDash val="solid"/>
              <a:headEnd type="none" w="med" len="med"/>
              <a:tailEnd type="triangle" w="med" len="med"/>
            </a:ln>
          </p:spPr>
          <p:txBody>
            <a:bodyPr/>
            <a:lstStyle/>
            <a:p>
              <a:endParaRPr lang="zh-CN" altLang="en-US"/>
            </a:p>
          </p:txBody>
        </p:sp>
      </p:grpSp>
      <p:grpSp>
        <p:nvGrpSpPr>
          <p:cNvPr id="4" name="Group 1104"/>
          <p:cNvGrpSpPr/>
          <p:nvPr/>
        </p:nvGrpSpPr>
        <p:grpSpPr>
          <a:xfrm>
            <a:off x="6443663" y="2924175"/>
            <a:ext cx="2519362" cy="2303463"/>
            <a:chOff x="4059" y="1933"/>
            <a:chExt cx="1587" cy="1451"/>
          </a:xfrm>
        </p:grpSpPr>
        <p:sp>
          <p:nvSpPr>
            <p:cNvPr id="94223" name="Rectangle 1049"/>
            <p:cNvSpPr/>
            <p:nvPr/>
          </p:nvSpPr>
          <p:spPr>
            <a:xfrm>
              <a:off x="4059" y="1933"/>
              <a:ext cx="1587" cy="1451"/>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4224" name="Oval 1077"/>
            <p:cNvSpPr/>
            <p:nvPr/>
          </p:nvSpPr>
          <p:spPr>
            <a:xfrm>
              <a:off x="4213" y="2024"/>
              <a:ext cx="1270" cy="1270"/>
            </a:xfrm>
            <a:prstGeom prst="ellipse">
              <a:avLst/>
            </a:prstGeom>
            <a:gradFill rotWithShape="1">
              <a:gsLst>
                <a:gs pos="0">
                  <a:srgbClr val="100905"/>
                </a:gs>
                <a:gs pos="100000">
                  <a:srgbClr val="FF8C53">
                    <a:alpha val="49001"/>
                  </a:srgbClr>
                </a:gs>
              </a:gsLst>
              <a:lin ang="18900000" scaled="1"/>
              <a:tileRect/>
            </a:gradFill>
            <a:ln w="9525" cap="flat" cmpd="sng">
              <a:solidFill>
                <a:srgbClr val="FF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4225" name="Oval 1094"/>
            <p:cNvSpPr/>
            <p:nvPr/>
          </p:nvSpPr>
          <p:spPr>
            <a:xfrm>
              <a:off x="4550" y="2360"/>
              <a:ext cx="589" cy="590"/>
            </a:xfrm>
            <a:prstGeom prst="ellipse">
              <a:avLst/>
            </a:prstGeom>
            <a:gradFill rotWithShape="1">
              <a:gsLst>
                <a:gs pos="0">
                  <a:srgbClr val="000000"/>
                </a:gs>
                <a:gs pos="100000">
                  <a:srgbClr val="A7376F">
                    <a:alpha val="68999"/>
                  </a:srgbClr>
                </a:gs>
              </a:gsLst>
              <a:lin ang="189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nvGrpSpPr>
            <p:cNvPr id="94226" name="Group 1096"/>
            <p:cNvGrpSpPr/>
            <p:nvPr/>
          </p:nvGrpSpPr>
          <p:grpSpPr>
            <a:xfrm>
              <a:off x="4405" y="2124"/>
              <a:ext cx="715" cy="724"/>
              <a:chOff x="4421" y="2114"/>
              <a:chExt cx="715" cy="724"/>
            </a:xfrm>
          </p:grpSpPr>
          <p:grpSp>
            <p:nvGrpSpPr>
              <p:cNvPr id="94227" name="Group 1097"/>
              <p:cNvGrpSpPr/>
              <p:nvPr/>
            </p:nvGrpSpPr>
            <p:grpSpPr>
              <a:xfrm>
                <a:off x="4422" y="2213"/>
                <a:ext cx="680" cy="454"/>
                <a:chOff x="3198" y="799"/>
                <a:chExt cx="680" cy="454"/>
              </a:xfrm>
            </p:grpSpPr>
            <p:sp>
              <p:nvSpPr>
                <p:cNvPr id="94232" name="Line 1098"/>
                <p:cNvSpPr/>
                <p:nvPr/>
              </p:nvSpPr>
              <p:spPr>
                <a:xfrm flipH="1" flipV="1">
                  <a:off x="3198" y="799"/>
                  <a:ext cx="453" cy="454"/>
                </a:xfrm>
                <a:prstGeom prst="line">
                  <a:avLst/>
                </a:prstGeom>
                <a:ln w="15875" cap="flat" cmpd="sng">
                  <a:solidFill>
                    <a:srgbClr val="0000FF"/>
                  </a:solidFill>
                  <a:prstDash val="solid"/>
                  <a:headEnd type="none" w="med" len="med"/>
                  <a:tailEnd type="triangle" w="sm" len="lg"/>
                </a:ln>
              </p:spPr>
              <p:txBody>
                <a:bodyPr/>
                <a:lstStyle/>
                <a:p>
                  <a:endParaRPr lang="zh-CN" altLang="en-US"/>
                </a:p>
              </p:txBody>
            </p:sp>
            <p:sp>
              <p:nvSpPr>
                <p:cNvPr id="94233" name="Line 1099"/>
                <p:cNvSpPr/>
                <p:nvPr/>
              </p:nvSpPr>
              <p:spPr>
                <a:xfrm flipV="1">
                  <a:off x="3651" y="1071"/>
                  <a:ext cx="227" cy="182"/>
                </a:xfrm>
                <a:prstGeom prst="line">
                  <a:avLst/>
                </a:prstGeom>
                <a:ln w="15875" cap="flat" cmpd="sng">
                  <a:solidFill>
                    <a:srgbClr val="0000FF"/>
                  </a:solidFill>
                  <a:prstDash val="solid"/>
                  <a:headEnd type="none" w="med" len="med"/>
                  <a:tailEnd type="triangle" w="sm" len="lg"/>
                </a:ln>
              </p:spPr>
              <p:txBody>
                <a:bodyPr/>
                <a:lstStyle/>
                <a:p>
                  <a:endParaRPr lang="zh-CN" altLang="en-US"/>
                </a:p>
              </p:txBody>
            </p:sp>
          </p:grpSp>
          <p:graphicFrame>
            <p:nvGraphicFramePr>
              <p:cNvPr id="94228" name="Object 1100"/>
              <p:cNvGraphicFramePr>
                <a:graphicFrameLocks noChangeAspect="1"/>
              </p:cNvGraphicFramePr>
              <p:nvPr/>
            </p:nvGraphicFramePr>
            <p:xfrm>
              <a:off x="4966" y="2568"/>
              <a:ext cx="170" cy="178"/>
            </p:xfrm>
            <a:graphic>
              <a:graphicData uri="http://schemas.openxmlformats.org/presentationml/2006/ole">
                <mc:AlternateContent xmlns:mc="http://schemas.openxmlformats.org/markup-compatibility/2006">
                  <mc:Choice xmlns:v="urn:schemas-microsoft-com:vml" Requires="v">
                    <p:oleObj r:id="rId12" imgW="5715" imgH="5715" progId="Equation.3">
                      <p:embed/>
                    </p:oleObj>
                  </mc:Choice>
                  <mc:Fallback>
                    <p:oleObj r:id="rId12" imgW="5715" imgH="5715" progId="Equation.3">
                      <p:embed/>
                      <p:pic>
                        <p:nvPicPr>
                          <p:cNvPr id="94228" name="Object 1100"/>
                          <p:cNvPicPr/>
                          <p:nvPr/>
                        </p:nvPicPr>
                        <p:blipFill>
                          <a:blip r:embed="rId13">
                            <a:clrChange>
                              <a:clrFrom>
                                <a:srgbClr val="000000"/>
                              </a:clrFrom>
                              <a:clrTo>
                                <a:srgbClr val="FFFFFF"/>
                              </a:clrTo>
                            </a:clrChange>
                          </a:blip>
                          <a:stretch>
                            <a:fillRect/>
                          </a:stretch>
                        </p:blipFill>
                        <p:spPr>
                          <a:xfrm>
                            <a:off x="4966" y="2568"/>
                            <a:ext cx="170" cy="178"/>
                          </a:xfrm>
                          <a:prstGeom prst="rect">
                            <a:avLst/>
                          </a:prstGeom>
                          <a:noFill/>
                          <a:ln w="38100">
                            <a:noFill/>
                            <a:miter/>
                          </a:ln>
                        </p:spPr>
                      </p:pic>
                    </p:oleObj>
                  </mc:Fallback>
                </mc:AlternateContent>
              </a:graphicData>
            </a:graphic>
          </p:graphicFrame>
          <p:graphicFrame>
            <p:nvGraphicFramePr>
              <p:cNvPr id="94229" name="Object 1101"/>
              <p:cNvGraphicFramePr>
                <a:graphicFrameLocks noChangeAspect="1"/>
              </p:cNvGraphicFramePr>
              <p:nvPr/>
            </p:nvGraphicFramePr>
            <p:xfrm>
              <a:off x="4558" y="2114"/>
              <a:ext cx="170" cy="227"/>
            </p:xfrm>
            <a:graphic>
              <a:graphicData uri="http://schemas.openxmlformats.org/presentationml/2006/ole">
                <mc:AlternateContent xmlns:mc="http://schemas.openxmlformats.org/markup-compatibility/2006">
                  <mc:Choice xmlns:v="urn:schemas-microsoft-com:vml" Requires="v">
                    <p:oleObj r:id="rId14" imgW="5715" imgH="5715" progId="Equation.3">
                      <p:embed/>
                    </p:oleObj>
                  </mc:Choice>
                  <mc:Fallback>
                    <p:oleObj r:id="rId14" imgW="5715" imgH="5715" progId="Equation.3">
                      <p:embed/>
                      <p:pic>
                        <p:nvPicPr>
                          <p:cNvPr id="94229" name="Object 1101"/>
                          <p:cNvPicPr/>
                          <p:nvPr/>
                        </p:nvPicPr>
                        <p:blipFill>
                          <a:blip r:embed="rId15">
                            <a:clrChange>
                              <a:clrFrom>
                                <a:srgbClr val="000000"/>
                              </a:clrFrom>
                              <a:clrTo>
                                <a:srgbClr val="FFFFFF"/>
                              </a:clrTo>
                            </a:clrChange>
                          </a:blip>
                          <a:stretch>
                            <a:fillRect/>
                          </a:stretch>
                        </p:blipFill>
                        <p:spPr>
                          <a:xfrm>
                            <a:off x="4558" y="2114"/>
                            <a:ext cx="170" cy="227"/>
                          </a:xfrm>
                          <a:prstGeom prst="rect">
                            <a:avLst/>
                          </a:prstGeom>
                          <a:noFill/>
                          <a:ln w="38100">
                            <a:noFill/>
                            <a:miter/>
                          </a:ln>
                        </p:spPr>
                      </p:pic>
                    </p:oleObj>
                  </mc:Fallback>
                </mc:AlternateContent>
              </a:graphicData>
            </a:graphic>
          </p:graphicFrame>
          <p:graphicFrame>
            <p:nvGraphicFramePr>
              <p:cNvPr id="94230" name="Object 1102"/>
              <p:cNvGraphicFramePr>
                <a:graphicFrameLocks noChangeAspect="1"/>
              </p:cNvGraphicFramePr>
              <p:nvPr/>
            </p:nvGraphicFramePr>
            <p:xfrm>
              <a:off x="4421" y="2501"/>
              <a:ext cx="170" cy="179"/>
            </p:xfrm>
            <a:graphic>
              <a:graphicData uri="http://schemas.openxmlformats.org/presentationml/2006/ole">
                <mc:AlternateContent xmlns:mc="http://schemas.openxmlformats.org/markup-compatibility/2006">
                  <mc:Choice xmlns:v="urn:schemas-microsoft-com:vml" Requires="v">
                    <p:oleObj r:id="rId16" imgW="5715" imgH="5715" progId="Equation.3">
                      <p:embed/>
                    </p:oleObj>
                  </mc:Choice>
                  <mc:Fallback>
                    <p:oleObj r:id="rId16" imgW="5715" imgH="5715" progId="Equation.3">
                      <p:embed/>
                      <p:pic>
                        <p:nvPicPr>
                          <p:cNvPr id="94230" name="Object 1102"/>
                          <p:cNvPicPr/>
                          <p:nvPr/>
                        </p:nvPicPr>
                        <p:blipFill>
                          <a:blip r:embed="rId13">
                            <a:clrChange>
                              <a:clrFrom>
                                <a:srgbClr val="000000"/>
                              </a:clrFrom>
                              <a:clrTo>
                                <a:srgbClr val="FFFFFF"/>
                              </a:clrTo>
                            </a:clrChange>
                          </a:blip>
                          <a:stretch>
                            <a:fillRect/>
                          </a:stretch>
                        </p:blipFill>
                        <p:spPr>
                          <a:xfrm>
                            <a:off x="4421" y="2501"/>
                            <a:ext cx="170" cy="179"/>
                          </a:xfrm>
                          <a:prstGeom prst="rect">
                            <a:avLst/>
                          </a:prstGeom>
                          <a:noFill/>
                          <a:ln w="38100">
                            <a:noFill/>
                            <a:miter/>
                          </a:ln>
                        </p:spPr>
                      </p:pic>
                    </p:oleObj>
                  </mc:Fallback>
                </mc:AlternateContent>
              </a:graphicData>
            </a:graphic>
          </p:graphicFrame>
          <p:graphicFrame>
            <p:nvGraphicFramePr>
              <p:cNvPr id="94231" name="Object 1103"/>
              <p:cNvGraphicFramePr>
                <a:graphicFrameLocks noChangeAspect="1"/>
              </p:cNvGraphicFramePr>
              <p:nvPr/>
            </p:nvGraphicFramePr>
            <p:xfrm>
              <a:off x="4784" y="2659"/>
              <a:ext cx="170" cy="179"/>
            </p:xfrm>
            <a:graphic>
              <a:graphicData uri="http://schemas.openxmlformats.org/presentationml/2006/ole">
                <mc:AlternateContent xmlns:mc="http://schemas.openxmlformats.org/markup-compatibility/2006">
                  <mc:Choice xmlns:v="urn:schemas-microsoft-com:vml" Requires="v">
                    <p:oleObj r:id="rId17" imgW="5715" imgH="5715" progId="Equation.3">
                      <p:embed/>
                    </p:oleObj>
                  </mc:Choice>
                  <mc:Fallback>
                    <p:oleObj r:id="rId17" imgW="5715" imgH="5715" progId="Equation.3">
                      <p:embed/>
                      <p:pic>
                        <p:nvPicPr>
                          <p:cNvPr id="94231" name="Object 1103"/>
                          <p:cNvPicPr/>
                          <p:nvPr/>
                        </p:nvPicPr>
                        <p:blipFill>
                          <a:blip r:embed="rId13">
                            <a:clrChange>
                              <a:clrFrom>
                                <a:srgbClr val="000000"/>
                              </a:clrFrom>
                              <a:clrTo>
                                <a:srgbClr val="FFFFFF"/>
                              </a:clrTo>
                            </a:clrChange>
                          </a:blip>
                          <a:stretch>
                            <a:fillRect/>
                          </a:stretch>
                        </p:blipFill>
                        <p:spPr>
                          <a:xfrm>
                            <a:off x="4784" y="2659"/>
                            <a:ext cx="170" cy="179"/>
                          </a:xfrm>
                          <a:prstGeom prst="rect">
                            <a:avLst/>
                          </a:prstGeom>
                          <a:no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69388"/>
                                        </p:tgtEl>
                                        <p:attrNameLst>
                                          <p:attrName>style.visibility</p:attrName>
                                        </p:attrNameLst>
                                      </p:cBhvr>
                                      <p:to>
                                        <p:strVal val="visible"/>
                                      </p:to>
                                    </p:set>
                                    <p:animEffect transition="in" filter="wipe(up)">
                                      <p:cBhvr>
                                        <p:cTn id="7" dur="500"/>
                                        <p:tgtEl>
                                          <p:spTgt spid="56938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34532"/>
                                        </p:tgtEl>
                                        <p:attrNameLst>
                                          <p:attrName>style.visibility</p:attrName>
                                        </p:attrNameLst>
                                      </p:cBhvr>
                                      <p:to>
                                        <p:strVal val="visible"/>
                                      </p:to>
                                    </p:set>
                                    <p:animEffect transition="in" filter="wipe(up)">
                                      <p:cBhvr>
                                        <p:cTn id="16" dur="2000"/>
                                        <p:tgtEl>
                                          <p:spTgt spid="534532"/>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393220"/>
                                        </p:tgtEl>
                                        <p:attrNameLst>
                                          <p:attrName>style.visibility</p:attrName>
                                        </p:attrNameLst>
                                      </p:cBhvr>
                                      <p:to>
                                        <p:strVal val="visible"/>
                                      </p:to>
                                    </p:set>
                                    <p:animEffect transition="in" filter="wipe(left)">
                                      <p:cBhvr>
                                        <p:cTn id="20" dur="500"/>
                                        <p:tgtEl>
                                          <p:spTgt spid="3932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34537"/>
                                        </p:tgtEl>
                                        <p:attrNameLst>
                                          <p:attrName>style.visibility</p:attrName>
                                        </p:attrNameLst>
                                      </p:cBhvr>
                                      <p:to>
                                        <p:strVal val="visible"/>
                                      </p:to>
                                    </p:set>
                                    <p:animEffect transition="in" filter="wipe(left)">
                                      <p:cBhvr>
                                        <p:cTn id="25" dur="500"/>
                                        <p:tgtEl>
                                          <p:spTgt spid="53453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393221"/>
                                        </p:tgtEl>
                                        <p:attrNameLst>
                                          <p:attrName>style.visibility</p:attrName>
                                        </p:attrNameLst>
                                      </p:cBhvr>
                                      <p:to>
                                        <p:strVal val="visible"/>
                                      </p:to>
                                    </p:set>
                                    <p:animEffect transition="in" filter="wipe(left)">
                                      <p:cBhvr>
                                        <p:cTn id="29" dur="500"/>
                                        <p:tgtEl>
                                          <p:spTgt spid="3932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34540"/>
                                        </p:tgtEl>
                                        <p:attrNameLst>
                                          <p:attrName>style.visibility</p:attrName>
                                        </p:attrNameLst>
                                      </p:cBhvr>
                                      <p:to>
                                        <p:strVal val="visible"/>
                                      </p:to>
                                    </p:set>
                                    <p:animEffect transition="in" filter="wipe(left)">
                                      <p:cBhvr>
                                        <p:cTn id="34" dur="500"/>
                                        <p:tgtEl>
                                          <p:spTgt spid="53454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93223"/>
                                        </p:tgtEl>
                                        <p:attrNameLst>
                                          <p:attrName>style.visibility</p:attrName>
                                        </p:attrNameLst>
                                      </p:cBhvr>
                                      <p:to>
                                        <p:strVal val="visible"/>
                                      </p:to>
                                    </p:set>
                                    <p:animEffect transition="in" filter="wipe(left)">
                                      <p:cBhvr>
                                        <p:cTn id="38" dur="500"/>
                                        <p:tgtEl>
                                          <p:spTgt spid="3932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393226"/>
                                        </p:tgtEl>
                                        <p:attrNameLst>
                                          <p:attrName>style.visibility</p:attrName>
                                        </p:attrNameLst>
                                      </p:cBhvr>
                                      <p:to>
                                        <p:strVal val="visible"/>
                                      </p:to>
                                    </p:set>
                                    <p:animEffect transition="in" filter="wipe(left)">
                                      <p:cBhvr>
                                        <p:cTn id="47" dur="500"/>
                                        <p:tgtEl>
                                          <p:spTgt spid="393226"/>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2" grpId="0"/>
      <p:bldP spid="534537" grpId="0"/>
      <p:bldP spid="534540" grpId="0"/>
      <p:bldP spid="56938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87</a:t>
            </a:fld>
            <a:endParaRPr lang="en-US" altLang="zh-CN" sz="1400" dirty="0"/>
          </a:p>
        </p:txBody>
      </p:sp>
      <p:graphicFrame>
        <p:nvGraphicFramePr>
          <p:cNvPr id="395268" name="Object 28"/>
          <p:cNvGraphicFramePr>
            <a:graphicFrameLocks noChangeAspect="1"/>
          </p:cNvGraphicFramePr>
          <p:nvPr/>
        </p:nvGraphicFramePr>
        <p:xfrm>
          <a:off x="1690688" y="2755900"/>
          <a:ext cx="2287587" cy="877888"/>
        </p:xfrm>
        <a:graphic>
          <a:graphicData uri="http://schemas.openxmlformats.org/presentationml/2006/ole">
            <mc:AlternateContent xmlns:mc="http://schemas.openxmlformats.org/markup-compatibility/2006">
              <mc:Choice xmlns:v="urn:schemas-microsoft-com:vml" Requires="v">
                <p:oleObj r:id="rId2" imgW="1016000" imgH="419100" progId="Equation.DSMT4">
                  <p:embed/>
                </p:oleObj>
              </mc:Choice>
              <mc:Fallback>
                <p:oleObj r:id="rId2" imgW="1016000" imgH="419100" progId="Equation.DSMT4">
                  <p:embed/>
                  <p:pic>
                    <p:nvPicPr>
                      <p:cNvPr id="395268" name="Object 28"/>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1690688" y="2755900"/>
                        <a:ext cx="2287587" cy="877888"/>
                      </a:xfrm>
                      <a:prstGeom prst="rect">
                        <a:avLst/>
                      </a:prstGeom>
                      <a:noFill/>
                      <a:ln w="38100">
                        <a:noFill/>
                        <a:miter/>
                      </a:ln>
                    </p:spPr>
                  </p:pic>
                </p:oleObj>
              </mc:Fallback>
            </mc:AlternateContent>
          </a:graphicData>
        </a:graphic>
      </p:graphicFrame>
      <p:sp>
        <p:nvSpPr>
          <p:cNvPr id="395269" name="Rectangle 29"/>
          <p:cNvSpPr/>
          <p:nvPr/>
        </p:nvSpPr>
        <p:spPr>
          <a:xfrm>
            <a:off x="179388" y="3500438"/>
            <a:ext cx="4665662" cy="8223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defTabSz="914400" eaLnBrk="1" fontAlgn="ctr" hangingPunct="1">
              <a:spcBef>
                <a:spcPct val="0"/>
              </a:spcBef>
              <a:buClrTx/>
              <a:buSzTx/>
              <a:buFontTx/>
              <a:buNone/>
              <a:tabLst>
                <a:tab pos="266700" algn="r"/>
                <a:tab pos="2641600" algn="ctr"/>
                <a:tab pos="5283200" algn="r"/>
              </a:tabLst>
            </a:pPr>
            <a:r>
              <a:rPr lang="en-US" altLang="zh-CN" sz="2400" b="1" dirty="0">
                <a:solidFill>
                  <a:srgbClr val="000000"/>
                </a:solidFill>
                <a:latin typeface="Times New Roman" panose="02020603050405020304" pitchFamily="18" charset="0"/>
                <a:ea typeface="楷体_GB2312" pitchFamily="49" charset="-122"/>
              </a:rPr>
              <a:t>Potential difference between inner and outer conductor</a:t>
            </a:r>
            <a:endParaRPr lang="en-US" altLang="zh-CN" sz="2400" b="1" dirty="0">
              <a:solidFill>
                <a:srgbClr val="000000"/>
              </a:solidFill>
              <a:ea typeface="楷体_GB2312" pitchFamily="49" charset="-122"/>
            </a:endParaRPr>
          </a:p>
        </p:txBody>
      </p:sp>
      <p:graphicFrame>
        <p:nvGraphicFramePr>
          <p:cNvPr id="395270" name="Object 30"/>
          <p:cNvGraphicFramePr>
            <a:graphicFrameLocks noChangeAspect="1"/>
          </p:cNvGraphicFramePr>
          <p:nvPr/>
        </p:nvGraphicFramePr>
        <p:xfrm>
          <a:off x="960438" y="4346575"/>
          <a:ext cx="3787775" cy="822325"/>
        </p:xfrm>
        <a:graphic>
          <a:graphicData uri="http://schemas.openxmlformats.org/presentationml/2006/ole">
            <mc:AlternateContent xmlns:mc="http://schemas.openxmlformats.org/markup-compatibility/2006">
              <mc:Choice xmlns:v="urn:schemas-microsoft-com:vml" Requires="v">
                <p:oleObj r:id="rId4" imgW="2057400" imgH="419100" progId="Equation.DSMT4">
                  <p:embed/>
                </p:oleObj>
              </mc:Choice>
              <mc:Fallback>
                <p:oleObj r:id="rId4" imgW="2057400" imgH="419100" progId="Equation.DSMT4">
                  <p:embed/>
                  <p:pic>
                    <p:nvPicPr>
                      <p:cNvPr id="395270" name="Object 30"/>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960438" y="4346575"/>
                        <a:ext cx="3787775" cy="822325"/>
                      </a:xfrm>
                      <a:prstGeom prst="rect">
                        <a:avLst/>
                      </a:prstGeom>
                      <a:noFill/>
                      <a:ln w="38100">
                        <a:noFill/>
                        <a:miter/>
                      </a:ln>
                    </p:spPr>
                  </p:pic>
                </p:oleObj>
              </mc:Fallback>
            </mc:AlternateContent>
          </a:graphicData>
        </a:graphic>
      </p:graphicFrame>
      <p:sp>
        <p:nvSpPr>
          <p:cNvPr id="624672" name="Rectangle 32"/>
          <p:cNvSpPr/>
          <p:nvPr/>
        </p:nvSpPr>
        <p:spPr>
          <a:xfrm>
            <a:off x="755650" y="5661025"/>
            <a:ext cx="2265363" cy="82232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ctr" hangingPunct="1">
              <a:spcBef>
                <a:spcPct val="0"/>
              </a:spcBef>
              <a:buClrTx/>
              <a:buSzTx/>
              <a:buFontTx/>
              <a:buNone/>
            </a:pPr>
            <a:r>
              <a:rPr lang="en-US" altLang="zh-CN" sz="2400" b="1" dirty="0">
                <a:solidFill>
                  <a:srgbClr val="0000CC"/>
                </a:solidFill>
                <a:latin typeface="Times New Roman" panose="02020603050405020304" pitchFamily="18" charset="0"/>
              </a:rPr>
              <a:t>the capacitance </a:t>
            </a:r>
          </a:p>
          <a:p>
            <a:pPr marL="0" lvl="0" indent="0" eaLnBrk="1" fontAlgn="ctr" hangingPunct="1">
              <a:spcBef>
                <a:spcPct val="0"/>
              </a:spcBef>
              <a:buClrTx/>
              <a:buSzTx/>
              <a:buFontTx/>
              <a:buNone/>
            </a:pPr>
            <a:r>
              <a:rPr lang="en-US" altLang="zh-CN" sz="2400" b="1" dirty="0">
                <a:solidFill>
                  <a:srgbClr val="0000CC"/>
                </a:solidFill>
                <a:latin typeface="Times New Roman" panose="02020603050405020304" pitchFamily="18" charset="0"/>
              </a:rPr>
              <a:t>per unit length:</a:t>
            </a:r>
          </a:p>
        </p:txBody>
      </p:sp>
      <p:graphicFrame>
        <p:nvGraphicFramePr>
          <p:cNvPr id="395276" name="Object 33"/>
          <p:cNvGraphicFramePr>
            <a:graphicFrameLocks noChangeAspect="1"/>
          </p:cNvGraphicFramePr>
          <p:nvPr/>
        </p:nvGraphicFramePr>
        <p:xfrm>
          <a:off x="3144838" y="5707063"/>
          <a:ext cx="3514725" cy="809625"/>
        </p:xfrm>
        <a:graphic>
          <a:graphicData uri="http://schemas.openxmlformats.org/presentationml/2006/ole">
            <mc:AlternateContent xmlns:mc="http://schemas.openxmlformats.org/markup-compatibility/2006">
              <mc:Choice xmlns:v="urn:schemas-microsoft-com:vml" Requires="v">
                <p:oleObj r:id="rId6" imgW="1676400" imgH="419100" progId="Equation.DSMT4">
                  <p:embed/>
                </p:oleObj>
              </mc:Choice>
              <mc:Fallback>
                <p:oleObj r:id="rId6" imgW="1676400" imgH="419100" progId="Equation.DSMT4">
                  <p:embed/>
                  <p:pic>
                    <p:nvPicPr>
                      <p:cNvPr id="395276" name="Object 33"/>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3144838" y="5707063"/>
                        <a:ext cx="3514725" cy="809625"/>
                      </a:xfrm>
                      <a:prstGeom prst="rect">
                        <a:avLst/>
                      </a:prstGeom>
                      <a:noFill/>
                      <a:ln w="38100">
                        <a:noFill/>
                        <a:miter/>
                      </a:ln>
                    </p:spPr>
                  </p:pic>
                </p:oleObj>
              </mc:Fallback>
            </mc:AlternateContent>
          </a:graphicData>
        </a:graphic>
      </p:graphicFrame>
      <p:grpSp>
        <p:nvGrpSpPr>
          <p:cNvPr id="624680" name="Group 40"/>
          <p:cNvGrpSpPr/>
          <p:nvPr/>
        </p:nvGrpSpPr>
        <p:grpSpPr>
          <a:xfrm>
            <a:off x="5651500" y="2636838"/>
            <a:ext cx="3168650" cy="2452687"/>
            <a:chOff x="3560" y="1661"/>
            <a:chExt cx="1996" cy="1545"/>
          </a:xfrm>
        </p:grpSpPr>
        <p:sp>
          <p:nvSpPr>
            <p:cNvPr id="95248" name="Rectangle 3"/>
            <p:cNvSpPr/>
            <p:nvPr/>
          </p:nvSpPr>
          <p:spPr>
            <a:xfrm>
              <a:off x="3560" y="1661"/>
              <a:ext cx="1996" cy="1542"/>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nvGrpSpPr>
            <p:cNvPr id="95249" name="Group 38"/>
            <p:cNvGrpSpPr/>
            <p:nvPr/>
          </p:nvGrpSpPr>
          <p:grpSpPr>
            <a:xfrm>
              <a:off x="3878" y="1934"/>
              <a:ext cx="839" cy="839"/>
              <a:chOff x="3878" y="1934"/>
              <a:chExt cx="839" cy="801"/>
            </a:xfrm>
          </p:grpSpPr>
          <p:sp>
            <p:nvSpPr>
              <p:cNvPr id="95251" name="AutoShape 4"/>
              <p:cNvSpPr>
                <a:spLocks noChangeAspect="1"/>
              </p:cNvSpPr>
              <p:nvPr/>
            </p:nvSpPr>
            <p:spPr>
              <a:xfrm>
                <a:off x="3905" y="1934"/>
                <a:ext cx="812" cy="773"/>
              </a:xfrm>
              <a:custGeom>
                <a:avLst/>
                <a:gdLst>
                  <a:gd name="txL" fmla="*/ 3166 w 21600"/>
                  <a:gd name="txT" fmla="*/ 3158 h 21600"/>
                  <a:gd name="txR" fmla="*/ 18434 w 21600"/>
                  <a:gd name="txB" fmla="*/ 18442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17" y="10800"/>
                    </a:moveTo>
                    <a:cubicBezTo>
                      <a:pt x="817" y="16313"/>
                      <a:pt x="5287" y="20783"/>
                      <a:pt x="10800" y="20783"/>
                    </a:cubicBezTo>
                    <a:cubicBezTo>
                      <a:pt x="16313" y="20783"/>
                      <a:pt x="20783" y="16313"/>
                      <a:pt x="20783" y="10800"/>
                    </a:cubicBezTo>
                    <a:cubicBezTo>
                      <a:pt x="20783" y="5287"/>
                      <a:pt x="16313" y="817"/>
                      <a:pt x="10800" y="817"/>
                    </a:cubicBezTo>
                    <a:cubicBezTo>
                      <a:pt x="5287" y="817"/>
                      <a:pt x="817" y="5287"/>
                      <a:pt x="817" y="10800"/>
                    </a:cubicBezTo>
                    <a:close/>
                  </a:path>
                </a:pathLst>
              </a:custGeom>
              <a:solidFill>
                <a:srgbClr val="FF9900">
                  <a:alpha val="100000"/>
                </a:srgbClr>
              </a:solidFill>
              <a:ln w="9525" cap="flat" cmpd="sng">
                <a:prstDash val="solid"/>
                <a:headEnd type="none" w="med" len="med"/>
                <a:tailEnd type="none" w="med" len="med"/>
              </a:ln>
              <a:scene3d>
                <a:camera prst="legacyPerspectiveTopRight">
                  <a:rot lat="0" lon="1200000" rev="0"/>
                </a:camera>
                <a:lightRig rig="legacyFlat4" dir="b"/>
              </a:scene3d>
              <a:sp3d extrusionH="2513000" prstMaterial="legacyMatte">
                <a:bevelT w="13500" h="13500" prst="angle"/>
                <a:bevelB w="13500" h="13500" prst="angle"/>
                <a:extrusionClr>
                  <a:srgbClr val="FF9900"/>
                </a:extrusionClr>
              </a:sp3d>
            </p:spPr>
            <p:txBody>
              <a:bodyPr/>
              <a:lstStyle/>
              <a:p>
                <a:endParaRPr lang="zh-CN" altLang="en-US"/>
              </a:p>
            </p:txBody>
          </p:sp>
          <p:sp>
            <p:nvSpPr>
              <p:cNvPr id="95252" name="Oval 5"/>
              <p:cNvSpPr>
                <a:spLocks noChangeAspect="1"/>
              </p:cNvSpPr>
              <p:nvPr/>
            </p:nvSpPr>
            <p:spPr>
              <a:xfrm>
                <a:off x="3878" y="1943"/>
                <a:ext cx="791" cy="792"/>
              </a:xfrm>
              <a:prstGeom prst="ellipse">
                <a:avLst/>
              </a:prstGeom>
              <a:solidFill>
                <a:srgbClr val="FFBA75"/>
              </a:solidFill>
              <a:ln w="9525" cap="flat" cmpd="sng">
                <a:solidFill>
                  <a:srgbClr val="FF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5253" name="Oval 6"/>
              <p:cNvSpPr>
                <a:spLocks noChangeAspect="1"/>
              </p:cNvSpPr>
              <p:nvPr/>
            </p:nvSpPr>
            <p:spPr>
              <a:xfrm>
                <a:off x="3928" y="1994"/>
                <a:ext cx="695" cy="695"/>
              </a:xfrm>
              <a:prstGeom prst="ellipse">
                <a:avLst/>
              </a:prstGeom>
              <a:solidFill>
                <a:srgbClr val="808080"/>
              </a:solidFill>
              <a:ln w="9525" cap="flat" cmpd="sng">
                <a:solidFill>
                  <a:srgbClr val="FF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5254" name="Oval 7"/>
              <p:cNvSpPr>
                <a:spLocks noChangeAspect="1"/>
              </p:cNvSpPr>
              <p:nvPr/>
            </p:nvSpPr>
            <p:spPr>
              <a:xfrm>
                <a:off x="4083" y="2155"/>
                <a:ext cx="386" cy="386"/>
              </a:xfrm>
              <a:prstGeom prst="ellipse">
                <a:avLst/>
              </a:prstGeom>
              <a:solidFill>
                <a:srgbClr val="FFAB57"/>
              </a:solidFill>
              <a:ln w="9525" cap="flat" cmpd="sng">
                <a:solidFill>
                  <a:srgbClr val="FF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aphicFrame>
            <p:nvGraphicFramePr>
              <p:cNvPr id="95255" name="Object 8"/>
              <p:cNvGraphicFramePr>
                <a:graphicFrameLocks noChangeAspect="1"/>
              </p:cNvGraphicFramePr>
              <p:nvPr/>
            </p:nvGraphicFramePr>
            <p:xfrm>
              <a:off x="4226" y="1992"/>
              <a:ext cx="177" cy="195"/>
            </p:xfrm>
            <a:graphic>
              <a:graphicData uri="http://schemas.openxmlformats.org/presentationml/2006/ole">
                <mc:AlternateContent xmlns:mc="http://schemas.openxmlformats.org/markup-compatibility/2006">
                  <mc:Choice xmlns:v="urn:schemas-microsoft-com:vml" Requires="v">
                    <p:oleObj r:id="rId8" imgW="5715" imgH="5715" progId="Equation.3">
                      <p:embed/>
                    </p:oleObj>
                  </mc:Choice>
                  <mc:Fallback>
                    <p:oleObj r:id="rId8" imgW="5715" imgH="5715" progId="Equation.3">
                      <p:embed/>
                      <p:pic>
                        <p:nvPicPr>
                          <p:cNvPr id="95255" name="Object 8"/>
                          <p:cNvPicPr/>
                          <p:nvPr/>
                        </p:nvPicPr>
                        <p:blipFill>
                          <a:blip r:embed="rId9">
                            <a:clrChange>
                              <a:clrFrom>
                                <a:srgbClr val="000000"/>
                              </a:clrFrom>
                              <a:clrTo>
                                <a:srgbClr val="EBF7FF"/>
                              </a:clrTo>
                            </a:clrChange>
                          </a:blip>
                          <a:stretch>
                            <a:fillRect/>
                          </a:stretch>
                        </p:blipFill>
                        <p:spPr>
                          <a:xfrm>
                            <a:off x="4226" y="1992"/>
                            <a:ext cx="177" cy="195"/>
                          </a:xfrm>
                          <a:prstGeom prst="rect">
                            <a:avLst/>
                          </a:prstGeom>
                          <a:noFill/>
                          <a:ln w="38100">
                            <a:noFill/>
                            <a:miter/>
                          </a:ln>
                        </p:spPr>
                      </p:pic>
                    </p:oleObj>
                  </mc:Fallback>
                </mc:AlternateContent>
              </a:graphicData>
            </a:graphic>
          </p:graphicFrame>
          <p:sp>
            <p:nvSpPr>
              <p:cNvPr id="95256" name="Line 9"/>
              <p:cNvSpPr>
                <a:spLocks noChangeAspect="1"/>
              </p:cNvSpPr>
              <p:nvPr/>
            </p:nvSpPr>
            <p:spPr>
              <a:xfrm flipV="1">
                <a:off x="4278" y="2106"/>
                <a:ext cx="260" cy="243"/>
              </a:xfrm>
              <a:prstGeom prst="line">
                <a:avLst/>
              </a:prstGeom>
              <a:ln w="28575" cap="flat" cmpd="sng">
                <a:solidFill>
                  <a:srgbClr val="D60093"/>
                </a:solidFill>
                <a:prstDash val="solid"/>
                <a:headEnd type="none" w="med" len="med"/>
                <a:tailEnd type="triangle" w="sm" len="lg"/>
              </a:ln>
            </p:spPr>
            <p:txBody>
              <a:bodyPr/>
              <a:lstStyle/>
              <a:p>
                <a:endParaRPr lang="zh-CN" altLang="en-US"/>
              </a:p>
            </p:txBody>
          </p:sp>
          <p:sp>
            <p:nvSpPr>
              <p:cNvPr id="95257" name="Line 10"/>
              <p:cNvSpPr>
                <a:spLocks noChangeAspect="1"/>
              </p:cNvSpPr>
              <p:nvPr/>
            </p:nvSpPr>
            <p:spPr>
              <a:xfrm flipH="1" flipV="1">
                <a:off x="4104" y="2201"/>
                <a:ext cx="170" cy="143"/>
              </a:xfrm>
              <a:prstGeom prst="line">
                <a:avLst/>
              </a:prstGeom>
              <a:ln w="28575" cap="flat" cmpd="sng">
                <a:solidFill>
                  <a:srgbClr val="D60093"/>
                </a:solidFill>
                <a:prstDash val="solid"/>
                <a:headEnd type="none" w="med" len="med"/>
                <a:tailEnd type="triangle" w="sm" len="lg"/>
              </a:ln>
            </p:spPr>
            <p:txBody>
              <a:bodyPr/>
              <a:lstStyle/>
              <a:p>
                <a:endParaRPr lang="zh-CN" altLang="en-US"/>
              </a:p>
            </p:txBody>
          </p:sp>
          <p:graphicFrame>
            <p:nvGraphicFramePr>
              <p:cNvPr id="95258" name="Object 11"/>
              <p:cNvGraphicFramePr>
                <a:graphicFrameLocks noChangeAspect="1"/>
              </p:cNvGraphicFramePr>
              <p:nvPr/>
            </p:nvGraphicFramePr>
            <p:xfrm>
              <a:off x="4059" y="2263"/>
              <a:ext cx="165" cy="182"/>
            </p:xfrm>
            <a:graphic>
              <a:graphicData uri="http://schemas.openxmlformats.org/presentationml/2006/ole">
                <mc:AlternateContent xmlns:mc="http://schemas.openxmlformats.org/markup-compatibility/2006">
                  <mc:Choice xmlns:v="urn:schemas-microsoft-com:vml" Requires="v">
                    <p:oleObj r:id="rId10" imgW="5715" imgH="5715" progId="Equation.3">
                      <p:embed/>
                    </p:oleObj>
                  </mc:Choice>
                  <mc:Fallback>
                    <p:oleObj r:id="rId10" imgW="5715" imgH="5715" progId="Equation.3">
                      <p:embed/>
                      <p:pic>
                        <p:nvPicPr>
                          <p:cNvPr id="95258" name="Object 11"/>
                          <p:cNvPicPr/>
                          <p:nvPr/>
                        </p:nvPicPr>
                        <p:blipFill>
                          <a:blip r:embed="rId9">
                            <a:clrChange>
                              <a:clrFrom>
                                <a:srgbClr val="000000"/>
                              </a:clrFrom>
                              <a:clrTo>
                                <a:srgbClr val="EBF7FF"/>
                              </a:clrTo>
                            </a:clrChange>
                          </a:blip>
                          <a:stretch>
                            <a:fillRect/>
                          </a:stretch>
                        </p:blipFill>
                        <p:spPr>
                          <a:xfrm>
                            <a:off x="4059" y="2263"/>
                            <a:ext cx="165" cy="182"/>
                          </a:xfrm>
                          <a:prstGeom prst="rect">
                            <a:avLst/>
                          </a:prstGeom>
                          <a:noFill/>
                          <a:ln w="38100">
                            <a:noFill/>
                            <a:miter/>
                          </a:ln>
                        </p:spPr>
                      </p:pic>
                    </p:oleObj>
                  </mc:Fallback>
                </mc:AlternateContent>
              </a:graphicData>
            </a:graphic>
          </p:graphicFrame>
          <p:graphicFrame>
            <p:nvGraphicFramePr>
              <p:cNvPr id="95259" name="Object 12"/>
              <p:cNvGraphicFramePr>
                <a:graphicFrameLocks noChangeAspect="1"/>
              </p:cNvGraphicFramePr>
              <p:nvPr/>
            </p:nvGraphicFramePr>
            <p:xfrm>
              <a:off x="4467" y="2138"/>
              <a:ext cx="181" cy="253"/>
            </p:xfrm>
            <a:graphic>
              <a:graphicData uri="http://schemas.openxmlformats.org/presentationml/2006/ole">
                <mc:AlternateContent xmlns:mc="http://schemas.openxmlformats.org/markup-compatibility/2006">
                  <mc:Choice xmlns:v="urn:schemas-microsoft-com:vml" Requires="v">
                    <p:oleObj r:id="rId11" imgW="5715" imgH="5715" progId="Equation.DSMT4">
                      <p:embed/>
                    </p:oleObj>
                  </mc:Choice>
                  <mc:Fallback>
                    <p:oleObj r:id="rId11" imgW="5715" imgH="5715" progId="Equation.DSMT4">
                      <p:embed/>
                      <p:pic>
                        <p:nvPicPr>
                          <p:cNvPr id="95259" name="Object 12"/>
                          <p:cNvPicPr/>
                          <p:nvPr/>
                        </p:nvPicPr>
                        <p:blipFill>
                          <a:blip r:embed="rId12">
                            <a:clrChange>
                              <a:clrFrom>
                                <a:srgbClr val="000000"/>
                              </a:clrFrom>
                              <a:clrTo>
                                <a:srgbClr val="FFFFFF"/>
                              </a:clrTo>
                            </a:clrChange>
                          </a:blip>
                          <a:stretch>
                            <a:fillRect/>
                          </a:stretch>
                        </p:blipFill>
                        <p:spPr>
                          <a:xfrm>
                            <a:off x="4467" y="2138"/>
                            <a:ext cx="181" cy="253"/>
                          </a:xfrm>
                          <a:prstGeom prst="rect">
                            <a:avLst/>
                          </a:prstGeom>
                          <a:noFill/>
                          <a:ln w="38100">
                            <a:noFill/>
                            <a:miter/>
                          </a:ln>
                        </p:spPr>
                      </p:pic>
                    </p:oleObj>
                  </mc:Fallback>
                </mc:AlternateContent>
              </a:graphicData>
            </a:graphic>
          </p:graphicFrame>
        </p:grpSp>
        <p:sp>
          <p:nvSpPr>
            <p:cNvPr id="95250" name="Rectangle 34"/>
            <p:cNvSpPr/>
            <p:nvPr/>
          </p:nvSpPr>
          <p:spPr>
            <a:xfrm>
              <a:off x="4195" y="2764"/>
              <a:ext cx="725" cy="44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fontAlgn="ctr" hangingPunct="1">
                <a:spcBef>
                  <a:spcPct val="0"/>
                </a:spcBef>
                <a:buClrTx/>
                <a:buSzTx/>
                <a:buFontTx/>
                <a:buNone/>
              </a:pPr>
              <a:r>
                <a:rPr lang="en-US" altLang="zh-CN" sz="2000" b="1" dirty="0">
                  <a:solidFill>
                    <a:srgbClr val="000000"/>
                  </a:solidFill>
                  <a:latin typeface="Times New Roman" panose="02020603050405020304" pitchFamily="18" charset="0"/>
                  <a:cs typeface="Times New Roman" panose="02020603050405020304" pitchFamily="18" charset="0"/>
                </a:rPr>
                <a:t>Coaxial line</a:t>
              </a:r>
              <a:endParaRPr lang="en-US" altLang="zh-CN" sz="2000" b="1" dirty="0">
                <a:solidFill>
                  <a:srgbClr val="000000"/>
                </a:solidFill>
                <a:ea typeface="Times New Roman" panose="02020603050405020304" pitchFamily="18" charset="0"/>
              </a:endParaRPr>
            </a:p>
          </p:txBody>
        </p:sp>
      </p:grpSp>
      <p:graphicFrame>
        <p:nvGraphicFramePr>
          <p:cNvPr id="395290" name="Object 36"/>
          <p:cNvGraphicFramePr>
            <a:graphicFrameLocks noChangeAspect="1"/>
          </p:cNvGraphicFramePr>
          <p:nvPr/>
        </p:nvGraphicFramePr>
        <p:xfrm>
          <a:off x="1304925" y="4930775"/>
          <a:ext cx="1916113" cy="822325"/>
        </p:xfrm>
        <a:graphic>
          <a:graphicData uri="http://schemas.openxmlformats.org/presentationml/2006/ole">
            <mc:AlternateContent xmlns:mc="http://schemas.openxmlformats.org/markup-compatibility/2006">
              <mc:Choice xmlns:v="urn:schemas-microsoft-com:vml" Requires="v">
                <p:oleObj r:id="rId13" imgW="926465" imgH="393700" progId="Equation.DSMT4">
                  <p:embed/>
                </p:oleObj>
              </mc:Choice>
              <mc:Fallback>
                <p:oleObj r:id="rId13" imgW="926465" imgH="393700" progId="Equation.DSMT4">
                  <p:embed/>
                  <p:pic>
                    <p:nvPicPr>
                      <p:cNvPr id="395290" name="Object 36"/>
                      <p:cNvPicPr/>
                      <p:nvPr/>
                    </p:nvPicPr>
                    <p:blipFill>
                      <a:blip r:embed="rId14">
                        <a:clrChange>
                          <a:clrFrom>
                            <a:srgbClr val="000000"/>
                          </a:clrFrom>
                          <a:clrTo>
                            <a:srgbClr val="FFFFFF"/>
                          </a:clrTo>
                        </a:clrChange>
                        <a:clrChange>
                          <a:clrFrom>
                            <a:srgbClr val="FFFFFF"/>
                          </a:clrFrom>
                          <a:clrTo>
                            <a:srgbClr val="000000"/>
                          </a:clrTo>
                        </a:clrChange>
                      </a:blip>
                      <a:stretch>
                        <a:fillRect/>
                      </a:stretch>
                    </p:blipFill>
                    <p:spPr>
                      <a:xfrm>
                        <a:off x="1304925" y="4930775"/>
                        <a:ext cx="1916113" cy="822325"/>
                      </a:xfrm>
                      <a:prstGeom prst="rect">
                        <a:avLst/>
                      </a:prstGeom>
                      <a:noFill/>
                      <a:ln w="38100">
                        <a:noFill/>
                        <a:miter/>
                      </a:ln>
                    </p:spPr>
                  </p:pic>
                </p:oleObj>
              </mc:Fallback>
            </mc:AlternateContent>
          </a:graphicData>
        </a:graphic>
      </p:graphicFrame>
      <p:sp>
        <p:nvSpPr>
          <p:cNvPr id="624642" name="Text Box 2"/>
          <p:cNvSpPr txBox="1"/>
          <p:nvPr/>
        </p:nvSpPr>
        <p:spPr>
          <a:xfrm>
            <a:off x="0" y="0"/>
            <a:ext cx="9083675" cy="1516063"/>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幼圆" panose="02010509060101010101" pitchFamily="49" charset="-122"/>
              </a:rPr>
              <a:t>Ex:</a:t>
            </a:r>
            <a:r>
              <a:rPr lang="en-US" altLang="zh-CN" sz="2400" b="1" dirty="0">
                <a:solidFill>
                  <a:srgbClr val="FFB953"/>
                </a:solidFill>
                <a:latin typeface="Times New Roman" panose="02020603050405020304" pitchFamily="18" charset="0"/>
                <a:ea typeface="楷体_GB2312" pitchFamily="49" charset="-122"/>
              </a:rPr>
              <a:t> </a:t>
            </a:r>
            <a:r>
              <a:rPr lang="en-US" altLang="zh-CN" sz="2400" b="1" dirty="0">
                <a:solidFill>
                  <a:schemeClr val="bg1"/>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Coaxial line (of infinite length) with inner conductor radius a and outer conductor radius b, a dielectric of permittivity </a:t>
            </a:r>
            <a:r>
              <a:rPr lang="el-GR" altLang="zh-CN" sz="2400" b="1" dirty="0">
                <a:solidFill>
                  <a:srgbClr val="0000CC"/>
                </a:solidFill>
                <a:latin typeface="Times New Roman" panose="02020603050405020304" pitchFamily="18" charset="0"/>
                <a:ea typeface="楷体_GB2312" pitchFamily="49" charset="-122"/>
              </a:rPr>
              <a:t>ε</a:t>
            </a:r>
            <a:r>
              <a:rPr lang="en-US" altLang="zh-CN" sz="2400" b="1" dirty="0">
                <a:solidFill>
                  <a:srgbClr val="0000CC"/>
                </a:solidFill>
                <a:latin typeface="Times New Roman" panose="02020603050405020304" pitchFamily="18" charset="0"/>
                <a:ea typeface="楷体_GB2312" pitchFamily="49" charset="-122"/>
              </a:rPr>
              <a:t>is filled up in between. Find the capacitance per unit length.</a:t>
            </a:r>
            <a:endParaRPr lang="el-GR" altLang="zh-CN" sz="2400" b="1" dirty="0">
              <a:solidFill>
                <a:srgbClr val="0000CC"/>
              </a:solidFill>
              <a:latin typeface="Times New Roman" panose="02020603050405020304" pitchFamily="18" charset="0"/>
              <a:ea typeface="楷体_GB2312" pitchFamily="49" charset="-122"/>
            </a:endParaRPr>
          </a:p>
        </p:txBody>
      </p:sp>
      <p:grpSp>
        <p:nvGrpSpPr>
          <p:cNvPr id="395292" name="Group 28"/>
          <p:cNvGrpSpPr/>
          <p:nvPr/>
        </p:nvGrpSpPr>
        <p:grpSpPr>
          <a:xfrm>
            <a:off x="107950" y="1557338"/>
            <a:ext cx="8713788" cy="1187450"/>
            <a:chOff x="113" y="981"/>
            <a:chExt cx="5489" cy="748"/>
          </a:xfrm>
        </p:grpSpPr>
        <p:sp>
          <p:nvSpPr>
            <p:cNvPr id="95244" name="Rectangle 29"/>
            <p:cNvSpPr/>
            <p:nvPr/>
          </p:nvSpPr>
          <p:spPr>
            <a:xfrm>
              <a:off x="113" y="981"/>
              <a:ext cx="5489" cy="748"/>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defTabSz="914400" eaLnBrk="1" fontAlgn="ctr" hangingPunct="1">
                <a:spcBef>
                  <a:spcPct val="0"/>
                </a:spcBef>
                <a:buClrTx/>
                <a:buSzTx/>
                <a:buFontTx/>
                <a:buNone/>
                <a:tabLst>
                  <a:tab pos="266700" algn="r"/>
                  <a:tab pos="2641600" algn="ctr"/>
                  <a:tab pos="5283200" algn="r"/>
                </a:tabLst>
              </a:pPr>
              <a:r>
                <a:rPr lang="en-US" altLang="zh-CN" sz="2400" b="1" dirty="0">
                  <a:solidFill>
                    <a:srgbClr val="FF0000"/>
                  </a:solidFill>
                  <a:latin typeface="Times New Roman" panose="02020603050405020304" pitchFamily="18" charset="0"/>
                  <a:ea typeface="楷体_GB2312" pitchFamily="49" charset="-122"/>
                </a:rPr>
                <a:t>Solution:</a:t>
              </a:r>
              <a:r>
                <a:rPr lang="en-US" altLang="zh-CN" sz="2400" b="1" dirty="0">
                  <a:solidFill>
                    <a:srgbClr val="000000"/>
                  </a:solidFill>
                  <a:latin typeface="Times New Roman" panose="02020603050405020304" pitchFamily="18" charset="0"/>
                  <a:ea typeface="楷体_GB2312" pitchFamily="49" charset="-122"/>
                </a:rPr>
                <a:t> assume the line charge density is          and         for the inner and outer conductor, applying Gauss’s Law and the electric field between two conductor is:</a:t>
              </a:r>
              <a:endParaRPr lang="en-US" altLang="zh-CN" sz="2400" b="1" dirty="0">
                <a:solidFill>
                  <a:srgbClr val="000000"/>
                </a:solidFill>
                <a:ea typeface="楷体_GB2312" pitchFamily="49" charset="-122"/>
              </a:endParaRPr>
            </a:p>
          </p:txBody>
        </p:sp>
        <p:grpSp>
          <p:nvGrpSpPr>
            <p:cNvPr id="95245" name="Group 30"/>
            <p:cNvGrpSpPr/>
            <p:nvPr/>
          </p:nvGrpSpPr>
          <p:grpSpPr>
            <a:xfrm>
              <a:off x="3696" y="981"/>
              <a:ext cx="1105" cy="312"/>
              <a:chOff x="3696" y="1110"/>
              <a:chExt cx="1105" cy="312"/>
            </a:xfrm>
          </p:grpSpPr>
          <p:graphicFrame>
            <p:nvGraphicFramePr>
              <p:cNvPr id="95246" name="Object 31"/>
              <p:cNvGraphicFramePr>
                <a:graphicFrameLocks noChangeAspect="1"/>
              </p:cNvGraphicFramePr>
              <p:nvPr/>
            </p:nvGraphicFramePr>
            <p:xfrm>
              <a:off x="3696" y="1110"/>
              <a:ext cx="364" cy="312"/>
            </p:xfrm>
            <a:graphic>
              <a:graphicData uri="http://schemas.openxmlformats.org/presentationml/2006/ole">
                <mc:AlternateContent xmlns:mc="http://schemas.openxmlformats.org/markup-compatibility/2006">
                  <mc:Choice xmlns:v="urn:schemas-microsoft-com:vml" Requires="v">
                    <p:oleObj r:id="rId15" imgW="266700" imgH="228600" progId="Equation.DSMT4">
                      <p:embed/>
                    </p:oleObj>
                  </mc:Choice>
                  <mc:Fallback>
                    <p:oleObj r:id="rId15" imgW="266700" imgH="228600" progId="Equation.DSMT4">
                      <p:embed/>
                      <p:pic>
                        <p:nvPicPr>
                          <p:cNvPr id="95246" name="Object 31"/>
                          <p:cNvPicPr/>
                          <p:nvPr/>
                        </p:nvPicPr>
                        <p:blipFill>
                          <a:blip r:embed="rId16"/>
                          <a:stretch>
                            <a:fillRect/>
                          </a:stretch>
                        </p:blipFill>
                        <p:spPr>
                          <a:xfrm>
                            <a:off x="3696" y="1110"/>
                            <a:ext cx="364" cy="312"/>
                          </a:xfrm>
                          <a:prstGeom prst="rect">
                            <a:avLst/>
                          </a:prstGeom>
                          <a:noFill/>
                          <a:ln w="38100">
                            <a:noFill/>
                            <a:miter/>
                          </a:ln>
                        </p:spPr>
                      </p:pic>
                    </p:oleObj>
                  </mc:Fallback>
                </mc:AlternateContent>
              </a:graphicData>
            </a:graphic>
          </p:graphicFrame>
          <p:graphicFrame>
            <p:nvGraphicFramePr>
              <p:cNvPr id="95247" name="Object 32"/>
              <p:cNvGraphicFramePr>
                <a:graphicFrameLocks noChangeAspect="1"/>
              </p:cNvGraphicFramePr>
              <p:nvPr/>
            </p:nvGraphicFramePr>
            <p:xfrm>
              <a:off x="4468" y="1117"/>
              <a:ext cx="333" cy="299"/>
            </p:xfrm>
            <a:graphic>
              <a:graphicData uri="http://schemas.openxmlformats.org/presentationml/2006/ole">
                <mc:AlternateContent xmlns:mc="http://schemas.openxmlformats.org/markup-compatibility/2006">
                  <mc:Choice xmlns:v="urn:schemas-microsoft-com:vml" Requires="v">
                    <p:oleObj r:id="rId17" imgW="254000" imgH="228600" progId="Equation.DSMT4">
                      <p:embed/>
                    </p:oleObj>
                  </mc:Choice>
                  <mc:Fallback>
                    <p:oleObj r:id="rId17" imgW="254000" imgH="228600" progId="Equation.DSMT4">
                      <p:embed/>
                      <p:pic>
                        <p:nvPicPr>
                          <p:cNvPr id="95247" name="Object 32"/>
                          <p:cNvPicPr/>
                          <p:nvPr/>
                        </p:nvPicPr>
                        <p:blipFill>
                          <a:blip r:embed="rId18"/>
                          <a:stretch>
                            <a:fillRect/>
                          </a:stretch>
                        </p:blipFill>
                        <p:spPr>
                          <a:xfrm>
                            <a:off x="4468" y="1117"/>
                            <a:ext cx="333" cy="299"/>
                          </a:xfrm>
                          <a:prstGeom prst="rect">
                            <a:avLst/>
                          </a:prstGeom>
                          <a:no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24642"/>
                                        </p:tgtEl>
                                        <p:attrNameLst>
                                          <p:attrName>style.visibility</p:attrName>
                                        </p:attrNameLst>
                                      </p:cBhvr>
                                      <p:to>
                                        <p:strVal val="visible"/>
                                      </p:to>
                                    </p:set>
                                    <p:animEffect transition="in" filter="wipe(up)">
                                      <p:cBhvr>
                                        <p:cTn id="7" dur="2000"/>
                                        <p:tgtEl>
                                          <p:spTgt spid="624642"/>
                                        </p:tgtEl>
                                      </p:cBhvr>
                                    </p:animEffect>
                                  </p:childTnLst>
                                </p:cTn>
                              </p:par>
                              <p:par>
                                <p:cTn id="8" presetID="10" presetClass="entr" presetSubtype="0" fill="hold" nodeType="withEffect">
                                  <p:stCondLst>
                                    <p:cond delay="0"/>
                                  </p:stCondLst>
                                  <p:childTnLst>
                                    <p:set>
                                      <p:cBhvr>
                                        <p:cTn id="9" dur="1" fill="hold">
                                          <p:stCondLst>
                                            <p:cond delay="0"/>
                                          </p:stCondLst>
                                        </p:cTn>
                                        <p:tgtEl>
                                          <p:spTgt spid="624680"/>
                                        </p:tgtEl>
                                        <p:attrNameLst>
                                          <p:attrName>style.visibility</p:attrName>
                                        </p:attrNameLst>
                                      </p:cBhvr>
                                      <p:to>
                                        <p:strVal val="visible"/>
                                      </p:to>
                                    </p:set>
                                    <p:animEffect transition="in" filter="fade">
                                      <p:cBhvr>
                                        <p:cTn id="10" dur="2000"/>
                                        <p:tgtEl>
                                          <p:spTgt spid="62468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95292"/>
                                        </p:tgtEl>
                                        <p:attrNameLst>
                                          <p:attrName>style.visibility</p:attrName>
                                        </p:attrNameLst>
                                      </p:cBhvr>
                                      <p:to>
                                        <p:strVal val="visible"/>
                                      </p:to>
                                    </p:set>
                                    <p:animEffect transition="in" filter="dissolve">
                                      <p:cBhvr>
                                        <p:cTn id="15" dur="500"/>
                                        <p:tgtEl>
                                          <p:spTgt spid="395292"/>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395268"/>
                                        </p:tgtEl>
                                        <p:attrNameLst>
                                          <p:attrName>style.visibility</p:attrName>
                                        </p:attrNameLst>
                                      </p:cBhvr>
                                      <p:to>
                                        <p:strVal val="visible"/>
                                      </p:to>
                                    </p:set>
                                    <p:animEffect transition="in" filter="wipe(up)">
                                      <p:cBhvr>
                                        <p:cTn id="19" dur="2000"/>
                                        <p:tgtEl>
                                          <p:spTgt spid="39526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395269"/>
                                        </p:tgtEl>
                                        <p:attrNameLst>
                                          <p:attrName>style.visibility</p:attrName>
                                        </p:attrNameLst>
                                      </p:cBhvr>
                                      <p:to>
                                        <p:strVal val="visible"/>
                                      </p:to>
                                    </p:set>
                                    <p:animEffect transition="in" filter="wipe(up)">
                                      <p:cBhvr>
                                        <p:cTn id="24" dur="2000"/>
                                        <p:tgtEl>
                                          <p:spTgt spid="395269"/>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395270"/>
                                        </p:tgtEl>
                                        <p:attrNameLst>
                                          <p:attrName>style.visibility</p:attrName>
                                        </p:attrNameLst>
                                      </p:cBhvr>
                                      <p:to>
                                        <p:strVal val="visible"/>
                                      </p:to>
                                    </p:set>
                                    <p:animEffect transition="in" filter="wipe(up)">
                                      <p:cBhvr>
                                        <p:cTn id="28" dur="2000"/>
                                        <p:tgtEl>
                                          <p:spTgt spid="395270"/>
                                        </p:tgtEl>
                                      </p:cBhvr>
                                    </p:animEffect>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395290"/>
                                        </p:tgtEl>
                                        <p:attrNameLst>
                                          <p:attrName>style.visibility</p:attrName>
                                        </p:attrNameLst>
                                      </p:cBhvr>
                                      <p:to>
                                        <p:strVal val="visible"/>
                                      </p:to>
                                    </p:set>
                                    <p:animEffect transition="in" filter="wipe(up)">
                                      <p:cBhvr>
                                        <p:cTn id="32" dur="2000"/>
                                        <p:tgtEl>
                                          <p:spTgt spid="39529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24672"/>
                                        </p:tgtEl>
                                        <p:attrNameLst>
                                          <p:attrName>style.visibility</p:attrName>
                                        </p:attrNameLst>
                                      </p:cBhvr>
                                      <p:to>
                                        <p:strVal val="visible"/>
                                      </p:to>
                                    </p:set>
                                    <p:animEffect transition="in" filter="wipe(up)">
                                      <p:cBhvr>
                                        <p:cTn id="37" dur="2000"/>
                                        <p:tgtEl>
                                          <p:spTgt spid="624672"/>
                                        </p:tgtEl>
                                      </p:cBhvr>
                                    </p:animEffect>
                                  </p:childTnLst>
                                </p:cTn>
                              </p:par>
                            </p:childTnLst>
                          </p:cTn>
                        </p:par>
                        <p:par>
                          <p:cTn id="38" fill="hold">
                            <p:stCondLst>
                              <p:cond delay="2000"/>
                            </p:stCondLst>
                            <p:childTnLst>
                              <p:par>
                                <p:cTn id="39" presetID="22" presetClass="entr" presetSubtype="1" fill="hold" nodeType="afterEffect">
                                  <p:stCondLst>
                                    <p:cond delay="0"/>
                                  </p:stCondLst>
                                  <p:childTnLst>
                                    <p:set>
                                      <p:cBhvr>
                                        <p:cTn id="40" dur="1" fill="hold">
                                          <p:stCondLst>
                                            <p:cond delay="0"/>
                                          </p:stCondLst>
                                        </p:cTn>
                                        <p:tgtEl>
                                          <p:spTgt spid="395276"/>
                                        </p:tgtEl>
                                        <p:attrNameLst>
                                          <p:attrName>style.visibility</p:attrName>
                                        </p:attrNameLst>
                                      </p:cBhvr>
                                      <p:to>
                                        <p:strVal val="visible"/>
                                      </p:to>
                                    </p:set>
                                    <p:animEffect transition="in" filter="wipe(up)">
                                      <p:cBhvr>
                                        <p:cTn id="41" dur="2000"/>
                                        <p:tgtEl>
                                          <p:spTgt spid="395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p:bldP spid="624672" grpId="0"/>
      <p:bldP spid="62464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2"/>
          <p:cNvSpPr txBox="1">
            <a:spLocks noGrp="1"/>
          </p:cNvSpPr>
          <p:nvPr/>
        </p:nvSpPr>
        <p:spPr>
          <a:xfrm>
            <a:off x="7667625" y="0"/>
            <a:ext cx="1343025" cy="33337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r" eaLnBrk="1" hangingPunct="1">
              <a:spcBef>
                <a:spcPct val="0"/>
              </a:spcBef>
              <a:buClrTx/>
              <a:buSzTx/>
              <a:buFontTx/>
              <a:buNone/>
            </a:pPr>
            <a:fld id="{9A0DB2DC-4C9A-4742-B13C-FB6460FD3503}" type="slidenum">
              <a:rPr lang="en-US" altLang="zh-CN" sz="1400" dirty="0"/>
              <a:t>88</a:t>
            </a:fld>
            <a:endParaRPr lang="en-US" altLang="zh-CN" sz="1400" dirty="0"/>
          </a:p>
        </p:txBody>
      </p:sp>
      <p:sp>
        <p:nvSpPr>
          <p:cNvPr id="535554" name="Text Box 1026"/>
          <p:cNvSpPr txBox="1"/>
          <p:nvPr/>
        </p:nvSpPr>
        <p:spPr>
          <a:xfrm>
            <a:off x="0" y="0"/>
            <a:ext cx="9001125" cy="1516063"/>
          </a:xfrm>
          <a:prstGeom prst="rect">
            <a:avLst/>
          </a:prstGeom>
          <a:solidFill>
            <a:srgbClr val="FFFFFF"/>
          </a:solid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400" b="1" dirty="0">
                <a:solidFill>
                  <a:srgbClr val="000000"/>
                </a:solidFill>
                <a:latin typeface="Times New Roman" panose="02020603050405020304" pitchFamily="18" charset="0"/>
                <a:ea typeface="幼圆" panose="02010509060101010101" pitchFamily="49" charset="-122"/>
              </a:rPr>
              <a:t>Ex:</a:t>
            </a:r>
            <a:r>
              <a:rPr lang="en-US" altLang="zh-CN" sz="2400" b="1" dirty="0">
                <a:solidFill>
                  <a:srgbClr val="0000CC"/>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rPr>
              <a:t>The parallel dual-transmission line with the conductor radius of a, and distance of D (</a:t>
            </a:r>
            <a:r>
              <a:rPr lang="en-US" altLang="zh-CN" sz="2400" i="1" dirty="0">
                <a:solidFill>
                  <a:srgbClr val="0000CC"/>
                </a:solidFill>
                <a:latin typeface="Times New Roman" panose="02020603050405020304" pitchFamily="18" charset="0"/>
              </a:rPr>
              <a:t>D</a:t>
            </a:r>
            <a:r>
              <a:rPr lang="en-US" altLang="zh-CN" sz="2400" dirty="0">
                <a:solidFill>
                  <a:srgbClr val="0000CC"/>
                </a:solidFill>
                <a:latin typeface="Times New Roman" panose="02020603050405020304" pitchFamily="18" charset="0"/>
              </a:rPr>
              <a:t> &gt;&gt; </a:t>
            </a:r>
            <a:r>
              <a:rPr lang="en-US" altLang="zh-CN" sz="2400" i="1" dirty="0">
                <a:solidFill>
                  <a:srgbClr val="0000CC"/>
                </a:solidFill>
                <a:latin typeface="Times New Roman" panose="02020603050405020304" pitchFamily="18" charset="0"/>
              </a:rPr>
              <a:t>a</a:t>
            </a:r>
            <a:r>
              <a:rPr lang="en-US" altLang="zh-CN" sz="2400" dirty="0">
                <a:solidFill>
                  <a:srgbClr val="0000CC"/>
                </a:solidFill>
                <a:latin typeface="Times New Roman" panose="02020603050405020304" pitchFamily="18" charset="0"/>
              </a:rPr>
              <a:t> </a:t>
            </a:r>
            <a:r>
              <a:rPr lang="en-US" altLang="zh-CN" sz="2400" b="1" dirty="0">
                <a:solidFill>
                  <a:srgbClr val="0000CC"/>
                </a:solidFill>
                <a:latin typeface="Times New Roman" panose="02020603050405020304" pitchFamily="18" charset="0"/>
              </a:rPr>
              <a:t>), find the capacitance per unit length of this system</a:t>
            </a:r>
          </a:p>
        </p:txBody>
      </p:sp>
      <p:graphicFrame>
        <p:nvGraphicFramePr>
          <p:cNvPr id="390153" name="Object 1122"/>
          <p:cNvGraphicFramePr>
            <a:graphicFrameLocks noChangeAspect="1"/>
          </p:cNvGraphicFramePr>
          <p:nvPr/>
        </p:nvGraphicFramePr>
        <p:xfrm>
          <a:off x="812800" y="2922588"/>
          <a:ext cx="3668713" cy="1014412"/>
        </p:xfrm>
        <a:graphic>
          <a:graphicData uri="http://schemas.openxmlformats.org/presentationml/2006/ole">
            <mc:AlternateContent xmlns:mc="http://schemas.openxmlformats.org/markup-compatibility/2006">
              <mc:Choice xmlns:v="urn:schemas-microsoft-com:vml" Requires="v">
                <p:oleObj r:id="rId2" imgW="1675765" imgH="431800" progId="Equation.DSMT4">
                  <p:embed/>
                </p:oleObj>
              </mc:Choice>
              <mc:Fallback>
                <p:oleObj r:id="rId2" imgW="1675765" imgH="431800" progId="Equation.DSMT4">
                  <p:embed/>
                  <p:pic>
                    <p:nvPicPr>
                      <p:cNvPr id="390153" name="Object 1122"/>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812800" y="2922588"/>
                        <a:ext cx="3668713" cy="1014412"/>
                      </a:xfrm>
                      <a:prstGeom prst="rect">
                        <a:avLst/>
                      </a:prstGeom>
                      <a:noFill/>
                      <a:ln w="38100">
                        <a:noFill/>
                        <a:miter/>
                      </a:ln>
                    </p:spPr>
                  </p:pic>
                </p:oleObj>
              </mc:Fallback>
            </mc:AlternateContent>
          </a:graphicData>
        </a:graphic>
      </p:graphicFrame>
      <p:sp>
        <p:nvSpPr>
          <p:cNvPr id="390154" name="Rectangle 1124"/>
          <p:cNvSpPr/>
          <p:nvPr/>
        </p:nvSpPr>
        <p:spPr>
          <a:xfrm>
            <a:off x="0" y="3789363"/>
            <a:ext cx="4319588"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defTabSz="914400" eaLnBrk="1" fontAlgn="ctr" hangingPunct="1">
              <a:spcBef>
                <a:spcPct val="0"/>
              </a:spcBef>
              <a:buClrTx/>
              <a:buSzTx/>
              <a:buFontTx/>
              <a:buNone/>
              <a:tabLst>
                <a:tab pos="266700" algn="r"/>
                <a:tab pos="2641600" algn="ctr"/>
                <a:tab pos="5283200" algn="r"/>
              </a:tabLst>
            </a:pPr>
            <a:r>
              <a:rPr lang="en-US" altLang="zh-CN" sz="2000" b="1" dirty="0">
                <a:solidFill>
                  <a:srgbClr val="0000CC"/>
                </a:solidFill>
              </a:rPr>
              <a:t>Potential difference between two conductors is:</a:t>
            </a:r>
            <a:endParaRPr lang="en-US" altLang="zh-CN" sz="2000" b="1" dirty="0">
              <a:solidFill>
                <a:srgbClr val="0000CC"/>
              </a:solidFill>
              <a:ea typeface="楷体_GB2312" pitchFamily="49" charset="-122"/>
            </a:endParaRPr>
          </a:p>
        </p:txBody>
      </p:sp>
      <p:graphicFrame>
        <p:nvGraphicFramePr>
          <p:cNvPr id="390155" name="Object 1121"/>
          <p:cNvGraphicFramePr/>
          <p:nvPr/>
        </p:nvGraphicFramePr>
        <p:xfrm>
          <a:off x="573088" y="4373563"/>
          <a:ext cx="5046662" cy="1584325"/>
        </p:xfrm>
        <a:graphic>
          <a:graphicData uri="http://schemas.openxmlformats.org/presentationml/2006/ole">
            <mc:AlternateContent xmlns:mc="http://schemas.openxmlformats.org/markup-compatibility/2006">
              <mc:Choice xmlns:v="urn:schemas-microsoft-com:vml" Requires="v">
                <p:oleObj r:id="rId4" imgW="2654300" imgH="787400" progId="Equation.DSMT4">
                  <p:embed/>
                </p:oleObj>
              </mc:Choice>
              <mc:Fallback>
                <p:oleObj r:id="rId4" imgW="2654300" imgH="787400" progId="Equation.DSMT4">
                  <p:embed/>
                  <p:pic>
                    <p:nvPicPr>
                      <p:cNvPr id="390155" name="Object 1121"/>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573088" y="4373563"/>
                        <a:ext cx="5046662" cy="1584325"/>
                      </a:xfrm>
                      <a:prstGeom prst="rect">
                        <a:avLst/>
                      </a:prstGeom>
                      <a:noFill/>
                      <a:ln w="38100">
                        <a:noFill/>
                        <a:miter/>
                      </a:ln>
                    </p:spPr>
                  </p:pic>
                </p:oleObj>
              </mc:Fallback>
            </mc:AlternateContent>
          </a:graphicData>
        </a:graphic>
      </p:graphicFrame>
      <p:sp>
        <p:nvSpPr>
          <p:cNvPr id="535654" name="Rectangle 1126"/>
          <p:cNvSpPr/>
          <p:nvPr/>
        </p:nvSpPr>
        <p:spPr>
          <a:xfrm>
            <a:off x="684213" y="5949950"/>
            <a:ext cx="2159000" cy="7016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fontAlgn="ctr" hangingPunct="1">
              <a:spcBef>
                <a:spcPct val="0"/>
              </a:spcBef>
              <a:buClrTx/>
              <a:buSzTx/>
              <a:buFontTx/>
              <a:buNone/>
            </a:pPr>
            <a:r>
              <a:rPr lang="en-US" altLang="zh-CN" sz="2000" b="1" dirty="0">
                <a:solidFill>
                  <a:srgbClr val="0000CC"/>
                </a:solidFill>
              </a:rPr>
              <a:t>the capacitance </a:t>
            </a:r>
          </a:p>
          <a:p>
            <a:pPr marL="0" lvl="0" indent="0" eaLnBrk="1" fontAlgn="ctr" hangingPunct="1">
              <a:spcBef>
                <a:spcPct val="0"/>
              </a:spcBef>
              <a:buClrTx/>
              <a:buSzTx/>
              <a:buFontTx/>
              <a:buNone/>
            </a:pPr>
            <a:r>
              <a:rPr lang="en-US" altLang="zh-CN" sz="2000" b="1" dirty="0">
                <a:solidFill>
                  <a:srgbClr val="0000CC"/>
                </a:solidFill>
              </a:rPr>
              <a:t>per unit length:</a:t>
            </a:r>
          </a:p>
        </p:txBody>
      </p:sp>
      <p:graphicFrame>
        <p:nvGraphicFramePr>
          <p:cNvPr id="390157" name="Object 1127"/>
          <p:cNvGraphicFramePr/>
          <p:nvPr/>
        </p:nvGraphicFramePr>
        <p:xfrm>
          <a:off x="2778125" y="5888038"/>
          <a:ext cx="4906963" cy="889000"/>
        </p:xfrm>
        <a:graphic>
          <a:graphicData uri="http://schemas.openxmlformats.org/presentationml/2006/ole">
            <mc:AlternateContent xmlns:mc="http://schemas.openxmlformats.org/markup-compatibility/2006">
              <mc:Choice xmlns:v="urn:schemas-microsoft-com:vml" Requires="v">
                <p:oleObj r:id="rId6" imgW="2678430" imgH="431800" progId="Equation.DSMT4">
                  <p:embed/>
                </p:oleObj>
              </mc:Choice>
              <mc:Fallback>
                <p:oleObj r:id="rId6" imgW="2678430" imgH="431800" progId="Equation.DSMT4">
                  <p:embed/>
                  <p:pic>
                    <p:nvPicPr>
                      <p:cNvPr id="390157" name="Object 1127"/>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2778125" y="5888038"/>
                        <a:ext cx="4906963" cy="889000"/>
                      </a:xfrm>
                      <a:prstGeom prst="rect">
                        <a:avLst/>
                      </a:prstGeom>
                      <a:noFill/>
                      <a:ln w="38100">
                        <a:noFill/>
                        <a:miter/>
                      </a:ln>
                    </p:spPr>
                  </p:pic>
                </p:oleObj>
              </mc:Fallback>
            </mc:AlternateContent>
          </a:graphicData>
        </a:graphic>
      </p:graphicFrame>
      <p:grpSp>
        <p:nvGrpSpPr>
          <p:cNvPr id="535664" name="Group 1136"/>
          <p:cNvGrpSpPr/>
          <p:nvPr/>
        </p:nvGrpSpPr>
        <p:grpSpPr>
          <a:xfrm>
            <a:off x="5651500" y="2709863"/>
            <a:ext cx="3311525" cy="2447925"/>
            <a:chOff x="3652" y="1298"/>
            <a:chExt cx="2086" cy="1542"/>
          </a:xfrm>
        </p:grpSpPr>
        <p:sp>
          <p:nvSpPr>
            <p:cNvPr id="96272" name="Rectangle 1080"/>
            <p:cNvSpPr/>
            <p:nvPr/>
          </p:nvSpPr>
          <p:spPr>
            <a:xfrm>
              <a:off x="3652" y="1298"/>
              <a:ext cx="2086" cy="1542"/>
            </a:xfrm>
            <a:prstGeom prst="rect">
              <a:avLst/>
            </a:prstGeom>
            <a:solidFill>
              <a:srgbClr val="CCFFFF"/>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pSp>
          <p:nvGrpSpPr>
            <p:cNvPr id="96273" name="Group 1135"/>
            <p:cNvGrpSpPr/>
            <p:nvPr/>
          </p:nvGrpSpPr>
          <p:grpSpPr>
            <a:xfrm>
              <a:off x="3741" y="1435"/>
              <a:ext cx="1920" cy="1344"/>
              <a:chOff x="3741" y="1435"/>
              <a:chExt cx="1920" cy="1344"/>
            </a:xfrm>
          </p:grpSpPr>
          <p:sp>
            <p:nvSpPr>
              <p:cNvPr id="96274" name="Oval 1082"/>
              <p:cNvSpPr/>
              <p:nvPr/>
            </p:nvSpPr>
            <p:spPr>
              <a:xfrm>
                <a:off x="3926" y="2128"/>
                <a:ext cx="212" cy="219"/>
              </a:xfrm>
              <a:prstGeom prst="ellipse">
                <a:avLst/>
              </a:prstGeom>
              <a:solidFill>
                <a:srgbClr val="F49100"/>
              </a:solidFill>
              <a:ln w="9525" cap="flat" cmpd="sng">
                <a:prstDash val="solid"/>
                <a:headEnd type="none" w="med" len="med"/>
                <a:tailEnd type="none" w="med" len="med"/>
              </a:ln>
              <a:scene3d>
                <a:camera prst="legacyPerspectiveTopRight">
                  <a:rot lat="1200000" lon="1500000" rev="0"/>
                </a:camera>
                <a:lightRig rig="legacyFlat4" dir="b"/>
              </a:scene3d>
              <a:sp3d extrusionH="2513000" prstMaterial="legacyMatte">
                <a:bevelT w="13500" h="13500" prst="angle"/>
                <a:bevelB w="13500" h="13500" prst="angle"/>
                <a:extrusionClr>
                  <a:srgbClr val="F49100"/>
                </a:extrusionClr>
              </a:sp3d>
            </p:spPr>
            <p:txBody>
              <a:bodyPr wrap="none" anchor="ctr" anchorCtr="0">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graphicFrame>
            <p:nvGraphicFramePr>
              <p:cNvPr id="96275" name="Object 1083"/>
              <p:cNvGraphicFramePr>
                <a:graphicFrameLocks noChangeAspect="1"/>
              </p:cNvGraphicFramePr>
              <p:nvPr/>
            </p:nvGraphicFramePr>
            <p:xfrm>
              <a:off x="5382" y="2213"/>
              <a:ext cx="169" cy="191"/>
            </p:xfrm>
            <a:graphic>
              <a:graphicData uri="http://schemas.openxmlformats.org/presentationml/2006/ole">
                <mc:AlternateContent xmlns:mc="http://schemas.openxmlformats.org/markup-compatibility/2006">
                  <mc:Choice xmlns:v="urn:schemas-microsoft-com:vml" Requires="v">
                    <p:oleObj r:id="rId8" imgW="5715" imgH="5715" progId="Equation.3">
                      <p:embed/>
                    </p:oleObj>
                  </mc:Choice>
                  <mc:Fallback>
                    <p:oleObj r:id="rId8" imgW="5715" imgH="5715" progId="Equation.3">
                      <p:embed/>
                      <p:pic>
                        <p:nvPicPr>
                          <p:cNvPr id="96275" name="Object 1083"/>
                          <p:cNvPicPr/>
                          <p:nvPr/>
                        </p:nvPicPr>
                        <p:blipFill>
                          <a:blip r:embed="rId9">
                            <a:clrChange>
                              <a:clrFrom>
                                <a:srgbClr val="000000"/>
                              </a:clrFrom>
                              <a:clrTo>
                                <a:srgbClr val="007A77"/>
                              </a:clrTo>
                            </a:clrChange>
                          </a:blip>
                          <a:stretch>
                            <a:fillRect/>
                          </a:stretch>
                        </p:blipFill>
                        <p:spPr>
                          <a:xfrm>
                            <a:off x="5382" y="2213"/>
                            <a:ext cx="169" cy="191"/>
                          </a:xfrm>
                          <a:prstGeom prst="rect">
                            <a:avLst/>
                          </a:prstGeom>
                          <a:noFill/>
                          <a:ln w="38100">
                            <a:noFill/>
                            <a:miter/>
                          </a:ln>
                        </p:spPr>
                      </p:pic>
                    </p:oleObj>
                  </mc:Fallback>
                </mc:AlternateContent>
              </a:graphicData>
            </a:graphic>
          </p:graphicFrame>
          <p:graphicFrame>
            <p:nvGraphicFramePr>
              <p:cNvPr id="96276" name="Object 1084"/>
              <p:cNvGraphicFramePr>
                <a:graphicFrameLocks noChangeAspect="1"/>
              </p:cNvGraphicFramePr>
              <p:nvPr/>
            </p:nvGraphicFramePr>
            <p:xfrm>
              <a:off x="4020" y="1435"/>
              <a:ext cx="177" cy="214"/>
            </p:xfrm>
            <a:graphic>
              <a:graphicData uri="http://schemas.openxmlformats.org/presentationml/2006/ole">
                <mc:AlternateContent xmlns:mc="http://schemas.openxmlformats.org/markup-compatibility/2006">
                  <mc:Choice xmlns:v="urn:schemas-microsoft-com:vml" Requires="v">
                    <p:oleObj r:id="rId10" imgW="5715" imgH="5715" progId="Equation.3">
                      <p:embed/>
                    </p:oleObj>
                  </mc:Choice>
                  <mc:Fallback>
                    <p:oleObj r:id="rId10" imgW="5715" imgH="5715" progId="Equation.3">
                      <p:embed/>
                      <p:pic>
                        <p:nvPicPr>
                          <p:cNvPr id="96276" name="Object 1084"/>
                          <p:cNvPicPr/>
                          <p:nvPr/>
                        </p:nvPicPr>
                        <p:blipFill>
                          <a:blip r:embed="rId9">
                            <a:clrChange>
                              <a:clrFrom>
                                <a:srgbClr val="000000"/>
                              </a:clrFrom>
                              <a:clrTo>
                                <a:srgbClr val="007A77"/>
                              </a:clrTo>
                            </a:clrChange>
                          </a:blip>
                          <a:stretch>
                            <a:fillRect/>
                          </a:stretch>
                        </p:blipFill>
                        <p:spPr>
                          <a:xfrm>
                            <a:off x="4020" y="1435"/>
                            <a:ext cx="177" cy="214"/>
                          </a:xfrm>
                          <a:prstGeom prst="rect">
                            <a:avLst/>
                          </a:prstGeom>
                          <a:noFill/>
                          <a:ln w="38100">
                            <a:noFill/>
                            <a:miter/>
                          </a:ln>
                        </p:spPr>
                      </p:pic>
                    </p:oleObj>
                  </mc:Fallback>
                </mc:AlternateContent>
              </a:graphicData>
            </a:graphic>
          </p:graphicFrame>
          <p:graphicFrame>
            <p:nvGraphicFramePr>
              <p:cNvPr id="96277" name="Object 1085"/>
              <p:cNvGraphicFramePr>
                <a:graphicFrameLocks noChangeAspect="1"/>
              </p:cNvGraphicFramePr>
              <p:nvPr/>
            </p:nvGraphicFramePr>
            <p:xfrm>
              <a:off x="3741" y="2478"/>
              <a:ext cx="150" cy="155"/>
            </p:xfrm>
            <a:graphic>
              <a:graphicData uri="http://schemas.openxmlformats.org/presentationml/2006/ole">
                <mc:AlternateContent xmlns:mc="http://schemas.openxmlformats.org/markup-compatibility/2006">
                  <mc:Choice xmlns:v="urn:schemas-microsoft-com:vml" Requires="v">
                    <p:oleObj r:id="rId11" imgW="5715" imgH="5715" progId="Equation.3">
                      <p:embed/>
                    </p:oleObj>
                  </mc:Choice>
                  <mc:Fallback>
                    <p:oleObj r:id="rId11" imgW="5715" imgH="5715" progId="Equation.3">
                      <p:embed/>
                      <p:pic>
                        <p:nvPicPr>
                          <p:cNvPr id="96277" name="Object 1085"/>
                          <p:cNvPicPr/>
                          <p:nvPr/>
                        </p:nvPicPr>
                        <p:blipFill>
                          <a:blip r:embed="rId12">
                            <a:clrChange>
                              <a:clrFrom>
                                <a:srgbClr val="000000"/>
                              </a:clrFrom>
                              <a:clrTo>
                                <a:srgbClr val="007A77"/>
                              </a:clrTo>
                            </a:clrChange>
                          </a:blip>
                          <a:stretch>
                            <a:fillRect/>
                          </a:stretch>
                        </p:blipFill>
                        <p:spPr>
                          <a:xfrm>
                            <a:off x="3741" y="2478"/>
                            <a:ext cx="150" cy="155"/>
                          </a:xfrm>
                          <a:prstGeom prst="rect">
                            <a:avLst/>
                          </a:prstGeom>
                          <a:noFill/>
                          <a:ln w="38100">
                            <a:noFill/>
                            <a:miter/>
                          </a:ln>
                        </p:spPr>
                      </p:pic>
                    </p:oleObj>
                  </mc:Fallback>
                </mc:AlternateContent>
              </a:graphicData>
            </a:graphic>
          </p:graphicFrame>
          <p:sp>
            <p:nvSpPr>
              <p:cNvPr id="96278" name="Line 1087"/>
              <p:cNvSpPr/>
              <p:nvPr/>
            </p:nvSpPr>
            <p:spPr>
              <a:xfrm flipV="1">
                <a:off x="4041" y="2569"/>
                <a:ext cx="765" cy="0"/>
              </a:xfrm>
              <a:prstGeom prst="line">
                <a:avLst/>
              </a:prstGeom>
              <a:ln w="15875" cap="flat" cmpd="sng">
                <a:solidFill>
                  <a:srgbClr val="FF00FF"/>
                </a:solidFill>
                <a:prstDash val="dash"/>
                <a:headEnd type="triangle" w="med" len="med"/>
                <a:tailEnd type="triangle" w="med" len="med"/>
              </a:ln>
            </p:spPr>
            <p:txBody>
              <a:bodyPr/>
              <a:lstStyle/>
              <a:p>
                <a:endParaRPr lang="zh-CN" altLang="en-US"/>
              </a:p>
            </p:txBody>
          </p:sp>
          <p:sp>
            <p:nvSpPr>
              <p:cNvPr id="96279" name="Line 1089"/>
              <p:cNvSpPr/>
              <p:nvPr/>
            </p:nvSpPr>
            <p:spPr>
              <a:xfrm>
                <a:off x="4034" y="2390"/>
                <a:ext cx="568" cy="0"/>
              </a:xfrm>
              <a:prstGeom prst="line">
                <a:avLst/>
              </a:prstGeom>
              <a:ln w="15875" cap="flat" cmpd="sng">
                <a:solidFill>
                  <a:srgbClr val="FF00FF"/>
                </a:solidFill>
                <a:prstDash val="dash"/>
                <a:headEnd type="triangle" w="med" len="med"/>
                <a:tailEnd type="triangle" w="med" len="med"/>
              </a:ln>
            </p:spPr>
            <p:txBody>
              <a:bodyPr/>
              <a:lstStyle/>
              <a:p>
                <a:endParaRPr lang="zh-CN" altLang="en-US"/>
              </a:p>
            </p:txBody>
          </p:sp>
          <p:graphicFrame>
            <p:nvGraphicFramePr>
              <p:cNvPr id="96280" name="Object 1090"/>
              <p:cNvGraphicFramePr>
                <a:graphicFrameLocks noChangeAspect="1"/>
              </p:cNvGraphicFramePr>
              <p:nvPr/>
            </p:nvGraphicFramePr>
            <p:xfrm>
              <a:off x="4295" y="2232"/>
              <a:ext cx="157" cy="176"/>
            </p:xfrm>
            <a:graphic>
              <a:graphicData uri="http://schemas.openxmlformats.org/presentationml/2006/ole">
                <mc:AlternateContent xmlns:mc="http://schemas.openxmlformats.org/markup-compatibility/2006">
                  <mc:Choice xmlns:v="urn:schemas-microsoft-com:vml" Requires="v">
                    <p:oleObj r:id="rId8" imgW="5715" imgH="5715" progId="Equation.3">
                      <p:embed/>
                    </p:oleObj>
                  </mc:Choice>
                  <mc:Fallback>
                    <p:oleObj r:id="rId8" imgW="5715" imgH="5715" progId="Equation.3">
                      <p:embed/>
                      <p:pic>
                        <p:nvPicPr>
                          <p:cNvPr id="96280" name="Object 1090"/>
                          <p:cNvPicPr/>
                          <p:nvPr/>
                        </p:nvPicPr>
                        <p:blipFill>
                          <a:blip r:embed="rId9">
                            <a:clrChange>
                              <a:clrFrom>
                                <a:srgbClr val="000000"/>
                              </a:clrFrom>
                              <a:clrTo>
                                <a:srgbClr val="007A77"/>
                              </a:clrTo>
                            </a:clrChange>
                          </a:blip>
                          <a:stretch>
                            <a:fillRect/>
                          </a:stretch>
                        </p:blipFill>
                        <p:spPr>
                          <a:xfrm>
                            <a:off x="4295" y="2232"/>
                            <a:ext cx="157" cy="176"/>
                          </a:xfrm>
                          <a:prstGeom prst="rect">
                            <a:avLst/>
                          </a:prstGeom>
                          <a:noFill/>
                          <a:ln w="38100">
                            <a:noFill/>
                            <a:miter/>
                          </a:ln>
                        </p:spPr>
                      </p:pic>
                    </p:oleObj>
                  </mc:Fallback>
                </mc:AlternateContent>
              </a:graphicData>
            </a:graphic>
          </p:graphicFrame>
          <p:graphicFrame>
            <p:nvGraphicFramePr>
              <p:cNvPr id="96281" name="Object 1091"/>
              <p:cNvGraphicFramePr>
                <a:graphicFrameLocks noChangeAspect="1"/>
              </p:cNvGraphicFramePr>
              <p:nvPr/>
            </p:nvGraphicFramePr>
            <p:xfrm>
              <a:off x="4283" y="2603"/>
              <a:ext cx="243" cy="176"/>
            </p:xfrm>
            <a:graphic>
              <a:graphicData uri="http://schemas.openxmlformats.org/presentationml/2006/ole">
                <mc:AlternateContent xmlns:mc="http://schemas.openxmlformats.org/markup-compatibility/2006">
                  <mc:Choice xmlns:v="urn:schemas-microsoft-com:vml" Requires="v">
                    <p:oleObj r:id="rId13" imgW="165100" imgH="165100" progId="Equation.DSMT4">
                      <p:embed/>
                    </p:oleObj>
                  </mc:Choice>
                  <mc:Fallback>
                    <p:oleObj r:id="rId13" imgW="165100" imgH="165100" progId="Equation.DSMT4">
                      <p:embed/>
                      <p:pic>
                        <p:nvPicPr>
                          <p:cNvPr id="96281" name="Object 1091"/>
                          <p:cNvPicPr/>
                          <p:nvPr/>
                        </p:nvPicPr>
                        <p:blipFill>
                          <a:blip r:embed="rId14">
                            <a:clrChange>
                              <a:clrFrom>
                                <a:srgbClr val="000000"/>
                              </a:clrFrom>
                              <a:clrTo>
                                <a:srgbClr val="003399"/>
                              </a:clrTo>
                            </a:clrChange>
                          </a:blip>
                          <a:stretch>
                            <a:fillRect/>
                          </a:stretch>
                        </p:blipFill>
                        <p:spPr>
                          <a:xfrm>
                            <a:off x="4283" y="2603"/>
                            <a:ext cx="243" cy="176"/>
                          </a:xfrm>
                          <a:prstGeom prst="rect">
                            <a:avLst/>
                          </a:prstGeom>
                          <a:noFill/>
                          <a:ln w="38100">
                            <a:noFill/>
                            <a:miter/>
                          </a:ln>
                        </p:spPr>
                      </p:pic>
                    </p:oleObj>
                  </mc:Fallback>
                </mc:AlternateContent>
              </a:graphicData>
            </a:graphic>
          </p:graphicFrame>
          <p:graphicFrame>
            <p:nvGraphicFramePr>
              <p:cNvPr id="96282" name="Object 1092"/>
              <p:cNvGraphicFramePr>
                <a:graphicFrameLocks noChangeAspect="1"/>
              </p:cNvGraphicFramePr>
              <p:nvPr/>
            </p:nvGraphicFramePr>
            <p:xfrm>
              <a:off x="3902" y="2346"/>
              <a:ext cx="125" cy="141"/>
            </p:xfrm>
            <a:graphic>
              <a:graphicData uri="http://schemas.openxmlformats.org/presentationml/2006/ole">
                <mc:AlternateContent xmlns:mc="http://schemas.openxmlformats.org/markup-compatibility/2006">
                  <mc:Choice xmlns:v="urn:schemas-microsoft-com:vml" Requires="v">
                    <p:oleObj r:id="rId15" imgW="5715" imgH="5715" progId="Equation.3">
                      <p:embed/>
                    </p:oleObj>
                  </mc:Choice>
                  <mc:Fallback>
                    <p:oleObj r:id="rId15" imgW="5715" imgH="5715" progId="Equation.3">
                      <p:embed/>
                      <p:pic>
                        <p:nvPicPr>
                          <p:cNvPr id="96282" name="Object 1092"/>
                          <p:cNvPicPr/>
                          <p:nvPr/>
                        </p:nvPicPr>
                        <p:blipFill>
                          <a:blip r:embed="rId9">
                            <a:clrChange>
                              <a:clrFrom>
                                <a:srgbClr val="000000"/>
                              </a:clrFrom>
                              <a:clrTo>
                                <a:srgbClr val="007A77"/>
                              </a:clrTo>
                            </a:clrChange>
                          </a:blip>
                          <a:stretch>
                            <a:fillRect/>
                          </a:stretch>
                        </p:blipFill>
                        <p:spPr>
                          <a:xfrm>
                            <a:off x="3902" y="2346"/>
                            <a:ext cx="125" cy="141"/>
                          </a:xfrm>
                          <a:prstGeom prst="rect">
                            <a:avLst/>
                          </a:prstGeom>
                          <a:noFill/>
                          <a:ln w="38100">
                            <a:noFill/>
                            <a:miter/>
                          </a:ln>
                        </p:spPr>
                      </p:pic>
                    </p:oleObj>
                  </mc:Fallback>
                </mc:AlternateContent>
              </a:graphicData>
            </a:graphic>
          </p:graphicFrame>
          <p:sp>
            <p:nvSpPr>
              <p:cNvPr id="96283" name="Oval 1093"/>
              <p:cNvSpPr/>
              <p:nvPr/>
            </p:nvSpPr>
            <p:spPr>
              <a:xfrm>
                <a:off x="4721" y="2135"/>
                <a:ext cx="212" cy="218"/>
              </a:xfrm>
              <a:prstGeom prst="ellipse">
                <a:avLst/>
              </a:prstGeom>
              <a:solidFill>
                <a:srgbClr val="EC8C00"/>
              </a:solidFill>
              <a:ln w="9525" cap="flat" cmpd="sng">
                <a:prstDash val="solid"/>
                <a:headEnd type="none" w="med" len="med"/>
                <a:tailEnd type="none" w="med" len="med"/>
              </a:ln>
              <a:scene3d>
                <a:camera prst="legacyPerspectiveTopRight">
                  <a:rot lat="1200000" lon="1500000" rev="0"/>
                </a:camera>
                <a:lightRig rig="legacyFlat4" dir="b"/>
              </a:scene3d>
              <a:sp3d extrusionH="2513000" prstMaterial="legacyMatte">
                <a:bevelT w="13500" h="13500" prst="angle"/>
                <a:bevelB w="13500" h="13500" prst="angle"/>
                <a:extrusionClr>
                  <a:srgbClr val="EC8C00"/>
                </a:extrusionClr>
              </a:sp3d>
            </p:spPr>
            <p:txBody>
              <a:bodyPr wrap="none" anchor="ctr" anchorCtr="0">
                <a:flatTx/>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6284" name="Oval 1094"/>
              <p:cNvSpPr>
                <a:spLocks noChangeAspect="1"/>
              </p:cNvSpPr>
              <p:nvPr/>
            </p:nvSpPr>
            <p:spPr>
              <a:xfrm>
                <a:off x="3921" y="2145"/>
                <a:ext cx="204" cy="210"/>
              </a:xfrm>
              <a:prstGeom prst="ellipse">
                <a:avLst/>
              </a:prstGeom>
              <a:solidFill>
                <a:srgbClr val="FFB061"/>
              </a:solidFill>
              <a:ln w="9525" cap="flat" cmpd="sng">
                <a:solidFill>
                  <a:srgbClr val="FF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6285" name="Oval 1095"/>
              <p:cNvSpPr>
                <a:spLocks noChangeAspect="1"/>
              </p:cNvSpPr>
              <p:nvPr/>
            </p:nvSpPr>
            <p:spPr>
              <a:xfrm>
                <a:off x="4717" y="2147"/>
                <a:ext cx="204" cy="211"/>
              </a:xfrm>
              <a:prstGeom prst="ellipse">
                <a:avLst/>
              </a:prstGeom>
              <a:solidFill>
                <a:srgbClr val="FFC183"/>
              </a:solidFill>
              <a:ln w="9525" cap="flat" cmpd="sng">
                <a:solidFill>
                  <a:srgbClr val="E874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FF0000"/>
                  </a:solidFill>
                  <a:latin typeface="Times New Roman" panose="02020603050405020304" pitchFamily="18" charset="0"/>
                  <a:ea typeface="幼圆" panose="02010509060101010101" pitchFamily="49" charset="-122"/>
                </a:endParaRPr>
              </a:p>
            </p:txBody>
          </p:sp>
          <p:sp>
            <p:nvSpPr>
              <p:cNvPr id="96286" name="Line 1096"/>
              <p:cNvSpPr/>
              <p:nvPr/>
            </p:nvSpPr>
            <p:spPr>
              <a:xfrm flipV="1">
                <a:off x="4028" y="1479"/>
                <a:ext cx="0" cy="765"/>
              </a:xfrm>
              <a:prstGeom prst="line">
                <a:avLst/>
              </a:prstGeom>
              <a:ln w="31750" cap="flat" cmpd="sng">
                <a:solidFill>
                  <a:srgbClr val="0000FF"/>
                </a:solidFill>
                <a:prstDash val="solid"/>
                <a:headEnd type="none" w="med" len="med"/>
                <a:tailEnd type="triangle" w="sm" len="lg"/>
              </a:ln>
            </p:spPr>
            <p:txBody>
              <a:bodyPr/>
              <a:lstStyle/>
              <a:p>
                <a:endParaRPr lang="zh-CN" altLang="en-US"/>
              </a:p>
            </p:txBody>
          </p:sp>
          <p:sp>
            <p:nvSpPr>
              <p:cNvPr id="96287" name="Line 1097"/>
              <p:cNvSpPr/>
              <p:nvPr/>
            </p:nvSpPr>
            <p:spPr>
              <a:xfrm flipV="1">
                <a:off x="4028" y="2251"/>
                <a:ext cx="1354" cy="0"/>
              </a:xfrm>
              <a:prstGeom prst="line">
                <a:avLst/>
              </a:prstGeom>
              <a:ln w="31750" cap="flat" cmpd="sng">
                <a:solidFill>
                  <a:srgbClr val="0000FF"/>
                </a:solidFill>
                <a:prstDash val="solid"/>
                <a:headEnd type="none" w="med" len="med"/>
                <a:tailEnd type="triangle" w="sm" len="lg"/>
              </a:ln>
            </p:spPr>
            <p:txBody>
              <a:bodyPr/>
              <a:lstStyle/>
              <a:p>
                <a:endParaRPr lang="zh-CN" altLang="en-US"/>
              </a:p>
            </p:txBody>
          </p:sp>
          <p:sp>
            <p:nvSpPr>
              <p:cNvPr id="96288" name="Line 1098"/>
              <p:cNvSpPr/>
              <p:nvPr/>
            </p:nvSpPr>
            <p:spPr>
              <a:xfrm flipV="1">
                <a:off x="4028" y="1551"/>
                <a:ext cx="835" cy="693"/>
              </a:xfrm>
              <a:prstGeom prst="line">
                <a:avLst/>
              </a:prstGeom>
              <a:ln w="22225" cap="flat" cmpd="sng">
                <a:solidFill>
                  <a:srgbClr val="FF0000"/>
                </a:solidFill>
                <a:prstDash val="lgDashDot"/>
                <a:headEnd type="none" w="med" len="med"/>
                <a:tailEnd type="none" w="med" len="med"/>
              </a:ln>
            </p:spPr>
            <p:txBody>
              <a:bodyPr/>
              <a:lstStyle/>
              <a:p>
                <a:endParaRPr lang="zh-CN" altLang="en-US"/>
              </a:p>
            </p:txBody>
          </p:sp>
          <p:sp>
            <p:nvSpPr>
              <p:cNvPr id="96289" name="Line 1099"/>
              <p:cNvSpPr/>
              <p:nvPr/>
            </p:nvSpPr>
            <p:spPr>
              <a:xfrm flipV="1">
                <a:off x="4827" y="1551"/>
                <a:ext cx="834" cy="693"/>
              </a:xfrm>
              <a:prstGeom prst="line">
                <a:avLst/>
              </a:prstGeom>
              <a:ln w="22225" cap="flat" cmpd="sng">
                <a:solidFill>
                  <a:srgbClr val="FF0000"/>
                </a:solidFill>
                <a:prstDash val="lgDashDot"/>
                <a:headEnd type="none" w="med" len="med"/>
                <a:tailEnd type="none" w="med" len="med"/>
              </a:ln>
            </p:spPr>
            <p:txBody>
              <a:bodyPr/>
              <a:lstStyle/>
              <a:p>
                <a:endParaRPr lang="zh-CN" altLang="en-US"/>
              </a:p>
            </p:txBody>
          </p:sp>
          <p:sp>
            <p:nvSpPr>
              <p:cNvPr id="96290" name="Line 1100"/>
              <p:cNvSpPr/>
              <p:nvPr/>
            </p:nvSpPr>
            <p:spPr>
              <a:xfrm>
                <a:off x="4815" y="2280"/>
                <a:ext cx="0" cy="425"/>
              </a:xfrm>
              <a:prstGeom prst="line">
                <a:avLst/>
              </a:prstGeom>
              <a:ln w="15875" cap="flat" cmpd="sng">
                <a:solidFill>
                  <a:srgbClr val="FF00FF"/>
                </a:solidFill>
                <a:prstDash val="dash"/>
                <a:headEnd type="none" w="med" len="med"/>
                <a:tailEnd type="none" w="med" len="med"/>
              </a:ln>
            </p:spPr>
            <p:txBody>
              <a:bodyPr/>
              <a:lstStyle/>
              <a:p>
                <a:endParaRPr lang="zh-CN" altLang="en-US"/>
              </a:p>
            </p:txBody>
          </p:sp>
          <p:sp>
            <p:nvSpPr>
              <p:cNvPr id="96291" name="Line 1101"/>
              <p:cNvSpPr/>
              <p:nvPr/>
            </p:nvSpPr>
            <p:spPr>
              <a:xfrm>
                <a:off x="4608" y="2244"/>
                <a:ext cx="0" cy="219"/>
              </a:xfrm>
              <a:prstGeom prst="line">
                <a:avLst/>
              </a:prstGeom>
              <a:ln w="15875" cap="flat" cmpd="sng">
                <a:solidFill>
                  <a:srgbClr val="FF00FF"/>
                </a:solidFill>
                <a:prstDash val="dash"/>
                <a:headEnd type="none" w="med" len="med"/>
                <a:tailEnd type="none" w="med" len="med"/>
              </a:ln>
            </p:spPr>
            <p:txBody>
              <a:bodyPr/>
              <a:lstStyle/>
              <a:p>
                <a:endParaRPr lang="zh-CN" altLang="en-US"/>
              </a:p>
            </p:txBody>
          </p:sp>
          <p:sp>
            <p:nvSpPr>
              <p:cNvPr id="96292" name="Line 1102"/>
              <p:cNvSpPr/>
              <p:nvPr/>
            </p:nvSpPr>
            <p:spPr>
              <a:xfrm>
                <a:off x="3915" y="2244"/>
                <a:ext cx="0" cy="219"/>
              </a:xfrm>
              <a:prstGeom prst="line">
                <a:avLst/>
              </a:prstGeom>
              <a:ln w="15875" cap="flat" cmpd="sng">
                <a:solidFill>
                  <a:srgbClr val="FF00FF"/>
                </a:solidFill>
                <a:prstDash val="dash"/>
                <a:headEnd type="none" w="med" len="med"/>
                <a:tailEnd type="none" w="med" len="med"/>
              </a:ln>
            </p:spPr>
            <p:txBody>
              <a:bodyPr/>
              <a:lstStyle/>
              <a:p>
                <a:endParaRPr lang="zh-CN" altLang="en-US"/>
              </a:p>
            </p:txBody>
          </p:sp>
          <p:sp>
            <p:nvSpPr>
              <p:cNvPr id="96293" name="Line 1103"/>
              <p:cNvSpPr>
                <a:spLocks noChangeAspect="1"/>
              </p:cNvSpPr>
              <p:nvPr/>
            </p:nvSpPr>
            <p:spPr>
              <a:xfrm flipH="1">
                <a:off x="3741" y="2244"/>
                <a:ext cx="287" cy="233"/>
              </a:xfrm>
              <a:prstGeom prst="line">
                <a:avLst/>
              </a:prstGeom>
              <a:ln w="31750" cap="flat" cmpd="sng">
                <a:solidFill>
                  <a:srgbClr val="0000FF"/>
                </a:solidFill>
                <a:prstDash val="solid"/>
                <a:headEnd type="none" w="med" len="med"/>
                <a:tailEnd type="triangle" w="sm" len="lg"/>
              </a:ln>
            </p:spPr>
            <p:txBody>
              <a:bodyPr/>
              <a:lstStyle/>
              <a:p>
                <a:endParaRPr lang="zh-CN" altLang="en-US"/>
              </a:p>
            </p:txBody>
          </p:sp>
          <p:sp>
            <p:nvSpPr>
              <p:cNvPr id="96294" name="Line 1130"/>
              <p:cNvSpPr/>
              <p:nvPr/>
            </p:nvSpPr>
            <p:spPr>
              <a:xfrm>
                <a:off x="4028" y="2280"/>
                <a:ext cx="0" cy="425"/>
              </a:xfrm>
              <a:prstGeom prst="line">
                <a:avLst/>
              </a:prstGeom>
              <a:ln w="15875" cap="flat" cmpd="sng">
                <a:solidFill>
                  <a:srgbClr val="FF00FF"/>
                </a:solidFill>
                <a:prstDash val="dash"/>
                <a:headEnd type="none" w="med" len="med"/>
                <a:tailEnd type="none" w="med" len="med"/>
              </a:ln>
            </p:spPr>
            <p:txBody>
              <a:bodyPr/>
              <a:lstStyle/>
              <a:p>
                <a:endParaRPr lang="zh-CN" altLang="en-US"/>
              </a:p>
            </p:txBody>
          </p:sp>
        </p:grpSp>
      </p:grpSp>
      <p:grpSp>
        <p:nvGrpSpPr>
          <p:cNvPr id="390183" name="Group 39"/>
          <p:cNvGrpSpPr/>
          <p:nvPr/>
        </p:nvGrpSpPr>
        <p:grpSpPr>
          <a:xfrm>
            <a:off x="288925" y="1484313"/>
            <a:ext cx="8604250" cy="1552575"/>
            <a:chOff x="113" y="977"/>
            <a:chExt cx="5489" cy="756"/>
          </a:xfrm>
        </p:grpSpPr>
        <p:sp>
          <p:nvSpPr>
            <p:cNvPr id="96268" name="Rectangle 29"/>
            <p:cNvSpPr/>
            <p:nvPr/>
          </p:nvSpPr>
          <p:spPr>
            <a:xfrm>
              <a:off x="113" y="977"/>
              <a:ext cx="5489" cy="756"/>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defTabSz="914400" eaLnBrk="1" fontAlgn="ctr" hangingPunct="1">
                <a:spcBef>
                  <a:spcPct val="0"/>
                </a:spcBef>
                <a:buClrTx/>
                <a:buSzTx/>
                <a:buFontTx/>
                <a:buNone/>
                <a:tabLst>
                  <a:tab pos="266700" algn="r"/>
                  <a:tab pos="2641600" algn="ctr"/>
                  <a:tab pos="5283200" algn="r"/>
                </a:tabLst>
              </a:pPr>
              <a:r>
                <a:rPr lang="en-US" altLang="zh-CN" sz="2400" b="1" dirty="0">
                  <a:solidFill>
                    <a:srgbClr val="FF0000"/>
                  </a:solidFill>
                  <a:latin typeface="Times New Roman" panose="02020603050405020304" pitchFamily="18" charset="0"/>
                  <a:ea typeface="楷体_GB2312" pitchFamily="49" charset="-122"/>
                </a:rPr>
                <a:t>Solution:</a:t>
              </a:r>
              <a:r>
                <a:rPr lang="en-US" altLang="zh-CN" sz="2400" b="1" dirty="0">
                  <a:solidFill>
                    <a:srgbClr val="000000"/>
                  </a:solidFill>
                  <a:latin typeface="Times New Roman" panose="02020603050405020304" pitchFamily="18" charset="0"/>
                  <a:ea typeface="楷体_GB2312" pitchFamily="49" charset="-122"/>
                </a:rPr>
                <a:t> assume the line charge density is          and         for two conductors, since </a:t>
              </a:r>
              <a:r>
                <a:rPr lang="en-US" altLang="zh-CN" sz="1800" i="1" dirty="0">
                  <a:solidFill>
                    <a:srgbClr val="000000"/>
                  </a:solidFill>
                  <a:latin typeface="Times New Roman" panose="02020603050405020304" pitchFamily="18" charset="0"/>
                  <a:ea typeface="楷体_GB2312" pitchFamily="49" charset="-122"/>
                </a:rPr>
                <a:t>D</a:t>
              </a:r>
              <a:r>
                <a:rPr lang="en-US" altLang="zh-CN" sz="1800" dirty="0">
                  <a:solidFill>
                    <a:srgbClr val="000000"/>
                  </a:solidFill>
                  <a:latin typeface="Times New Roman" panose="02020603050405020304" pitchFamily="18" charset="0"/>
                  <a:ea typeface="楷体_GB2312" pitchFamily="49" charset="-122"/>
                </a:rPr>
                <a:t> &gt;&gt; </a:t>
              </a:r>
              <a:r>
                <a:rPr lang="en-US" altLang="zh-CN" sz="1800" i="1" dirty="0">
                  <a:solidFill>
                    <a:srgbClr val="000000"/>
                  </a:solidFill>
                  <a:latin typeface="Times New Roman" panose="02020603050405020304" pitchFamily="18" charset="0"/>
                  <a:ea typeface="楷体_GB2312" pitchFamily="49" charset="-122"/>
                </a:rPr>
                <a:t>a</a:t>
              </a:r>
              <a:r>
                <a:rPr lang="en-US" altLang="zh-CN" sz="1800" dirty="0">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 the charge is considered to be uniformly distributed on the surface, and the electric field between two conductor is:</a:t>
              </a:r>
            </a:p>
          </p:txBody>
        </p:sp>
        <p:grpSp>
          <p:nvGrpSpPr>
            <p:cNvPr id="96269" name="Group 41"/>
            <p:cNvGrpSpPr/>
            <p:nvPr/>
          </p:nvGrpSpPr>
          <p:grpSpPr>
            <a:xfrm>
              <a:off x="3696" y="981"/>
              <a:ext cx="1105" cy="312"/>
              <a:chOff x="3696" y="1110"/>
              <a:chExt cx="1105" cy="312"/>
            </a:xfrm>
          </p:grpSpPr>
          <p:graphicFrame>
            <p:nvGraphicFramePr>
              <p:cNvPr id="96270" name="Object 42"/>
              <p:cNvGraphicFramePr>
                <a:graphicFrameLocks noChangeAspect="1"/>
              </p:cNvGraphicFramePr>
              <p:nvPr/>
            </p:nvGraphicFramePr>
            <p:xfrm>
              <a:off x="3696" y="1110"/>
              <a:ext cx="364" cy="312"/>
            </p:xfrm>
            <a:graphic>
              <a:graphicData uri="http://schemas.openxmlformats.org/presentationml/2006/ole">
                <mc:AlternateContent xmlns:mc="http://schemas.openxmlformats.org/markup-compatibility/2006">
                  <mc:Choice xmlns:v="urn:schemas-microsoft-com:vml" Requires="v">
                    <p:oleObj r:id="rId16" imgW="266700" imgH="228600" progId="Equation.DSMT4">
                      <p:embed/>
                    </p:oleObj>
                  </mc:Choice>
                  <mc:Fallback>
                    <p:oleObj r:id="rId16" imgW="266700" imgH="228600" progId="Equation.DSMT4">
                      <p:embed/>
                      <p:pic>
                        <p:nvPicPr>
                          <p:cNvPr id="96270" name="Object 42"/>
                          <p:cNvPicPr/>
                          <p:nvPr/>
                        </p:nvPicPr>
                        <p:blipFill>
                          <a:blip r:embed="rId17"/>
                          <a:stretch>
                            <a:fillRect/>
                          </a:stretch>
                        </p:blipFill>
                        <p:spPr>
                          <a:xfrm>
                            <a:off x="3696" y="1110"/>
                            <a:ext cx="364" cy="312"/>
                          </a:xfrm>
                          <a:prstGeom prst="rect">
                            <a:avLst/>
                          </a:prstGeom>
                          <a:noFill/>
                          <a:ln w="38100">
                            <a:noFill/>
                            <a:miter/>
                          </a:ln>
                        </p:spPr>
                      </p:pic>
                    </p:oleObj>
                  </mc:Fallback>
                </mc:AlternateContent>
              </a:graphicData>
            </a:graphic>
          </p:graphicFrame>
          <p:graphicFrame>
            <p:nvGraphicFramePr>
              <p:cNvPr id="96271" name="Object 43"/>
              <p:cNvGraphicFramePr>
                <a:graphicFrameLocks noChangeAspect="1"/>
              </p:cNvGraphicFramePr>
              <p:nvPr/>
            </p:nvGraphicFramePr>
            <p:xfrm>
              <a:off x="4468" y="1117"/>
              <a:ext cx="333" cy="299"/>
            </p:xfrm>
            <a:graphic>
              <a:graphicData uri="http://schemas.openxmlformats.org/presentationml/2006/ole">
                <mc:AlternateContent xmlns:mc="http://schemas.openxmlformats.org/markup-compatibility/2006">
                  <mc:Choice xmlns:v="urn:schemas-microsoft-com:vml" Requires="v">
                    <p:oleObj r:id="rId18" imgW="254000" imgH="228600" progId="Equation.DSMT4">
                      <p:embed/>
                    </p:oleObj>
                  </mc:Choice>
                  <mc:Fallback>
                    <p:oleObj r:id="rId18" imgW="254000" imgH="228600" progId="Equation.DSMT4">
                      <p:embed/>
                      <p:pic>
                        <p:nvPicPr>
                          <p:cNvPr id="96271" name="Object 43"/>
                          <p:cNvPicPr/>
                          <p:nvPr/>
                        </p:nvPicPr>
                        <p:blipFill>
                          <a:blip r:embed="rId19"/>
                          <a:stretch>
                            <a:fillRect/>
                          </a:stretch>
                        </p:blipFill>
                        <p:spPr>
                          <a:xfrm>
                            <a:off x="4468" y="1117"/>
                            <a:ext cx="333" cy="299"/>
                          </a:xfrm>
                          <a:prstGeom prst="rect">
                            <a:avLst/>
                          </a:prstGeom>
                          <a:noFill/>
                          <a:ln w="38100">
                            <a:noFill/>
                            <a:miter/>
                          </a:ln>
                        </p:spPr>
                      </p:pic>
                    </p:oleObj>
                  </mc:Fallback>
                </mc:AlternateContent>
              </a:graphicData>
            </a:graphic>
          </p:graphicFrame>
        </p:grpSp>
      </p:grpSp>
      <p:graphicFrame>
        <p:nvGraphicFramePr>
          <p:cNvPr id="96267" name="对象 1"/>
          <p:cNvGraphicFramePr>
            <a:graphicFrameLocks noChangeAspect="1"/>
          </p:cNvGraphicFramePr>
          <p:nvPr/>
        </p:nvGraphicFramePr>
        <p:xfrm>
          <a:off x="6523038" y="4429125"/>
          <a:ext cx="279400" cy="287338"/>
        </p:xfrm>
        <a:graphic>
          <a:graphicData uri="http://schemas.openxmlformats.org/presentationml/2006/ole">
            <mc:AlternateContent xmlns:mc="http://schemas.openxmlformats.org/markup-compatibility/2006">
              <mc:Choice xmlns:v="urn:schemas-microsoft-com:vml" Requires="v">
                <p:oleObj r:id="rId20" imgW="127000" imgH="139700" progId="Equation.DSMT4">
                  <p:embed/>
                </p:oleObj>
              </mc:Choice>
              <mc:Fallback>
                <p:oleObj r:id="rId20" imgW="127000" imgH="139700" progId="Equation.DSMT4">
                  <p:embed/>
                  <p:pic>
                    <p:nvPicPr>
                      <p:cNvPr id="96267" name="对象 1"/>
                      <p:cNvPicPr/>
                      <p:nvPr/>
                    </p:nvPicPr>
                    <p:blipFill>
                      <a:blip r:embed="rId21"/>
                      <a:stretch>
                        <a:fillRect/>
                      </a:stretch>
                    </p:blipFill>
                    <p:spPr>
                      <a:xfrm>
                        <a:off x="6523038" y="4429125"/>
                        <a:ext cx="279400" cy="2873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35554"/>
                                        </p:tgtEl>
                                        <p:attrNameLst>
                                          <p:attrName>style.visibility</p:attrName>
                                        </p:attrNameLst>
                                      </p:cBhvr>
                                      <p:to>
                                        <p:strVal val="visible"/>
                                      </p:to>
                                    </p:set>
                                    <p:animEffect transition="in" filter="wipe(up)">
                                      <p:cBhvr>
                                        <p:cTn id="7" dur="2000"/>
                                        <p:tgtEl>
                                          <p:spTgt spid="535554"/>
                                        </p:tgtEl>
                                      </p:cBhvr>
                                    </p:animEffect>
                                  </p:childTnLst>
                                </p:cTn>
                              </p:par>
                              <p:par>
                                <p:cTn id="8" presetID="10" presetClass="entr" presetSubtype="0" fill="hold" nodeType="withEffect">
                                  <p:stCondLst>
                                    <p:cond delay="0"/>
                                  </p:stCondLst>
                                  <p:childTnLst>
                                    <p:set>
                                      <p:cBhvr>
                                        <p:cTn id="9" dur="1" fill="hold">
                                          <p:stCondLst>
                                            <p:cond delay="0"/>
                                          </p:stCondLst>
                                        </p:cTn>
                                        <p:tgtEl>
                                          <p:spTgt spid="535664"/>
                                        </p:tgtEl>
                                        <p:attrNameLst>
                                          <p:attrName>style.visibility</p:attrName>
                                        </p:attrNameLst>
                                      </p:cBhvr>
                                      <p:to>
                                        <p:strVal val="visible"/>
                                      </p:to>
                                    </p:set>
                                    <p:animEffect transition="in" filter="fade">
                                      <p:cBhvr>
                                        <p:cTn id="10" dur="2000"/>
                                        <p:tgtEl>
                                          <p:spTgt spid="53566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90183"/>
                                        </p:tgtEl>
                                        <p:attrNameLst>
                                          <p:attrName>style.visibility</p:attrName>
                                        </p:attrNameLst>
                                      </p:cBhvr>
                                      <p:to>
                                        <p:strVal val="visible"/>
                                      </p:to>
                                    </p:set>
                                    <p:animEffect transition="in" filter="dissolve">
                                      <p:cBhvr>
                                        <p:cTn id="15" dur="500"/>
                                        <p:tgtEl>
                                          <p:spTgt spid="39018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90153"/>
                                        </p:tgtEl>
                                        <p:attrNameLst>
                                          <p:attrName>style.visibility</p:attrName>
                                        </p:attrNameLst>
                                      </p:cBhvr>
                                      <p:to>
                                        <p:strVal val="visible"/>
                                      </p:to>
                                    </p:set>
                                    <p:animEffect transition="in" filter="blinds(horizontal)">
                                      <p:cBhvr>
                                        <p:cTn id="20" dur="500"/>
                                        <p:tgtEl>
                                          <p:spTgt spid="39015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90154"/>
                                        </p:tgtEl>
                                        <p:attrNameLst>
                                          <p:attrName>style.visibility</p:attrName>
                                        </p:attrNameLst>
                                      </p:cBhvr>
                                      <p:to>
                                        <p:strVal val="visible"/>
                                      </p:to>
                                    </p:set>
                                    <p:animEffect transition="in" filter="blinds(horizontal)">
                                      <p:cBhvr>
                                        <p:cTn id="25" dur="500"/>
                                        <p:tgtEl>
                                          <p:spTgt spid="390154"/>
                                        </p:tgtEl>
                                      </p:cBhvr>
                                    </p:animEffect>
                                  </p:childTnLst>
                                </p:cTn>
                              </p:par>
                              <p:par>
                                <p:cTn id="26" presetID="3" presetClass="entr" presetSubtype="10" fill="hold" nodeType="withEffect">
                                  <p:stCondLst>
                                    <p:cond delay="0"/>
                                  </p:stCondLst>
                                  <p:childTnLst>
                                    <p:set>
                                      <p:cBhvr>
                                        <p:cTn id="27" dur="1" fill="hold">
                                          <p:stCondLst>
                                            <p:cond delay="0"/>
                                          </p:stCondLst>
                                        </p:cTn>
                                        <p:tgtEl>
                                          <p:spTgt spid="390155"/>
                                        </p:tgtEl>
                                        <p:attrNameLst>
                                          <p:attrName>style.visibility</p:attrName>
                                        </p:attrNameLst>
                                      </p:cBhvr>
                                      <p:to>
                                        <p:strVal val="visible"/>
                                      </p:to>
                                    </p:set>
                                    <p:animEffect transition="in" filter="blinds(horizontal)">
                                      <p:cBhvr>
                                        <p:cTn id="28" dur="500"/>
                                        <p:tgtEl>
                                          <p:spTgt spid="39015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535654"/>
                                        </p:tgtEl>
                                        <p:attrNameLst>
                                          <p:attrName>style.visibility</p:attrName>
                                        </p:attrNameLst>
                                      </p:cBhvr>
                                      <p:to>
                                        <p:strVal val="visible"/>
                                      </p:to>
                                    </p:set>
                                    <p:animEffect transition="in" filter="blinds(horizontal)">
                                      <p:cBhvr>
                                        <p:cTn id="33" dur="500"/>
                                        <p:tgtEl>
                                          <p:spTgt spid="535654"/>
                                        </p:tgtEl>
                                      </p:cBhvr>
                                    </p:animEffect>
                                  </p:childTnLst>
                                </p:cTn>
                              </p:par>
                              <p:par>
                                <p:cTn id="34" presetID="3" presetClass="entr" presetSubtype="10" fill="hold" nodeType="withEffect">
                                  <p:stCondLst>
                                    <p:cond delay="0"/>
                                  </p:stCondLst>
                                  <p:childTnLst>
                                    <p:set>
                                      <p:cBhvr>
                                        <p:cTn id="35" dur="1" fill="hold">
                                          <p:stCondLst>
                                            <p:cond delay="0"/>
                                          </p:stCondLst>
                                        </p:cTn>
                                        <p:tgtEl>
                                          <p:spTgt spid="390157"/>
                                        </p:tgtEl>
                                        <p:attrNameLst>
                                          <p:attrName>style.visibility</p:attrName>
                                        </p:attrNameLst>
                                      </p:cBhvr>
                                      <p:to>
                                        <p:strVal val="visible"/>
                                      </p:to>
                                    </p:set>
                                    <p:animEffect transition="in" filter="blinds(horizontal)">
                                      <p:cBhvr>
                                        <p:cTn id="36" dur="500"/>
                                        <p:tgtEl>
                                          <p:spTgt spid="390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4" grpId="0" animBg="1"/>
      <p:bldP spid="390154" grpId="0"/>
      <p:bldP spid="53565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5A8A5E14-E58F-AFAB-DB5C-2F654EB31E29}"/>
              </a:ext>
            </a:extLst>
          </p:cNvPr>
          <p:cNvGraphicFramePr/>
          <p:nvPr>
            <p:extLst>
              <p:ext uri="{D42A27DB-BD31-4B8C-83A1-F6EECF244321}">
                <p14:modId xmlns:p14="http://schemas.microsoft.com/office/powerpoint/2010/main" val="962499262"/>
              </p:ext>
            </p:extLst>
          </p:nvPr>
        </p:nvGraphicFramePr>
        <p:xfrm>
          <a:off x="1331640" y="2060848"/>
          <a:ext cx="2917190" cy="1883410"/>
        </p:xfrm>
        <a:graphic>
          <a:graphicData uri="http://schemas.openxmlformats.org/presentationml/2006/ole">
            <mc:AlternateContent xmlns:mc="http://schemas.openxmlformats.org/markup-compatibility/2006">
              <mc:Choice xmlns:v="urn:schemas-microsoft-com:vml" Requires="v">
                <p:oleObj r:id="rId2" imgW="636905" imgH="440055" progId="Visio.Drawing.11">
                  <p:embed/>
                </p:oleObj>
              </mc:Choice>
              <mc:Fallback>
                <p:oleObj r:id="rId2" imgW="636905" imgH="440055" progId="Visio.Drawing.11">
                  <p:embed/>
                  <p:pic>
                    <p:nvPicPr>
                      <p:cNvPr id="2" name="对象 1">
                        <a:extLst>
                          <a:ext uri="{FF2B5EF4-FFF2-40B4-BE49-F238E27FC236}">
                            <a16:creationId xmlns:a16="http://schemas.microsoft.com/office/drawing/2014/main" id="{5A8A5E14-E58F-AFAB-DB5C-2F654EB31E29}"/>
                          </a:ext>
                        </a:extLst>
                      </p:cNvPr>
                      <p:cNvPicPr/>
                      <p:nvPr/>
                    </p:nvPicPr>
                    <p:blipFill>
                      <a:blip r:embed="rId3"/>
                      <a:stretch>
                        <a:fillRect/>
                      </a:stretch>
                    </p:blipFill>
                    <p:spPr>
                      <a:xfrm>
                        <a:off x="1331640" y="2060848"/>
                        <a:ext cx="2917190" cy="188341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9187D1AD-6E5B-1BCA-C853-0B569321AF1D}"/>
              </a:ext>
            </a:extLst>
          </p:cNvPr>
          <p:cNvGraphicFramePr/>
          <p:nvPr>
            <p:extLst>
              <p:ext uri="{D42A27DB-BD31-4B8C-83A1-F6EECF244321}">
                <p14:modId xmlns:p14="http://schemas.microsoft.com/office/powerpoint/2010/main" val="3909349066"/>
              </p:ext>
            </p:extLst>
          </p:nvPr>
        </p:nvGraphicFramePr>
        <p:xfrm>
          <a:off x="4939710" y="2137048"/>
          <a:ext cx="3033395" cy="1807210"/>
        </p:xfrm>
        <a:graphic>
          <a:graphicData uri="http://schemas.openxmlformats.org/presentationml/2006/ole">
            <mc:AlternateContent xmlns:mc="http://schemas.openxmlformats.org/markup-compatibility/2006">
              <mc:Choice xmlns:v="urn:schemas-microsoft-com:vml" Requires="v">
                <p:oleObj r:id="rId4" imgW="636905" imgH="440055" progId="Visio.Drawing.11">
                  <p:embed/>
                </p:oleObj>
              </mc:Choice>
              <mc:Fallback>
                <p:oleObj r:id="rId4" imgW="636905" imgH="440055" progId="Visio.Drawing.11">
                  <p:embed/>
                  <p:pic>
                    <p:nvPicPr>
                      <p:cNvPr id="3" name="对象 2">
                        <a:extLst>
                          <a:ext uri="{FF2B5EF4-FFF2-40B4-BE49-F238E27FC236}">
                            <a16:creationId xmlns:a16="http://schemas.microsoft.com/office/drawing/2014/main" id="{9187D1AD-6E5B-1BCA-C853-0B569321AF1D}"/>
                          </a:ext>
                        </a:extLst>
                      </p:cNvPr>
                      <p:cNvPicPr/>
                      <p:nvPr/>
                    </p:nvPicPr>
                    <p:blipFill>
                      <a:blip r:embed="rId5"/>
                      <a:stretch>
                        <a:fillRect/>
                      </a:stretch>
                    </p:blipFill>
                    <p:spPr>
                      <a:xfrm>
                        <a:off x="4939710" y="2137048"/>
                        <a:ext cx="3033395" cy="1807210"/>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1990D8B2-23D1-01D0-D0BD-1C3E3ECDC247}"/>
              </a:ext>
            </a:extLst>
          </p:cNvPr>
          <p:cNvSpPr txBox="1"/>
          <p:nvPr/>
        </p:nvSpPr>
        <p:spPr>
          <a:xfrm>
            <a:off x="467544" y="980728"/>
            <a:ext cx="7848872" cy="830997"/>
          </a:xfrm>
          <a:prstGeom prst="rect">
            <a:avLst/>
          </a:prstGeom>
          <a:noFill/>
        </p:spPr>
        <p:txBody>
          <a:bodyPr wrap="square" rtlCol="0">
            <a:spAutoFit/>
          </a:bodyPr>
          <a:lstStyle/>
          <a:p>
            <a:r>
              <a:rPr lang="en-US" altLang="zh-CN" sz="2400" b="1" dirty="0"/>
              <a:t>Discussion</a:t>
            </a:r>
            <a:r>
              <a:rPr lang="zh-CN" altLang="en-US" sz="2400" b="1" dirty="0"/>
              <a:t>：</a:t>
            </a:r>
            <a:r>
              <a:rPr lang="en-US" altLang="zh-CN" sz="2400" b="1" dirty="0"/>
              <a:t>draw the equal circuit (connection of capacitors) of the following structures</a:t>
            </a:r>
            <a:endParaRPr lang="zh-CN" altLang="en-US" sz="2400" b="1" dirty="0"/>
          </a:p>
        </p:txBody>
      </p:sp>
      <p:graphicFrame>
        <p:nvGraphicFramePr>
          <p:cNvPr id="5" name="对象 4">
            <a:extLst>
              <a:ext uri="{FF2B5EF4-FFF2-40B4-BE49-F238E27FC236}">
                <a16:creationId xmlns:a16="http://schemas.microsoft.com/office/drawing/2014/main" id="{2DAD430D-F09E-9E0D-C02B-B8FA3405A123}"/>
              </a:ext>
            </a:extLst>
          </p:cNvPr>
          <p:cNvGraphicFramePr/>
          <p:nvPr>
            <p:extLst>
              <p:ext uri="{D42A27DB-BD31-4B8C-83A1-F6EECF244321}">
                <p14:modId xmlns:p14="http://schemas.microsoft.com/office/powerpoint/2010/main" val="2837381632"/>
              </p:ext>
            </p:extLst>
          </p:nvPr>
        </p:nvGraphicFramePr>
        <p:xfrm>
          <a:off x="1403648" y="4558377"/>
          <a:ext cx="2493645" cy="1318895"/>
        </p:xfrm>
        <a:graphic>
          <a:graphicData uri="http://schemas.openxmlformats.org/presentationml/2006/ole">
            <mc:AlternateContent xmlns:mc="http://schemas.openxmlformats.org/markup-compatibility/2006">
              <mc:Choice xmlns:v="urn:schemas-microsoft-com:vml" Requires="v">
                <p:oleObj r:id="rId6" imgW="769620" imgH="329565" progId="Visio.Drawing.11">
                  <p:embed/>
                </p:oleObj>
              </mc:Choice>
              <mc:Fallback>
                <p:oleObj r:id="rId6" imgW="769620" imgH="329565" progId="Visio.Drawing.11">
                  <p:embed/>
                  <p:pic>
                    <p:nvPicPr>
                      <p:cNvPr id="5" name="对象 4">
                        <a:extLst>
                          <a:ext uri="{FF2B5EF4-FFF2-40B4-BE49-F238E27FC236}">
                            <a16:creationId xmlns:a16="http://schemas.microsoft.com/office/drawing/2014/main" id="{2DAD430D-F09E-9E0D-C02B-B8FA3405A123}"/>
                          </a:ext>
                        </a:extLst>
                      </p:cNvPr>
                      <p:cNvPicPr/>
                      <p:nvPr/>
                    </p:nvPicPr>
                    <p:blipFill>
                      <a:blip r:embed="rId7"/>
                      <a:stretch>
                        <a:fillRect/>
                      </a:stretch>
                    </p:blipFill>
                    <p:spPr>
                      <a:xfrm>
                        <a:off x="1403648" y="4558377"/>
                        <a:ext cx="2493645" cy="131889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8E89277-DB12-45E5-890A-192AC2DE8C99}"/>
              </a:ext>
            </a:extLst>
          </p:cNvPr>
          <p:cNvGraphicFramePr/>
          <p:nvPr>
            <p:extLst>
              <p:ext uri="{D42A27DB-BD31-4B8C-83A1-F6EECF244321}">
                <p14:modId xmlns:p14="http://schemas.microsoft.com/office/powerpoint/2010/main" val="4412398"/>
              </p:ext>
            </p:extLst>
          </p:nvPr>
        </p:nvGraphicFramePr>
        <p:xfrm>
          <a:off x="5320328" y="4897467"/>
          <a:ext cx="2303145" cy="641350"/>
        </p:xfrm>
        <a:graphic>
          <a:graphicData uri="http://schemas.openxmlformats.org/presentationml/2006/ole">
            <mc:AlternateContent xmlns:mc="http://schemas.openxmlformats.org/markup-compatibility/2006">
              <mc:Choice xmlns:v="urn:schemas-microsoft-com:vml" Requires="v">
                <p:oleObj r:id="rId8" imgW="532130" imgH="133350" progId="Visio.Drawing.11">
                  <p:embed/>
                </p:oleObj>
              </mc:Choice>
              <mc:Fallback>
                <p:oleObj r:id="rId8" imgW="532130" imgH="133350" progId="Visio.Drawing.11">
                  <p:embed/>
                  <p:pic>
                    <p:nvPicPr>
                      <p:cNvPr id="6" name="对象 5">
                        <a:extLst>
                          <a:ext uri="{FF2B5EF4-FFF2-40B4-BE49-F238E27FC236}">
                            <a16:creationId xmlns:a16="http://schemas.microsoft.com/office/drawing/2014/main" id="{38E89277-DB12-45E5-890A-192AC2DE8C99}"/>
                          </a:ext>
                        </a:extLst>
                      </p:cNvPr>
                      <p:cNvPicPr/>
                      <p:nvPr/>
                    </p:nvPicPr>
                    <p:blipFill>
                      <a:blip r:embed="rId9"/>
                      <a:stretch>
                        <a:fillRect/>
                      </a:stretch>
                    </p:blipFill>
                    <p:spPr>
                      <a:xfrm>
                        <a:off x="5320328" y="4897467"/>
                        <a:ext cx="2303145" cy="641350"/>
                      </a:xfrm>
                      <a:prstGeom prst="rect">
                        <a:avLst/>
                      </a:prstGeom>
                    </p:spPr>
                  </p:pic>
                </p:oleObj>
              </mc:Fallback>
            </mc:AlternateContent>
          </a:graphicData>
        </a:graphic>
      </p:graphicFrame>
    </p:spTree>
    <p:extLst>
      <p:ext uri="{BB962C8B-B14F-4D97-AF65-F5344CB8AC3E}">
        <p14:creationId xmlns:p14="http://schemas.microsoft.com/office/powerpoint/2010/main" val="152643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Rot="1"/>
          </p:cNvSpPr>
          <p:nvPr>
            <p:ph idx="1" hasCustomPrompt="1"/>
          </p:nvPr>
        </p:nvSpPr>
        <p:spPr>
          <a:xfrm>
            <a:off x="323850" y="1125538"/>
            <a:ext cx="8353425" cy="4968875"/>
          </a:xfrm>
        </p:spPr>
        <p:txBody>
          <a:bodyPr vert="horz" wrap="square" lIns="91440" tIns="45720" rIns="91440" bIns="45720" anchor="t" anchorCtr="0"/>
          <a:lstStyle/>
          <a:p>
            <a:pPr eaLnBrk="1" hangingPunct="1">
              <a:lnSpc>
                <a:spcPct val="90000"/>
              </a:lnSpc>
            </a:pPr>
            <a:r>
              <a:rPr lang="en-US" altLang="zh-CN" sz="2400" b="1" dirty="0">
                <a:solidFill>
                  <a:srgbClr val="000000"/>
                </a:solidFill>
              </a:rPr>
              <a:t>Under the influence of electrostatic fields, a</a:t>
            </a:r>
            <a:r>
              <a:rPr lang="en-US" altLang="zh-CN" sz="2400" b="1" dirty="0">
                <a:solidFill>
                  <a:srgbClr val="0000FF"/>
                </a:solidFill>
              </a:rPr>
              <a:t> </a:t>
            </a:r>
            <a:r>
              <a:rPr lang="en-US" altLang="zh-CN" sz="2400" b="1" dirty="0">
                <a:solidFill>
                  <a:srgbClr val="FF0000"/>
                </a:solidFill>
              </a:rPr>
              <a:t>positively</a:t>
            </a:r>
            <a:r>
              <a:rPr lang="en-US" altLang="zh-CN" sz="2400" b="1" dirty="0">
                <a:solidFill>
                  <a:srgbClr val="0000FF"/>
                </a:solidFill>
              </a:rPr>
              <a:t> </a:t>
            </a:r>
            <a:r>
              <a:rPr lang="en-US" altLang="zh-CN" sz="2400" b="1" dirty="0">
                <a:solidFill>
                  <a:srgbClr val="000000"/>
                </a:solidFill>
              </a:rPr>
              <a:t>charged body will be</a:t>
            </a:r>
            <a:r>
              <a:rPr lang="en-US" altLang="zh-CN" sz="2400" b="1" dirty="0">
                <a:solidFill>
                  <a:srgbClr val="0000FF"/>
                </a:solidFill>
              </a:rPr>
              <a:t> </a:t>
            </a:r>
            <a:r>
              <a:rPr lang="en-US" altLang="zh-CN" sz="2400" b="1" dirty="0">
                <a:solidFill>
                  <a:srgbClr val="FF0000"/>
                </a:solidFill>
              </a:rPr>
              <a:t>moved</a:t>
            </a:r>
            <a:r>
              <a:rPr lang="en-US" altLang="zh-CN" sz="2400" b="1" dirty="0">
                <a:solidFill>
                  <a:srgbClr val="0000FF"/>
                </a:solidFill>
              </a:rPr>
              <a:t> </a:t>
            </a:r>
            <a:r>
              <a:rPr lang="en-US" altLang="zh-CN" sz="2400" b="1" dirty="0">
                <a:solidFill>
                  <a:srgbClr val="000000"/>
                </a:solidFill>
              </a:rPr>
              <a:t>along the direction of the electric field. In this case, work is being done by the</a:t>
            </a:r>
            <a:r>
              <a:rPr lang="en-US" altLang="zh-CN" sz="2400" b="1" dirty="0">
                <a:solidFill>
                  <a:srgbClr val="0000FF"/>
                </a:solidFill>
              </a:rPr>
              <a:t> </a:t>
            </a:r>
            <a:r>
              <a:rPr lang="en-US" altLang="zh-CN" sz="2400" b="1" dirty="0">
                <a:solidFill>
                  <a:srgbClr val="FF0000"/>
                </a:solidFill>
              </a:rPr>
              <a:t>field</a:t>
            </a:r>
            <a:r>
              <a:rPr lang="en-US" altLang="zh-CN" sz="2400" b="1" dirty="0">
                <a:solidFill>
                  <a:srgbClr val="000000"/>
                </a:solidFill>
              </a:rPr>
              <a:t>. </a:t>
            </a:r>
          </a:p>
          <a:p>
            <a:pPr eaLnBrk="1" hangingPunct="1">
              <a:lnSpc>
                <a:spcPct val="90000"/>
              </a:lnSpc>
            </a:pPr>
            <a:r>
              <a:rPr lang="en-US" altLang="zh-CN" sz="2400" b="1" dirty="0">
                <a:solidFill>
                  <a:srgbClr val="0000CC"/>
                </a:solidFill>
              </a:rPr>
              <a:t>In order to do this work the electrostatic field must lose energy, implying that the electrostatic field has stored energy.</a:t>
            </a:r>
            <a:endParaRPr lang="en-US" altLang="zh-CN" sz="800" b="1" dirty="0">
              <a:solidFill>
                <a:srgbClr val="0000CC"/>
              </a:solidFill>
            </a:endParaRPr>
          </a:p>
          <a:p>
            <a:pPr eaLnBrk="1" hangingPunct="1">
              <a:lnSpc>
                <a:spcPct val="90000"/>
              </a:lnSpc>
            </a:pPr>
            <a:r>
              <a:rPr lang="en-US" altLang="zh-CN" sz="2400" b="1" dirty="0">
                <a:solidFill>
                  <a:srgbClr val="000000"/>
                </a:solidFill>
              </a:rPr>
              <a:t>If the charged body is moved</a:t>
            </a:r>
            <a:r>
              <a:rPr lang="en-US" altLang="zh-CN" sz="2400" b="1" dirty="0">
                <a:solidFill>
                  <a:srgbClr val="FF0000"/>
                </a:solidFill>
              </a:rPr>
              <a:t> into</a:t>
            </a:r>
            <a:r>
              <a:rPr lang="en-US" altLang="zh-CN" sz="2400" b="1" dirty="0">
                <a:solidFill>
                  <a:srgbClr val="0000FF"/>
                </a:solidFill>
              </a:rPr>
              <a:t> </a:t>
            </a:r>
            <a:r>
              <a:rPr lang="en-US" altLang="zh-CN" sz="2400" b="1" dirty="0">
                <a:solidFill>
                  <a:srgbClr val="000000"/>
                </a:solidFill>
              </a:rPr>
              <a:t>the electrostatic field</a:t>
            </a:r>
            <a:r>
              <a:rPr lang="en-US" altLang="zh-CN" sz="2400" b="1" dirty="0">
                <a:solidFill>
                  <a:srgbClr val="0000FF"/>
                </a:solidFill>
              </a:rPr>
              <a:t> </a:t>
            </a:r>
            <a:r>
              <a:rPr lang="en-US" altLang="zh-CN" sz="2400" b="1" dirty="0">
                <a:solidFill>
                  <a:srgbClr val="FF0000"/>
                </a:solidFill>
              </a:rPr>
              <a:t>from</a:t>
            </a:r>
            <a:r>
              <a:rPr lang="en-US" altLang="zh-CN" sz="2400" b="1" dirty="0">
                <a:solidFill>
                  <a:srgbClr val="0000FF"/>
                </a:solidFill>
              </a:rPr>
              <a:t> </a:t>
            </a:r>
            <a:r>
              <a:rPr lang="en-US" altLang="zh-CN" sz="2400" b="1" dirty="0">
                <a:solidFill>
                  <a:srgbClr val="FF0000"/>
                </a:solidFill>
              </a:rPr>
              <a:t>infinity </a:t>
            </a:r>
            <a:r>
              <a:rPr lang="en-US" altLang="zh-CN" sz="2400" b="1" dirty="0">
                <a:solidFill>
                  <a:srgbClr val="000000"/>
                </a:solidFill>
              </a:rPr>
              <a:t>by an applied force, work is being done</a:t>
            </a:r>
            <a:r>
              <a:rPr lang="en-US" altLang="zh-CN" sz="2400" b="1" dirty="0">
                <a:solidFill>
                  <a:srgbClr val="0000FF"/>
                </a:solidFill>
              </a:rPr>
              <a:t> </a:t>
            </a:r>
            <a:r>
              <a:rPr lang="en-US" altLang="zh-CN" sz="2400" b="1" dirty="0">
                <a:solidFill>
                  <a:srgbClr val="FF0000"/>
                </a:solidFill>
              </a:rPr>
              <a:t>against</a:t>
            </a:r>
            <a:r>
              <a:rPr lang="en-US" altLang="zh-CN" sz="2400" b="1" dirty="0">
                <a:solidFill>
                  <a:srgbClr val="0000FF"/>
                </a:solidFill>
              </a:rPr>
              <a:t> </a:t>
            </a:r>
            <a:r>
              <a:rPr lang="en-US" altLang="zh-CN" sz="2400" b="1" dirty="0">
                <a:solidFill>
                  <a:srgbClr val="000000"/>
                </a:solidFill>
              </a:rPr>
              <a:t>the electric force. </a:t>
            </a:r>
          </a:p>
          <a:p>
            <a:pPr eaLnBrk="1" hangingPunct="1">
              <a:lnSpc>
                <a:spcPct val="90000"/>
              </a:lnSpc>
            </a:pPr>
            <a:r>
              <a:rPr lang="en-US" altLang="zh-CN" sz="2400" b="1" dirty="0">
                <a:solidFill>
                  <a:srgbClr val="0000CC"/>
                </a:solidFill>
              </a:rPr>
              <a:t>This work will become part of the energy</a:t>
            </a:r>
            <a:r>
              <a:rPr lang="en-US" altLang="zh-CN" sz="2400" b="1" dirty="0">
                <a:solidFill>
                  <a:srgbClr val="0000FF"/>
                </a:solidFill>
              </a:rPr>
              <a:t> </a:t>
            </a:r>
            <a:r>
              <a:rPr lang="en-US" altLang="zh-CN" sz="2400" b="1" dirty="0">
                <a:solidFill>
                  <a:srgbClr val="FF0000"/>
                </a:solidFill>
              </a:rPr>
              <a:t>stored</a:t>
            </a:r>
            <a:r>
              <a:rPr lang="en-US" altLang="zh-CN" sz="2400" b="1" dirty="0">
                <a:solidFill>
                  <a:srgbClr val="0000FF"/>
                </a:solidFill>
              </a:rPr>
              <a:t> </a:t>
            </a:r>
            <a:r>
              <a:rPr lang="en-US" altLang="zh-CN" sz="2400" b="1" dirty="0">
                <a:solidFill>
                  <a:srgbClr val="0000CC"/>
                </a:solidFill>
              </a:rPr>
              <a:t>in the field, and the total energy of the electrostatic field will be</a:t>
            </a:r>
            <a:r>
              <a:rPr lang="en-US" altLang="zh-CN" sz="2400" b="1" dirty="0">
                <a:solidFill>
                  <a:srgbClr val="0000FF"/>
                </a:solidFill>
              </a:rPr>
              <a:t> </a:t>
            </a:r>
            <a:r>
              <a:rPr lang="en-US" altLang="zh-CN" sz="2400" b="1" dirty="0">
                <a:solidFill>
                  <a:srgbClr val="FF0000"/>
                </a:solidFill>
              </a:rPr>
              <a:t>increased</a:t>
            </a:r>
            <a:r>
              <a:rPr lang="en-US" altLang="zh-CN" sz="2400" b="1" dirty="0">
                <a:solidFill>
                  <a:srgbClr val="0000FF"/>
                </a:solidFill>
              </a:rPr>
              <a:t>.</a:t>
            </a:r>
            <a:endParaRPr lang="en-US" altLang="zh-CN" sz="800" b="1" dirty="0">
              <a:solidFill>
                <a:srgbClr val="0000FF"/>
              </a:solidFill>
            </a:endParaRPr>
          </a:p>
        </p:txBody>
      </p:sp>
      <p:sp>
        <p:nvSpPr>
          <p:cNvPr id="400387" name="Rectangle 3"/>
          <p:cNvSpPr>
            <a:spLocks noChangeArrowheads="1"/>
          </p:cNvSpPr>
          <p:nvPr/>
        </p:nvSpPr>
        <p:spPr bwMode="auto">
          <a:xfrm>
            <a:off x="323850" y="333375"/>
            <a:ext cx="8355013" cy="647700"/>
          </a:xfrm>
          <a:prstGeom prst="rect">
            <a:avLst/>
          </a:prstGeom>
          <a:noFill/>
          <a:ln>
            <a:noFill/>
          </a:ln>
          <a:effec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Arial" panose="020B0604020202020204" pitchFamily="34" charset="0"/>
                <a:ea typeface="幼圆" panose="02010509060101010101" pitchFamily="49" charset="-122"/>
                <a:cs typeface="+mn-cs"/>
              </a:rPr>
              <a:t>3.11 Electrostatic Energy</a:t>
            </a:r>
            <a:endParaRPr kumimoji="0" lang="en-US" altLang="zh-CN" sz="3600" b="1"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55942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graphicFrame>
        <p:nvGraphicFramePr>
          <p:cNvPr id="401411" name="Object 3"/>
          <p:cNvGraphicFramePr>
            <a:graphicFrameLocks noGrp="1" noChangeAspect="1"/>
          </p:cNvGraphicFramePr>
          <p:nvPr>
            <p:ph sz="half" idx="2" hasCustomPrompt="1"/>
          </p:nvPr>
        </p:nvGraphicFramePr>
        <p:xfrm>
          <a:off x="3073083" y="5516880"/>
          <a:ext cx="3025775" cy="960438"/>
        </p:xfrm>
        <a:graphic>
          <a:graphicData uri="http://schemas.openxmlformats.org/presentationml/2006/ole">
            <mc:AlternateContent xmlns:mc="http://schemas.openxmlformats.org/markup-compatibility/2006">
              <mc:Choice xmlns:v="urn:schemas-microsoft-com:vml" Requires="v">
                <p:oleObj r:id="rId3" imgW="1040765" imgH="330200" progId="Equation.3">
                  <p:embed/>
                </p:oleObj>
              </mc:Choice>
              <mc:Fallback>
                <p:oleObj r:id="rId3" imgW="1040765" imgH="330200" progId="Equation.3">
                  <p:embed/>
                  <p:pic>
                    <p:nvPicPr>
                      <p:cNvPr id="401411" name="Object 3"/>
                      <p:cNvPicPr/>
                      <p:nvPr/>
                    </p:nvPicPr>
                    <p:blipFill>
                      <a:blip r:embed="rId4"/>
                      <a:srcRect/>
                      <a:stretch>
                        <a:fillRect/>
                      </a:stretch>
                    </p:blipFill>
                    <p:spPr>
                      <a:xfrm>
                        <a:off x="3073083" y="5516880"/>
                        <a:ext cx="3025775" cy="96043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0386">
                                            <p:txEl>
                                              <p:pRg st="0" end="0"/>
                                            </p:txEl>
                                          </p:spTgt>
                                        </p:tgtEl>
                                        <p:attrNameLst>
                                          <p:attrName>style.visibility</p:attrName>
                                        </p:attrNameLst>
                                      </p:cBhvr>
                                      <p:to>
                                        <p:strVal val="visible"/>
                                      </p:to>
                                    </p:set>
                                    <p:animEffect transition="in" filter="blinds(horizontal)">
                                      <p:cBhvr>
                                        <p:cTn id="7" dur="500"/>
                                        <p:tgtEl>
                                          <p:spTgt spid="400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0386">
                                            <p:txEl>
                                              <p:pRg st="1" end="1"/>
                                            </p:txEl>
                                          </p:spTgt>
                                        </p:tgtEl>
                                        <p:attrNameLst>
                                          <p:attrName>style.visibility</p:attrName>
                                        </p:attrNameLst>
                                      </p:cBhvr>
                                      <p:to>
                                        <p:strVal val="visible"/>
                                      </p:to>
                                    </p:set>
                                    <p:animEffect transition="in" filter="blinds(horizontal)">
                                      <p:cBhvr>
                                        <p:cTn id="12" dur="500"/>
                                        <p:tgtEl>
                                          <p:spTgt spid="400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0386">
                                            <p:txEl>
                                              <p:pRg st="2" end="2"/>
                                            </p:txEl>
                                          </p:spTgt>
                                        </p:tgtEl>
                                        <p:attrNameLst>
                                          <p:attrName>style.visibility</p:attrName>
                                        </p:attrNameLst>
                                      </p:cBhvr>
                                      <p:to>
                                        <p:strVal val="visible"/>
                                      </p:to>
                                    </p:set>
                                    <p:animEffect transition="in" filter="blinds(horizontal)">
                                      <p:cBhvr>
                                        <p:cTn id="17" dur="500"/>
                                        <p:tgtEl>
                                          <p:spTgt spid="400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0386">
                                            <p:txEl>
                                              <p:pRg st="3" end="3"/>
                                            </p:txEl>
                                          </p:spTgt>
                                        </p:tgtEl>
                                        <p:attrNameLst>
                                          <p:attrName>style.visibility</p:attrName>
                                        </p:attrNameLst>
                                      </p:cBhvr>
                                      <p:to>
                                        <p:strVal val="visible"/>
                                      </p:to>
                                    </p:set>
                                    <p:animEffect transition="in" filter="blinds(horizontal)">
                                      <p:cBhvr>
                                        <p:cTn id="22" dur="500"/>
                                        <p:tgtEl>
                                          <p:spTgt spid="400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01411"/>
                                        </p:tgtEl>
                                        <p:attrNameLst>
                                          <p:attrName>style.visibility</p:attrName>
                                        </p:attrNameLst>
                                      </p:cBhvr>
                                      <p:to>
                                        <p:strVal val="visible"/>
                                      </p:to>
                                    </p:set>
                                    <p:anim calcmode="lin" valueType="num">
                                      <p:cBhvr additive="base">
                                        <p:cTn id="27" dur="500" fill="hold"/>
                                        <p:tgtEl>
                                          <p:spTgt spid="401411"/>
                                        </p:tgtEl>
                                        <p:attrNameLst>
                                          <p:attrName>ppt_x</p:attrName>
                                        </p:attrNameLst>
                                      </p:cBhvr>
                                      <p:tavLst>
                                        <p:tav tm="0">
                                          <p:val>
                                            <p:strVal val="#ppt_x"/>
                                          </p:val>
                                        </p:tav>
                                        <p:tav tm="100000">
                                          <p:val>
                                            <p:strVal val="#ppt_x"/>
                                          </p:val>
                                        </p:tav>
                                      </p:tavLst>
                                    </p:anim>
                                    <p:anim calcmode="lin" valueType="num">
                                      <p:cBhvr additive="base">
                                        <p:cTn id="28" dur="500" fill="hold"/>
                                        <p:tgtEl>
                                          <p:spTgt spid="401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6"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Rot="1"/>
          </p:cNvSpPr>
          <p:nvPr>
            <p:ph idx="1" hasCustomPrompt="1"/>
          </p:nvPr>
        </p:nvSpPr>
        <p:spPr>
          <a:xfrm>
            <a:off x="395288" y="692150"/>
            <a:ext cx="8137525" cy="5113338"/>
          </a:xfrm>
        </p:spPr>
        <p:txBody>
          <a:bodyPr vert="horz" wrap="square" lIns="91440" tIns="45720" rIns="91440" bIns="45720" anchor="t" anchorCtr="0"/>
          <a:lstStyle/>
          <a:p>
            <a:pPr eaLnBrk="1" hangingPunct="1"/>
            <a:r>
              <a:rPr lang="en-US" altLang="zh-CN" sz="2800" b="1" dirty="0">
                <a:solidFill>
                  <a:srgbClr val="000000"/>
                </a:solidFill>
              </a:rPr>
              <a:t>The</a:t>
            </a:r>
            <a:r>
              <a:rPr lang="en-US" altLang="zh-CN" sz="2800" b="1" dirty="0">
                <a:solidFill>
                  <a:srgbClr val="0000FF"/>
                </a:solidFill>
              </a:rPr>
              <a:t> </a:t>
            </a:r>
            <a:r>
              <a:rPr lang="en-US" altLang="zh-CN" sz="2800" b="1" dirty="0">
                <a:solidFill>
                  <a:srgbClr val="FF0000"/>
                </a:solidFill>
              </a:rPr>
              <a:t>total</a:t>
            </a:r>
            <a:r>
              <a:rPr lang="en-US" altLang="zh-CN" sz="2800" b="1" dirty="0">
                <a:solidFill>
                  <a:srgbClr val="0000FF"/>
                </a:solidFill>
              </a:rPr>
              <a:t> </a:t>
            </a:r>
            <a:r>
              <a:rPr lang="en-US" altLang="zh-CN" sz="2800" b="1" dirty="0">
                <a:solidFill>
                  <a:srgbClr val="000000"/>
                </a:solidFill>
              </a:rPr>
              <a:t>energy stored in an electrostatic field can be determined from the</a:t>
            </a:r>
            <a:r>
              <a:rPr lang="en-US" altLang="zh-CN" sz="2800" b="1" dirty="0">
                <a:solidFill>
                  <a:srgbClr val="FF0000"/>
                </a:solidFill>
              </a:rPr>
              <a:t> work</a:t>
            </a:r>
            <a:r>
              <a:rPr lang="en-US" altLang="zh-CN" sz="2800" b="1" dirty="0">
                <a:solidFill>
                  <a:srgbClr val="0000FF"/>
                </a:solidFill>
              </a:rPr>
              <a:t> </a:t>
            </a:r>
            <a:r>
              <a:rPr lang="en-US" altLang="zh-CN" sz="2800" b="1" dirty="0">
                <a:solidFill>
                  <a:srgbClr val="000000"/>
                </a:solidFill>
              </a:rPr>
              <a:t>done to assemble</a:t>
            </a:r>
            <a:r>
              <a:rPr lang="en-US" altLang="zh-CN" sz="2800" b="1" dirty="0">
                <a:solidFill>
                  <a:srgbClr val="0000FF"/>
                </a:solidFill>
              </a:rPr>
              <a:t> </a:t>
            </a:r>
            <a:r>
              <a:rPr lang="en-US" altLang="zh-CN" sz="2800" b="1" dirty="0">
                <a:solidFill>
                  <a:srgbClr val="FF0000"/>
                </a:solidFill>
              </a:rPr>
              <a:t>the charges</a:t>
            </a:r>
            <a:r>
              <a:rPr lang="en-US" altLang="zh-CN" sz="2800" b="1" dirty="0">
                <a:solidFill>
                  <a:srgbClr val="0000FF"/>
                </a:solidFill>
              </a:rPr>
              <a:t> </a:t>
            </a:r>
            <a:r>
              <a:rPr lang="en-US" altLang="zh-CN" sz="2800" b="1" dirty="0">
                <a:solidFill>
                  <a:srgbClr val="000000"/>
                </a:solidFill>
              </a:rPr>
              <a:t>giving rise to the field.</a:t>
            </a:r>
          </a:p>
          <a:p>
            <a:pPr eaLnBrk="1" hangingPunct="1"/>
            <a:endParaRPr lang="en-US" altLang="zh-CN" sz="900" b="1" dirty="0">
              <a:solidFill>
                <a:srgbClr val="000000"/>
              </a:solidFill>
            </a:endParaRPr>
          </a:p>
          <a:p>
            <a:pPr eaLnBrk="1" hangingPunct="1"/>
            <a:r>
              <a:rPr lang="en-US" altLang="zh-CN" sz="2800" b="1" dirty="0">
                <a:solidFill>
                  <a:srgbClr val="0000CC"/>
                </a:solidFill>
              </a:rPr>
              <a:t>Calculate the energy of an</a:t>
            </a:r>
            <a:r>
              <a:rPr lang="en-US" altLang="zh-CN" sz="2800" b="1" dirty="0">
                <a:solidFill>
                  <a:srgbClr val="0000FF"/>
                </a:solidFill>
              </a:rPr>
              <a:t> </a:t>
            </a:r>
            <a:r>
              <a:rPr lang="en-US" altLang="zh-CN" sz="2800" b="1" dirty="0">
                <a:solidFill>
                  <a:srgbClr val="FF0000"/>
                </a:solidFill>
              </a:rPr>
              <a:t>isolated</a:t>
            </a:r>
            <a:r>
              <a:rPr lang="en-US" altLang="zh-CN" sz="2800" b="1" dirty="0">
                <a:solidFill>
                  <a:srgbClr val="0000FF"/>
                </a:solidFill>
              </a:rPr>
              <a:t> </a:t>
            </a:r>
            <a:r>
              <a:rPr lang="en-US" altLang="zh-CN" sz="2800" b="1" dirty="0">
                <a:solidFill>
                  <a:srgbClr val="0000CC"/>
                </a:solidFill>
              </a:rPr>
              <a:t>body with charge </a:t>
            </a:r>
            <a:r>
              <a:rPr lang="en-US" altLang="zh-CN" sz="2800" b="1" i="1" dirty="0">
                <a:solidFill>
                  <a:srgbClr val="0000CC"/>
                </a:solidFill>
              </a:rPr>
              <a:t>Q. </a:t>
            </a:r>
            <a:r>
              <a:rPr lang="en-US" altLang="zh-CN" sz="2800" b="1" dirty="0">
                <a:solidFill>
                  <a:srgbClr val="0000CC"/>
                </a:solidFill>
              </a:rPr>
              <a:t>Assuming that the charge </a:t>
            </a:r>
            <a:r>
              <a:rPr lang="en-US" altLang="zh-CN" sz="2800" b="1" i="1" dirty="0">
                <a:solidFill>
                  <a:srgbClr val="0000CC"/>
                </a:solidFill>
              </a:rPr>
              <a:t>Q with element </a:t>
            </a:r>
            <a:r>
              <a:rPr lang="en-US" altLang="zh-CN" sz="2800" b="1" dirty="0">
                <a:solidFill>
                  <a:srgbClr val="000000"/>
                </a:solidFill>
                <a:sym typeface="+mn-ea"/>
              </a:rPr>
              <a:t>d</a:t>
            </a:r>
            <a:r>
              <a:rPr lang="en-US" altLang="zh-CN" sz="2800" b="1" i="1" dirty="0">
                <a:solidFill>
                  <a:srgbClr val="000000"/>
                </a:solidFill>
                <a:sym typeface="+mn-ea"/>
              </a:rPr>
              <a:t>q</a:t>
            </a:r>
            <a:r>
              <a:rPr lang="en-US" altLang="zh-CN" sz="2800" b="1" dirty="0">
                <a:solidFill>
                  <a:srgbClr val="0000CC"/>
                </a:solidFill>
              </a:rPr>
              <a:t> was moved in</a:t>
            </a:r>
            <a:r>
              <a:rPr lang="en-US" altLang="zh-CN" sz="2800" b="1" dirty="0">
                <a:solidFill>
                  <a:srgbClr val="0000FF"/>
                </a:solidFill>
              </a:rPr>
              <a:t> </a:t>
            </a:r>
            <a:r>
              <a:rPr lang="en-US" altLang="zh-CN" sz="2800" b="1" dirty="0">
                <a:solidFill>
                  <a:srgbClr val="FF0000"/>
                </a:solidFill>
              </a:rPr>
              <a:t>from</a:t>
            </a:r>
            <a:r>
              <a:rPr lang="en-US" altLang="zh-CN" sz="2800" b="1" dirty="0">
                <a:solidFill>
                  <a:srgbClr val="0000FF"/>
                </a:solidFill>
              </a:rPr>
              <a:t> </a:t>
            </a:r>
            <a:r>
              <a:rPr lang="en-US" altLang="zh-CN" sz="2800" b="1" dirty="0">
                <a:solidFill>
                  <a:srgbClr val="FF0000"/>
                </a:solidFill>
              </a:rPr>
              <a:t>infinity</a:t>
            </a:r>
            <a:r>
              <a:rPr lang="en-US" altLang="zh-CN" sz="2800" b="1" dirty="0">
                <a:solidFill>
                  <a:srgbClr val="0000FF"/>
                </a:solidFill>
              </a:rPr>
              <a:t>. </a:t>
            </a:r>
          </a:p>
          <a:p>
            <a:pPr eaLnBrk="1" hangingPunct="1"/>
            <a:endParaRPr lang="en-US" altLang="zh-CN" sz="900" b="1" dirty="0">
              <a:solidFill>
                <a:srgbClr val="0000FF"/>
              </a:solidFill>
            </a:endParaRPr>
          </a:p>
          <a:p>
            <a:pPr eaLnBrk="1" hangingPunct="1"/>
            <a:r>
              <a:rPr lang="en-US" altLang="zh-CN" sz="2800" b="1" dirty="0">
                <a:solidFill>
                  <a:srgbClr val="000000"/>
                </a:solidFill>
              </a:rPr>
              <a:t>Since there was</a:t>
            </a:r>
            <a:r>
              <a:rPr lang="en-US" altLang="zh-CN" sz="2800" b="1" dirty="0">
                <a:solidFill>
                  <a:srgbClr val="0000FF"/>
                </a:solidFill>
              </a:rPr>
              <a:t> </a:t>
            </a:r>
            <a:r>
              <a:rPr lang="en-US" altLang="zh-CN" sz="2800" b="1" dirty="0">
                <a:solidFill>
                  <a:srgbClr val="FF0000"/>
                </a:solidFill>
              </a:rPr>
              <a:t>no field</a:t>
            </a:r>
            <a:r>
              <a:rPr lang="en-US" altLang="zh-CN" sz="2800" b="1" dirty="0">
                <a:solidFill>
                  <a:srgbClr val="0000FF"/>
                </a:solidFill>
              </a:rPr>
              <a:t> </a:t>
            </a:r>
            <a:r>
              <a:rPr lang="en-US" altLang="zh-CN" sz="2800" b="1" dirty="0">
                <a:solidFill>
                  <a:srgbClr val="000000"/>
                </a:solidFill>
              </a:rPr>
              <a:t>in space at</a:t>
            </a:r>
            <a:r>
              <a:rPr lang="en-US" altLang="zh-CN" sz="2800" b="1" dirty="0">
                <a:solidFill>
                  <a:srgbClr val="FF0000"/>
                </a:solidFill>
              </a:rPr>
              <a:t> the</a:t>
            </a:r>
            <a:r>
              <a:rPr lang="en-US" altLang="zh-CN" sz="2800" b="1" dirty="0">
                <a:solidFill>
                  <a:srgbClr val="0000FF"/>
                </a:solidFill>
              </a:rPr>
              <a:t> </a:t>
            </a:r>
            <a:r>
              <a:rPr lang="en-US" altLang="zh-CN" sz="2800" b="1" dirty="0">
                <a:solidFill>
                  <a:srgbClr val="FF0000"/>
                </a:solidFill>
              </a:rPr>
              <a:t>beginning</a:t>
            </a:r>
            <a:r>
              <a:rPr lang="en-US" altLang="zh-CN" sz="2800" b="1" dirty="0">
                <a:solidFill>
                  <a:srgbClr val="000000"/>
                </a:solidFill>
              </a:rPr>
              <a:t>, the applied force</a:t>
            </a:r>
            <a:r>
              <a:rPr lang="en-US" altLang="zh-CN" sz="2800" b="1" dirty="0">
                <a:solidFill>
                  <a:srgbClr val="0000FF"/>
                </a:solidFill>
              </a:rPr>
              <a:t> </a:t>
            </a:r>
            <a:r>
              <a:rPr lang="en-US" altLang="zh-CN" sz="2800" b="1" dirty="0">
                <a:solidFill>
                  <a:srgbClr val="FF0000"/>
                </a:solidFill>
              </a:rPr>
              <a:t>did not</a:t>
            </a:r>
            <a:r>
              <a:rPr lang="en-US" altLang="zh-CN" sz="2800" b="1" dirty="0">
                <a:solidFill>
                  <a:srgbClr val="0000FF"/>
                </a:solidFill>
              </a:rPr>
              <a:t> </a:t>
            </a:r>
            <a:r>
              <a:rPr lang="en-US" altLang="zh-CN" sz="2800" b="1" dirty="0">
                <a:solidFill>
                  <a:srgbClr val="000000"/>
                </a:solidFill>
              </a:rPr>
              <a:t>need to do the work to move in the first element d</a:t>
            </a:r>
            <a:r>
              <a:rPr lang="en-US" altLang="zh-CN" sz="2800" b="1" i="1" dirty="0">
                <a:solidFill>
                  <a:srgbClr val="000000"/>
                </a:solidFill>
              </a:rPr>
              <a:t>q</a:t>
            </a:r>
            <a:r>
              <a:rPr lang="en-US" altLang="zh-CN" sz="2800" b="1" dirty="0">
                <a:solidFill>
                  <a:srgbClr val="000000"/>
                </a:solidFill>
              </a:rPr>
              <a:t>.</a:t>
            </a:r>
            <a:r>
              <a:rPr lang="en-US" altLang="zh-CN" sz="2800" dirty="0">
                <a:solidFill>
                  <a:srgbClr val="000000"/>
                </a:solidFill>
              </a:rPr>
              <a:t> </a:t>
            </a:r>
            <a:endParaRPr lang="en-US" altLang="zh-CN" sz="2800" b="1" dirty="0">
              <a:solidFill>
                <a:srgbClr val="000000"/>
              </a:solidFill>
            </a:endParaRPr>
          </a:p>
        </p:txBody>
      </p:sp>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55942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3698">
                                            <p:txEl>
                                              <p:pRg st="0" end="0"/>
                                            </p:txEl>
                                          </p:spTgt>
                                        </p:tgtEl>
                                        <p:attrNameLst>
                                          <p:attrName>style.visibility</p:attrName>
                                        </p:attrNameLst>
                                      </p:cBhvr>
                                      <p:to>
                                        <p:strVal val="visible"/>
                                      </p:to>
                                    </p:set>
                                    <p:animEffect transition="in" filter="blinds(horizontal)">
                                      <p:cBhvr>
                                        <p:cTn id="7" dur="500"/>
                                        <p:tgtEl>
                                          <p:spTgt spid="413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3698">
                                            <p:txEl>
                                              <p:charRg st="138" end="250"/>
                                            </p:txEl>
                                          </p:spTgt>
                                        </p:tgtEl>
                                        <p:attrNameLst>
                                          <p:attrName>style.visibility</p:attrName>
                                        </p:attrNameLst>
                                      </p:cBhvr>
                                      <p:to>
                                        <p:strVal val="visible"/>
                                      </p:to>
                                    </p:set>
                                    <p:animEffect transition="in" filter="blinds(horizontal)">
                                      <p:cBhvr>
                                        <p:cTn id="12" dur="500"/>
                                        <p:tgtEl>
                                          <p:spTgt spid="413698">
                                            <p:txEl>
                                              <p:charRg st="138" end="2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3698">
                                            <p:txEl>
                                              <p:charRg st="251" end="383"/>
                                            </p:txEl>
                                          </p:spTgt>
                                        </p:tgtEl>
                                        <p:attrNameLst>
                                          <p:attrName>style.visibility</p:attrName>
                                        </p:attrNameLst>
                                      </p:cBhvr>
                                      <p:to>
                                        <p:strVal val="visible"/>
                                      </p:to>
                                    </p:set>
                                    <p:animEffect transition="in" filter="blinds(horizontal)">
                                      <p:cBhvr>
                                        <p:cTn id="17" dur="500"/>
                                        <p:tgtEl>
                                          <p:spTgt spid="413698">
                                            <p:txEl>
                                              <p:charRg st="251" end="3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Rot="1"/>
          </p:cNvSpPr>
          <p:nvPr>
            <p:ph type="body" sz="half" idx="1" hasCustomPrompt="1"/>
          </p:nvPr>
        </p:nvSpPr>
        <p:spPr>
          <a:xfrm>
            <a:off x="467360" y="692150"/>
            <a:ext cx="7950835" cy="4319905"/>
          </a:xfrm>
        </p:spPr>
        <p:txBody>
          <a:bodyPr vert="horz" wrap="square" lIns="91440" tIns="45720" rIns="91440" bIns="45720" anchor="t" anchorCtr="0"/>
          <a:lstStyle/>
          <a:p>
            <a:pPr eaLnBrk="1" hangingPunct="1">
              <a:buClr>
                <a:schemeClr val="hlink"/>
              </a:buClr>
              <a:buSzPct val="75000"/>
              <a:buFont typeface="Wingdings" panose="05000000000000000000" pitchFamily="2" charset="2"/>
            </a:pPr>
            <a:r>
              <a:rPr lang="en-US" altLang="zh-CN" sz="2400" b="1" dirty="0">
                <a:solidFill>
                  <a:srgbClr val="0000CC"/>
                </a:solidFill>
              </a:rPr>
              <a:t>When the element </a:t>
            </a:r>
            <a:r>
              <a:rPr lang="en-US" altLang="zh-CN" sz="2400" b="1" dirty="0">
                <a:solidFill>
                  <a:srgbClr val="0000CC"/>
                </a:solidFill>
                <a:sym typeface="+mn-ea"/>
              </a:rPr>
              <a:t>dq </a:t>
            </a:r>
            <a:r>
              <a:rPr lang="en-US" altLang="zh-CN" sz="2400" b="1" dirty="0">
                <a:solidFill>
                  <a:srgbClr val="0000CC"/>
                </a:solidFill>
              </a:rPr>
              <a:t>that followed  was moved in, the applied force had</a:t>
            </a:r>
            <a:r>
              <a:rPr lang="en-US" altLang="zh-CN" sz="2400" b="1" dirty="0">
                <a:solidFill>
                  <a:srgbClr val="0000FF"/>
                </a:solidFill>
              </a:rPr>
              <a:t> </a:t>
            </a:r>
            <a:r>
              <a:rPr lang="en-US" altLang="zh-CN" sz="2400" b="1" dirty="0">
                <a:solidFill>
                  <a:srgbClr val="FF0000"/>
                </a:solidFill>
              </a:rPr>
              <a:t>to do the work</a:t>
            </a:r>
            <a:r>
              <a:rPr lang="en-US" altLang="zh-CN" sz="2400" b="1" dirty="0">
                <a:solidFill>
                  <a:srgbClr val="0000FF"/>
                </a:solidFill>
              </a:rPr>
              <a:t> </a:t>
            </a:r>
            <a:r>
              <a:rPr lang="en-US" altLang="zh-CN" sz="2400" b="1" dirty="0">
                <a:solidFill>
                  <a:srgbClr val="0000CC"/>
                </a:solidFill>
              </a:rPr>
              <a:t>against the electric field. </a:t>
            </a:r>
          </a:p>
          <a:p>
            <a:pPr eaLnBrk="1" hangingPunct="1">
              <a:buClr>
                <a:schemeClr val="hlink"/>
              </a:buClr>
              <a:buSzPct val="75000"/>
              <a:buFont typeface="Wingdings" panose="05000000000000000000" pitchFamily="2" charset="2"/>
            </a:pPr>
            <a:endParaRPr lang="en-US" altLang="zh-CN" sz="800" b="1" dirty="0">
              <a:solidFill>
                <a:srgbClr val="0000CC"/>
              </a:solidFill>
            </a:endParaRPr>
          </a:p>
          <a:p>
            <a:pPr algn="l" eaLnBrk="1" hangingPunct="1">
              <a:buClr>
                <a:schemeClr val="hlink"/>
              </a:buClr>
              <a:buSzPct val="75000"/>
              <a:buFont typeface="Wingdings" panose="05000000000000000000" pitchFamily="2" charset="2"/>
            </a:pPr>
            <a:r>
              <a:rPr lang="en-US" altLang="zh-CN" sz="2400" b="1" dirty="0">
                <a:solidFill>
                  <a:srgbClr val="0000FF"/>
                </a:solidFill>
                <a:ea typeface="楷体_GB2312" pitchFamily="49" charset="-122"/>
                <a:sym typeface="+mn-ea"/>
              </a:rPr>
              <a:t> </a:t>
            </a:r>
            <a:r>
              <a:rPr lang="en-US" altLang="zh-CN" sz="2400" b="1" dirty="0">
                <a:solidFill>
                  <a:srgbClr val="000000"/>
                </a:solidFill>
                <a:ea typeface="楷体_GB2312" pitchFamily="49" charset="-122"/>
                <a:sym typeface="+mn-ea"/>
              </a:rPr>
              <a:t>Let the final electric potential of the body be </a:t>
            </a:r>
            <a:r>
              <a:rPr lang="en-US" altLang="zh-CN" sz="2400" i="1" dirty="0">
                <a:solidFill>
                  <a:srgbClr val="000000"/>
                </a:solidFill>
                <a:ea typeface="楷体_GB2312" pitchFamily="49" charset="-122"/>
                <a:sym typeface="Symbol" panose="05050102010706020507" pitchFamily="18" charset="2"/>
              </a:rPr>
              <a:t></a:t>
            </a:r>
            <a:r>
              <a:rPr lang="en-US" altLang="zh-CN" sz="2400" b="1" dirty="0">
                <a:solidFill>
                  <a:srgbClr val="000000"/>
                </a:solidFill>
                <a:ea typeface="楷体_GB2312" pitchFamily="49" charset="-122"/>
                <a:sym typeface="+mn-ea"/>
              </a:rPr>
              <a:t> and</a:t>
            </a:r>
            <a:r>
              <a:rPr lang="en-US" altLang="zh-CN" sz="2400" b="1" dirty="0">
                <a:solidFill>
                  <a:srgbClr val="0000FF"/>
                </a:solidFill>
                <a:ea typeface="楷体_GB2312" pitchFamily="49" charset="-122"/>
                <a:sym typeface="+mn-ea"/>
              </a:rPr>
              <a:t> </a:t>
            </a:r>
            <a:r>
              <a:rPr lang="en-US" altLang="zh-CN" sz="2400" b="1" dirty="0">
                <a:solidFill>
                  <a:srgbClr val="FF0000"/>
                </a:solidFill>
                <a:ea typeface="楷体_GB2312" pitchFamily="49" charset="-122"/>
                <a:sym typeface="+mn-ea"/>
              </a:rPr>
              <a:t>the final</a:t>
            </a:r>
            <a:r>
              <a:rPr lang="en-US" altLang="zh-CN" sz="2400" b="1" dirty="0">
                <a:solidFill>
                  <a:srgbClr val="0000FF"/>
                </a:solidFill>
                <a:ea typeface="楷体_GB2312" pitchFamily="49" charset="-122"/>
                <a:sym typeface="+mn-ea"/>
              </a:rPr>
              <a:t> </a:t>
            </a:r>
            <a:r>
              <a:rPr lang="en-US" altLang="zh-CN" sz="2400" b="1" dirty="0">
                <a:solidFill>
                  <a:srgbClr val="000000"/>
                </a:solidFill>
                <a:ea typeface="楷体_GB2312" pitchFamily="49" charset="-122"/>
                <a:sym typeface="+mn-ea"/>
              </a:rPr>
              <a:t>charge on it be </a:t>
            </a:r>
            <a:r>
              <a:rPr lang="en-US" altLang="zh-CN" sz="2400" i="1" dirty="0">
                <a:solidFill>
                  <a:srgbClr val="000000"/>
                </a:solidFill>
                <a:ea typeface="楷体_GB2312" pitchFamily="49" charset="-122"/>
                <a:sym typeface="Symbol" panose="05050102010706020507" pitchFamily="18" charset="2"/>
              </a:rPr>
              <a:t>Q</a:t>
            </a:r>
            <a:r>
              <a:rPr lang="en-US" altLang="zh-CN" sz="2400" b="1" dirty="0">
                <a:solidFill>
                  <a:srgbClr val="000000"/>
                </a:solidFill>
                <a:ea typeface="楷体_GB2312" pitchFamily="49" charset="-122"/>
                <a:sym typeface="+mn-ea"/>
              </a:rPr>
              <a:t>. At the moment when the charge of the body is increased to                            </a:t>
            </a:r>
            <a:r>
              <a:rPr lang="en-US" altLang="zh-CN" sz="2400" dirty="0">
                <a:solidFill>
                  <a:srgbClr val="000000"/>
                </a:solidFill>
                <a:ea typeface="楷体_GB2312" pitchFamily="49" charset="-122"/>
                <a:sym typeface="Symbol" panose="05050102010706020507" pitchFamily="18" charset="2"/>
              </a:rPr>
              <a:t>,</a:t>
            </a:r>
            <a:r>
              <a:rPr lang="en-US" altLang="zh-CN" sz="2400" b="1" dirty="0">
                <a:solidFill>
                  <a:srgbClr val="000000"/>
                </a:solidFill>
                <a:ea typeface="楷体_GB2312" pitchFamily="49" charset="-122"/>
                <a:sym typeface="+mn-ea"/>
              </a:rPr>
              <a:t> the electric potential of the charged body is then             </a:t>
            </a:r>
            <a:r>
              <a:rPr lang="en-US" altLang="zh-CN" sz="2400" b="1" dirty="0">
                <a:solidFill>
                  <a:srgbClr val="000000"/>
                </a:solidFill>
              </a:rPr>
              <a:t>. </a:t>
            </a:r>
          </a:p>
          <a:p>
            <a:pPr eaLnBrk="1" hangingPunct="1">
              <a:buClr>
                <a:schemeClr val="hlink"/>
              </a:buClr>
              <a:buSzPct val="75000"/>
              <a:buFont typeface="Wingdings" panose="05000000000000000000" pitchFamily="2" charset="2"/>
            </a:pPr>
            <a:endParaRPr lang="en-US" altLang="zh-CN" sz="800" b="1" dirty="0">
              <a:solidFill>
                <a:srgbClr val="000000"/>
              </a:solidFill>
            </a:endParaRPr>
          </a:p>
          <a:p>
            <a:pPr eaLnBrk="1" hangingPunct="1">
              <a:buClr>
                <a:schemeClr val="hlink"/>
              </a:buClr>
              <a:buSzPct val="75000"/>
              <a:buFont typeface="Wingdings" panose="05000000000000000000" pitchFamily="2" charset="2"/>
            </a:pPr>
            <a:r>
              <a:rPr lang="en-US" altLang="zh-CN" sz="2400" b="1" dirty="0">
                <a:solidFill>
                  <a:srgbClr val="0000CC"/>
                </a:solidFill>
                <a:ea typeface="楷体_GB2312" pitchFamily="49" charset="-122"/>
                <a:sym typeface="+mn-ea"/>
              </a:rPr>
              <a:t>In this way, when the charges of all bodies are increased by the</a:t>
            </a:r>
            <a:r>
              <a:rPr lang="en-US" altLang="zh-CN" sz="2400" b="1" dirty="0">
                <a:solidFill>
                  <a:srgbClr val="0000FF"/>
                </a:solidFill>
                <a:ea typeface="楷体_GB2312" pitchFamily="49" charset="-122"/>
                <a:sym typeface="+mn-ea"/>
              </a:rPr>
              <a:t> </a:t>
            </a:r>
            <a:r>
              <a:rPr lang="en-US" altLang="zh-CN" sz="2400" b="1" dirty="0">
                <a:solidFill>
                  <a:srgbClr val="FF0000"/>
                </a:solidFill>
                <a:ea typeface="楷体_GB2312" pitchFamily="49" charset="-122"/>
                <a:sym typeface="+mn-ea"/>
              </a:rPr>
              <a:t>same ratio</a:t>
            </a:r>
            <a:r>
              <a:rPr lang="en-US" altLang="zh-CN" sz="2400" b="1" dirty="0">
                <a:solidFill>
                  <a:srgbClr val="0000FF"/>
                </a:solidFill>
                <a:ea typeface="楷体_GB2312" pitchFamily="49" charset="-122"/>
                <a:sym typeface="+mn-ea"/>
              </a:rPr>
              <a:t> </a:t>
            </a:r>
            <a:r>
              <a:rPr lang="en-US" altLang="zh-CN" sz="2400" i="1" dirty="0">
                <a:solidFill>
                  <a:srgbClr val="0000CC"/>
                </a:solidFill>
                <a:ea typeface="楷体_GB2312" pitchFamily="49" charset="-122"/>
                <a:sym typeface="Symbol" panose="05050102010706020507" pitchFamily="18" charset="2"/>
              </a:rPr>
              <a:t></a:t>
            </a:r>
            <a:r>
              <a:rPr lang="en-US" altLang="zh-CN" sz="2400" b="1" i="1" dirty="0">
                <a:solidFill>
                  <a:srgbClr val="0000CC"/>
                </a:solidFill>
                <a:ea typeface="楷体_GB2312" pitchFamily="49" charset="-122"/>
                <a:sym typeface="+mn-ea"/>
              </a:rPr>
              <a:t>,</a:t>
            </a:r>
            <a:r>
              <a:rPr lang="en-US" altLang="zh-CN" sz="2400" b="1" dirty="0">
                <a:solidFill>
                  <a:srgbClr val="0000CC"/>
                </a:solidFill>
                <a:ea typeface="楷体_GB2312" pitchFamily="49" charset="-122"/>
                <a:sym typeface="+mn-ea"/>
              </a:rPr>
              <a:t> the work by the applied force, and hence the incremental electrostatic</a:t>
            </a:r>
            <a:r>
              <a:rPr lang="en-US" altLang="zh-CN" sz="2400" b="1" dirty="0">
                <a:solidFill>
                  <a:srgbClr val="0000FF"/>
                </a:solidFill>
                <a:ea typeface="楷体_GB2312" pitchFamily="49" charset="-122"/>
                <a:sym typeface="+mn-ea"/>
              </a:rPr>
              <a:t> </a:t>
            </a:r>
            <a:r>
              <a:rPr lang="en-US" altLang="zh-CN" sz="2400" b="1" dirty="0">
                <a:solidFill>
                  <a:srgbClr val="FF0000"/>
                </a:solidFill>
                <a:ea typeface="楷体_GB2312" pitchFamily="49" charset="-122"/>
                <a:sym typeface="+mn-ea"/>
              </a:rPr>
              <a:t>energy</a:t>
            </a:r>
            <a:r>
              <a:rPr lang="en-US" altLang="zh-CN" sz="2400" b="1" dirty="0">
                <a:solidFill>
                  <a:srgbClr val="0000FF"/>
                </a:solidFill>
                <a:ea typeface="楷体_GB2312" pitchFamily="49" charset="-122"/>
                <a:sym typeface="+mn-ea"/>
              </a:rPr>
              <a:t> </a:t>
            </a:r>
            <a:r>
              <a:rPr lang="en-US" altLang="zh-CN" sz="2400" b="1" dirty="0">
                <a:solidFill>
                  <a:srgbClr val="0000CC"/>
                </a:solidFill>
                <a:ea typeface="楷体_GB2312" pitchFamily="49" charset="-122"/>
                <a:sym typeface="+mn-ea"/>
              </a:rPr>
              <a:t>of the charged system is</a:t>
            </a:r>
            <a:endParaRPr lang="en-US" altLang="zh-CN" sz="2400" b="1" dirty="0">
              <a:solidFill>
                <a:srgbClr val="0000CC"/>
              </a:solidFill>
            </a:endParaRPr>
          </a:p>
        </p:txBody>
      </p:sp>
      <p:pic>
        <p:nvPicPr>
          <p:cNvPr id="409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3662" y="5559425"/>
            <a:ext cx="1122462" cy="120014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graphicFrame>
        <p:nvGraphicFramePr>
          <p:cNvPr id="101387" name="Object 13"/>
          <p:cNvGraphicFramePr>
            <a:graphicFrameLocks noChangeAspect="1"/>
          </p:cNvGraphicFramePr>
          <p:nvPr/>
        </p:nvGraphicFramePr>
        <p:xfrm>
          <a:off x="1406208" y="3163888"/>
          <a:ext cx="2170430" cy="362585"/>
        </p:xfrm>
        <a:graphic>
          <a:graphicData uri="http://schemas.openxmlformats.org/presentationml/2006/ole">
            <mc:AlternateContent xmlns:mc="http://schemas.openxmlformats.org/markup-compatibility/2006">
              <mc:Choice xmlns:v="urn:schemas-microsoft-com:vml" Requires="v">
                <p:oleObj r:id="rId3" imgW="1104900" imgH="203200" progId="Equation.3">
                  <p:embed/>
                </p:oleObj>
              </mc:Choice>
              <mc:Fallback>
                <p:oleObj r:id="rId3" imgW="1104900" imgH="203200" progId="Equation.3">
                  <p:embed/>
                  <p:pic>
                    <p:nvPicPr>
                      <p:cNvPr id="101387" name="Object 13"/>
                      <p:cNvPicPr/>
                      <p:nvPr/>
                    </p:nvPicPr>
                    <p:blipFill>
                      <a:blip r:embed="rId4"/>
                      <a:stretch>
                        <a:fillRect/>
                      </a:stretch>
                    </p:blipFill>
                    <p:spPr>
                      <a:xfrm>
                        <a:off x="1406208" y="3163888"/>
                        <a:ext cx="2170430" cy="362585"/>
                      </a:xfrm>
                      <a:prstGeom prst="rect">
                        <a:avLst/>
                      </a:prstGeom>
                      <a:noFill/>
                      <a:ln w="38100">
                        <a:noFill/>
                        <a:miter/>
                      </a:ln>
                    </p:spPr>
                  </p:pic>
                </p:oleObj>
              </mc:Fallback>
            </mc:AlternateContent>
          </a:graphicData>
        </a:graphic>
      </p:graphicFrame>
      <p:graphicFrame>
        <p:nvGraphicFramePr>
          <p:cNvPr id="101386" name="Object 12"/>
          <p:cNvGraphicFramePr>
            <a:graphicFrameLocks noChangeAspect="1"/>
          </p:cNvGraphicFramePr>
          <p:nvPr/>
        </p:nvGraphicFramePr>
        <p:xfrm>
          <a:off x="4069647" y="3534887"/>
          <a:ext cx="951230" cy="332740"/>
        </p:xfrm>
        <a:graphic>
          <a:graphicData uri="http://schemas.openxmlformats.org/presentationml/2006/ole">
            <mc:AlternateContent xmlns:mc="http://schemas.openxmlformats.org/markup-compatibility/2006">
              <mc:Choice xmlns:v="urn:schemas-microsoft-com:vml" Requires="v">
                <p:oleObj r:id="rId5" imgW="495300" imgH="190500" progId="Equation.3">
                  <p:embed/>
                </p:oleObj>
              </mc:Choice>
              <mc:Fallback>
                <p:oleObj r:id="rId5" imgW="495300" imgH="190500" progId="Equation.3">
                  <p:embed/>
                  <p:pic>
                    <p:nvPicPr>
                      <p:cNvPr id="101386" name="Object 12"/>
                      <p:cNvPicPr/>
                      <p:nvPr/>
                    </p:nvPicPr>
                    <p:blipFill>
                      <a:blip r:embed="rId6"/>
                      <a:stretch>
                        <a:fillRect/>
                      </a:stretch>
                    </p:blipFill>
                    <p:spPr>
                      <a:xfrm>
                        <a:off x="4069647" y="3534887"/>
                        <a:ext cx="951230" cy="332740"/>
                      </a:xfrm>
                      <a:prstGeom prst="rect">
                        <a:avLst/>
                      </a:prstGeom>
                      <a:noFill/>
                      <a:ln w="38100">
                        <a:noFill/>
                        <a:miter/>
                      </a:ln>
                    </p:spPr>
                  </p:pic>
                </p:oleObj>
              </mc:Fallback>
            </mc:AlternateContent>
          </a:graphicData>
        </a:graphic>
      </p:graphicFrame>
      <p:graphicFrame>
        <p:nvGraphicFramePr>
          <p:cNvPr id="403458" name="Object 2"/>
          <p:cNvGraphicFramePr>
            <a:graphicFrameLocks noChangeAspect="1"/>
          </p:cNvGraphicFramePr>
          <p:nvPr/>
        </p:nvGraphicFramePr>
        <p:xfrm>
          <a:off x="2727326" y="5661026"/>
          <a:ext cx="2968625" cy="504190"/>
        </p:xfrm>
        <a:graphic>
          <a:graphicData uri="http://schemas.openxmlformats.org/presentationml/2006/ole">
            <mc:AlternateContent xmlns:mc="http://schemas.openxmlformats.org/markup-compatibility/2006">
              <mc:Choice xmlns:v="urn:schemas-microsoft-com:vml" Requires="v">
                <p:oleObj r:id="rId7" imgW="1346200" imgH="228600" progId="Equation.3">
                  <p:embed/>
                </p:oleObj>
              </mc:Choice>
              <mc:Fallback>
                <p:oleObj r:id="rId7" imgW="1346200" imgH="228600" progId="Equation.3">
                  <p:embed/>
                  <p:pic>
                    <p:nvPicPr>
                      <p:cNvPr id="403458" name="Object 2"/>
                      <p:cNvPicPr/>
                      <p:nvPr/>
                    </p:nvPicPr>
                    <p:blipFill>
                      <a:blip r:embed="rId8"/>
                      <a:stretch>
                        <a:fillRect/>
                      </a:stretch>
                    </p:blipFill>
                    <p:spPr>
                      <a:xfrm>
                        <a:off x="2727326" y="5661026"/>
                        <a:ext cx="2968625" cy="5041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1410">
                                            <p:txEl>
                                              <p:charRg st="0" end="107"/>
                                            </p:txEl>
                                          </p:spTgt>
                                        </p:tgtEl>
                                        <p:attrNameLst>
                                          <p:attrName>style.visibility</p:attrName>
                                        </p:attrNameLst>
                                      </p:cBhvr>
                                      <p:to>
                                        <p:strVal val="visible"/>
                                      </p:to>
                                    </p:set>
                                    <p:animEffect transition="in" filter="blinds(horizontal)">
                                      <p:cBhvr>
                                        <p:cTn id="7" dur="500"/>
                                        <p:tgtEl>
                                          <p:spTgt spid="401410">
                                            <p:txEl>
                                              <p:charRg st="0" end="10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1410">
                                            <p:txEl>
                                              <p:charRg st="108" end="268"/>
                                            </p:txEl>
                                          </p:spTgt>
                                        </p:tgtEl>
                                        <p:attrNameLst>
                                          <p:attrName>style.visibility</p:attrName>
                                        </p:attrNameLst>
                                      </p:cBhvr>
                                      <p:to>
                                        <p:strVal val="visible"/>
                                      </p:to>
                                    </p:set>
                                    <p:animEffect transition="in" filter="blinds(horizontal)">
                                      <p:cBhvr>
                                        <p:cTn id="12" dur="500"/>
                                        <p:tgtEl>
                                          <p:spTgt spid="401410">
                                            <p:txEl>
                                              <p:charRg st="108" end="26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1410">
                                            <p:txEl>
                                              <p:charRg st="4" end="4"/>
                                            </p:txEl>
                                          </p:spTgt>
                                        </p:tgtEl>
                                        <p:attrNameLst>
                                          <p:attrName>style.visibility</p:attrName>
                                        </p:attrNameLst>
                                      </p:cBhvr>
                                      <p:to>
                                        <p:strVal val="visible"/>
                                      </p:to>
                                    </p:set>
                                    <p:animEffect transition="in" filter="blinds(horizontal)">
                                      <p:cBhvr>
                                        <p:cTn id="17" dur="500"/>
                                        <p:tgtEl>
                                          <p:spTgt spid="401410">
                                            <p:txEl>
                                              <p:char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03458"/>
                                        </p:tgtEl>
                                        <p:attrNameLst>
                                          <p:attrName>style.visibility</p:attrName>
                                        </p:attrNameLst>
                                      </p:cBhvr>
                                      <p:to>
                                        <p:strVal val="visible"/>
                                      </p:to>
                                    </p:set>
                                    <p:anim calcmode="lin" valueType="num">
                                      <p:cBhvr additive="base">
                                        <p:cTn id="22" dur="500" fill="hold"/>
                                        <p:tgtEl>
                                          <p:spTgt spid="403458"/>
                                        </p:tgtEl>
                                        <p:attrNameLst>
                                          <p:attrName>ppt_x</p:attrName>
                                        </p:attrNameLst>
                                      </p:cBhvr>
                                      <p:tavLst>
                                        <p:tav tm="0">
                                          <p:val>
                                            <p:strVal val="#ppt_x"/>
                                          </p:val>
                                        </p:tav>
                                        <p:tav tm="100000">
                                          <p:val>
                                            <p:strVal val="#ppt_x"/>
                                          </p:val>
                                        </p:tav>
                                      </p:tavLst>
                                    </p:anim>
                                    <p:anim calcmode="lin" valueType="num">
                                      <p:cBhvr additive="base">
                                        <p:cTn id="23" dur="500" fill="hold"/>
                                        <p:tgtEl>
                                          <p:spTgt spid="403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0"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3459" name="Group 3"/>
          <p:cNvGrpSpPr/>
          <p:nvPr/>
        </p:nvGrpSpPr>
        <p:grpSpPr>
          <a:xfrm>
            <a:off x="251460" y="3572193"/>
            <a:ext cx="8458200" cy="860425"/>
            <a:chOff x="384" y="2784"/>
            <a:chExt cx="4800" cy="542"/>
          </a:xfrm>
        </p:grpSpPr>
        <p:sp>
          <p:nvSpPr>
            <p:cNvPr id="101390" name="Text Box 4"/>
            <p:cNvSpPr txBox="1"/>
            <p:nvPr/>
          </p:nvSpPr>
          <p:spPr>
            <a:xfrm>
              <a:off x="384" y="2784"/>
              <a:ext cx="4800" cy="5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000000"/>
                  </a:solidFill>
                  <a:ea typeface="楷体_GB2312" pitchFamily="49" charset="-122"/>
                </a:rPr>
                <a:t>  If there are n </a:t>
              </a:r>
              <a:r>
                <a:rPr lang="en-US" altLang="zh-CN" sz="2000" b="1" dirty="0">
                  <a:solidFill>
                    <a:srgbClr val="000000"/>
                  </a:solidFill>
                  <a:ea typeface="楷体_GB2312" pitchFamily="49" charset="-122"/>
                  <a:sym typeface="+mn-ea"/>
                </a:rPr>
                <a:t>bodies</a:t>
              </a:r>
              <a:r>
                <a:rPr lang="en-US" altLang="zh-CN" sz="2000" b="1" dirty="0">
                  <a:solidFill>
                    <a:srgbClr val="000000"/>
                  </a:solidFill>
                  <a:ea typeface="楷体_GB2312" pitchFamily="49" charset="-122"/>
                </a:rPr>
                <a:t>charged  with                       , the total energy of the system is given by</a:t>
              </a:r>
            </a:p>
          </p:txBody>
        </p:sp>
        <p:graphicFrame>
          <p:nvGraphicFramePr>
            <p:cNvPr id="101391" name="Object 5"/>
            <p:cNvGraphicFramePr>
              <a:graphicFrameLocks noChangeAspect="1"/>
            </p:cNvGraphicFramePr>
            <p:nvPr/>
          </p:nvGraphicFramePr>
          <p:xfrm>
            <a:off x="2999" y="2829"/>
            <a:ext cx="864" cy="236"/>
          </p:xfrm>
          <a:graphic>
            <a:graphicData uri="http://schemas.openxmlformats.org/presentationml/2006/ole">
              <mc:AlternateContent xmlns:mc="http://schemas.openxmlformats.org/markup-compatibility/2006">
                <mc:Choice xmlns:v="urn:schemas-microsoft-com:vml" Requires="v">
                  <p:oleObj r:id="rId2" imgW="838200" imgH="228600" progId="Equation.3">
                    <p:embed/>
                  </p:oleObj>
                </mc:Choice>
                <mc:Fallback>
                  <p:oleObj r:id="rId2" imgW="838200" imgH="228600" progId="Equation.3">
                    <p:embed/>
                    <p:pic>
                      <p:nvPicPr>
                        <p:cNvPr id="101391" name="Object 5"/>
                        <p:cNvPicPr/>
                        <p:nvPr/>
                      </p:nvPicPr>
                      <p:blipFill>
                        <a:blip r:embed="rId3"/>
                        <a:stretch>
                          <a:fillRect/>
                        </a:stretch>
                      </p:blipFill>
                      <p:spPr>
                        <a:xfrm>
                          <a:off x="2999" y="2829"/>
                          <a:ext cx="864" cy="236"/>
                        </a:xfrm>
                        <a:prstGeom prst="rect">
                          <a:avLst/>
                        </a:prstGeom>
                        <a:noFill/>
                        <a:ln w="38100">
                          <a:noFill/>
                          <a:miter/>
                        </a:ln>
                      </p:spPr>
                    </p:pic>
                  </p:oleObj>
                </mc:Fallback>
              </mc:AlternateContent>
            </a:graphicData>
          </a:graphic>
        </p:graphicFrame>
      </p:grpSp>
      <p:graphicFrame>
        <p:nvGraphicFramePr>
          <p:cNvPr id="101388" name="Object 8"/>
          <p:cNvGraphicFramePr>
            <a:graphicFrameLocks noChangeAspect="1"/>
          </p:cNvGraphicFramePr>
          <p:nvPr/>
        </p:nvGraphicFramePr>
        <p:xfrm>
          <a:off x="3347720" y="4508500"/>
          <a:ext cx="1757680" cy="936625"/>
        </p:xfrm>
        <a:graphic>
          <a:graphicData uri="http://schemas.openxmlformats.org/presentationml/2006/ole">
            <mc:AlternateContent xmlns:mc="http://schemas.openxmlformats.org/markup-compatibility/2006">
              <mc:Choice xmlns:v="urn:schemas-microsoft-com:vml" Requires="v">
                <p:oleObj r:id="rId4" imgW="951865" imgH="431800" progId="Equation.3">
                  <p:embed/>
                </p:oleObj>
              </mc:Choice>
              <mc:Fallback>
                <p:oleObj r:id="rId4" imgW="951865" imgH="431800" progId="Equation.3">
                  <p:embed/>
                  <p:pic>
                    <p:nvPicPr>
                      <p:cNvPr id="101388" name="Object 8"/>
                      <p:cNvPicPr/>
                      <p:nvPr/>
                    </p:nvPicPr>
                    <p:blipFill>
                      <a:blip r:embed="rId5"/>
                      <a:stretch>
                        <a:fillRect/>
                      </a:stretch>
                    </p:blipFill>
                    <p:spPr>
                      <a:xfrm>
                        <a:off x="3347720" y="4508500"/>
                        <a:ext cx="1757680" cy="936625"/>
                      </a:xfrm>
                      <a:prstGeom prst="rect">
                        <a:avLst/>
                      </a:prstGeom>
                      <a:noFill/>
                      <a:ln w="38100">
                        <a:noFill/>
                        <a:miter/>
                      </a:ln>
                    </p:spPr>
                  </p:pic>
                </p:oleObj>
              </mc:Fallback>
            </mc:AlternateContent>
          </a:graphicData>
        </a:graphic>
      </p:graphicFrame>
      <p:pic>
        <p:nvPicPr>
          <p:cNvPr id="11" name="Picture 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graphicFrame>
        <p:nvGraphicFramePr>
          <p:cNvPr id="2" name="Object 6"/>
          <p:cNvGraphicFramePr>
            <a:graphicFrameLocks noChangeAspect="1"/>
          </p:cNvGraphicFramePr>
          <p:nvPr/>
        </p:nvGraphicFramePr>
        <p:xfrm>
          <a:off x="1877537" y="1120934"/>
          <a:ext cx="4813300" cy="931545"/>
        </p:xfrm>
        <a:graphic>
          <a:graphicData uri="http://schemas.openxmlformats.org/presentationml/2006/ole">
            <mc:AlternateContent xmlns:mc="http://schemas.openxmlformats.org/markup-compatibility/2006">
              <mc:Choice xmlns:v="urn:schemas-microsoft-com:vml" Requires="v">
                <p:oleObj r:id="rId7" imgW="2019300" imgH="393700" progId="Equation.3">
                  <p:embed/>
                </p:oleObj>
              </mc:Choice>
              <mc:Fallback>
                <p:oleObj r:id="rId7" imgW="2019300" imgH="393700" progId="Equation.3">
                  <p:embed/>
                  <p:pic>
                    <p:nvPicPr>
                      <p:cNvPr id="2" name="Object 6"/>
                      <p:cNvPicPr/>
                      <p:nvPr/>
                    </p:nvPicPr>
                    <p:blipFill>
                      <a:blip r:embed="rId8"/>
                      <a:stretch>
                        <a:fillRect/>
                      </a:stretch>
                    </p:blipFill>
                    <p:spPr>
                      <a:xfrm>
                        <a:off x="1877537" y="1120934"/>
                        <a:ext cx="4813300" cy="931545"/>
                      </a:xfrm>
                      <a:prstGeom prst="rect">
                        <a:avLst/>
                      </a:prstGeom>
                      <a:noFill/>
                      <a:ln w="38100">
                        <a:noFill/>
                        <a:miter/>
                      </a:ln>
                    </p:spPr>
                  </p:pic>
                </p:oleObj>
              </mc:Fallback>
            </mc:AlternateContent>
          </a:graphicData>
        </a:graphic>
      </p:graphicFrame>
      <p:sp>
        <p:nvSpPr>
          <p:cNvPr id="4" name="文本框 3"/>
          <p:cNvSpPr txBox="1"/>
          <p:nvPr/>
        </p:nvSpPr>
        <p:spPr>
          <a:xfrm>
            <a:off x="400050" y="620395"/>
            <a:ext cx="8071485" cy="475615"/>
          </a:xfrm>
          <a:prstGeom prst="rect">
            <a:avLst/>
          </a:prstGeom>
          <a:noFill/>
        </p:spPr>
        <p:txBody>
          <a:bodyPr wrap="square" rtlCol="0">
            <a:spAutoFit/>
          </a:bodyPr>
          <a:lstStyle/>
          <a:p>
            <a:pPr algn="l" eaLnBrk="1" hangingPunct="1">
              <a:lnSpc>
                <a:spcPct val="125000"/>
              </a:lnSpc>
              <a:buClrTx/>
              <a:buSzTx/>
              <a:buFontTx/>
            </a:pPr>
            <a:r>
              <a:rPr lang="en-US" altLang="zh-CN" sz="2000" b="1" dirty="0">
                <a:solidFill>
                  <a:srgbClr val="000000"/>
                </a:solidFill>
                <a:latin typeface="+mn-lt"/>
                <a:ea typeface="楷体_GB2312" pitchFamily="49" charset="-122"/>
              </a:rPr>
              <a:t>So the toal electrostatic energy should be calculated as, </a:t>
            </a:r>
          </a:p>
        </p:txBody>
      </p:sp>
      <p:graphicFrame>
        <p:nvGraphicFramePr>
          <p:cNvPr id="402434" name="Object 2"/>
          <p:cNvGraphicFramePr>
            <a:graphicFrameLocks noChangeAspect="1"/>
          </p:cNvGraphicFramePr>
          <p:nvPr/>
        </p:nvGraphicFramePr>
        <p:xfrm>
          <a:off x="1763713" y="2132013"/>
          <a:ext cx="1150937" cy="1049337"/>
        </p:xfrm>
        <a:graphic>
          <a:graphicData uri="http://schemas.openxmlformats.org/presentationml/2006/ole">
            <mc:AlternateContent xmlns:mc="http://schemas.openxmlformats.org/markup-compatibility/2006">
              <mc:Choice xmlns:v="urn:schemas-microsoft-com:vml" Requires="v">
                <p:oleObj r:id="rId9" imgW="431800" imgH="393700" progId="Equation.DSMT4">
                  <p:embed/>
                </p:oleObj>
              </mc:Choice>
              <mc:Fallback>
                <p:oleObj r:id="rId9" imgW="431800" imgH="393700" progId="Equation.DSMT4">
                  <p:embed/>
                  <p:pic>
                    <p:nvPicPr>
                      <p:cNvPr id="402434" name="Object 2"/>
                      <p:cNvPicPr/>
                      <p:nvPr/>
                    </p:nvPicPr>
                    <p:blipFill>
                      <a:blip r:embed="rId10"/>
                      <a:stretch>
                        <a:fillRect/>
                      </a:stretch>
                    </p:blipFill>
                    <p:spPr>
                      <a:xfrm>
                        <a:off x="1763713" y="2132013"/>
                        <a:ext cx="1150937" cy="1049337"/>
                      </a:xfrm>
                      <a:prstGeom prst="rect">
                        <a:avLst/>
                      </a:prstGeom>
                      <a:noFill/>
                      <a:ln w="38100">
                        <a:noFill/>
                        <a:miter/>
                      </a:ln>
                    </p:spPr>
                  </p:pic>
                </p:oleObj>
              </mc:Fallback>
            </mc:AlternateContent>
          </a:graphicData>
        </a:graphic>
      </p:graphicFrame>
      <p:sp>
        <p:nvSpPr>
          <p:cNvPr id="5" name="文本框 4"/>
          <p:cNvSpPr txBox="1"/>
          <p:nvPr/>
        </p:nvSpPr>
        <p:spPr>
          <a:xfrm>
            <a:off x="395605" y="2420620"/>
            <a:ext cx="8071485" cy="475615"/>
          </a:xfrm>
          <a:prstGeom prst="rect">
            <a:avLst/>
          </a:prstGeom>
          <a:noFill/>
        </p:spPr>
        <p:txBody>
          <a:bodyPr wrap="square" rtlCol="0">
            <a:spAutoFit/>
          </a:bodyPr>
          <a:lstStyle/>
          <a:p>
            <a:pPr algn="l" eaLnBrk="1" hangingPunct="1">
              <a:lnSpc>
                <a:spcPct val="125000"/>
              </a:lnSpc>
              <a:buClrTx/>
              <a:buSzTx/>
              <a:buFontTx/>
            </a:pPr>
            <a:r>
              <a:rPr lang="en-US" altLang="zh-CN" sz="2000" b="1" dirty="0">
                <a:solidFill>
                  <a:srgbClr val="000000"/>
                </a:solidFill>
                <a:latin typeface="+mn-lt"/>
                <a:ea typeface="楷体_GB2312" pitchFamily="49" charset="-122"/>
              </a:rPr>
              <a:t>Applying </a:t>
            </a:r>
          </a:p>
        </p:txBody>
      </p:sp>
      <p:sp>
        <p:nvSpPr>
          <p:cNvPr id="6" name="文本框 5"/>
          <p:cNvSpPr txBox="1"/>
          <p:nvPr/>
        </p:nvSpPr>
        <p:spPr>
          <a:xfrm>
            <a:off x="3420745" y="2420620"/>
            <a:ext cx="8071485" cy="475615"/>
          </a:xfrm>
          <a:prstGeom prst="rect">
            <a:avLst/>
          </a:prstGeom>
          <a:noFill/>
        </p:spPr>
        <p:txBody>
          <a:bodyPr wrap="square" rtlCol="0">
            <a:spAutoFit/>
          </a:bodyPr>
          <a:lstStyle/>
          <a:p>
            <a:pPr algn="l" eaLnBrk="1" hangingPunct="1">
              <a:lnSpc>
                <a:spcPct val="125000"/>
              </a:lnSpc>
              <a:buClrTx/>
              <a:buSzTx/>
              <a:buFontTx/>
            </a:pPr>
            <a:r>
              <a:rPr lang="en-US" altLang="zh-CN" sz="2000" b="1" dirty="0">
                <a:solidFill>
                  <a:srgbClr val="000000"/>
                </a:solidFill>
                <a:latin typeface="+mn-lt"/>
                <a:ea typeface="楷体_GB2312" pitchFamily="49" charset="-122"/>
              </a:rPr>
              <a:t>We also get</a:t>
            </a:r>
          </a:p>
        </p:txBody>
      </p:sp>
      <p:graphicFrame>
        <p:nvGraphicFramePr>
          <p:cNvPr id="402435" name="Object 3"/>
          <p:cNvGraphicFramePr>
            <a:graphicFrameLocks noChangeAspect="1"/>
          </p:cNvGraphicFramePr>
          <p:nvPr/>
        </p:nvGraphicFramePr>
        <p:xfrm>
          <a:off x="5219700" y="2276158"/>
          <a:ext cx="1657350" cy="1000125"/>
        </p:xfrm>
        <a:graphic>
          <a:graphicData uri="http://schemas.openxmlformats.org/presentationml/2006/ole">
            <mc:AlternateContent xmlns:mc="http://schemas.openxmlformats.org/markup-compatibility/2006">
              <mc:Choice xmlns:v="urn:schemas-microsoft-com:vml" Requires="v">
                <p:oleObj r:id="rId11" imgW="698500" imgH="419100" progId="Equation.3">
                  <p:embed/>
                </p:oleObj>
              </mc:Choice>
              <mc:Fallback>
                <p:oleObj r:id="rId11" imgW="698500" imgH="419100" progId="Equation.3">
                  <p:embed/>
                  <p:pic>
                    <p:nvPicPr>
                      <p:cNvPr id="402435" name="Object 3"/>
                      <p:cNvPicPr/>
                      <p:nvPr/>
                    </p:nvPicPr>
                    <p:blipFill>
                      <a:blip r:embed="rId12"/>
                      <a:stretch>
                        <a:fillRect/>
                      </a:stretch>
                    </p:blipFill>
                    <p:spPr>
                      <a:xfrm>
                        <a:off x="5219700" y="2276158"/>
                        <a:ext cx="1657350" cy="10001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gtEl>
                                        <p:attrNameLst>
                                          <p:attrName>style.visibility</p:attrName>
                                        </p:attrNameLst>
                                      </p:cBhvr>
                                      <p:to>
                                        <p:strVal val="visible"/>
                                      </p:to>
                                    </p:set>
                                    <p:anim calcmode="lin" valueType="num">
                                      <p:cBhvr additive="base">
                                        <p:cTn id="7" dur="500" fill="hold"/>
                                        <p:tgtEl>
                                          <p:spTgt spid="403459"/>
                                        </p:tgtEl>
                                        <p:attrNameLst>
                                          <p:attrName>ppt_x</p:attrName>
                                        </p:attrNameLst>
                                      </p:cBhvr>
                                      <p:tavLst>
                                        <p:tav tm="0">
                                          <p:val>
                                            <p:strVal val="#ppt_x"/>
                                          </p:val>
                                        </p:tav>
                                        <p:tav tm="100000">
                                          <p:val>
                                            <p:strVal val="#ppt_x"/>
                                          </p:val>
                                        </p:tav>
                                      </p:tavLst>
                                    </p:anim>
                                    <p:anim calcmode="lin" valueType="num">
                                      <p:cBhvr additive="base">
                                        <p:cTn id="8" dur="500" fill="hold"/>
                                        <p:tgtEl>
                                          <p:spTgt spid="4034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2434"/>
                                        </p:tgtEl>
                                        <p:attrNameLst>
                                          <p:attrName>style.visibility</p:attrName>
                                        </p:attrNameLst>
                                      </p:cBhvr>
                                      <p:to>
                                        <p:strVal val="visible"/>
                                      </p:to>
                                    </p:set>
                                    <p:anim calcmode="lin" valueType="num">
                                      <p:cBhvr additive="base">
                                        <p:cTn id="19" dur="500" fill="hold"/>
                                        <p:tgtEl>
                                          <p:spTgt spid="402434"/>
                                        </p:tgtEl>
                                        <p:attrNameLst>
                                          <p:attrName>ppt_x</p:attrName>
                                        </p:attrNameLst>
                                      </p:cBhvr>
                                      <p:tavLst>
                                        <p:tav tm="0">
                                          <p:val>
                                            <p:strVal val="#ppt_x"/>
                                          </p:val>
                                        </p:tav>
                                        <p:tav tm="100000">
                                          <p:val>
                                            <p:strVal val="#ppt_x"/>
                                          </p:val>
                                        </p:tav>
                                      </p:tavLst>
                                    </p:anim>
                                    <p:anim calcmode="lin" valueType="num">
                                      <p:cBhvr additive="base">
                                        <p:cTn id="20" dur="500" fill="hold"/>
                                        <p:tgtEl>
                                          <p:spTgt spid="4024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2435"/>
                                        </p:tgtEl>
                                        <p:attrNameLst>
                                          <p:attrName>style.visibility</p:attrName>
                                        </p:attrNameLst>
                                      </p:cBhvr>
                                      <p:to>
                                        <p:strVal val="visible"/>
                                      </p:to>
                                    </p:set>
                                    <p:anim calcmode="lin" valueType="num">
                                      <p:cBhvr additive="base">
                                        <p:cTn id="25" dur="500" fill="hold"/>
                                        <p:tgtEl>
                                          <p:spTgt spid="402435"/>
                                        </p:tgtEl>
                                        <p:attrNameLst>
                                          <p:attrName>ppt_x</p:attrName>
                                        </p:attrNameLst>
                                      </p:cBhvr>
                                      <p:tavLst>
                                        <p:tav tm="0">
                                          <p:val>
                                            <p:strVal val="#ppt_x"/>
                                          </p:val>
                                        </p:tav>
                                        <p:tav tm="100000">
                                          <p:val>
                                            <p:strVal val="#ppt_x"/>
                                          </p:val>
                                        </p:tav>
                                      </p:tavLst>
                                    </p:anim>
                                    <p:anim calcmode="lin" valueType="num">
                                      <p:cBhvr additive="base">
                                        <p:cTn id="26" dur="500" fill="hold"/>
                                        <p:tgtEl>
                                          <p:spTgt spid="402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4482" name="Group 2"/>
          <p:cNvGrpSpPr/>
          <p:nvPr/>
        </p:nvGrpSpPr>
        <p:grpSpPr>
          <a:xfrm>
            <a:off x="468313" y="381000"/>
            <a:ext cx="8351837" cy="1235075"/>
            <a:chOff x="552" y="240"/>
            <a:chExt cx="4656" cy="778"/>
          </a:xfrm>
        </p:grpSpPr>
        <p:sp>
          <p:nvSpPr>
            <p:cNvPr id="102408" name="Text Box 3"/>
            <p:cNvSpPr txBox="1"/>
            <p:nvPr/>
          </p:nvSpPr>
          <p:spPr>
            <a:xfrm>
              <a:off x="552" y="240"/>
              <a:ext cx="4656" cy="77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0000FF"/>
                  </a:solidFill>
                  <a:latin typeface="楷体_GB2312" pitchFamily="49" charset="-122"/>
                  <a:ea typeface="楷体_GB2312" pitchFamily="49" charset="-122"/>
                </a:rPr>
                <a:t>    </a:t>
              </a:r>
              <a:r>
                <a:rPr lang="en-US" altLang="zh-CN" sz="2000" b="1" dirty="0">
                  <a:solidFill>
                    <a:srgbClr val="000000"/>
                  </a:solidFill>
                  <a:ea typeface="楷体_GB2312" pitchFamily="49" charset="-122"/>
                </a:rPr>
                <a:t>If the charge is distributed in a</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volume</a:t>
              </a:r>
              <a:r>
                <a:rPr lang="en-US" altLang="zh-CN" sz="2000" b="1" dirty="0">
                  <a:solidFill>
                    <a:srgbClr val="000000"/>
                  </a:solidFill>
                  <a:ea typeface="楷体_GB2312" pitchFamily="49" charset="-122"/>
                </a:rPr>
                <a:t>, on a</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surface</a:t>
              </a:r>
              <a:r>
                <a:rPr lang="en-US" altLang="zh-CN" sz="2000" b="1" dirty="0">
                  <a:solidFill>
                    <a:srgbClr val="000000"/>
                  </a:solidFill>
                  <a:ea typeface="楷体_GB2312" pitchFamily="49" charset="-122"/>
                </a:rPr>
                <a:t>, or at a</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line</a:t>
              </a:r>
              <a:r>
                <a:rPr lang="en-US" altLang="zh-CN" sz="2000" b="1" dirty="0">
                  <a:solidFill>
                    <a:srgbClr val="000000"/>
                  </a:solidFill>
                  <a:ea typeface="楷体_GB2312" pitchFamily="49" charset="-122"/>
                </a:rPr>
                <a:t>, considering                                        , then the total energy of the body with the distributed charge can be written accordingly as</a:t>
              </a:r>
            </a:p>
          </p:txBody>
        </p:sp>
        <p:graphicFrame>
          <p:nvGraphicFramePr>
            <p:cNvPr id="102409" name="Object 4"/>
            <p:cNvGraphicFramePr>
              <a:graphicFrameLocks noChangeAspect="1"/>
            </p:cNvGraphicFramePr>
            <p:nvPr/>
          </p:nvGraphicFramePr>
          <p:xfrm>
            <a:off x="1746" y="560"/>
            <a:ext cx="1547" cy="226"/>
          </p:xfrm>
          <a:graphic>
            <a:graphicData uri="http://schemas.openxmlformats.org/presentationml/2006/ole">
              <mc:AlternateContent xmlns:mc="http://schemas.openxmlformats.org/markup-compatibility/2006">
                <mc:Choice xmlns:v="urn:schemas-microsoft-com:vml" Requires="v">
                  <p:oleObj r:id="rId2" imgW="1562100" imgH="228600" progId="Equation.3">
                    <p:embed/>
                  </p:oleObj>
                </mc:Choice>
                <mc:Fallback>
                  <p:oleObj r:id="rId2" imgW="1562100" imgH="228600" progId="Equation.3">
                    <p:embed/>
                    <p:pic>
                      <p:nvPicPr>
                        <p:cNvPr id="102409" name="Object 4"/>
                        <p:cNvPicPr/>
                        <p:nvPr/>
                      </p:nvPicPr>
                      <p:blipFill>
                        <a:blip r:embed="rId3"/>
                        <a:stretch>
                          <a:fillRect/>
                        </a:stretch>
                      </p:blipFill>
                      <p:spPr>
                        <a:xfrm>
                          <a:off x="1746" y="560"/>
                          <a:ext cx="1547" cy="226"/>
                        </a:xfrm>
                        <a:prstGeom prst="rect">
                          <a:avLst/>
                        </a:prstGeom>
                        <a:noFill/>
                        <a:ln w="38100">
                          <a:noFill/>
                          <a:miter/>
                        </a:ln>
                      </p:spPr>
                    </p:pic>
                  </p:oleObj>
                </mc:Fallback>
              </mc:AlternateContent>
            </a:graphicData>
          </a:graphic>
        </p:graphicFrame>
      </p:grpSp>
      <p:graphicFrame>
        <p:nvGraphicFramePr>
          <p:cNvPr id="404485" name="Object 5"/>
          <p:cNvGraphicFramePr>
            <a:graphicFrameLocks noChangeAspect="1"/>
          </p:cNvGraphicFramePr>
          <p:nvPr/>
        </p:nvGraphicFramePr>
        <p:xfrm>
          <a:off x="1908175" y="1700213"/>
          <a:ext cx="5207000" cy="758825"/>
        </p:xfrm>
        <a:graphic>
          <a:graphicData uri="http://schemas.openxmlformats.org/presentationml/2006/ole">
            <mc:AlternateContent xmlns:mc="http://schemas.openxmlformats.org/markup-compatibility/2006">
              <mc:Choice xmlns:v="urn:schemas-microsoft-com:vml" Requires="v">
                <p:oleObj r:id="rId4" imgW="2692400" imgH="393700" progId="Equation.3">
                  <p:embed/>
                </p:oleObj>
              </mc:Choice>
              <mc:Fallback>
                <p:oleObj r:id="rId4" imgW="2692400" imgH="393700" progId="Equation.3">
                  <p:embed/>
                  <p:pic>
                    <p:nvPicPr>
                      <p:cNvPr id="404485" name="Object 5"/>
                      <p:cNvPicPr/>
                      <p:nvPr/>
                    </p:nvPicPr>
                    <p:blipFill>
                      <a:blip r:embed="rId5"/>
                      <a:stretch>
                        <a:fillRect/>
                      </a:stretch>
                    </p:blipFill>
                    <p:spPr>
                      <a:xfrm>
                        <a:off x="1908175" y="1700213"/>
                        <a:ext cx="5207000" cy="758825"/>
                      </a:xfrm>
                      <a:prstGeom prst="rect">
                        <a:avLst/>
                      </a:prstGeom>
                      <a:noFill/>
                      <a:ln w="38100">
                        <a:noFill/>
                        <a:miter/>
                      </a:ln>
                    </p:spPr>
                  </p:pic>
                </p:oleObj>
              </mc:Fallback>
            </mc:AlternateContent>
          </a:graphicData>
        </a:graphic>
      </p:graphicFrame>
      <p:sp>
        <p:nvSpPr>
          <p:cNvPr id="404486" name="Text Box 6"/>
          <p:cNvSpPr txBox="1"/>
          <p:nvPr/>
        </p:nvSpPr>
        <p:spPr>
          <a:xfrm>
            <a:off x="539750" y="2492375"/>
            <a:ext cx="7848600"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0000FF"/>
                </a:solidFill>
                <a:ea typeface="楷体_GB2312" pitchFamily="49" charset="-122"/>
              </a:rPr>
              <a:t>Where </a:t>
            </a:r>
            <a:r>
              <a:rPr lang="en-US" altLang="zh-CN" sz="2000" i="1" dirty="0">
                <a:solidFill>
                  <a:srgbClr val="0000CC"/>
                </a:solidFill>
                <a:ea typeface="楷体_GB2312" pitchFamily="49" charset="-122"/>
                <a:sym typeface="Symbol" panose="05050102010706020507" pitchFamily="18" charset="2"/>
              </a:rPr>
              <a:t></a:t>
            </a:r>
            <a:r>
              <a:rPr lang="en-US" altLang="zh-CN" sz="2000" i="1" dirty="0">
                <a:solidFill>
                  <a:srgbClr val="0000CC"/>
                </a:solidFill>
                <a:ea typeface="楷体_GB2312" pitchFamily="49" charset="-122"/>
              </a:rPr>
              <a:t> </a:t>
            </a:r>
            <a:r>
              <a:rPr lang="en-US" altLang="zh-CN" sz="2000" b="1" dirty="0">
                <a:solidFill>
                  <a:srgbClr val="0000FF"/>
                </a:solidFill>
                <a:ea typeface="楷体_GB2312" pitchFamily="49" charset="-122"/>
              </a:rPr>
              <a:t> is the electric potential </a:t>
            </a:r>
            <a:r>
              <a:rPr lang="en-US" altLang="zh-CN" sz="2000" b="1" dirty="0">
                <a:solidFill>
                  <a:srgbClr val="FF0000"/>
                </a:solidFill>
                <a:ea typeface="楷体_GB2312" pitchFamily="49" charset="-122"/>
              </a:rPr>
              <a:t>at</a:t>
            </a:r>
            <a:r>
              <a:rPr lang="en-US" altLang="zh-CN" sz="2000" b="1" dirty="0">
                <a:solidFill>
                  <a:srgbClr val="0000FF"/>
                </a:solidFill>
                <a:ea typeface="楷体_GB2312" pitchFamily="49" charset="-122"/>
              </a:rPr>
              <a:t> the element volume </a:t>
            </a:r>
            <a:r>
              <a:rPr lang="en-US" altLang="zh-CN" sz="2000" dirty="0">
                <a:solidFill>
                  <a:srgbClr val="0000CC"/>
                </a:solidFill>
                <a:ea typeface="楷体_GB2312" pitchFamily="49" charset="-122"/>
              </a:rPr>
              <a:t>d</a:t>
            </a:r>
            <a:r>
              <a:rPr lang="en-US" altLang="zh-CN" sz="2000" i="1" dirty="0">
                <a:solidFill>
                  <a:srgbClr val="0000CC"/>
                </a:solidFill>
                <a:ea typeface="楷体_GB2312" pitchFamily="49" charset="-122"/>
              </a:rPr>
              <a:t>V</a:t>
            </a:r>
            <a:r>
              <a:rPr lang="en-US" altLang="zh-CN" sz="2000" b="1" dirty="0">
                <a:solidFill>
                  <a:srgbClr val="0000FF"/>
                </a:solidFill>
                <a:ea typeface="楷体_GB2312" pitchFamily="49" charset="-122"/>
              </a:rPr>
              <a:t>, the element surface </a:t>
            </a:r>
            <a:r>
              <a:rPr lang="en-US" altLang="zh-CN" sz="2000" dirty="0">
                <a:solidFill>
                  <a:srgbClr val="0000CC"/>
                </a:solidFill>
                <a:ea typeface="楷体_GB2312" pitchFamily="49" charset="-122"/>
              </a:rPr>
              <a:t>d</a:t>
            </a:r>
            <a:r>
              <a:rPr lang="en-US" altLang="zh-CN" sz="2000" i="1" dirty="0">
                <a:solidFill>
                  <a:srgbClr val="0000CC"/>
                </a:solidFill>
                <a:ea typeface="楷体_GB2312" pitchFamily="49" charset="-122"/>
              </a:rPr>
              <a:t>S</a:t>
            </a:r>
            <a:r>
              <a:rPr lang="en-US" altLang="zh-CN" sz="2000" b="1" dirty="0">
                <a:solidFill>
                  <a:srgbClr val="0000CC"/>
                </a:solidFill>
                <a:ea typeface="楷体_GB2312" pitchFamily="49" charset="-122"/>
              </a:rPr>
              <a:t>,</a:t>
            </a:r>
            <a:r>
              <a:rPr lang="en-US" altLang="zh-CN" sz="2000" b="1" dirty="0">
                <a:solidFill>
                  <a:srgbClr val="0000FF"/>
                </a:solidFill>
                <a:ea typeface="楷体_GB2312" pitchFamily="49" charset="-122"/>
              </a:rPr>
              <a:t> or the element line </a:t>
            </a:r>
            <a:r>
              <a:rPr lang="en-US" altLang="zh-CN" sz="2000" dirty="0">
                <a:solidFill>
                  <a:srgbClr val="0000CC"/>
                </a:solidFill>
                <a:ea typeface="楷体_GB2312" pitchFamily="49" charset="-122"/>
              </a:rPr>
              <a:t>d</a:t>
            </a:r>
            <a:r>
              <a:rPr lang="en-US" altLang="zh-CN" sz="2000" i="1" dirty="0">
                <a:solidFill>
                  <a:srgbClr val="0000CC"/>
                </a:solidFill>
                <a:ea typeface="楷体_GB2312" pitchFamily="49" charset="-122"/>
              </a:rPr>
              <a:t>l </a:t>
            </a:r>
            <a:r>
              <a:rPr lang="en-US" altLang="zh-CN" sz="2000" b="1" dirty="0">
                <a:solidFill>
                  <a:srgbClr val="0000CC"/>
                </a:solidFill>
                <a:ea typeface="楷体_GB2312" pitchFamily="49" charset="-122"/>
              </a:rPr>
              <a:t>,</a:t>
            </a:r>
            <a:r>
              <a:rPr lang="en-US" altLang="zh-CN" sz="2000" b="1" dirty="0">
                <a:solidFill>
                  <a:srgbClr val="0000FF"/>
                </a:solidFill>
                <a:ea typeface="楷体_GB2312" pitchFamily="49" charset="-122"/>
              </a:rPr>
              <a:t> respectively.</a:t>
            </a:r>
          </a:p>
        </p:txBody>
      </p:sp>
      <p:sp>
        <p:nvSpPr>
          <p:cNvPr id="404487" name="Text Box 7"/>
          <p:cNvSpPr txBox="1"/>
          <p:nvPr/>
        </p:nvSpPr>
        <p:spPr>
          <a:xfrm>
            <a:off x="539750" y="3500438"/>
            <a:ext cx="7921625" cy="1616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From the point of view of</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the field</a:t>
            </a:r>
            <a:r>
              <a:rPr lang="en-US" altLang="zh-CN" sz="2000" b="1" dirty="0">
                <a:solidFill>
                  <a:srgbClr val="000000"/>
                </a:solidFill>
                <a:ea typeface="楷体_GB2312" pitchFamily="49" charset="-122"/>
              </a:rPr>
              <a:t>, the electrostatic energy is distributed in</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the entire space</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where the electric field is found. We now discuss how to calculate</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the energy density</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of electro-static field.</a:t>
            </a:r>
            <a:r>
              <a:rPr lang="en-US" altLang="zh-CN" sz="2000" b="1" dirty="0">
                <a:solidFill>
                  <a:srgbClr val="000000"/>
                </a:solidFill>
                <a:latin typeface="Times New Roman" panose="02020603050405020304" pitchFamily="18" charset="0"/>
                <a:ea typeface="楷体_GB2312" pitchFamily="49" charset="-122"/>
              </a:rPr>
              <a:t> </a:t>
            </a:r>
          </a:p>
        </p:txBody>
      </p:sp>
      <p:sp>
        <p:nvSpPr>
          <p:cNvPr id="404488" name="Text Box 8"/>
          <p:cNvSpPr txBox="1"/>
          <p:nvPr/>
        </p:nvSpPr>
        <p:spPr>
          <a:xfrm>
            <a:off x="468313" y="5229225"/>
            <a:ext cx="8064500"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0000FF"/>
                </a:solidFill>
                <a:ea typeface="楷体_GB2312" pitchFamily="49" charset="-122"/>
              </a:rPr>
              <a:t>The </a:t>
            </a:r>
            <a:r>
              <a:rPr lang="en-US" altLang="zh-CN" sz="2000" b="1" dirty="0">
                <a:solidFill>
                  <a:srgbClr val="FF0000"/>
                </a:solidFill>
                <a:ea typeface="楷体_GB2312" pitchFamily="49" charset="-122"/>
              </a:rPr>
              <a:t>energy density</a:t>
            </a:r>
            <a:r>
              <a:rPr lang="en-US" altLang="zh-CN" sz="2000" b="1" dirty="0">
                <a:solidFill>
                  <a:srgbClr val="0000FF"/>
                </a:solidFill>
                <a:ea typeface="楷体_GB2312" pitchFamily="49" charset="-122"/>
              </a:rPr>
              <a:t> of electrostatic field is denoted by small letter character </a:t>
            </a:r>
            <a:r>
              <a:rPr lang="en-US" altLang="zh-CN" sz="2000" b="1" i="1" dirty="0">
                <a:solidFill>
                  <a:srgbClr val="0000CC"/>
                </a:solidFill>
                <a:ea typeface="楷体_GB2312" pitchFamily="49" charset="-122"/>
              </a:rPr>
              <a:t>w</a:t>
            </a:r>
            <a:r>
              <a:rPr lang="en-US" altLang="zh-CN" sz="2000" b="1" baseline="-25000" dirty="0">
                <a:solidFill>
                  <a:srgbClr val="0000CC"/>
                </a:solidFill>
                <a:ea typeface="楷体_GB2312" pitchFamily="49" charset="-122"/>
              </a:rPr>
              <a:t>e</a:t>
            </a:r>
            <a:r>
              <a:rPr lang="en-US" altLang="zh-CN" sz="2000" dirty="0">
                <a:solidFill>
                  <a:srgbClr val="0000FF"/>
                </a:solidFill>
                <a:ea typeface="楷体_GB2312" pitchFamily="49" charset="-122"/>
              </a:rPr>
              <a:t>.</a:t>
            </a:r>
          </a:p>
        </p:txBody>
      </p:sp>
      <p:pic>
        <p:nvPicPr>
          <p:cNvPr id="11" name="Picture 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04482"/>
                                        </p:tgtEl>
                                        <p:attrNameLst>
                                          <p:attrName>style.visibility</p:attrName>
                                        </p:attrNameLst>
                                      </p:cBhvr>
                                      <p:to>
                                        <p:strVal val="visible"/>
                                      </p:to>
                                    </p:set>
                                    <p:anim calcmode="lin" valueType="num">
                                      <p:cBhvr additive="base">
                                        <p:cTn id="7" dur="500" fill="hold"/>
                                        <p:tgtEl>
                                          <p:spTgt spid="404482"/>
                                        </p:tgtEl>
                                        <p:attrNameLst>
                                          <p:attrName>ppt_x</p:attrName>
                                        </p:attrNameLst>
                                      </p:cBhvr>
                                      <p:tavLst>
                                        <p:tav tm="0">
                                          <p:val>
                                            <p:strVal val="#ppt_x"/>
                                          </p:val>
                                        </p:tav>
                                        <p:tav tm="100000">
                                          <p:val>
                                            <p:strVal val="#ppt_x"/>
                                          </p:val>
                                        </p:tav>
                                      </p:tavLst>
                                    </p:anim>
                                    <p:anim calcmode="lin" valueType="num">
                                      <p:cBhvr additive="base">
                                        <p:cTn id="8" dur="500" fill="hold"/>
                                        <p:tgtEl>
                                          <p:spTgt spid="4044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4485"/>
                                        </p:tgtEl>
                                        <p:attrNameLst>
                                          <p:attrName>style.visibility</p:attrName>
                                        </p:attrNameLst>
                                      </p:cBhvr>
                                      <p:to>
                                        <p:strVal val="visible"/>
                                      </p:to>
                                    </p:set>
                                    <p:anim calcmode="lin" valueType="num">
                                      <p:cBhvr additive="base">
                                        <p:cTn id="13" dur="500" fill="hold"/>
                                        <p:tgtEl>
                                          <p:spTgt spid="404485"/>
                                        </p:tgtEl>
                                        <p:attrNameLst>
                                          <p:attrName>ppt_x</p:attrName>
                                        </p:attrNameLst>
                                      </p:cBhvr>
                                      <p:tavLst>
                                        <p:tav tm="0">
                                          <p:val>
                                            <p:strVal val="#ppt_x"/>
                                          </p:val>
                                        </p:tav>
                                        <p:tav tm="100000">
                                          <p:val>
                                            <p:strVal val="#ppt_x"/>
                                          </p:val>
                                        </p:tav>
                                      </p:tavLst>
                                    </p:anim>
                                    <p:anim calcmode="lin" valueType="num">
                                      <p:cBhvr additive="base">
                                        <p:cTn id="14" dur="500" fill="hold"/>
                                        <p:tgtEl>
                                          <p:spTgt spid="4044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4486"/>
                                        </p:tgtEl>
                                        <p:attrNameLst>
                                          <p:attrName>style.visibility</p:attrName>
                                        </p:attrNameLst>
                                      </p:cBhvr>
                                      <p:to>
                                        <p:strVal val="visible"/>
                                      </p:to>
                                    </p:set>
                                    <p:anim calcmode="lin" valueType="num">
                                      <p:cBhvr additive="base">
                                        <p:cTn id="19" dur="500" fill="hold"/>
                                        <p:tgtEl>
                                          <p:spTgt spid="404486"/>
                                        </p:tgtEl>
                                        <p:attrNameLst>
                                          <p:attrName>ppt_x</p:attrName>
                                        </p:attrNameLst>
                                      </p:cBhvr>
                                      <p:tavLst>
                                        <p:tav tm="0">
                                          <p:val>
                                            <p:strVal val="#ppt_x"/>
                                          </p:val>
                                        </p:tav>
                                        <p:tav tm="100000">
                                          <p:val>
                                            <p:strVal val="#ppt_x"/>
                                          </p:val>
                                        </p:tav>
                                      </p:tavLst>
                                    </p:anim>
                                    <p:anim calcmode="lin" valueType="num">
                                      <p:cBhvr additive="base">
                                        <p:cTn id="20" dur="500" fill="hold"/>
                                        <p:tgtEl>
                                          <p:spTgt spid="40448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4487"/>
                                        </p:tgtEl>
                                        <p:attrNameLst>
                                          <p:attrName>style.visibility</p:attrName>
                                        </p:attrNameLst>
                                      </p:cBhvr>
                                      <p:to>
                                        <p:strVal val="visible"/>
                                      </p:to>
                                    </p:set>
                                    <p:anim calcmode="lin" valueType="num">
                                      <p:cBhvr additive="base">
                                        <p:cTn id="25" dur="500" fill="hold"/>
                                        <p:tgtEl>
                                          <p:spTgt spid="404487"/>
                                        </p:tgtEl>
                                        <p:attrNameLst>
                                          <p:attrName>ppt_x</p:attrName>
                                        </p:attrNameLst>
                                      </p:cBhvr>
                                      <p:tavLst>
                                        <p:tav tm="0">
                                          <p:val>
                                            <p:strVal val="#ppt_x"/>
                                          </p:val>
                                        </p:tav>
                                        <p:tav tm="100000">
                                          <p:val>
                                            <p:strVal val="#ppt_x"/>
                                          </p:val>
                                        </p:tav>
                                      </p:tavLst>
                                    </p:anim>
                                    <p:anim calcmode="lin" valueType="num">
                                      <p:cBhvr additive="base">
                                        <p:cTn id="26" dur="500" fill="hold"/>
                                        <p:tgtEl>
                                          <p:spTgt spid="40448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4488"/>
                                        </p:tgtEl>
                                        <p:attrNameLst>
                                          <p:attrName>style.visibility</p:attrName>
                                        </p:attrNameLst>
                                      </p:cBhvr>
                                      <p:to>
                                        <p:strVal val="visible"/>
                                      </p:to>
                                    </p:set>
                                    <p:anim calcmode="lin" valueType="num">
                                      <p:cBhvr additive="base">
                                        <p:cTn id="31" dur="500" fill="hold"/>
                                        <p:tgtEl>
                                          <p:spTgt spid="404488"/>
                                        </p:tgtEl>
                                        <p:attrNameLst>
                                          <p:attrName>ppt_x</p:attrName>
                                        </p:attrNameLst>
                                      </p:cBhvr>
                                      <p:tavLst>
                                        <p:tav tm="0">
                                          <p:val>
                                            <p:strVal val="#ppt_x"/>
                                          </p:val>
                                        </p:tav>
                                        <p:tav tm="100000">
                                          <p:val>
                                            <p:strVal val="#ppt_x"/>
                                          </p:val>
                                        </p:tav>
                                      </p:tavLst>
                                    </p:anim>
                                    <p:anim calcmode="lin" valueType="num">
                                      <p:cBhvr additive="base">
                                        <p:cTn id="32" dur="500" fill="hold"/>
                                        <p:tgtEl>
                                          <p:spTgt spid="4044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6" grpId="0"/>
      <p:bldP spid="404487" grpId="0"/>
      <p:bldP spid="40448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28" name="Text Box 24"/>
          <p:cNvSpPr txBox="1"/>
          <p:nvPr/>
        </p:nvSpPr>
        <p:spPr>
          <a:xfrm>
            <a:off x="900113" y="665163"/>
            <a:ext cx="8064500" cy="4778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000000"/>
                </a:solidFill>
                <a:ea typeface="楷体_GB2312" pitchFamily="49" charset="-122"/>
              </a:rPr>
              <a:t>Suppose the charges distributing in volume V is </a:t>
            </a:r>
            <a:r>
              <a:rPr lang="en-US" altLang="zh-CN" sz="2000" i="1" dirty="0">
                <a:solidFill>
                  <a:srgbClr val="000000"/>
                </a:solidFill>
                <a:ea typeface="楷体_GB2312" pitchFamily="49" charset="-122"/>
              </a:rPr>
              <a:t>Q</a:t>
            </a:r>
            <a:r>
              <a:rPr lang="en-US" altLang="zh-CN" sz="2000" b="1" dirty="0">
                <a:solidFill>
                  <a:srgbClr val="000000"/>
                </a:solidFill>
                <a:ea typeface="楷体_GB2312" pitchFamily="49" charset="-122"/>
              </a:rPr>
              <a:t>.       </a:t>
            </a:r>
          </a:p>
        </p:txBody>
      </p:sp>
      <p:graphicFrame>
        <p:nvGraphicFramePr>
          <p:cNvPr id="405534" name="Object 30"/>
          <p:cNvGraphicFramePr>
            <a:graphicFrameLocks noChangeAspect="1"/>
          </p:cNvGraphicFramePr>
          <p:nvPr/>
        </p:nvGraphicFramePr>
        <p:xfrm>
          <a:off x="3473450" y="1143000"/>
          <a:ext cx="4592638" cy="3486150"/>
        </p:xfrm>
        <a:graphic>
          <a:graphicData uri="http://schemas.openxmlformats.org/presentationml/2006/ole">
            <mc:AlternateContent xmlns:mc="http://schemas.openxmlformats.org/markup-compatibility/2006">
              <mc:Choice xmlns:v="urn:schemas-microsoft-com:vml" Requires="v">
                <p:oleObj r:id="rId2" imgW="2146300" imgH="1625600" progId="Equation.DSMT4">
                  <p:embed/>
                </p:oleObj>
              </mc:Choice>
              <mc:Fallback>
                <p:oleObj r:id="rId2" imgW="2146300" imgH="1625600" progId="Equation.DSMT4">
                  <p:embed/>
                  <p:pic>
                    <p:nvPicPr>
                      <p:cNvPr id="405534" name="Object 30"/>
                      <p:cNvPicPr/>
                      <p:nvPr/>
                    </p:nvPicPr>
                    <p:blipFill>
                      <a:blip r:embed="rId3"/>
                      <a:stretch>
                        <a:fillRect/>
                      </a:stretch>
                    </p:blipFill>
                    <p:spPr>
                      <a:xfrm>
                        <a:off x="3473450" y="1143000"/>
                        <a:ext cx="4592638" cy="3486150"/>
                      </a:xfrm>
                      <a:prstGeom prst="rect">
                        <a:avLst/>
                      </a:prstGeom>
                      <a:noFill/>
                      <a:ln w="38100">
                        <a:noFill/>
                        <a:miter/>
                      </a:ln>
                    </p:spPr>
                  </p:pic>
                </p:oleObj>
              </mc:Fallback>
            </mc:AlternateContent>
          </a:graphicData>
        </a:graphic>
      </p:graphicFrame>
      <p:graphicFrame>
        <p:nvGraphicFramePr>
          <p:cNvPr id="405537" name="Object 33"/>
          <p:cNvGraphicFramePr>
            <a:graphicFrameLocks noChangeAspect="1"/>
          </p:cNvGraphicFramePr>
          <p:nvPr/>
        </p:nvGraphicFramePr>
        <p:xfrm>
          <a:off x="681038" y="3392488"/>
          <a:ext cx="2503487" cy="784225"/>
        </p:xfrm>
        <a:graphic>
          <a:graphicData uri="http://schemas.openxmlformats.org/presentationml/2006/ole">
            <mc:AlternateContent xmlns:mc="http://schemas.openxmlformats.org/markup-compatibility/2006">
              <mc:Choice xmlns:v="urn:schemas-microsoft-com:vml" Requires="v">
                <p:oleObj r:id="rId4" imgW="1002665" imgH="317500" progId="Equation.3">
                  <p:embed/>
                </p:oleObj>
              </mc:Choice>
              <mc:Fallback>
                <p:oleObj r:id="rId4" imgW="1002665" imgH="317500" progId="Equation.3">
                  <p:embed/>
                  <p:pic>
                    <p:nvPicPr>
                      <p:cNvPr id="405537" name="Object 33"/>
                      <p:cNvPicPr/>
                      <p:nvPr/>
                    </p:nvPicPr>
                    <p:blipFill>
                      <a:blip r:embed="rId5"/>
                      <a:stretch>
                        <a:fillRect/>
                      </a:stretch>
                    </p:blipFill>
                    <p:spPr>
                      <a:xfrm>
                        <a:off x="681038" y="3392488"/>
                        <a:ext cx="2503487" cy="784225"/>
                      </a:xfrm>
                      <a:prstGeom prst="rect">
                        <a:avLst/>
                      </a:prstGeom>
                      <a:noFill/>
                      <a:ln w="38100">
                        <a:noFill/>
                        <a:miter/>
                      </a:ln>
                    </p:spPr>
                  </p:pic>
                </p:oleObj>
              </mc:Fallback>
            </mc:AlternateContent>
          </a:graphicData>
        </a:graphic>
      </p:graphicFrame>
      <p:pic>
        <p:nvPicPr>
          <p:cNvPr id="11" name="Picture 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956550" y="5657533"/>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
        <p:nvSpPr>
          <p:cNvPr id="2" name="右箭头 1"/>
          <p:cNvSpPr/>
          <p:nvPr/>
        </p:nvSpPr>
        <p:spPr>
          <a:xfrm>
            <a:off x="755650" y="2428875"/>
            <a:ext cx="2016125" cy="28892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文本框 2"/>
          <p:cNvSpPr txBox="1"/>
          <p:nvPr/>
        </p:nvSpPr>
        <p:spPr>
          <a:xfrm>
            <a:off x="512763" y="1125538"/>
            <a:ext cx="2503488" cy="1322388"/>
          </a:xfrm>
          <a:prstGeom prst="rect">
            <a:avLst/>
          </a:prstGeom>
          <a:noFill/>
        </p:spPr>
        <p:txBody>
          <a:bodyPr>
            <a:spAutoFit/>
          </a:bodyPr>
          <a:lstStyle/>
          <a:p>
            <a:pPr marR="0" defTabSz="914400">
              <a:buClrTx/>
              <a:buSzTx/>
              <a:buFontTx/>
              <a:buNone/>
              <a:defRPr/>
            </a:pPr>
            <a:r>
              <a:rPr kumimoji="0" lang="en-US" altLang="zh-CN" sz="2000" b="1" kern="1200" cap="none" spc="0" normalizeH="0" baseline="0" noProof="0" dirty="0">
                <a:solidFill>
                  <a:schemeClr val="accent2">
                    <a:lumMod val="50000"/>
                  </a:schemeClr>
                </a:solidFill>
                <a:latin typeface="Arial" panose="020B0604020202020204" pitchFamily="34" charset="0"/>
                <a:ea typeface="宋体" panose="02010600030101010101" pitchFamily="2" charset="-122"/>
                <a:cs typeface="+mn-cs"/>
              </a:rPr>
              <a:t>Integral will be unchanged if the integral is in a infinite sphere</a:t>
            </a:r>
            <a:endParaRPr kumimoji="0" lang="zh-CN" altLang="en-US" sz="2000" b="1" kern="1200" cap="none" spc="0" normalizeH="0" baseline="0" noProof="0" dirty="0">
              <a:solidFill>
                <a:schemeClr val="accent2">
                  <a:lumMod val="50000"/>
                </a:schemeClr>
              </a:solidFill>
              <a:latin typeface="Arial" panose="020B0604020202020204" pitchFamily="34" charset="0"/>
              <a:ea typeface="宋体" panose="02010600030101010101" pitchFamily="2" charset="-122"/>
              <a:cs typeface="+mn-cs"/>
            </a:endParaRPr>
          </a:p>
        </p:txBody>
      </p:sp>
      <p:sp>
        <p:nvSpPr>
          <p:cNvPr id="4" name="上箭头 3"/>
          <p:cNvSpPr/>
          <p:nvPr/>
        </p:nvSpPr>
        <p:spPr>
          <a:xfrm>
            <a:off x="1763713" y="3933825"/>
            <a:ext cx="215900" cy="695325"/>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2" name="Text Box 17"/>
          <p:cNvSpPr txBox="1"/>
          <p:nvPr/>
        </p:nvSpPr>
        <p:spPr>
          <a:xfrm>
            <a:off x="468313" y="5300663"/>
            <a:ext cx="7920037"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FF"/>
                </a:solidFill>
                <a:ea typeface="楷体_GB2312" pitchFamily="49" charset="-122"/>
              </a:rPr>
              <a:t>We can see that the </a:t>
            </a:r>
            <a:r>
              <a:rPr lang="en-US" altLang="zh-CN" sz="2000" b="1" dirty="0">
                <a:solidFill>
                  <a:srgbClr val="FF0000"/>
                </a:solidFill>
                <a:ea typeface="楷体_GB2312" pitchFamily="49" charset="-122"/>
              </a:rPr>
              <a:t>energy density</a:t>
            </a:r>
            <a:r>
              <a:rPr lang="en-US" altLang="zh-CN" sz="2000" b="1" dirty="0">
                <a:solidFill>
                  <a:srgbClr val="0000FF"/>
                </a:solidFill>
                <a:ea typeface="楷体_GB2312" pitchFamily="49" charset="-122"/>
              </a:rPr>
              <a:t> of the electrostatic field is</a:t>
            </a:r>
          </a:p>
        </p:txBody>
      </p:sp>
      <p:graphicFrame>
        <p:nvGraphicFramePr>
          <p:cNvPr id="43" name="Object 18"/>
          <p:cNvGraphicFramePr>
            <a:graphicFrameLocks noChangeAspect="1"/>
          </p:cNvGraphicFramePr>
          <p:nvPr/>
        </p:nvGraphicFramePr>
        <p:xfrm>
          <a:off x="2987675" y="5734050"/>
          <a:ext cx="2087563" cy="1041400"/>
        </p:xfrm>
        <a:graphic>
          <a:graphicData uri="http://schemas.openxmlformats.org/presentationml/2006/ole">
            <mc:AlternateContent xmlns:mc="http://schemas.openxmlformats.org/markup-compatibility/2006">
              <mc:Choice xmlns:v="urn:schemas-microsoft-com:vml" Requires="v">
                <p:oleObj r:id="rId7" imgW="786765" imgH="393700" progId="Equation.3">
                  <p:embed/>
                </p:oleObj>
              </mc:Choice>
              <mc:Fallback>
                <p:oleObj r:id="rId7" imgW="786765" imgH="393700" progId="Equation.3">
                  <p:embed/>
                  <p:pic>
                    <p:nvPicPr>
                      <p:cNvPr id="43" name="Object 18"/>
                      <p:cNvPicPr/>
                      <p:nvPr/>
                    </p:nvPicPr>
                    <p:blipFill>
                      <a:blip r:embed="rId8"/>
                      <a:stretch>
                        <a:fillRect/>
                      </a:stretch>
                    </p:blipFill>
                    <p:spPr>
                      <a:xfrm>
                        <a:off x="2987675" y="5734050"/>
                        <a:ext cx="2087563" cy="1041400"/>
                      </a:xfrm>
                      <a:prstGeom prst="rect">
                        <a:avLst/>
                      </a:prstGeom>
                      <a:noFill/>
                      <a:ln w="38100">
                        <a:noFill/>
                        <a:miter/>
                      </a:ln>
                    </p:spPr>
                  </p:pic>
                </p:oleObj>
              </mc:Fallback>
            </mc:AlternateContent>
          </a:graphicData>
        </a:graphic>
      </p:graphicFrame>
      <p:graphicFrame>
        <p:nvGraphicFramePr>
          <p:cNvPr id="7" name="Object 33">
            <a:extLst>
              <a:ext uri="{FF2B5EF4-FFF2-40B4-BE49-F238E27FC236}">
                <a16:creationId xmlns:a16="http://schemas.microsoft.com/office/drawing/2014/main" id="{E445ADDC-81DE-F768-CC60-3E4896FB0080}"/>
              </a:ext>
            </a:extLst>
          </p:cNvPr>
          <p:cNvGraphicFramePr>
            <a:graphicFrameLocks noChangeAspect="1"/>
          </p:cNvGraphicFramePr>
          <p:nvPr>
            <p:extLst>
              <p:ext uri="{D42A27DB-BD31-4B8C-83A1-F6EECF244321}">
                <p14:modId xmlns:p14="http://schemas.microsoft.com/office/powerpoint/2010/main" val="2050228476"/>
              </p:ext>
            </p:extLst>
          </p:nvPr>
        </p:nvGraphicFramePr>
        <p:xfrm>
          <a:off x="882587" y="4481513"/>
          <a:ext cx="6275388" cy="971550"/>
        </p:xfrm>
        <a:graphic>
          <a:graphicData uri="http://schemas.openxmlformats.org/presentationml/2006/ole">
            <mc:AlternateContent xmlns:mc="http://schemas.openxmlformats.org/markup-compatibility/2006">
              <mc:Choice xmlns:v="urn:schemas-microsoft-com:vml" Requires="v">
                <p:oleObj name="Equation" r:id="rId9" imgW="2514600" imgH="393480" progId="Equation.DSMT4">
                  <p:embed/>
                </p:oleObj>
              </mc:Choice>
              <mc:Fallback>
                <p:oleObj name="Equation" r:id="rId9" imgW="2514600" imgH="393480" progId="Equation.DSMT4">
                  <p:embed/>
                  <p:pic>
                    <p:nvPicPr>
                      <p:cNvPr id="7" name="Object 33">
                        <a:extLst>
                          <a:ext uri="{FF2B5EF4-FFF2-40B4-BE49-F238E27FC236}">
                            <a16:creationId xmlns:a16="http://schemas.microsoft.com/office/drawing/2014/main" id="{E445ADDC-81DE-F768-CC60-3E4896FB0080}"/>
                          </a:ext>
                        </a:extLst>
                      </p:cNvPr>
                      <p:cNvPicPr/>
                      <p:nvPr/>
                    </p:nvPicPr>
                    <p:blipFill>
                      <a:blip r:embed="rId10"/>
                      <a:stretch>
                        <a:fillRect/>
                      </a:stretch>
                    </p:blipFill>
                    <p:spPr>
                      <a:xfrm>
                        <a:off x="882587" y="4481513"/>
                        <a:ext cx="6275388" cy="9715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05528"/>
                                        </p:tgtEl>
                                        <p:attrNameLst>
                                          <p:attrName>style.visibility</p:attrName>
                                        </p:attrNameLst>
                                      </p:cBhvr>
                                      <p:to>
                                        <p:strVal val="visible"/>
                                      </p:to>
                                    </p:set>
                                    <p:anim calcmode="lin" valueType="num">
                                      <p:cBhvr additive="base">
                                        <p:cTn id="7" dur="500" fill="hold"/>
                                        <p:tgtEl>
                                          <p:spTgt spid="405528"/>
                                        </p:tgtEl>
                                        <p:attrNameLst>
                                          <p:attrName>ppt_x</p:attrName>
                                        </p:attrNameLst>
                                      </p:cBhvr>
                                      <p:tavLst>
                                        <p:tav tm="0">
                                          <p:val>
                                            <p:strVal val="#ppt_x"/>
                                          </p:val>
                                        </p:tav>
                                        <p:tav tm="100000">
                                          <p:val>
                                            <p:strVal val="#ppt_x"/>
                                          </p:val>
                                        </p:tav>
                                      </p:tavLst>
                                    </p:anim>
                                    <p:anim calcmode="lin" valueType="num">
                                      <p:cBhvr additive="base">
                                        <p:cTn id="8" dur="500" fill="hold"/>
                                        <p:tgtEl>
                                          <p:spTgt spid="40552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5534"/>
                                        </p:tgtEl>
                                        <p:attrNameLst>
                                          <p:attrName>style.visibility</p:attrName>
                                        </p:attrNameLst>
                                      </p:cBhvr>
                                      <p:to>
                                        <p:strVal val="visible"/>
                                      </p:to>
                                    </p:set>
                                    <p:anim calcmode="lin" valueType="num">
                                      <p:cBhvr additive="base">
                                        <p:cTn id="13" dur="500" fill="hold"/>
                                        <p:tgtEl>
                                          <p:spTgt spid="405534"/>
                                        </p:tgtEl>
                                        <p:attrNameLst>
                                          <p:attrName>ppt_x</p:attrName>
                                        </p:attrNameLst>
                                      </p:cBhvr>
                                      <p:tavLst>
                                        <p:tav tm="0">
                                          <p:val>
                                            <p:strVal val="#ppt_x"/>
                                          </p:val>
                                        </p:tav>
                                        <p:tav tm="100000">
                                          <p:val>
                                            <p:strVal val="#ppt_x"/>
                                          </p:val>
                                        </p:tav>
                                      </p:tavLst>
                                    </p:anim>
                                    <p:anim calcmode="lin" valueType="num">
                                      <p:cBhvr additive="base">
                                        <p:cTn id="14" dur="500" fill="hold"/>
                                        <p:tgtEl>
                                          <p:spTgt spid="40553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5537"/>
                                        </p:tgtEl>
                                        <p:attrNameLst>
                                          <p:attrName>style.visibility</p:attrName>
                                        </p:attrNameLst>
                                      </p:cBhvr>
                                      <p:to>
                                        <p:strVal val="visible"/>
                                      </p:to>
                                    </p:set>
                                    <p:anim calcmode="lin" valueType="num">
                                      <p:cBhvr additive="base">
                                        <p:cTn id="25" dur="500" fill="hold"/>
                                        <p:tgtEl>
                                          <p:spTgt spid="405537"/>
                                        </p:tgtEl>
                                        <p:attrNameLst>
                                          <p:attrName>ppt_x</p:attrName>
                                        </p:attrNameLst>
                                      </p:cBhvr>
                                      <p:tavLst>
                                        <p:tav tm="0">
                                          <p:val>
                                            <p:strVal val="#ppt_x"/>
                                          </p:val>
                                        </p:tav>
                                        <p:tav tm="100000">
                                          <p:val>
                                            <p:strVal val="#ppt_x"/>
                                          </p:val>
                                        </p:tav>
                                      </p:tavLst>
                                    </p:anim>
                                    <p:anim calcmode="lin" valueType="num">
                                      <p:cBhvr additive="base">
                                        <p:cTn id="26" dur="500" fill="hold"/>
                                        <p:tgtEl>
                                          <p:spTgt spid="4055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500" fill="hold"/>
                                        <p:tgtEl>
                                          <p:spTgt spid="42"/>
                                        </p:tgtEl>
                                        <p:attrNameLst>
                                          <p:attrName>ppt_x</p:attrName>
                                        </p:attrNameLst>
                                      </p:cBhvr>
                                      <p:tavLst>
                                        <p:tav tm="0">
                                          <p:val>
                                            <p:strVal val="#ppt_x"/>
                                          </p:val>
                                        </p:tav>
                                        <p:tav tm="100000">
                                          <p:val>
                                            <p:strVal val="#ppt_x"/>
                                          </p:val>
                                        </p:tav>
                                      </p:tavLst>
                                    </p:anim>
                                    <p:anim calcmode="lin" valueType="num">
                                      <p:cBhvr additive="base">
                                        <p:cTn id="3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additive="base">
                                        <p:cTn id="37" dur="500" fill="hold"/>
                                        <p:tgtEl>
                                          <p:spTgt spid="43"/>
                                        </p:tgtEl>
                                        <p:attrNameLst>
                                          <p:attrName>ppt_x</p:attrName>
                                        </p:attrNameLst>
                                      </p:cBhvr>
                                      <p:tavLst>
                                        <p:tav tm="0">
                                          <p:val>
                                            <p:strVal val="#ppt_x"/>
                                          </p:val>
                                        </p:tav>
                                        <p:tav tm="100000">
                                          <p:val>
                                            <p:strVal val="#ppt_x"/>
                                          </p:val>
                                        </p:tav>
                                      </p:tavLst>
                                    </p:anim>
                                    <p:anim calcmode="lin" valueType="num">
                                      <p:cBhvr additive="base">
                                        <p:cTn id="3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28" grpId="0"/>
      <p:bldP spid="2" grpId="0" animBg="1"/>
      <p:bldP spid="3" grpId="0"/>
      <p:bldP spid="4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554" name="Group 2"/>
          <p:cNvGrpSpPr/>
          <p:nvPr/>
        </p:nvGrpSpPr>
        <p:grpSpPr>
          <a:xfrm>
            <a:off x="1331913" y="358775"/>
            <a:ext cx="6013450" cy="549275"/>
            <a:chOff x="816" y="384"/>
            <a:chExt cx="3456" cy="346"/>
          </a:xfrm>
        </p:grpSpPr>
        <p:sp>
          <p:nvSpPr>
            <p:cNvPr id="104456" name="Text Box 3"/>
            <p:cNvSpPr txBox="1"/>
            <p:nvPr/>
          </p:nvSpPr>
          <p:spPr>
            <a:xfrm>
              <a:off x="816" y="384"/>
              <a:ext cx="3456" cy="3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000" b="1" dirty="0">
                  <a:solidFill>
                    <a:srgbClr val="000000"/>
                  </a:solidFill>
                  <a:ea typeface="楷体_GB2312" pitchFamily="49" charset="-122"/>
                </a:rPr>
                <a:t>For linear isotropic dielectrics,              , we have</a:t>
              </a:r>
            </a:p>
          </p:txBody>
        </p:sp>
        <p:graphicFrame>
          <p:nvGraphicFramePr>
            <p:cNvPr id="104457" name="Object 4"/>
            <p:cNvGraphicFramePr>
              <a:graphicFrameLocks noChangeAspect="1"/>
            </p:cNvGraphicFramePr>
            <p:nvPr/>
          </p:nvGraphicFramePr>
          <p:xfrm>
            <a:off x="2991" y="504"/>
            <a:ext cx="561" cy="180"/>
          </p:xfrm>
          <a:graphic>
            <a:graphicData uri="http://schemas.openxmlformats.org/presentationml/2006/ole">
              <mc:AlternateContent xmlns:mc="http://schemas.openxmlformats.org/markup-compatibility/2006">
                <mc:Choice xmlns:v="urn:schemas-microsoft-com:vml" Requires="v">
                  <p:oleObj r:id="rId2" imgW="558800" imgH="177800" progId="Equation.3">
                    <p:embed/>
                  </p:oleObj>
                </mc:Choice>
                <mc:Fallback>
                  <p:oleObj r:id="rId2" imgW="558800" imgH="177800" progId="Equation.3">
                    <p:embed/>
                    <p:pic>
                      <p:nvPicPr>
                        <p:cNvPr id="104457" name="Object 4"/>
                        <p:cNvPicPr/>
                        <p:nvPr/>
                      </p:nvPicPr>
                      <p:blipFill>
                        <a:blip r:embed="rId3"/>
                        <a:stretch>
                          <a:fillRect/>
                        </a:stretch>
                      </p:blipFill>
                      <p:spPr>
                        <a:xfrm>
                          <a:off x="2991" y="504"/>
                          <a:ext cx="561" cy="180"/>
                        </a:xfrm>
                        <a:prstGeom prst="rect">
                          <a:avLst/>
                        </a:prstGeom>
                        <a:noFill/>
                        <a:ln w="38100">
                          <a:noFill/>
                          <a:miter/>
                        </a:ln>
                      </p:spPr>
                    </p:pic>
                  </p:oleObj>
                </mc:Fallback>
              </mc:AlternateContent>
            </a:graphicData>
          </a:graphic>
        </p:graphicFrame>
      </p:grpSp>
      <p:graphicFrame>
        <p:nvGraphicFramePr>
          <p:cNvPr id="407557" name="Object 5"/>
          <p:cNvGraphicFramePr>
            <a:graphicFrameLocks noChangeAspect="1"/>
          </p:cNvGraphicFramePr>
          <p:nvPr/>
        </p:nvGraphicFramePr>
        <p:xfrm>
          <a:off x="3348038" y="873125"/>
          <a:ext cx="1871662" cy="971550"/>
        </p:xfrm>
        <a:graphic>
          <a:graphicData uri="http://schemas.openxmlformats.org/presentationml/2006/ole">
            <mc:AlternateContent xmlns:mc="http://schemas.openxmlformats.org/markup-compatibility/2006">
              <mc:Choice xmlns:v="urn:schemas-microsoft-com:vml" Requires="v">
                <p:oleObj r:id="rId4" imgW="748665" imgH="393700" progId="Equation.3">
                  <p:embed/>
                </p:oleObj>
              </mc:Choice>
              <mc:Fallback>
                <p:oleObj r:id="rId4" imgW="748665" imgH="393700" progId="Equation.3">
                  <p:embed/>
                  <p:pic>
                    <p:nvPicPr>
                      <p:cNvPr id="407557" name="Object 5"/>
                      <p:cNvPicPr/>
                      <p:nvPr/>
                    </p:nvPicPr>
                    <p:blipFill>
                      <a:blip r:embed="rId5"/>
                      <a:stretch>
                        <a:fillRect/>
                      </a:stretch>
                    </p:blipFill>
                    <p:spPr>
                      <a:xfrm>
                        <a:off x="3348038" y="873125"/>
                        <a:ext cx="1871662" cy="971550"/>
                      </a:xfrm>
                      <a:prstGeom prst="rect">
                        <a:avLst/>
                      </a:prstGeom>
                      <a:noFill/>
                      <a:ln w="38100">
                        <a:noFill/>
                        <a:miter/>
                      </a:ln>
                    </p:spPr>
                  </p:pic>
                </p:oleObj>
              </mc:Fallback>
            </mc:AlternateContent>
          </a:graphicData>
        </a:graphic>
      </p:graphicFrame>
      <p:sp>
        <p:nvSpPr>
          <p:cNvPr id="407558" name="Text Box 6"/>
          <p:cNvSpPr txBox="1"/>
          <p:nvPr/>
        </p:nvSpPr>
        <p:spPr>
          <a:xfrm>
            <a:off x="539750" y="4168775"/>
            <a:ext cx="8064500" cy="1997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2000" b="1" dirty="0">
                <a:solidFill>
                  <a:srgbClr val="0000FF"/>
                </a:solidFill>
                <a:latin typeface="Times New Roman" panose="02020603050405020304" pitchFamily="18" charset="0"/>
                <a:ea typeface="楷体_GB2312" pitchFamily="49" charset="-122"/>
              </a:rPr>
              <a:t>       </a:t>
            </a:r>
            <a:r>
              <a:rPr lang="en-US" altLang="zh-CN" sz="2000" b="1" dirty="0">
                <a:solidFill>
                  <a:srgbClr val="FF0000"/>
                </a:solidFill>
                <a:ea typeface="楷体_GB2312" pitchFamily="49" charset="-122"/>
              </a:rPr>
              <a:t>Reason:</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When</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the second</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charged body is introduced, work needs to be done</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against</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the electric field due to</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the first</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charged body, and this work done becomes the energy stored in the field.  This energy is called</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mutual energy</a:t>
            </a:r>
            <a:r>
              <a:rPr lang="en-US" altLang="zh-CN" sz="2000" b="1" dirty="0">
                <a:solidFill>
                  <a:srgbClr val="000000"/>
                </a:solidFill>
                <a:ea typeface="楷体_GB2312" pitchFamily="49" charset="-122"/>
              </a:rPr>
              <a:t>, while the energy is called</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self energy</a:t>
            </a:r>
            <a:r>
              <a:rPr lang="en-US" altLang="zh-CN" sz="2000" b="1" dirty="0">
                <a:solidFill>
                  <a:srgbClr val="0000FF"/>
                </a:solidFill>
                <a:ea typeface="楷体_GB2312" pitchFamily="49" charset="-122"/>
              </a:rPr>
              <a:t>  </a:t>
            </a:r>
            <a:r>
              <a:rPr lang="en-US" altLang="zh-CN" sz="2000" b="1" dirty="0">
                <a:solidFill>
                  <a:srgbClr val="000000"/>
                </a:solidFill>
                <a:ea typeface="楷体_GB2312" pitchFamily="49" charset="-122"/>
              </a:rPr>
              <a:t>when the charged body is</a:t>
            </a:r>
            <a:r>
              <a:rPr lang="en-US" altLang="zh-CN" sz="2000" b="1" dirty="0">
                <a:solidFill>
                  <a:srgbClr val="0000FF"/>
                </a:solidFill>
                <a:ea typeface="楷体_GB2312" pitchFamily="49" charset="-122"/>
              </a:rPr>
              <a:t> </a:t>
            </a:r>
            <a:r>
              <a:rPr lang="en-US" altLang="zh-CN" sz="2000" b="1" dirty="0">
                <a:solidFill>
                  <a:srgbClr val="FF0000"/>
                </a:solidFill>
                <a:ea typeface="楷体_GB2312" pitchFamily="49" charset="-122"/>
              </a:rPr>
              <a:t>alone</a:t>
            </a:r>
            <a:r>
              <a:rPr lang="en-US" altLang="zh-CN" sz="2000" b="1" dirty="0">
                <a:solidFill>
                  <a:srgbClr val="0000FF"/>
                </a:solidFill>
                <a:ea typeface="楷体_GB2312" pitchFamily="49" charset="-122"/>
              </a:rPr>
              <a:t>.</a:t>
            </a:r>
          </a:p>
        </p:txBody>
      </p:sp>
      <p:pic>
        <p:nvPicPr>
          <p:cNvPr id="11" name="Picture 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
        <p:nvSpPr>
          <p:cNvPr id="407560" name="Rectangle 8"/>
          <p:cNvSpPr>
            <a:spLocks noRot="1"/>
          </p:cNvSpPr>
          <p:nvPr/>
        </p:nvSpPr>
        <p:spPr>
          <a:xfrm>
            <a:off x="395288" y="1844675"/>
            <a:ext cx="8424862" cy="100806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000" b="1" dirty="0">
                <a:solidFill>
                  <a:srgbClr val="0000FF"/>
                </a:solidFill>
              </a:rPr>
              <a:t>The energy of an electrostatic field is proportional to </a:t>
            </a:r>
            <a:r>
              <a:rPr lang="en-US" altLang="zh-CN" sz="2000" b="1" dirty="0">
                <a:solidFill>
                  <a:srgbClr val="FF0000"/>
                </a:solidFill>
              </a:rPr>
              <a:t>the square</a:t>
            </a:r>
            <a:r>
              <a:rPr lang="en-US" altLang="zh-CN" sz="2000" b="1" dirty="0">
                <a:solidFill>
                  <a:srgbClr val="0000FF"/>
                </a:solidFill>
              </a:rPr>
              <a:t> of the magnitude of the field intensity. Consequently, the energy </a:t>
            </a:r>
            <a:r>
              <a:rPr lang="en-US" altLang="zh-CN" sz="2000" b="1" dirty="0">
                <a:solidFill>
                  <a:srgbClr val="FF0000"/>
                </a:solidFill>
              </a:rPr>
              <a:t>does not</a:t>
            </a:r>
            <a:r>
              <a:rPr lang="en-US" altLang="zh-CN" sz="2000" b="1" dirty="0">
                <a:solidFill>
                  <a:srgbClr val="0000FF"/>
                </a:solidFill>
              </a:rPr>
              <a:t> obey the </a:t>
            </a:r>
            <a:r>
              <a:rPr lang="en-US" altLang="zh-CN" sz="2000" b="1" dirty="0">
                <a:solidFill>
                  <a:srgbClr val="FF0000"/>
                </a:solidFill>
              </a:rPr>
              <a:t>principle of superposition</a:t>
            </a:r>
            <a:r>
              <a:rPr lang="en-US" altLang="zh-CN" sz="2000" b="1" dirty="0">
                <a:solidFill>
                  <a:srgbClr val="0000FF"/>
                </a:solidFill>
              </a:rPr>
              <a:t>.</a:t>
            </a:r>
            <a:r>
              <a:rPr lang="en-US" altLang="zh-CN" sz="2000" dirty="0"/>
              <a:t> </a:t>
            </a:r>
          </a:p>
        </p:txBody>
      </p:sp>
      <p:sp>
        <p:nvSpPr>
          <p:cNvPr id="407561" name="Rectangle 9"/>
          <p:cNvSpPr>
            <a:spLocks noRot="1"/>
          </p:cNvSpPr>
          <p:nvPr/>
        </p:nvSpPr>
        <p:spPr>
          <a:xfrm>
            <a:off x="395288" y="3213100"/>
            <a:ext cx="8424862" cy="863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342900" lvl="0" indent="-342900" eaLnBrk="1" hangingPunct="1"/>
            <a:r>
              <a:rPr lang="en-US" altLang="zh-CN" sz="2000" b="1" dirty="0">
                <a:solidFill>
                  <a:srgbClr val="0000FF"/>
                </a:solidFill>
              </a:rPr>
              <a:t>The </a:t>
            </a:r>
            <a:r>
              <a:rPr lang="en-US" altLang="zh-CN" sz="2000" b="1" dirty="0">
                <a:solidFill>
                  <a:srgbClr val="FF0000"/>
                </a:solidFill>
              </a:rPr>
              <a:t>total</a:t>
            </a:r>
            <a:r>
              <a:rPr lang="en-US" altLang="zh-CN" sz="2000" b="1" dirty="0">
                <a:solidFill>
                  <a:srgbClr val="0000FF"/>
                </a:solidFill>
              </a:rPr>
              <a:t> energy is </a:t>
            </a:r>
            <a:r>
              <a:rPr lang="en-US" altLang="zh-CN" sz="2000" b="1" dirty="0">
                <a:solidFill>
                  <a:srgbClr val="FF0000"/>
                </a:solidFill>
              </a:rPr>
              <a:t>not equal</a:t>
            </a:r>
            <a:r>
              <a:rPr lang="en-US" altLang="zh-CN" sz="2000" b="1" dirty="0">
                <a:solidFill>
                  <a:srgbClr val="0000FF"/>
                </a:solidFill>
              </a:rPr>
              <a:t> to the </a:t>
            </a:r>
            <a:r>
              <a:rPr lang="en-US" altLang="zh-CN" sz="2000" b="1" dirty="0">
                <a:solidFill>
                  <a:srgbClr val="FF0000"/>
                </a:solidFill>
              </a:rPr>
              <a:t>sum</a:t>
            </a:r>
            <a:r>
              <a:rPr lang="en-US" altLang="zh-CN" sz="2000" b="1" dirty="0">
                <a:solidFill>
                  <a:srgbClr val="0000FF"/>
                </a:solidFill>
              </a:rPr>
              <a:t> of their energies when they exist on their </a:t>
            </a:r>
            <a:r>
              <a:rPr lang="en-US" altLang="zh-CN" sz="2000" b="1" dirty="0">
                <a:solidFill>
                  <a:srgbClr val="FF0000"/>
                </a:solidFill>
              </a:rPr>
              <a:t>own</a:t>
            </a:r>
            <a:r>
              <a:rPr lang="en-US" altLang="zh-CN" sz="2000" b="1" dirty="0">
                <a:solidFill>
                  <a:srgbClr val="0000FF"/>
                </a:solidFill>
              </a:rPr>
              <a: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07554"/>
                                        </p:tgtEl>
                                        <p:attrNameLst>
                                          <p:attrName>style.visibility</p:attrName>
                                        </p:attrNameLst>
                                      </p:cBhvr>
                                      <p:to>
                                        <p:strVal val="visible"/>
                                      </p:to>
                                    </p:set>
                                    <p:anim calcmode="lin" valueType="num">
                                      <p:cBhvr additive="base">
                                        <p:cTn id="7" dur="500" fill="hold"/>
                                        <p:tgtEl>
                                          <p:spTgt spid="407554"/>
                                        </p:tgtEl>
                                        <p:attrNameLst>
                                          <p:attrName>ppt_x</p:attrName>
                                        </p:attrNameLst>
                                      </p:cBhvr>
                                      <p:tavLst>
                                        <p:tav tm="0">
                                          <p:val>
                                            <p:strVal val="#ppt_x"/>
                                          </p:val>
                                        </p:tav>
                                        <p:tav tm="100000">
                                          <p:val>
                                            <p:strVal val="#ppt_x"/>
                                          </p:val>
                                        </p:tav>
                                      </p:tavLst>
                                    </p:anim>
                                    <p:anim calcmode="lin" valueType="num">
                                      <p:cBhvr additive="base">
                                        <p:cTn id="8" dur="500" fill="hold"/>
                                        <p:tgtEl>
                                          <p:spTgt spid="40755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7557"/>
                                        </p:tgtEl>
                                        <p:attrNameLst>
                                          <p:attrName>style.visibility</p:attrName>
                                        </p:attrNameLst>
                                      </p:cBhvr>
                                      <p:to>
                                        <p:strVal val="visible"/>
                                      </p:to>
                                    </p:set>
                                    <p:anim calcmode="lin" valueType="num">
                                      <p:cBhvr additive="base">
                                        <p:cTn id="13" dur="500" fill="hold"/>
                                        <p:tgtEl>
                                          <p:spTgt spid="407557"/>
                                        </p:tgtEl>
                                        <p:attrNameLst>
                                          <p:attrName>ppt_x</p:attrName>
                                        </p:attrNameLst>
                                      </p:cBhvr>
                                      <p:tavLst>
                                        <p:tav tm="0">
                                          <p:val>
                                            <p:strVal val="#ppt_x"/>
                                          </p:val>
                                        </p:tav>
                                        <p:tav tm="100000">
                                          <p:val>
                                            <p:strVal val="#ppt_x"/>
                                          </p:val>
                                        </p:tav>
                                      </p:tavLst>
                                    </p:anim>
                                    <p:anim calcmode="lin" valueType="num">
                                      <p:cBhvr additive="base">
                                        <p:cTn id="14" dur="500" fill="hold"/>
                                        <p:tgtEl>
                                          <p:spTgt spid="4075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07560"/>
                                        </p:tgtEl>
                                        <p:attrNameLst>
                                          <p:attrName>style.visibility</p:attrName>
                                        </p:attrNameLst>
                                      </p:cBhvr>
                                      <p:to>
                                        <p:strVal val="visible"/>
                                      </p:to>
                                    </p:set>
                                    <p:animEffect transition="in" filter="blinds(horizontal)">
                                      <p:cBhvr>
                                        <p:cTn id="19" dur="500"/>
                                        <p:tgtEl>
                                          <p:spTgt spid="40756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07561"/>
                                        </p:tgtEl>
                                        <p:attrNameLst>
                                          <p:attrName>style.visibility</p:attrName>
                                        </p:attrNameLst>
                                      </p:cBhvr>
                                      <p:to>
                                        <p:strVal val="visible"/>
                                      </p:to>
                                    </p:set>
                                    <p:animEffect transition="in" filter="blinds(horizontal)">
                                      <p:cBhvr>
                                        <p:cTn id="24" dur="500"/>
                                        <p:tgtEl>
                                          <p:spTgt spid="40756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07558"/>
                                        </p:tgtEl>
                                        <p:attrNameLst>
                                          <p:attrName>style.visibility</p:attrName>
                                        </p:attrNameLst>
                                      </p:cBhvr>
                                      <p:to>
                                        <p:strVal val="visible"/>
                                      </p:to>
                                    </p:set>
                                    <p:anim calcmode="lin" valueType="num">
                                      <p:cBhvr additive="base">
                                        <p:cTn id="29" dur="500" fill="hold"/>
                                        <p:tgtEl>
                                          <p:spTgt spid="407558"/>
                                        </p:tgtEl>
                                        <p:attrNameLst>
                                          <p:attrName>ppt_x</p:attrName>
                                        </p:attrNameLst>
                                      </p:cBhvr>
                                      <p:tavLst>
                                        <p:tav tm="0">
                                          <p:val>
                                            <p:strVal val="#ppt_x"/>
                                          </p:val>
                                        </p:tav>
                                        <p:tav tm="100000">
                                          <p:val>
                                            <p:strVal val="#ppt_x"/>
                                          </p:val>
                                        </p:tav>
                                      </p:tavLst>
                                    </p:anim>
                                    <p:anim calcmode="lin" valueType="num">
                                      <p:cBhvr additive="base">
                                        <p:cTn id="30" dur="500" fill="hold"/>
                                        <p:tgtEl>
                                          <p:spTgt spid="4075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8" grpId="0"/>
      <p:bldP spid="407560" grpId="0"/>
      <p:bldP spid="40756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1"/>
          <p:cNvSpPr/>
          <p:nvPr/>
        </p:nvSpPr>
        <p:spPr>
          <a:xfrm>
            <a:off x="4343400" y="762000"/>
            <a:ext cx="4572000" cy="5257800"/>
          </a:xfrm>
          <a:prstGeom prst="rect">
            <a:avLst/>
          </a:prstGeom>
          <a:noFill/>
          <a:ln w="38100">
            <a:noFill/>
          </a:ln>
        </p:spPr>
        <p:txBody>
          <a:bodyPr wrap="none" anchor="ctr" anchorCtr="0"/>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endParaRPr lang="zh-CN" altLang="zh-CN" b="1" dirty="0">
              <a:solidFill>
                <a:srgbClr val="000000"/>
              </a:solidFill>
              <a:latin typeface="Times New Roman" panose="02020603050405020304" pitchFamily="18" charset="0"/>
              <a:ea typeface="幼圆" panose="02010509060101010101" pitchFamily="49" charset="-122"/>
            </a:endParaRPr>
          </a:p>
        </p:txBody>
      </p:sp>
      <p:sp>
        <p:nvSpPr>
          <p:cNvPr id="105475" name="Rectangle 38"/>
          <p:cNvSpPr/>
          <p:nvPr/>
        </p:nvSpPr>
        <p:spPr>
          <a:xfrm>
            <a:off x="323850" y="692150"/>
            <a:ext cx="4902200" cy="647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l"/>
            </a:pPr>
            <a:r>
              <a:rPr lang="en-US" altLang="zh-CN" sz="2800" b="1" dirty="0">
                <a:solidFill>
                  <a:srgbClr val="0000CC"/>
                </a:solidFill>
                <a:ea typeface="楷体_GB2312" pitchFamily="49" charset="-122"/>
              </a:rPr>
              <a:t>   Calculated by potential</a:t>
            </a:r>
          </a:p>
        </p:txBody>
      </p:sp>
      <p:sp>
        <p:nvSpPr>
          <p:cNvPr id="729127" name="Text Box 39"/>
          <p:cNvSpPr txBox="1"/>
          <p:nvPr/>
        </p:nvSpPr>
        <p:spPr>
          <a:xfrm>
            <a:off x="468313" y="1484313"/>
            <a:ext cx="4032250" cy="488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ü"/>
            </a:pPr>
            <a:r>
              <a:rPr lang="en-US" altLang="zh-CN" sz="2000" b="1" dirty="0">
                <a:solidFill>
                  <a:srgbClr val="000000"/>
                </a:solidFill>
                <a:ea typeface="楷体_GB2312" pitchFamily="49" charset="-122"/>
              </a:rPr>
              <a:t>Distribution of Body Charge</a:t>
            </a:r>
          </a:p>
        </p:txBody>
      </p:sp>
      <p:sp>
        <p:nvSpPr>
          <p:cNvPr id="729128" name="Text Box 40"/>
          <p:cNvSpPr txBox="1"/>
          <p:nvPr/>
        </p:nvSpPr>
        <p:spPr>
          <a:xfrm>
            <a:off x="468313" y="2420938"/>
            <a:ext cx="3959225" cy="488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ü"/>
            </a:pPr>
            <a:r>
              <a:rPr lang="en-US" altLang="zh-CN" sz="2000" b="1" dirty="0">
                <a:solidFill>
                  <a:srgbClr val="000000"/>
                </a:solidFill>
                <a:ea typeface="楷体_GB2312" pitchFamily="49" charset="-122"/>
              </a:rPr>
              <a:t>Distribution of plane Charge</a:t>
            </a:r>
          </a:p>
        </p:txBody>
      </p:sp>
      <p:sp>
        <p:nvSpPr>
          <p:cNvPr id="729129" name="Text Box 41"/>
          <p:cNvSpPr txBox="1"/>
          <p:nvPr/>
        </p:nvSpPr>
        <p:spPr>
          <a:xfrm>
            <a:off x="468313" y="3371850"/>
            <a:ext cx="6840537" cy="488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ü"/>
            </a:pPr>
            <a:r>
              <a:rPr lang="en-US" altLang="zh-CN" sz="2000" b="1" dirty="0">
                <a:solidFill>
                  <a:srgbClr val="000000"/>
                </a:solidFill>
                <a:ea typeface="楷体_GB2312" pitchFamily="49" charset="-122"/>
              </a:rPr>
              <a:t>Storage of Capacitor energy </a:t>
            </a:r>
          </a:p>
        </p:txBody>
      </p:sp>
      <p:grpSp>
        <p:nvGrpSpPr>
          <p:cNvPr id="729130" name="Group 42"/>
          <p:cNvGrpSpPr/>
          <p:nvPr/>
        </p:nvGrpSpPr>
        <p:grpSpPr>
          <a:xfrm>
            <a:off x="1819275" y="5080000"/>
            <a:ext cx="7216775" cy="574675"/>
            <a:chOff x="965" y="2384"/>
            <a:chExt cx="4546" cy="362"/>
          </a:xfrm>
        </p:grpSpPr>
        <p:graphicFrame>
          <p:nvGraphicFramePr>
            <p:cNvPr id="105488" name="Object 43"/>
            <p:cNvGraphicFramePr>
              <a:graphicFrameLocks noChangeAspect="1"/>
            </p:cNvGraphicFramePr>
            <p:nvPr/>
          </p:nvGraphicFramePr>
          <p:xfrm>
            <a:off x="965" y="2384"/>
            <a:ext cx="264" cy="362"/>
          </p:xfrm>
          <a:graphic>
            <a:graphicData uri="http://schemas.openxmlformats.org/presentationml/2006/ole">
              <mc:AlternateContent xmlns:mc="http://schemas.openxmlformats.org/markup-compatibility/2006">
                <mc:Choice xmlns:v="urn:schemas-microsoft-com:vml" Requires="v">
                  <p:oleObj r:id="rId2" imgW="152400" imgH="228600" progId="Equation.DSMT4">
                    <p:embed/>
                  </p:oleObj>
                </mc:Choice>
                <mc:Fallback>
                  <p:oleObj r:id="rId2" imgW="152400" imgH="228600" progId="Equation.DSMT4">
                    <p:embed/>
                    <p:pic>
                      <p:nvPicPr>
                        <p:cNvPr id="105488" name="Object 43"/>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965" y="2384"/>
                          <a:ext cx="264" cy="362"/>
                        </a:xfrm>
                        <a:prstGeom prst="rect">
                          <a:avLst/>
                        </a:prstGeom>
                        <a:noFill/>
                        <a:ln w="38100">
                          <a:noFill/>
                          <a:miter/>
                        </a:ln>
                      </p:spPr>
                    </p:pic>
                  </p:oleObj>
                </mc:Fallback>
              </mc:AlternateContent>
            </a:graphicData>
          </a:graphic>
        </p:graphicFrame>
        <p:sp>
          <p:nvSpPr>
            <p:cNvPr id="105489" name="Text Box 44"/>
            <p:cNvSpPr txBox="1"/>
            <p:nvPr/>
          </p:nvSpPr>
          <p:spPr>
            <a:xfrm>
              <a:off x="1156" y="2438"/>
              <a:ext cx="4355" cy="30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000" b="1" dirty="0">
                  <a:solidFill>
                    <a:srgbClr val="000000"/>
                  </a:solidFill>
                  <a:ea typeface="楷体_GB2312" pitchFamily="49" charset="-122"/>
                </a:rPr>
                <a:t>—— Charge of the i conductors</a:t>
              </a:r>
            </a:p>
          </p:txBody>
        </p:sp>
      </p:grpSp>
      <p:grpSp>
        <p:nvGrpSpPr>
          <p:cNvPr id="729133" name="Group 45"/>
          <p:cNvGrpSpPr/>
          <p:nvPr/>
        </p:nvGrpSpPr>
        <p:grpSpPr>
          <a:xfrm>
            <a:off x="1884363" y="5589588"/>
            <a:ext cx="7205662" cy="642937"/>
            <a:chOff x="1051" y="2660"/>
            <a:chExt cx="4539" cy="405"/>
          </a:xfrm>
        </p:grpSpPr>
        <p:graphicFrame>
          <p:nvGraphicFramePr>
            <p:cNvPr id="105486" name="Object 46"/>
            <p:cNvGraphicFramePr>
              <a:graphicFrameLocks noChangeAspect="1"/>
            </p:cNvGraphicFramePr>
            <p:nvPr/>
          </p:nvGraphicFramePr>
          <p:xfrm>
            <a:off x="1051" y="2660"/>
            <a:ext cx="264" cy="405"/>
          </p:xfrm>
          <a:graphic>
            <a:graphicData uri="http://schemas.openxmlformats.org/presentationml/2006/ole">
              <mc:AlternateContent xmlns:mc="http://schemas.openxmlformats.org/markup-compatibility/2006">
                <mc:Choice xmlns:v="urn:schemas-microsoft-com:vml" Requires="v">
                  <p:oleObj r:id="rId4" imgW="165100" imgH="228600" progId="Equation.DSMT4">
                    <p:embed/>
                  </p:oleObj>
                </mc:Choice>
                <mc:Fallback>
                  <p:oleObj r:id="rId4" imgW="165100" imgH="228600" progId="Equation.DSMT4">
                    <p:embed/>
                    <p:pic>
                      <p:nvPicPr>
                        <p:cNvPr id="105486" name="Object 46"/>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1051" y="2660"/>
                          <a:ext cx="264" cy="405"/>
                        </a:xfrm>
                        <a:prstGeom prst="rect">
                          <a:avLst/>
                        </a:prstGeom>
                        <a:noFill/>
                        <a:ln w="38100">
                          <a:noFill/>
                          <a:miter/>
                        </a:ln>
                      </p:spPr>
                    </p:pic>
                  </p:oleObj>
                </mc:Fallback>
              </mc:AlternateContent>
            </a:graphicData>
          </a:graphic>
        </p:graphicFrame>
        <p:sp>
          <p:nvSpPr>
            <p:cNvPr id="105487" name="Text Box 47"/>
            <p:cNvSpPr txBox="1"/>
            <p:nvPr/>
          </p:nvSpPr>
          <p:spPr>
            <a:xfrm>
              <a:off x="1281" y="2749"/>
              <a:ext cx="4309" cy="30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Tx/>
                <a:buNone/>
              </a:pPr>
              <a:r>
                <a:rPr lang="en-US" altLang="zh-CN" sz="2000" b="1" dirty="0">
                  <a:solidFill>
                    <a:srgbClr val="000000"/>
                  </a:solidFill>
                  <a:ea typeface="楷体_GB2312" pitchFamily="49" charset="-122"/>
                </a:rPr>
                <a:t>——  potential of the i conductors</a:t>
              </a:r>
            </a:p>
          </p:txBody>
        </p:sp>
      </p:grpSp>
      <p:graphicFrame>
        <p:nvGraphicFramePr>
          <p:cNvPr id="408589" name="Object 49"/>
          <p:cNvGraphicFramePr>
            <a:graphicFrameLocks noChangeAspect="1"/>
          </p:cNvGraphicFramePr>
          <p:nvPr/>
        </p:nvGraphicFramePr>
        <p:xfrm>
          <a:off x="1589088" y="4054475"/>
          <a:ext cx="5965825" cy="876300"/>
        </p:xfrm>
        <a:graphic>
          <a:graphicData uri="http://schemas.openxmlformats.org/presentationml/2006/ole">
            <mc:AlternateContent xmlns:mc="http://schemas.openxmlformats.org/markup-compatibility/2006">
              <mc:Choice xmlns:v="urn:schemas-microsoft-com:vml" Requires="v">
                <p:oleObj r:id="rId6" imgW="3060700" imgH="419100" progId="Equation.DSMT4">
                  <p:embed/>
                </p:oleObj>
              </mc:Choice>
              <mc:Fallback>
                <p:oleObj r:id="rId6" imgW="3060700" imgH="419100" progId="Equation.DSMT4">
                  <p:embed/>
                  <p:pic>
                    <p:nvPicPr>
                      <p:cNvPr id="408589" name="Object 49"/>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1589088" y="4054475"/>
                        <a:ext cx="5965825" cy="876300"/>
                      </a:xfrm>
                      <a:prstGeom prst="rect">
                        <a:avLst/>
                      </a:prstGeom>
                      <a:noFill/>
                      <a:ln w="38100">
                        <a:noFill/>
                        <a:miter/>
                      </a:ln>
                    </p:spPr>
                  </p:pic>
                </p:oleObj>
              </mc:Fallback>
            </mc:AlternateContent>
          </a:graphicData>
        </a:graphic>
      </p:graphicFrame>
      <p:graphicFrame>
        <p:nvGraphicFramePr>
          <p:cNvPr id="408590" name="Object 50"/>
          <p:cNvGraphicFramePr>
            <a:graphicFrameLocks noChangeAspect="1"/>
          </p:cNvGraphicFramePr>
          <p:nvPr/>
        </p:nvGraphicFramePr>
        <p:xfrm>
          <a:off x="4268788" y="1431925"/>
          <a:ext cx="1851025" cy="730250"/>
        </p:xfrm>
        <a:graphic>
          <a:graphicData uri="http://schemas.openxmlformats.org/presentationml/2006/ole">
            <mc:AlternateContent xmlns:mc="http://schemas.openxmlformats.org/markup-compatibility/2006">
              <mc:Choice xmlns:v="urn:schemas-microsoft-com:vml" Requires="v">
                <p:oleObj r:id="rId8" imgW="989965" imgH="393700" progId="Equation.DSMT4">
                  <p:embed/>
                </p:oleObj>
              </mc:Choice>
              <mc:Fallback>
                <p:oleObj r:id="rId8" imgW="989965" imgH="393700" progId="Equation.DSMT4">
                  <p:embed/>
                  <p:pic>
                    <p:nvPicPr>
                      <p:cNvPr id="408590" name="Object 50"/>
                      <p:cNvPicPr/>
                      <p:nvPr/>
                    </p:nvPicPr>
                    <p:blipFill>
                      <a:blip r:embed="rId9">
                        <a:clrChange>
                          <a:clrFrom>
                            <a:srgbClr val="000000"/>
                          </a:clrFrom>
                          <a:clrTo>
                            <a:srgbClr val="FFFFFF"/>
                          </a:clrTo>
                        </a:clrChange>
                        <a:clrChange>
                          <a:clrFrom>
                            <a:srgbClr val="FFFFFF"/>
                          </a:clrFrom>
                          <a:clrTo>
                            <a:srgbClr val="000000"/>
                          </a:clrTo>
                        </a:clrChange>
                      </a:blip>
                      <a:stretch>
                        <a:fillRect/>
                      </a:stretch>
                    </p:blipFill>
                    <p:spPr>
                      <a:xfrm>
                        <a:off x="4268788" y="1431925"/>
                        <a:ext cx="1851025" cy="730250"/>
                      </a:xfrm>
                      <a:prstGeom prst="rect">
                        <a:avLst/>
                      </a:prstGeom>
                      <a:noFill/>
                      <a:ln w="38100">
                        <a:noFill/>
                        <a:miter/>
                      </a:ln>
                    </p:spPr>
                  </p:pic>
                </p:oleObj>
              </mc:Fallback>
            </mc:AlternateContent>
          </a:graphicData>
        </a:graphic>
      </p:graphicFrame>
      <p:graphicFrame>
        <p:nvGraphicFramePr>
          <p:cNvPr id="408591" name="Object 51"/>
          <p:cNvGraphicFramePr>
            <a:graphicFrameLocks noChangeAspect="1"/>
          </p:cNvGraphicFramePr>
          <p:nvPr/>
        </p:nvGraphicFramePr>
        <p:xfrm>
          <a:off x="4343400" y="2374900"/>
          <a:ext cx="2471738" cy="785813"/>
        </p:xfrm>
        <a:graphic>
          <a:graphicData uri="http://schemas.openxmlformats.org/presentationml/2006/ole">
            <mc:AlternateContent xmlns:mc="http://schemas.openxmlformats.org/markup-compatibility/2006">
              <mc:Choice xmlns:v="urn:schemas-microsoft-com:vml" Requires="v">
                <p:oleObj r:id="rId10" imgW="1015365" imgH="393700" progId="Equation.DSMT4">
                  <p:embed/>
                </p:oleObj>
              </mc:Choice>
              <mc:Fallback>
                <p:oleObj r:id="rId10" imgW="1015365" imgH="393700" progId="Equation.DSMT4">
                  <p:embed/>
                  <p:pic>
                    <p:nvPicPr>
                      <p:cNvPr id="408591" name="Object 51"/>
                      <p:cNvPicPr/>
                      <p:nvPr/>
                    </p:nvPicPr>
                    <p:blipFill>
                      <a:blip r:embed="rId11">
                        <a:clrChange>
                          <a:clrFrom>
                            <a:srgbClr val="000000"/>
                          </a:clrFrom>
                          <a:clrTo>
                            <a:srgbClr val="FFFFFF"/>
                          </a:clrTo>
                        </a:clrChange>
                        <a:clrChange>
                          <a:clrFrom>
                            <a:srgbClr val="FFFFFF"/>
                          </a:clrFrom>
                          <a:clrTo>
                            <a:srgbClr val="000000"/>
                          </a:clrTo>
                        </a:clrChange>
                      </a:blip>
                      <a:stretch>
                        <a:fillRect/>
                      </a:stretch>
                    </p:blipFill>
                    <p:spPr>
                      <a:xfrm>
                        <a:off x="4343400" y="2374900"/>
                        <a:ext cx="2471738" cy="785813"/>
                      </a:xfrm>
                      <a:prstGeom prst="rect">
                        <a:avLst/>
                      </a:prstGeom>
                      <a:noFill/>
                      <a:ln w="38100">
                        <a:noFill/>
                        <a:miter/>
                      </a:ln>
                    </p:spPr>
                  </p:pic>
                </p:oleObj>
              </mc:Fallback>
            </mc:AlternateContent>
          </a:graphicData>
        </a:graphic>
      </p:graphicFrame>
      <p:sp>
        <p:nvSpPr>
          <p:cNvPr id="408592" name="矩形 2"/>
          <p:cNvSpPr/>
          <p:nvPr/>
        </p:nvSpPr>
        <p:spPr>
          <a:xfrm>
            <a:off x="369888" y="5337175"/>
            <a:ext cx="16097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spcBef>
                <a:spcPct val="50000"/>
              </a:spcBef>
              <a:buClrTx/>
              <a:buSzTx/>
              <a:buFontTx/>
              <a:buNone/>
            </a:pPr>
            <a:r>
              <a:rPr lang="en-US" altLang="zh-CN" sz="2000" b="1" dirty="0">
                <a:solidFill>
                  <a:srgbClr val="000000"/>
                </a:solidFill>
                <a:ea typeface="幼圆" panose="02010509060101010101" pitchFamily="49" charset="-122"/>
              </a:rPr>
              <a:t>Where:</a:t>
            </a:r>
          </a:p>
        </p:txBody>
      </p:sp>
      <p:pic>
        <p:nvPicPr>
          <p:cNvPr id="11" name="Picture 2"/>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29127"/>
                                        </p:tgtEl>
                                        <p:attrNameLst>
                                          <p:attrName>style.visibility</p:attrName>
                                        </p:attrNameLst>
                                      </p:cBhvr>
                                      <p:to>
                                        <p:strVal val="visible"/>
                                      </p:to>
                                    </p:set>
                                    <p:animEffect transition="in" filter="wipe(left)">
                                      <p:cBhvr>
                                        <p:cTn id="7" dur="2000"/>
                                        <p:tgtEl>
                                          <p:spTgt spid="7291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08590"/>
                                        </p:tgtEl>
                                        <p:attrNameLst>
                                          <p:attrName>style.visibility</p:attrName>
                                        </p:attrNameLst>
                                      </p:cBhvr>
                                      <p:to>
                                        <p:strVal val="visible"/>
                                      </p:to>
                                    </p:set>
                                    <p:animEffect transition="in" filter="fade">
                                      <p:cBhvr>
                                        <p:cTn id="12" dur="1000"/>
                                        <p:tgtEl>
                                          <p:spTgt spid="408590"/>
                                        </p:tgtEl>
                                      </p:cBhvr>
                                    </p:animEffect>
                                    <p:anim calcmode="lin" valueType="num">
                                      <p:cBhvr>
                                        <p:cTn id="13" dur="1000" fill="hold"/>
                                        <p:tgtEl>
                                          <p:spTgt spid="408590"/>
                                        </p:tgtEl>
                                        <p:attrNameLst>
                                          <p:attrName>ppt_x</p:attrName>
                                        </p:attrNameLst>
                                      </p:cBhvr>
                                      <p:tavLst>
                                        <p:tav tm="0">
                                          <p:val>
                                            <p:strVal val="#ppt_x"/>
                                          </p:val>
                                        </p:tav>
                                        <p:tav tm="100000">
                                          <p:val>
                                            <p:strVal val="#ppt_x"/>
                                          </p:val>
                                        </p:tav>
                                      </p:tavLst>
                                    </p:anim>
                                    <p:anim calcmode="lin" valueType="num">
                                      <p:cBhvr>
                                        <p:cTn id="14" dur="1000" fill="hold"/>
                                        <p:tgtEl>
                                          <p:spTgt spid="40859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29128"/>
                                        </p:tgtEl>
                                        <p:attrNameLst>
                                          <p:attrName>style.visibility</p:attrName>
                                        </p:attrNameLst>
                                      </p:cBhvr>
                                      <p:to>
                                        <p:strVal val="visible"/>
                                      </p:to>
                                    </p:set>
                                    <p:animEffect transition="in" filter="wipe(left)">
                                      <p:cBhvr>
                                        <p:cTn id="19" dur="2000"/>
                                        <p:tgtEl>
                                          <p:spTgt spid="729128"/>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08591"/>
                                        </p:tgtEl>
                                        <p:attrNameLst>
                                          <p:attrName>style.visibility</p:attrName>
                                        </p:attrNameLst>
                                      </p:cBhvr>
                                      <p:to>
                                        <p:strVal val="visible"/>
                                      </p:to>
                                    </p:set>
                                    <p:animEffect transition="in" filter="fade">
                                      <p:cBhvr>
                                        <p:cTn id="24" dur="1000"/>
                                        <p:tgtEl>
                                          <p:spTgt spid="408591"/>
                                        </p:tgtEl>
                                      </p:cBhvr>
                                    </p:animEffect>
                                    <p:anim calcmode="lin" valueType="num">
                                      <p:cBhvr>
                                        <p:cTn id="25" dur="1000" fill="hold"/>
                                        <p:tgtEl>
                                          <p:spTgt spid="408591"/>
                                        </p:tgtEl>
                                        <p:attrNameLst>
                                          <p:attrName>ppt_x</p:attrName>
                                        </p:attrNameLst>
                                      </p:cBhvr>
                                      <p:tavLst>
                                        <p:tav tm="0">
                                          <p:val>
                                            <p:strVal val="#ppt_x"/>
                                          </p:val>
                                        </p:tav>
                                        <p:tav tm="100000">
                                          <p:val>
                                            <p:strVal val="#ppt_x"/>
                                          </p:val>
                                        </p:tav>
                                      </p:tavLst>
                                    </p:anim>
                                    <p:anim calcmode="lin" valueType="num">
                                      <p:cBhvr>
                                        <p:cTn id="26" dur="1000" fill="hold"/>
                                        <p:tgtEl>
                                          <p:spTgt spid="40859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29129"/>
                                        </p:tgtEl>
                                        <p:attrNameLst>
                                          <p:attrName>style.visibility</p:attrName>
                                        </p:attrNameLst>
                                      </p:cBhvr>
                                      <p:to>
                                        <p:strVal val="visible"/>
                                      </p:to>
                                    </p:set>
                                    <p:animEffect transition="in" filter="wipe(left)">
                                      <p:cBhvr>
                                        <p:cTn id="31" dur="2000"/>
                                        <p:tgtEl>
                                          <p:spTgt spid="729129"/>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08589"/>
                                        </p:tgtEl>
                                        <p:attrNameLst>
                                          <p:attrName>style.visibility</p:attrName>
                                        </p:attrNameLst>
                                      </p:cBhvr>
                                      <p:to>
                                        <p:strVal val="visible"/>
                                      </p:to>
                                    </p:set>
                                    <p:animEffect transition="in" filter="fade">
                                      <p:cBhvr>
                                        <p:cTn id="36" dur="1000"/>
                                        <p:tgtEl>
                                          <p:spTgt spid="408589"/>
                                        </p:tgtEl>
                                      </p:cBhvr>
                                    </p:animEffect>
                                    <p:anim calcmode="lin" valueType="num">
                                      <p:cBhvr>
                                        <p:cTn id="37" dur="1000" fill="hold"/>
                                        <p:tgtEl>
                                          <p:spTgt spid="408589"/>
                                        </p:tgtEl>
                                        <p:attrNameLst>
                                          <p:attrName>ppt_x</p:attrName>
                                        </p:attrNameLst>
                                      </p:cBhvr>
                                      <p:tavLst>
                                        <p:tav tm="0">
                                          <p:val>
                                            <p:strVal val="#ppt_x"/>
                                          </p:val>
                                        </p:tav>
                                        <p:tav tm="100000">
                                          <p:val>
                                            <p:strVal val="#ppt_x"/>
                                          </p:val>
                                        </p:tav>
                                      </p:tavLst>
                                    </p:anim>
                                    <p:anim calcmode="lin" valueType="num">
                                      <p:cBhvr>
                                        <p:cTn id="38" dur="1000" fill="hold"/>
                                        <p:tgtEl>
                                          <p:spTgt spid="40858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408592"/>
                                        </p:tgtEl>
                                        <p:attrNameLst>
                                          <p:attrName>style.visibility</p:attrName>
                                        </p:attrNameLst>
                                      </p:cBhvr>
                                      <p:to>
                                        <p:strVal val="visible"/>
                                      </p:to>
                                    </p:set>
                                    <p:animEffect transition="in" filter="dissolve">
                                      <p:cBhvr>
                                        <p:cTn id="43" dur="500"/>
                                        <p:tgtEl>
                                          <p:spTgt spid="408592"/>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729130"/>
                                        </p:tgtEl>
                                        <p:attrNameLst>
                                          <p:attrName>style.visibility</p:attrName>
                                        </p:attrNameLst>
                                      </p:cBhvr>
                                      <p:to>
                                        <p:strVal val="visible"/>
                                      </p:to>
                                    </p:set>
                                    <p:animEffect transition="in" filter="dissolve">
                                      <p:cBhvr>
                                        <p:cTn id="48" dur="500"/>
                                        <p:tgtEl>
                                          <p:spTgt spid="72913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29133"/>
                                        </p:tgtEl>
                                        <p:attrNameLst>
                                          <p:attrName>style.visibility</p:attrName>
                                        </p:attrNameLst>
                                      </p:cBhvr>
                                      <p:to>
                                        <p:strVal val="visible"/>
                                      </p:to>
                                    </p:set>
                                    <p:animEffect transition="in" filter="dissolve">
                                      <p:cBhvr>
                                        <p:cTn id="53" dur="500"/>
                                        <p:tgtEl>
                                          <p:spTgt spid="729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127" grpId="0"/>
      <p:bldP spid="729128" grpId="0"/>
      <p:bldP spid="729129" grpId="0"/>
      <p:bldP spid="40859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1414" name="Group 70"/>
          <p:cNvGrpSpPr/>
          <p:nvPr/>
        </p:nvGrpSpPr>
        <p:grpSpPr>
          <a:xfrm>
            <a:off x="668338" y="1347788"/>
            <a:ext cx="8410575" cy="747712"/>
            <a:chOff x="103" y="932"/>
            <a:chExt cx="5298" cy="471"/>
          </a:xfrm>
        </p:grpSpPr>
        <p:graphicFrame>
          <p:nvGraphicFramePr>
            <p:cNvPr id="106510" name="Object 1027"/>
            <p:cNvGraphicFramePr>
              <a:graphicFrameLocks noChangeAspect="1"/>
            </p:cNvGraphicFramePr>
            <p:nvPr/>
          </p:nvGraphicFramePr>
          <p:xfrm>
            <a:off x="2333" y="932"/>
            <a:ext cx="955" cy="471"/>
          </p:xfrm>
          <a:graphic>
            <a:graphicData uri="http://schemas.openxmlformats.org/presentationml/2006/ole">
              <mc:AlternateContent xmlns:mc="http://schemas.openxmlformats.org/markup-compatibility/2006">
                <mc:Choice xmlns:v="urn:schemas-microsoft-com:vml" Requires="v">
                  <p:oleObj r:id="rId2" imgW="774065" imgH="393700" progId="Equation.DSMT4">
                    <p:embed/>
                  </p:oleObj>
                </mc:Choice>
                <mc:Fallback>
                  <p:oleObj r:id="rId2" imgW="774065" imgH="393700" progId="Equation.DSMT4">
                    <p:embed/>
                    <p:pic>
                      <p:nvPicPr>
                        <p:cNvPr id="106510" name="Object 1027"/>
                        <p:cNvPicPr/>
                        <p:nvPr/>
                      </p:nvPicPr>
                      <p:blipFill>
                        <a:blip r:embed="rId3">
                          <a:clrChange>
                            <a:clrFrom>
                              <a:srgbClr val="000000"/>
                            </a:clrFrom>
                            <a:clrTo>
                              <a:srgbClr val="FFFFFF"/>
                            </a:clrTo>
                          </a:clrChange>
                          <a:clrChange>
                            <a:clrFrom>
                              <a:srgbClr val="FFFFFF"/>
                            </a:clrFrom>
                            <a:clrTo>
                              <a:srgbClr val="000000"/>
                            </a:clrTo>
                          </a:clrChange>
                        </a:blip>
                        <a:stretch>
                          <a:fillRect/>
                        </a:stretch>
                      </p:blipFill>
                      <p:spPr>
                        <a:xfrm>
                          <a:off x="2333" y="932"/>
                          <a:ext cx="955" cy="471"/>
                        </a:xfrm>
                        <a:prstGeom prst="rect">
                          <a:avLst/>
                        </a:prstGeom>
                        <a:noFill/>
                        <a:ln w="38100">
                          <a:noFill/>
                          <a:miter/>
                        </a:ln>
                      </p:spPr>
                    </p:pic>
                  </p:oleObj>
                </mc:Fallback>
              </mc:AlternateContent>
            </a:graphicData>
          </a:graphic>
        </p:graphicFrame>
        <p:sp>
          <p:nvSpPr>
            <p:cNvPr id="106511" name="Text Box 49"/>
            <p:cNvSpPr txBox="1"/>
            <p:nvPr/>
          </p:nvSpPr>
          <p:spPr>
            <a:xfrm>
              <a:off x="103" y="964"/>
              <a:ext cx="5298" cy="35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Tx/>
                <a:buSzTx/>
                <a:buFont typeface="Wingdings" panose="05000000000000000000" pitchFamily="2" charset="2"/>
                <a:buChar char="ü"/>
              </a:pPr>
              <a:r>
                <a:rPr lang="en-US" altLang="zh-CN" sz="2400" b="1" dirty="0">
                  <a:solidFill>
                    <a:srgbClr val="000000"/>
                  </a:solidFill>
                  <a:ea typeface="楷体_GB2312" pitchFamily="49" charset="-122"/>
                </a:rPr>
                <a:t> </a:t>
              </a:r>
              <a:r>
                <a:rPr lang="en-US" altLang="zh-CN" sz="1600" b="1" dirty="0">
                  <a:solidFill>
                    <a:srgbClr val="000000"/>
                  </a:solidFill>
                  <a:ea typeface="楷体_GB2312" pitchFamily="49" charset="-122"/>
                </a:rPr>
                <a:t>energy density of electric field </a:t>
              </a:r>
              <a:r>
                <a:rPr lang="zh-CN" altLang="en-US" sz="2400" b="1" dirty="0">
                  <a:solidFill>
                    <a:srgbClr val="000000"/>
                  </a:solidFill>
                  <a:ea typeface="楷体_GB2312" pitchFamily="49" charset="-122"/>
                </a:rPr>
                <a:t>：</a:t>
              </a:r>
            </a:p>
          </p:txBody>
        </p:sp>
      </p:grpSp>
      <p:grpSp>
        <p:nvGrpSpPr>
          <p:cNvPr id="441416" name="Group 72"/>
          <p:cNvGrpSpPr/>
          <p:nvPr/>
        </p:nvGrpSpPr>
        <p:grpSpPr>
          <a:xfrm>
            <a:off x="712788" y="2168525"/>
            <a:ext cx="8410575" cy="781050"/>
            <a:chOff x="131" y="1445"/>
            <a:chExt cx="5298" cy="492"/>
          </a:xfrm>
        </p:grpSpPr>
        <p:graphicFrame>
          <p:nvGraphicFramePr>
            <p:cNvPr id="106508" name="Object 1030"/>
            <p:cNvGraphicFramePr>
              <a:graphicFrameLocks noChangeAspect="1"/>
            </p:cNvGraphicFramePr>
            <p:nvPr/>
          </p:nvGraphicFramePr>
          <p:xfrm>
            <a:off x="2310" y="1445"/>
            <a:ext cx="1588" cy="492"/>
          </p:xfrm>
          <a:graphic>
            <a:graphicData uri="http://schemas.openxmlformats.org/presentationml/2006/ole">
              <mc:AlternateContent xmlns:mc="http://schemas.openxmlformats.org/markup-compatibility/2006">
                <mc:Choice xmlns:v="urn:schemas-microsoft-com:vml" Requires="v">
                  <p:oleObj r:id="rId4" imgW="1104265" imgH="393700" progId="Equation.DSMT4">
                    <p:embed/>
                  </p:oleObj>
                </mc:Choice>
                <mc:Fallback>
                  <p:oleObj r:id="rId4" imgW="1104265" imgH="393700" progId="Equation.DSMT4">
                    <p:embed/>
                    <p:pic>
                      <p:nvPicPr>
                        <p:cNvPr id="106508" name="Object 1030"/>
                        <p:cNvPicPr/>
                        <p:nvPr/>
                      </p:nvPicPr>
                      <p:blipFill>
                        <a:blip r:embed="rId5">
                          <a:clrChange>
                            <a:clrFrom>
                              <a:srgbClr val="000000"/>
                            </a:clrFrom>
                            <a:clrTo>
                              <a:srgbClr val="FFFFFF"/>
                            </a:clrTo>
                          </a:clrChange>
                          <a:clrChange>
                            <a:clrFrom>
                              <a:srgbClr val="FFFFFF"/>
                            </a:clrFrom>
                            <a:clrTo>
                              <a:srgbClr val="000000"/>
                            </a:clrTo>
                          </a:clrChange>
                        </a:blip>
                        <a:stretch>
                          <a:fillRect/>
                        </a:stretch>
                      </p:blipFill>
                      <p:spPr>
                        <a:xfrm>
                          <a:off x="2310" y="1445"/>
                          <a:ext cx="1588" cy="492"/>
                        </a:xfrm>
                        <a:prstGeom prst="rect">
                          <a:avLst/>
                        </a:prstGeom>
                        <a:noFill/>
                        <a:ln w="38100">
                          <a:noFill/>
                          <a:miter/>
                        </a:ln>
                      </p:spPr>
                    </p:pic>
                  </p:oleObj>
                </mc:Fallback>
              </mc:AlternateContent>
            </a:graphicData>
          </a:graphic>
        </p:graphicFrame>
        <p:sp>
          <p:nvSpPr>
            <p:cNvPr id="106509" name="Text Box 50"/>
            <p:cNvSpPr txBox="1"/>
            <p:nvPr/>
          </p:nvSpPr>
          <p:spPr>
            <a:xfrm>
              <a:off x="131" y="1477"/>
              <a:ext cx="5298" cy="35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Tx/>
                <a:buSzTx/>
                <a:buFont typeface="Wingdings" panose="05000000000000000000" pitchFamily="2" charset="2"/>
                <a:buChar char="ü"/>
              </a:pPr>
              <a:r>
                <a:rPr lang="en-US" altLang="zh-CN" sz="2400" b="1" dirty="0">
                  <a:solidFill>
                    <a:srgbClr val="000000"/>
                  </a:solidFill>
                  <a:ea typeface="楷体_GB2312" pitchFamily="49" charset="-122"/>
                </a:rPr>
                <a:t> </a:t>
              </a:r>
              <a:r>
                <a:rPr lang="en-US" altLang="zh-CN" sz="1600" b="1" dirty="0">
                  <a:solidFill>
                    <a:srgbClr val="000000"/>
                  </a:solidFill>
                  <a:ea typeface="楷体_GB2312" pitchFamily="49" charset="-122"/>
                </a:rPr>
                <a:t>Total energy of electric field </a:t>
              </a:r>
              <a:r>
                <a:rPr lang="zh-CN" altLang="en-US" sz="2400" b="1" dirty="0">
                  <a:solidFill>
                    <a:srgbClr val="000000"/>
                  </a:solidFill>
                  <a:ea typeface="楷体_GB2312" pitchFamily="49" charset="-122"/>
                </a:rPr>
                <a:t>：</a:t>
              </a:r>
            </a:p>
          </p:txBody>
        </p:sp>
      </p:grpSp>
      <p:grpSp>
        <p:nvGrpSpPr>
          <p:cNvPr id="441415" name="Group 71"/>
          <p:cNvGrpSpPr/>
          <p:nvPr/>
        </p:nvGrpSpPr>
        <p:grpSpPr>
          <a:xfrm>
            <a:off x="4427538" y="2636838"/>
            <a:ext cx="4356100" cy="1209675"/>
            <a:chOff x="2517" y="1762"/>
            <a:chExt cx="2495" cy="620"/>
          </a:xfrm>
        </p:grpSpPr>
        <p:sp>
          <p:nvSpPr>
            <p:cNvPr id="106506" name="Text Box 1031"/>
            <p:cNvSpPr txBox="1"/>
            <p:nvPr/>
          </p:nvSpPr>
          <p:spPr>
            <a:xfrm>
              <a:off x="3696" y="1762"/>
              <a:ext cx="1316" cy="620"/>
            </a:xfrm>
            <a:prstGeom prst="rect">
              <a:avLst/>
            </a:prstGeom>
            <a:solidFill>
              <a:srgbClr val="CCFFFF"/>
            </a:solidFill>
            <a:ln w="22225"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ctr" eaLnBrk="1" hangingPunct="1">
                <a:lnSpc>
                  <a:spcPct val="120000"/>
                </a:lnSpc>
                <a:spcBef>
                  <a:spcPct val="0"/>
                </a:spcBef>
                <a:buClrTx/>
                <a:buSzTx/>
                <a:buFontTx/>
                <a:buNone/>
              </a:pPr>
              <a:r>
                <a:rPr lang="en-US" altLang="zh-CN" sz="2000" b="1" dirty="0">
                  <a:solidFill>
                    <a:srgbClr val="000000"/>
                  </a:solidFill>
                  <a:latin typeface="Times New Roman" panose="02020603050405020304" pitchFamily="18" charset="0"/>
                </a:rPr>
                <a:t>Integral region is the whole space of the electric field</a:t>
              </a:r>
            </a:p>
          </p:txBody>
        </p:sp>
        <p:sp>
          <p:nvSpPr>
            <p:cNvPr id="106507" name="Line 51"/>
            <p:cNvSpPr/>
            <p:nvPr/>
          </p:nvSpPr>
          <p:spPr>
            <a:xfrm flipH="1" flipV="1">
              <a:off x="2517" y="1899"/>
              <a:ext cx="1179" cy="181"/>
            </a:xfrm>
            <a:prstGeom prst="line">
              <a:avLst/>
            </a:prstGeom>
            <a:ln w="22225" cap="flat" cmpd="sng">
              <a:solidFill>
                <a:srgbClr val="FF0000"/>
              </a:solidFill>
              <a:prstDash val="solid"/>
              <a:headEnd type="none" w="med" len="med"/>
              <a:tailEnd type="triangle" w="med" len="med"/>
            </a:ln>
          </p:spPr>
          <p:txBody>
            <a:bodyPr/>
            <a:lstStyle/>
            <a:p>
              <a:endParaRPr lang="zh-CN" altLang="en-US"/>
            </a:p>
          </p:txBody>
        </p:sp>
      </p:grpSp>
      <p:graphicFrame>
        <p:nvGraphicFramePr>
          <p:cNvPr id="409611" name="Object 65"/>
          <p:cNvGraphicFramePr>
            <a:graphicFrameLocks noChangeAspect="1"/>
          </p:cNvGraphicFramePr>
          <p:nvPr/>
        </p:nvGraphicFramePr>
        <p:xfrm>
          <a:off x="1331913" y="4797425"/>
          <a:ext cx="5537200" cy="792163"/>
        </p:xfrm>
        <a:graphic>
          <a:graphicData uri="http://schemas.openxmlformats.org/presentationml/2006/ole">
            <mc:AlternateContent xmlns:mc="http://schemas.openxmlformats.org/markup-compatibility/2006">
              <mc:Choice xmlns:v="urn:schemas-microsoft-com:vml" Requires="v">
                <p:oleObj r:id="rId6" imgW="2907030" imgH="393700" progId="Equation.DSMT4">
                  <p:embed/>
                </p:oleObj>
              </mc:Choice>
              <mc:Fallback>
                <p:oleObj r:id="rId6" imgW="2907030" imgH="393700" progId="Equation.DSMT4">
                  <p:embed/>
                  <p:pic>
                    <p:nvPicPr>
                      <p:cNvPr id="409611" name="Object 65"/>
                      <p:cNvPicPr/>
                      <p:nvPr/>
                    </p:nvPicPr>
                    <p:blipFill>
                      <a:blip r:embed="rId7">
                        <a:clrChange>
                          <a:clrFrom>
                            <a:srgbClr val="000000"/>
                          </a:clrFrom>
                          <a:clrTo>
                            <a:srgbClr val="FFFFFF"/>
                          </a:clrTo>
                        </a:clrChange>
                        <a:clrChange>
                          <a:clrFrom>
                            <a:srgbClr val="FFFFFF"/>
                          </a:clrFrom>
                          <a:clrTo>
                            <a:srgbClr val="000000"/>
                          </a:clrTo>
                        </a:clrChange>
                      </a:blip>
                      <a:stretch>
                        <a:fillRect/>
                      </a:stretch>
                    </p:blipFill>
                    <p:spPr>
                      <a:xfrm>
                        <a:off x="1331913" y="4797425"/>
                        <a:ext cx="5537200" cy="792163"/>
                      </a:xfrm>
                      <a:prstGeom prst="rect">
                        <a:avLst/>
                      </a:prstGeom>
                      <a:noFill/>
                      <a:ln w="38100">
                        <a:noFill/>
                        <a:miter/>
                      </a:ln>
                    </p:spPr>
                  </p:pic>
                </p:oleObj>
              </mc:Fallback>
            </mc:AlternateContent>
          </a:graphicData>
        </a:graphic>
      </p:graphicFrame>
      <p:sp>
        <p:nvSpPr>
          <p:cNvPr id="441410" name="Text Box 66"/>
          <p:cNvSpPr txBox="1"/>
          <p:nvPr/>
        </p:nvSpPr>
        <p:spPr>
          <a:xfrm>
            <a:off x="682625" y="3284538"/>
            <a:ext cx="5761038" cy="5667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30000"/>
              </a:lnSpc>
              <a:spcBef>
                <a:spcPct val="0"/>
              </a:spcBef>
              <a:buClrTx/>
              <a:buSzTx/>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ea typeface="楷体_GB2312" pitchFamily="49" charset="-122"/>
              </a:rPr>
              <a:t>For linear and isotropic medium</a:t>
            </a:r>
          </a:p>
        </p:txBody>
      </p:sp>
      <p:graphicFrame>
        <p:nvGraphicFramePr>
          <p:cNvPr id="409613" name="Object 68"/>
          <p:cNvGraphicFramePr>
            <a:graphicFrameLocks noChangeAspect="1"/>
          </p:cNvGraphicFramePr>
          <p:nvPr/>
        </p:nvGraphicFramePr>
        <p:xfrm>
          <a:off x="1331913" y="4043363"/>
          <a:ext cx="3887787" cy="733425"/>
        </p:xfrm>
        <a:graphic>
          <a:graphicData uri="http://schemas.openxmlformats.org/presentationml/2006/ole">
            <mc:AlternateContent xmlns:mc="http://schemas.openxmlformats.org/markup-compatibility/2006">
              <mc:Choice xmlns:v="urn:schemas-microsoft-com:vml" Requires="v">
                <p:oleObj r:id="rId8" imgW="1917065" imgH="393700" progId="Equation.DSMT4">
                  <p:embed/>
                </p:oleObj>
              </mc:Choice>
              <mc:Fallback>
                <p:oleObj r:id="rId8" imgW="1917065" imgH="393700" progId="Equation.DSMT4">
                  <p:embed/>
                  <p:pic>
                    <p:nvPicPr>
                      <p:cNvPr id="409613" name="Object 68"/>
                      <p:cNvPicPr/>
                      <p:nvPr/>
                    </p:nvPicPr>
                    <p:blipFill>
                      <a:blip r:embed="rId9">
                        <a:clrChange>
                          <a:clrFrom>
                            <a:srgbClr val="000000"/>
                          </a:clrFrom>
                          <a:clrTo>
                            <a:srgbClr val="FFFFFF"/>
                          </a:clrTo>
                        </a:clrChange>
                        <a:clrChange>
                          <a:clrFrom>
                            <a:srgbClr val="FFFFFF"/>
                          </a:clrFrom>
                          <a:clrTo>
                            <a:srgbClr val="000000"/>
                          </a:clrTo>
                        </a:clrChange>
                      </a:blip>
                      <a:stretch>
                        <a:fillRect/>
                      </a:stretch>
                    </p:blipFill>
                    <p:spPr>
                      <a:xfrm>
                        <a:off x="1331913" y="4043363"/>
                        <a:ext cx="3887787" cy="733425"/>
                      </a:xfrm>
                      <a:prstGeom prst="rect">
                        <a:avLst/>
                      </a:prstGeom>
                      <a:noFill/>
                      <a:ln w="38100">
                        <a:noFill/>
                        <a:miter/>
                      </a:ln>
                    </p:spPr>
                  </p:pic>
                </p:oleObj>
              </mc:Fallback>
            </mc:AlternateContent>
          </a:graphicData>
        </a:graphic>
      </p:graphicFrame>
      <p:sp>
        <p:nvSpPr>
          <p:cNvPr id="106504" name="Rectangle 73"/>
          <p:cNvSpPr/>
          <p:nvPr/>
        </p:nvSpPr>
        <p:spPr>
          <a:xfrm>
            <a:off x="250825" y="620713"/>
            <a:ext cx="6192838" cy="647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30000"/>
              </a:lnSpc>
              <a:spcBef>
                <a:spcPct val="0"/>
              </a:spcBef>
              <a:buClrTx/>
              <a:buSzTx/>
              <a:buFont typeface="Wingdings" panose="05000000000000000000" pitchFamily="2" charset="2"/>
              <a:buChar char="l"/>
            </a:pPr>
            <a:r>
              <a:rPr lang="en-US" altLang="zh-CN" sz="2800" b="1" dirty="0">
                <a:solidFill>
                  <a:srgbClr val="0000CC"/>
                </a:solidFill>
                <a:ea typeface="楷体_GB2312" pitchFamily="49" charset="-122"/>
              </a:rPr>
              <a:t> Calculated by </a:t>
            </a:r>
            <a:r>
              <a:rPr lang="en-US" altLang="zh-CN" sz="2800" b="1" dirty="0">
                <a:solidFill>
                  <a:srgbClr val="0000CC"/>
                </a:solidFill>
                <a:ea typeface="黑体" panose="02010609060101010101" pitchFamily="2" charset="-122"/>
              </a:rPr>
              <a:t>distribution</a:t>
            </a:r>
          </a:p>
        </p:txBody>
      </p:sp>
      <p:pic>
        <p:nvPicPr>
          <p:cNvPr id="11" name="Picture 2"/>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1414"/>
                                        </p:tgtEl>
                                        <p:attrNameLst>
                                          <p:attrName>style.visibility</p:attrName>
                                        </p:attrNameLst>
                                      </p:cBhvr>
                                      <p:to>
                                        <p:strVal val="visible"/>
                                      </p:to>
                                    </p:set>
                                    <p:animEffect transition="in" filter="wipe(left)">
                                      <p:cBhvr>
                                        <p:cTn id="7" dur="3000"/>
                                        <p:tgtEl>
                                          <p:spTgt spid="4414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1416"/>
                                        </p:tgtEl>
                                        <p:attrNameLst>
                                          <p:attrName>style.visibility</p:attrName>
                                        </p:attrNameLst>
                                      </p:cBhvr>
                                      <p:to>
                                        <p:strVal val="visible"/>
                                      </p:to>
                                    </p:set>
                                    <p:animEffect transition="in" filter="wipe(left)">
                                      <p:cBhvr>
                                        <p:cTn id="12" dur="3000"/>
                                        <p:tgtEl>
                                          <p:spTgt spid="441416"/>
                                        </p:tgtEl>
                                      </p:cBhvr>
                                    </p:animEffect>
                                  </p:childTnLst>
                                </p:cTn>
                              </p:par>
                            </p:childTnLst>
                          </p:cTn>
                        </p:par>
                        <p:par>
                          <p:cTn id="13" fill="hold">
                            <p:stCondLst>
                              <p:cond delay="3000"/>
                            </p:stCondLst>
                            <p:childTnLst>
                              <p:par>
                                <p:cTn id="14" presetID="10" presetClass="entr" presetSubtype="0" fill="hold" nodeType="afterEffect">
                                  <p:stCondLst>
                                    <p:cond delay="0"/>
                                  </p:stCondLst>
                                  <p:childTnLst>
                                    <p:set>
                                      <p:cBhvr>
                                        <p:cTn id="15" dur="1" fill="hold">
                                          <p:stCondLst>
                                            <p:cond delay="0"/>
                                          </p:stCondLst>
                                        </p:cTn>
                                        <p:tgtEl>
                                          <p:spTgt spid="441415"/>
                                        </p:tgtEl>
                                        <p:attrNameLst>
                                          <p:attrName>style.visibility</p:attrName>
                                        </p:attrNameLst>
                                      </p:cBhvr>
                                      <p:to>
                                        <p:strVal val="visible"/>
                                      </p:to>
                                    </p:set>
                                    <p:animEffect transition="in" filter="fade">
                                      <p:cBhvr>
                                        <p:cTn id="16" dur="2000"/>
                                        <p:tgtEl>
                                          <p:spTgt spid="4414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41410"/>
                                        </p:tgtEl>
                                        <p:attrNameLst>
                                          <p:attrName>style.visibility</p:attrName>
                                        </p:attrNameLst>
                                      </p:cBhvr>
                                      <p:to>
                                        <p:strVal val="visible"/>
                                      </p:to>
                                    </p:set>
                                    <p:animEffect transition="in" filter="wipe(left)">
                                      <p:cBhvr>
                                        <p:cTn id="21" dur="3000"/>
                                        <p:tgtEl>
                                          <p:spTgt spid="441410"/>
                                        </p:tgtEl>
                                      </p:cBhvr>
                                    </p:animEffect>
                                  </p:childTnLst>
                                </p:cTn>
                              </p:par>
                            </p:childTnLst>
                          </p:cTn>
                        </p:par>
                        <p:par>
                          <p:cTn id="22" fill="hold">
                            <p:stCondLst>
                              <p:cond delay="3000"/>
                            </p:stCondLst>
                            <p:childTnLst>
                              <p:par>
                                <p:cTn id="23" presetID="22" presetClass="entr" presetSubtype="8" fill="hold" nodeType="afterEffect">
                                  <p:stCondLst>
                                    <p:cond delay="0"/>
                                  </p:stCondLst>
                                  <p:childTnLst>
                                    <p:set>
                                      <p:cBhvr>
                                        <p:cTn id="24" dur="1" fill="hold">
                                          <p:stCondLst>
                                            <p:cond delay="0"/>
                                          </p:stCondLst>
                                        </p:cTn>
                                        <p:tgtEl>
                                          <p:spTgt spid="409613"/>
                                        </p:tgtEl>
                                        <p:attrNameLst>
                                          <p:attrName>style.visibility</p:attrName>
                                        </p:attrNameLst>
                                      </p:cBhvr>
                                      <p:to>
                                        <p:strVal val="visible"/>
                                      </p:to>
                                    </p:set>
                                    <p:animEffect transition="in" filter="wipe(left)">
                                      <p:cBhvr>
                                        <p:cTn id="25" dur="3000"/>
                                        <p:tgtEl>
                                          <p:spTgt spid="409613"/>
                                        </p:tgtEl>
                                      </p:cBhvr>
                                    </p:animEffect>
                                  </p:childTnLst>
                                </p:cTn>
                              </p:par>
                            </p:childTnLst>
                          </p:cTn>
                        </p:par>
                        <p:par>
                          <p:cTn id="26" fill="hold">
                            <p:stCondLst>
                              <p:cond delay="6000"/>
                            </p:stCondLst>
                            <p:childTnLst>
                              <p:par>
                                <p:cTn id="27" presetID="22" presetClass="entr" presetSubtype="8" fill="hold" nodeType="afterEffect">
                                  <p:stCondLst>
                                    <p:cond delay="0"/>
                                  </p:stCondLst>
                                  <p:childTnLst>
                                    <p:set>
                                      <p:cBhvr>
                                        <p:cTn id="28" dur="1" fill="hold">
                                          <p:stCondLst>
                                            <p:cond delay="0"/>
                                          </p:stCondLst>
                                        </p:cTn>
                                        <p:tgtEl>
                                          <p:spTgt spid="409611"/>
                                        </p:tgtEl>
                                        <p:attrNameLst>
                                          <p:attrName>style.visibility</p:attrName>
                                        </p:attrNameLst>
                                      </p:cBhvr>
                                      <p:to>
                                        <p:strVal val="visible"/>
                                      </p:to>
                                    </p:set>
                                    <p:animEffect transition="in" filter="wipe(left)">
                                      <p:cBhvr>
                                        <p:cTn id="29" dur="3000"/>
                                        <p:tgtEl>
                                          <p:spTgt spid="409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41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Text Box 2"/>
          <p:cNvSpPr txBox="1"/>
          <p:nvPr/>
        </p:nvSpPr>
        <p:spPr>
          <a:xfrm>
            <a:off x="323850" y="260350"/>
            <a:ext cx="8497888" cy="1463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2400" b="1" dirty="0">
                <a:solidFill>
                  <a:srgbClr val="FF0000"/>
                </a:solidFill>
                <a:latin typeface="Times New Roman" panose="02020603050405020304" pitchFamily="18" charset="0"/>
                <a:ea typeface="楷体_GB2312" pitchFamily="49" charset="-122"/>
              </a:rPr>
              <a:t>Ex.</a:t>
            </a:r>
            <a:r>
              <a:rPr lang="en-US" altLang="zh-CN" sz="2400" b="1" dirty="0">
                <a:solidFill>
                  <a:srgbClr val="0000FF"/>
                </a:solidFill>
                <a:latin typeface="Times New Roman" panose="02020603050405020304" pitchFamily="18" charset="0"/>
                <a:ea typeface="楷体_GB2312" pitchFamily="49" charset="-122"/>
              </a:rPr>
              <a:t>   </a:t>
            </a:r>
            <a:r>
              <a:rPr lang="en-US" altLang="zh-CN" sz="2400" b="1" dirty="0">
                <a:solidFill>
                  <a:srgbClr val="000000"/>
                </a:solidFill>
                <a:latin typeface="Times New Roman" panose="02020603050405020304" pitchFamily="18" charset="0"/>
                <a:ea typeface="楷体_GB2312" pitchFamily="49" charset="-122"/>
              </a:rPr>
              <a:t>Find the energy of a conducting sphere with radius </a:t>
            </a:r>
            <a:r>
              <a:rPr lang="en-US" altLang="zh-CN" sz="2400" b="1" i="1" dirty="0">
                <a:solidFill>
                  <a:srgbClr val="000000"/>
                </a:solidFill>
                <a:latin typeface="Times New Roman" panose="02020603050405020304" pitchFamily="18" charset="0"/>
                <a:ea typeface="楷体_GB2312" pitchFamily="49" charset="-122"/>
              </a:rPr>
              <a:t>a</a:t>
            </a:r>
            <a:r>
              <a:rPr lang="en-US" altLang="zh-CN" sz="2400" b="1" dirty="0">
                <a:solidFill>
                  <a:srgbClr val="000000"/>
                </a:solidFill>
                <a:latin typeface="Times New Roman" panose="02020603050405020304" pitchFamily="18" charset="0"/>
                <a:ea typeface="楷体_GB2312" pitchFamily="49" charset="-122"/>
              </a:rPr>
              <a:t> and charge </a:t>
            </a:r>
            <a:r>
              <a:rPr lang="en-US" altLang="zh-CN" sz="2400" b="1" i="1" dirty="0">
                <a:solidFill>
                  <a:srgbClr val="000000"/>
                </a:solidFill>
                <a:latin typeface="Times New Roman" panose="02020603050405020304" pitchFamily="18" charset="0"/>
                <a:ea typeface="楷体_GB2312" pitchFamily="49" charset="-122"/>
              </a:rPr>
              <a:t>Q</a:t>
            </a:r>
            <a:r>
              <a:rPr lang="en-US" altLang="zh-CN" sz="2400" b="1" dirty="0">
                <a:solidFill>
                  <a:srgbClr val="000000"/>
                </a:solidFill>
                <a:latin typeface="Times New Roman" panose="02020603050405020304" pitchFamily="18" charset="0"/>
                <a:ea typeface="楷体_GB2312" pitchFamily="49" charset="-122"/>
              </a:rPr>
              <a:t>. The permittivity of the dielectric around the conductor is </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000000"/>
                </a:solidFill>
                <a:latin typeface="Times New Roman" panose="02020603050405020304" pitchFamily="18" charset="0"/>
                <a:ea typeface="楷体_GB2312" pitchFamily="49" charset="-122"/>
              </a:rPr>
              <a:t> .</a:t>
            </a:r>
            <a:endParaRPr lang="en-US" altLang="zh-CN" sz="2400" b="1" dirty="0">
              <a:solidFill>
                <a:srgbClr val="000000"/>
              </a:solidFill>
              <a:latin typeface="楷体_GB2312" pitchFamily="49" charset="-122"/>
              <a:ea typeface="楷体_GB2312" pitchFamily="49" charset="-122"/>
            </a:endParaRPr>
          </a:p>
        </p:txBody>
      </p:sp>
      <p:sp>
        <p:nvSpPr>
          <p:cNvPr id="410627" name="Text Box 3"/>
          <p:cNvSpPr txBox="1"/>
          <p:nvPr/>
        </p:nvSpPr>
        <p:spPr>
          <a:xfrm>
            <a:off x="250825" y="1557338"/>
            <a:ext cx="5543550" cy="6397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50000"/>
              </a:lnSpc>
              <a:spcBef>
                <a:spcPct val="50000"/>
              </a:spcBef>
              <a:buClrTx/>
              <a:buSzTx/>
              <a:buFontTx/>
              <a:buNone/>
            </a:pPr>
            <a:r>
              <a:rPr lang="en-US" altLang="zh-CN" sz="2400" b="1" dirty="0">
                <a:solidFill>
                  <a:srgbClr val="FF0000"/>
                </a:solidFill>
                <a:latin typeface="Times New Roman" panose="02020603050405020304" pitchFamily="18" charset="0"/>
                <a:ea typeface="楷体_GB2312" pitchFamily="49" charset="-122"/>
              </a:rPr>
              <a:t>Solution:</a:t>
            </a:r>
            <a:r>
              <a:rPr lang="en-US" altLang="zh-CN" sz="2400" b="1" dirty="0">
                <a:solidFill>
                  <a:srgbClr val="0000FF"/>
                </a:solidFill>
                <a:latin typeface="Times New Roman" panose="02020603050405020304" pitchFamily="18" charset="0"/>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Three</a:t>
            </a:r>
            <a:r>
              <a:rPr lang="en-US" altLang="zh-CN" sz="2400" b="1" dirty="0">
                <a:solidFill>
                  <a:srgbClr val="0000FF"/>
                </a:solidFill>
                <a:latin typeface="Times New Roman" panose="02020603050405020304" pitchFamily="18" charset="0"/>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methods can be used.</a:t>
            </a:r>
            <a:r>
              <a:rPr lang="en-US" altLang="zh-CN" sz="2000" b="1" dirty="0">
                <a:solidFill>
                  <a:srgbClr val="000000"/>
                </a:solidFill>
                <a:latin typeface="Times New Roman" panose="02020603050405020304" pitchFamily="18" charset="0"/>
                <a:ea typeface="楷体_GB2312" pitchFamily="49" charset="-122"/>
              </a:rPr>
              <a:t> </a:t>
            </a:r>
            <a:endParaRPr lang="en-US" altLang="zh-CN" sz="2000" b="1" dirty="0">
              <a:solidFill>
                <a:srgbClr val="000000"/>
              </a:solidFill>
              <a:latin typeface="楷体_GB2312" pitchFamily="49" charset="-122"/>
              <a:ea typeface="楷体_GB2312" pitchFamily="49" charset="-122"/>
            </a:endParaRPr>
          </a:p>
        </p:txBody>
      </p:sp>
      <p:sp>
        <p:nvSpPr>
          <p:cNvPr id="410628" name="Text Box 4"/>
          <p:cNvSpPr txBox="1"/>
          <p:nvPr/>
        </p:nvSpPr>
        <p:spPr>
          <a:xfrm>
            <a:off x="395288" y="2276475"/>
            <a:ext cx="8208962"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algn="just" eaLnBrk="1" hangingPunct="1">
              <a:lnSpc>
                <a:spcPct val="125000"/>
              </a:lnSpc>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(1)</a:t>
            </a:r>
            <a:r>
              <a:rPr lang="en-US" altLang="zh-CN" sz="2400" b="1" dirty="0">
                <a:solidFill>
                  <a:srgbClr val="0000CC"/>
                </a:solidFill>
                <a:latin typeface="楷体_GB2312" pitchFamily="49" charset="-122"/>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The electric potential of a conducting sphere with radius </a:t>
            </a:r>
            <a:r>
              <a:rPr lang="en-US" altLang="zh-CN" sz="2400" i="1" dirty="0">
                <a:solidFill>
                  <a:srgbClr val="0000CC"/>
                </a:solidFill>
                <a:latin typeface="Times New Roman" panose="02020603050405020304" pitchFamily="18" charset="0"/>
                <a:ea typeface="楷体_GB2312" pitchFamily="49" charset="-122"/>
              </a:rPr>
              <a:t>a</a:t>
            </a:r>
            <a:r>
              <a:rPr lang="en-US" altLang="zh-CN" sz="2400" b="1" dirty="0">
                <a:solidFill>
                  <a:srgbClr val="0000CC"/>
                </a:solidFill>
                <a:latin typeface="Times New Roman" panose="02020603050405020304" pitchFamily="18" charset="0"/>
                <a:ea typeface="楷体_GB2312" pitchFamily="49" charset="-122"/>
              </a:rPr>
              <a:t> and charge </a:t>
            </a:r>
            <a:r>
              <a:rPr lang="en-US" altLang="zh-CN" sz="2400" i="1" dirty="0">
                <a:solidFill>
                  <a:srgbClr val="0000CC"/>
                </a:solidFill>
                <a:latin typeface="Times New Roman" panose="02020603050405020304" pitchFamily="18" charset="0"/>
                <a:ea typeface="楷体_GB2312" pitchFamily="49" charset="-122"/>
              </a:rPr>
              <a:t>Q</a:t>
            </a:r>
            <a:r>
              <a:rPr lang="en-US" altLang="zh-CN" sz="2400" b="1" dirty="0">
                <a:solidFill>
                  <a:srgbClr val="0000CC"/>
                </a:solidFill>
                <a:latin typeface="Times New Roman" panose="02020603050405020304" pitchFamily="18" charset="0"/>
                <a:ea typeface="楷体_GB2312" pitchFamily="49" charset="-122"/>
              </a:rPr>
              <a:t> is </a:t>
            </a:r>
          </a:p>
        </p:txBody>
      </p:sp>
      <p:graphicFrame>
        <p:nvGraphicFramePr>
          <p:cNvPr id="410629" name="Object 5"/>
          <p:cNvGraphicFramePr>
            <a:graphicFrameLocks noChangeAspect="1"/>
          </p:cNvGraphicFramePr>
          <p:nvPr/>
        </p:nvGraphicFramePr>
        <p:xfrm>
          <a:off x="3635375" y="2708275"/>
          <a:ext cx="1368425" cy="788988"/>
        </p:xfrm>
        <a:graphic>
          <a:graphicData uri="http://schemas.openxmlformats.org/presentationml/2006/ole">
            <mc:AlternateContent xmlns:mc="http://schemas.openxmlformats.org/markup-compatibility/2006">
              <mc:Choice xmlns:v="urn:schemas-microsoft-com:vml" Requires="v">
                <p:oleObj r:id="rId2" imgW="673100" imgH="393700" progId="Equation.3">
                  <p:embed/>
                </p:oleObj>
              </mc:Choice>
              <mc:Fallback>
                <p:oleObj r:id="rId2" imgW="673100" imgH="393700" progId="Equation.3">
                  <p:embed/>
                  <p:pic>
                    <p:nvPicPr>
                      <p:cNvPr id="410629" name="Object 5"/>
                      <p:cNvPicPr/>
                      <p:nvPr/>
                    </p:nvPicPr>
                    <p:blipFill>
                      <a:blip r:embed="rId3"/>
                      <a:stretch>
                        <a:fillRect/>
                      </a:stretch>
                    </p:blipFill>
                    <p:spPr>
                      <a:xfrm>
                        <a:off x="3635375" y="2708275"/>
                        <a:ext cx="1368425" cy="788988"/>
                      </a:xfrm>
                      <a:prstGeom prst="rect">
                        <a:avLst/>
                      </a:prstGeom>
                      <a:noFill/>
                      <a:ln w="38100">
                        <a:noFill/>
                        <a:miter/>
                      </a:ln>
                    </p:spPr>
                  </p:pic>
                </p:oleObj>
              </mc:Fallback>
            </mc:AlternateContent>
          </a:graphicData>
        </a:graphic>
      </p:graphicFrame>
      <p:grpSp>
        <p:nvGrpSpPr>
          <p:cNvPr id="410630" name="Group 6"/>
          <p:cNvGrpSpPr/>
          <p:nvPr/>
        </p:nvGrpSpPr>
        <p:grpSpPr>
          <a:xfrm>
            <a:off x="1219200" y="3500438"/>
            <a:ext cx="5513388" cy="930275"/>
            <a:chOff x="768" y="2300"/>
            <a:chExt cx="2784" cy="484"/>
          </a:xfrm>
        </p:grpSpPr>
        <p:graphicFrame>
          <p:nvGraphicFramePr>
            <p:cNvPr id="107532" name="Object 7"/>
            <p:cNvGraphicFramePr>
              <a:graphicFrameLocks noChangeAspect="1"/>
            </p:cNvGraphicFramePr>
            <p:nvPr/>
          </p:nvGraphicFramePr>
          <p:xfrm>
            <a:off x="2112" y="2300"/>
            <a:ext cx="1440" cy="484"/>
          </p:xfrm>
          <a:graphic>
            <a:graphicData uri="http://schemas.openxmlformats.org/presentationml/2006/ole">
              <mc:AlternateContent xmlns:mc="http://schemas.openxmlformats.org/markup-compatibility/2006">
                <mc:Choice xmlns:v="urn:schemas-microsoft-com:vml" Requires="v">
                  <p:oleObj r:id="rId4" imgW="1231265" imgH="419100" progId="Equation.3">
                    <p:embed/>
                  </p:oleObj>
                </mc:Choice>
                <mc:Fallback>
                  <p:oleObj r:id="rId4" imgW="1231265" imgH="419100" progId="Equation.3">
                    <p:embed/>
                    <p:pic>
                      <p:nvPicPr>
                        <p:cNvPr id="107532" name="Object 7"/>
                        <p:cNvPicPr/>
                        <p:nvPr/>
                      </p:nvPicPr>
                      <p:blipFill>
                        <a:blip r:embed="rId5"/>
                        <a:stretch>
                          <a:fillRect/>
                        </a:stretch>
                      </p:blipFill>
                      <p:spPr>
                        <a:xfrm>
                          <a:off x="2112" y="2300"/>
                          <a:ext cx="1440" cy="484"/>
                        </a:xfrm>
                        <a:prstGeom prst="rect">
                          <a:avLst/>
                        </a:prstGeom>
                        <a:noFill/>
                        <a:ln w="38100">
                          <a:noFill/>
                          <a:miter/>
                        </a:ln>
                      </p:spPr>
                    </p:pic>
                  </p:oleObj>
                </mc:Fallback>
              </mc:AlternateContent>
            </a:graphicData>
          </a:graphic>
        </p:graphicFrame>
        <p:sp>
          <p:nvSpPr>
            <p:cNvPr id="107533" name="Text Box 8"/>
            <p:cNvSpPr txBox="1"/>
            <p:nvPr/>
          </p:nvSpPr>
          <p:spPr>
            <a:xfrm>
              <a:off x="768" y="2344"/>
              <a:ext cx="816" cy="33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400" b="1" dirty="0">
                  <a:solidFill>
                    <a:srgbClr val="0000FF"/>
                  </a:solidFill>
                  <a:latin typeface="Times New Roman" panose="02020603050405020304" pitchFamily="18" charset="0"/>
                  <a:ea typeface="楷体_GB2312" pitchFamily="49" charset="-122"/>
                </a:rPr>
                <a:t>We find</a:t>
              </a:r>
            </a:p>
          </p:txBody>
        </p:sp>
      </p:grpSp>
      <p:sp>
        <p:nvSpPr>
          <p:cNvPr id="410633" name="Text Box 9"/>
          <p:cNvSpPr txBox="1"/>
          <p:nvPr/>
        </p:nvSpPr>
        <p:spPr>
          <a:xfrm>
            <a:off x="468313" y="4365625"/>
            <a:ext cx="77724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400" b="1" dirty="0">
                <a:solidFill>
                  <a:srgbClr val="0000CC"/>
                </a:solidFill>
                <a:latin typeface="Times New Roman" panose="02020603050405020304" pitchFamily="18" charset="0"/>
                <a:ea typeface="楷体_GB2312" pitchFamily="49" charset="-122"/>
              </a:rPr>
              <a:t>(2)</a:t>
            </a:r>
            <a:r>
              <a:rPr lang="en-US" altLang="zh-CN" sz="2400" b="1" dirty="0">
                <a:solidFill>
                  <a:srgbClr val="0000CC"/>
                </a:solidFill>
                <a:latin typeface="楷体_GB2312" pitchFamily="49" charset="-122"/>
                <a:ea typeface="楷体_GB2312" pitchFamily="49" charset="-122"/>
              </a:rPr>
              <a:t> </a:t>
            </a:r>
            <a:r>
              <a:rPr lang="en-US" altLang="zh-CN" sz="2400" b="1" dirty="0">
                <a:solidFill>
                  <a:srgbClr val="0000CC"/>
                </a:solidFill>
                <a:latin typeface="Times New Roman" panose="02020603050405020304" pitchFamily="18" charset="0"/>
                <a:ea typeface="楷体_GB2312" pitchFamily="49" charset="-122"/>
              </a:rPr>
              <a:t>Since the surface of a conductor is an equipotential surface, and</a:t>
            </a:r>
          </a:p>
        </p:txBody>
      </p:sp>
      <p:grpSp>
        <p:nvGrpSpPr>
          <p:cNvPr id="410634" name="Group 10"/>
          <p:cNvGrpSpPr/>
          <p:nvPr/>
        </p:nvGrpSpPr>
        <p:grpSpPr>
          <a:xfrm>
            <a:off x="2555875" y="5157788"/>
            <a:ext cx="3744913" cy="1008062"/>
            <a:chOff x="1722" y="2436"/>
            <a:chExt cx="1806" cy="412"/>
          </a:xfrm>
        </p:grpSpPr>
        <p:graphicFrame>
          <p:nvGraphicFramePr>
            <p:cNvPr id="107530" name="Object 11"/>
            <p:cNvGraphicFramePr>
              <a:graphicFrameLocks noChangeAspect="1"/>
            </p:cNvGraphicFramePr>
            <p:nvPr/>
          </p:nvGraphicFramePr>
          <p:xfrm>
            <a:off x="1722" y="2448"/>
            <a:ext cx="1296" cy="387"/>
          </p:xfrm>
          <a:graphic>
            <a:graphicData uri="http://schemas.openxmlformats.org/presentationml/2006/ole">
              <mc:AlternateContent xmlns:mc="http://schemas.openxmlformats.org/markup-compatibility/2006">
                <mc:Choice xmlns:v="urn:schemas-microsoft-com:vml" Requires="v">
                  <p:oleObj r:id="rId6" imgW="1307465" imgH="393700" progId="Equation.3">
                    <p:embed/>
                  </p:oleObj>
                </mc:Choice>
                <mc:Fallback>
                  <p:oleObj r:id="rId6" imgW="1307465" imgH="393700" progId="Equation.3">
                    <p:embed/>
                    <p:pic>
                      <p:nvPicPr>
                        <p:cNvPr id="107530" name="Object 11"/>
                        <p:cNvPicPr/>
                        <p:nvPr/>
                      </p:nvPicPr>
                      <p:blipFill>
                        <a:blip r:embed="rId7"/>
                        <a:stretch>
                          <a:fillRect/>
                        </a:stretch>
                      </p:blipFill>
                      <p:spPr>
                        <a:xfrm>
                          <a:off x="1722" y="2448"/>
                          <a:ext cx="1296" cy="387"/>
                        </a:xfrm>
                        <a:prstGeom prst="rect">
                          <a:avLst/>
                        </a:prstGeom>
                        <a:noFill/>
                        <a:ln w="38100">
                          <a:noFill/>
                          <a:miter/>
                        </a:ln>
                      </p:spPr>
                    </p:pic>
                  </p:oleObj>
                </mc:Fallback>
              </mc:AlternateContent>
            </a:graphicData>
          </a:graphic>
        </p:graphicFrame>
        <p:graphicFrame>
          <p:nvGraphicFramePr>
            <p:cNvPr id="107531" name="Object 12"/>
            <p:cNvGraphicFramePr>
              <a:graphicFrameLocks noChangeAspect="1"/>
            </p:cNvGraphicFramePr>
            <p:nvPr/>
          </p:nvGraphicFramePr>
          <p:xfrm>
            <a:off x="3000" y="2436"/>
            <a:ext cx="528" cy="412"/>
          </p:xfrm>
          <a:graphic>
            <a:graphicData uri="http://schemas.openxmlformats.org/presentationml/2006/ole">
              <mc:AlternateContent xmlns:mc="http://schemas.openxmlformats.org/markup-compatibility/2006">
                <mc:Choice xmlns:v="urn:schemas-microsoft-com:vml" Requires="v">
                  <p:oleObj r:id="rId8" imgW="533400" imgH="419100" progId="Equation.3">
                    <p:embed/>
                  </p:oleObj>
                </mc:Choice>
                <mc:Fallback>
                  <p:oleObj r:id="rId8" imgW="533400" imgH="419100" progId="Equation.3">
                    <p:embed/>
                    <p:pic>
                      <p:nvPicPr>
                        <p:cNvPr id="107531" name="Object 12"/>
                        <p:cNvPicPr/>
                        <p:nvPr/>
                      </p:nvPicPr>
                      <p:blipFill>
                        <a:blip r:embed="rId9"/>
                        <a:stretch>
                          <a:fillRect/>
                        </a:stretch>
                      </p:blipFill>
                      <p:spPr>
                        <a:xfrm>
                          <a:off x="3000" y="2436"/>
                          <a:ext cx="528" cy="412"/>
                        </a:xfrm>
                        <a:prstGeom prst="rect">
                          <a:avLst/>
                        </a:prstGeom>
                        <a:noFill/>
                        <a:ln w="38100">
                          <a:noFill/>
                          <a:miter/>
                        </a:ln>
                      </p:spPr>
                    </p:pic>
                  </p:oleObj>
                </mc:Fallback>
              </mc:AlternateContent>
            </a:graphicData>
          </a:graphic>
        </p:graphicFrame>
      </p:grpSp>
      <p:pic>
        <p:nvPicPr>
          <p:cNvPr id="11" name="Picture 2"/>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10626"/>
                                        </p:tgtEl>
                                        <p:attrNameLst>
                                          <p:attrName>style.visibility</p:attrName>
                                        </p:attrNameLst>
                                      </p:cBhvr>
                                      <p:to>
                                        <p:strVal val="visible"/>
                                      </p:to>
                                    </p:set>
                                    <p:anim calcmode="lin" valueType="num">
                                      <p:cBhvr additive="base">
                                        <p:cTn id="7" dur="500" fill="hold"/>
                                        <p:tgtEl>
                                          <p:spTgt spid="410626"/>
                                        </p:tgtEl>
                                        <p:attrNameLst>
                                          <p:attrName>ppt_x</p:attrName>
                                        </p:attrNameLst>
                                      </p:cBhvr>
                                      <p:tavLst>
                                        <p:tav tm="0">
                                          <p:val>
                                            <p:strVal val="#ppt_x"/>
                                          </p:val>
                                        </p:tav>
                                        <p:tav tm="100000">
                                          <p:val>
                                            <p:strVal val="#ppt_x"/>
                                          </p:val>
                                        </p:tav>
                                      </p:tavLst>
                                    </p:anim>
                                    <p:anim calcmode="lin" valueType="num">
                                      <p:cBhvr additive="base">
                                        <p:cTn id="8" dur="500" fill="hold"/>
                                        <p:tgtEl>
                                          <p:spTgt spid="4106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627"/>
                                        </p:tgtEl>
                                        <p:attrNameLst>
                                          <p:attrName>style.visibility</p:attrName>
                                        </p:attrNameLst>
                                      </p:cBhvr>
                                      <p:to>
                                        <p:strVal val="visible"/>
                                      </p:to>
                                    </p:set>
                                    <p:anim calcmode="lin" valueType="num">
                                      <p:cBhvr additive="base">
                                        <p:cTn id="13" dur="500" fill="hold"/>
                                        <p:tgtEl>
                                          <p:spTgt spid="410627"/>
                                        </p:tgtEl>
                                        <p:attrNameLst>
                                          <p:attrName>ppt_x</p:attrName>
                                        </p:attrNameLst>
                                      </p:cBhvr>
                                      <p:tavLst>
                                        <p:tav tm="0">
                                          <p:val>
                                            <p:strVal val="#ppt_x"/>
                                          </p:val>
                                        </p:tav>
                                        <p:tav tm="100000">
                                          <p:val>
                                            <p:strVal val="#ppt_x"/>
                                          </p:val>
                                        </p:tav>
                                      </p:tavLst>
                                    </p:anim>
                                    <p:anim calcmode="lin" valueType="num">
                                      <p:cBhvr additive="base">
                                        <p:cTn id="14" dur="500" fill="hold"/>
                                        <p:tgtEl>
                                          <p:spTgt spid="4106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0628"/>
                                        </p:tgtEl>
                                        <p:attrNameLst>
                                          <p:attrName>style.visibility</p:attrName>
                                        </p:attrNameLst>
                                      </p:cBhvr>
                                      <p:to>
                                        <p:strVal val="visible"/>
                                      </p:to>
                                    </p:set>
                                    <p:anim calcmode="lin" valueType="num">
                                      <p:cBhvr additive="base">
                                        <p:cTn id="19" dur="500" fill="hold"/>
                                        <p:tgtEl>
                                          <p:spTgt spid="410628"/>
                                        </p:tgtEl>
                                        <p:attrNameLst>
                                          <p:attrName>ppt_x</p:attrName>
                                        </p:attrNameLst>
                                      </p:cBhvr>
                                      <p:tavLst>
                                        <p:tav tm="0">
                                          <p:val>
                                            <p:strVal val="#ppt_x"/>
                                          </p:val>
                                        </p:tav>
                                        <p:tav tm="100000">
                                          <p:val>
                                            <p:strVal val="#ppt_x"/>
                                          </p:val>
                                        </p:tav>
                                      </p:tavLst>
                                    </p:anim>
                                    <p:anim calcmode="lin" valueType="num">
                                      <p:cBhvr additive="base">
                                        <p:cTn id="20" dur="500" fill="hold"/>
                                        <p:tgtEl>
                                          <p:spTgt spid="4106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0629"/>
                                        </p:tgtEl>
                                        <p:attrNameLst>
                                          <p:attrName>style.visibility</p:attrName>
                                        </p:attrNameLst>
                                      </p:cBhvr>
                                      <p:to>
                                        <p:strVal val="visible"/>
                                      </p:to>
                                    </p:set>
                                    <p:anim calcmode="lin" valueType="num">
                                      <p:cBhvr additive="base">
                                        <p:cTn id="25" dur="500" fill="hold"/>
                                        <p:tgtEl>
                                          <p:spTgt spid="410629"/>
                                        </p:tgtEl>
                                        <p:attrNameLst>
                                          <p:attrName>ppt_x</p:attrName>
                                        </p:attrNameLst>
                                      </p:cBhvr>
                                      <p:tavLst>
                                        <p:tav tm="0">
                                          <p:val>
                                            <p:strVal val="#ppt_x"/>
                                          </p:val>
                                        </p:tav>
                                        <p:tav tm="100000">
                                          <p:val>
                                            <p:strVal val="#ppt_x"/>
                                          </p:val>
                                        </p:tav>
                                      </p:tavLst>
                                    </p:anim>
                                    <p:anim calcmode="lin" valueType="num">
                                      <p:cBhvr additive="base">
                                        <p:cTn id="26" dur="500" fill="hold"/>
                                        <p:tgtEl>
                                          <p:spTgt spid="4106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0630"/>
                                        </p:tgtEl>
                                        <p:attrNameLst>
                                          <p:attrName>style.visibility</p:attrName>
                                        </p:attrNameLst>
                                      </p:cBhvr>
                                      <p:to>
                                        <p:strVal val="visible"/>
                                      </p:to>
                                    </p:set>
                                    <p:anim calcmode="lin" valueType="num">
                                      <p:cBhvr additive="base">
                                        <p:cTn id="31" dur="500" fill="hold"/>
                                        <p:tgtEl>
                                          <p:spTgt spid="410630"/>
                                        </p:tgtEl>
                                        <p:attrNameLst>
                                          <p:attrName>ppt_x</p:attrName>
                                        </p:attrNameLst>
                                      </p:cBhvr>
                                      <p:tavLst>
                                        <p:tav tm="0">
                                          <p:val>
                                            <p:strVal val="#ppt_x"/>
                                          </p:val>
                                        </p:tav>
                                        <p:tav tm="100000">
                                          <p:val>
                                            <p:strVal val="#ppt_x"/>
                                          </p:val>
                                        </p:tav>
                                      </p:tavLst>
                                    </p:anim>
                                    <p:anim calcmode="lin" valueType="num">
                                      <p:cBhvr additive="base">
                                        <p:cTn id="32" dur="500" fill="hold"/>
                                        <p:tgtEl>
                                          <p:spTgt spid="4106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0633"/>
                                        </p:tgtEl>
                                        <p:attrNameLst>
                                          <p:attrName>style.visibility</p:attrName>
                                        </p:attrNameLst>
                                      </p:cBhvr>
                                      <p:to>
                                        <p:strVal val="visible"/>
                                      </p:to>
                                    </p:set>
                                    <p:anim calcmode="lin" valueType="num">
                                      <p:cBhvr additive="base">
                                        <p:cTn id="37" dur="500" fill="hold"/>
                                        <p:tgtEl>
                                          <p:spTgt spid="410633"/>
                                        </p:tgtEl>
                                        <p:attrNameLst>
                                          <p:attrName>ppt_x</p:attrName>
                                        </p:attrNameLst>
                                      </p:cBhvr>
                                      <p:tavLst>
                                        <p:tav tm="0">
                                          <p:val>
                                            <p:strVal val="#ppt_x"/>
                                          </p:val>
                                        </p:tav>
                                        <p:tav tm="100000">
                                          <p:val>
                                            <p:strVal val="#ppt_x"/>
                                          </p:val>
                                        </p:tav>
                                      </p:tavLst>
                                    </p:anim>
                                    <p:anim calcmode="lin" valueType="num">
                                      <p:cBhvr additive="base">
                                        <p:cTn id="38" dur="500" fill="hold"/>
                                        <p:tgtEl>
                                          <p:spTgt spid="41063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10634"/>
                                        </p:tgtEl>
                                        <p:attrNameLst>
                                          <p:attrName>style.visibility</p:attrName>
                                        </p:attrNameLst>
                                      </p:cBhvr>
                                      <p:to>
                                        <p:strVal val="visible"/>
                                      </p:to>
                                    </p:set>
                                    <p:anim calcmode="lin" valueType="num">
                                      <p:cBhvr additive="base">
                                        <p:cTn id="43" dur="500" fill="hold"/>
                                        <p:tgtEl>
                                          <p:spTgt spid="410634"/>
                                        </p:tgtEl>
                                        <p:attrNameLst>
                                          <p:attrName>ppt_x</p:attrName>
                                        </p:attrNameLst>
                                      </p:cBhvr>
                                      <p:tavLst>
                                        <p:tav tm="0">
                                          <p:val>
                                            <p:strVal val="#ppt_x"/>
                                          </p:val>
                                        </p:tav>
                                        <p:tav tm="100000">
                                          <p:val>
                                            <p:strVal val="#ppt_x"/>
                                          </p:val>
                                        </p:tav>
                                      </p:tavLst>
                                    </p:anim>
                                    <p:anim calcmode="lin" valueType="num">
                                      <p:cBhvr additive="base">
                                        <p:cTn id="44" dur="500" fill="hold"/>
                                        <p:tgtEl>
                                          <p:spTgt spid="4106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p:bldP spid="410627" grpId="0"/>
      <p:bldP spid="410628" grpId="0"/>
      <p:bldP spid="41063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Text Box 2"/>
          <p:cNvSpPr txBox="1"/>
          <p:nvPr/>
        </p:nvSpPr>
        <p:spPr>
          <a:xfrm>
            <a:off x="611188" y="620713"/>
            <a:ext cx="7993062"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50000"/>
              </a:lnSpc>
              <a:spcBef>
                <a:spcPct val="50000"/>
              </a:spcBef>
              <a:buClrTx/>
              <a:buSzTx/>
              <a:buFontTx/>
              <a:buNone/>
            </a:pPr>
            <a:r>
              <a:rPr lang="en-US" altLang="zh-CN" sz="2400" b="1" dirty="0">
                <a:solidFill>
                  <a:srgbClr val="FF0000"/>
                </a:solidFill>
                <a:latin typeface="Times New Roman" panose="02020603050405020304" pitchFamily="18" charset="0"/>
                <a:ea typeface="楷体_GB2312" pitchFamily="49" charset="-122"/>
              </a:rPr>
              <a:t>(3)</a:t>
            </a:r>
            <a:r>
              <a:rPr lang="en-US" altLang="zh-CN" sz="2400" b="1" dirty="0">
                <a:solidFill>
                  <a:srgbClr val="FF0000"/>
                </a:solidFill>
                <a:latin typeface="楷体_GB2312" pitchFamily="49" charset="-122"/>
                <a:ea typeface="楷体_GB2312" pitchFamily="49" charset="-122"/>
              </a:rPr>
              <a:t> </a:t>
            </a:r>
            <a:r>
              <a:rPr lang="en-US" altLang="zh-CN" sz="2400" b="1" dirty="0">
                <a:solidFill>
                  <a:srgbClr val="0000FF"/>
                </a:solidFill>
                <a:latin typeface="Times New Roman" panose="02020603050405020304" pitchFamily="18" charset="0"/>
                <a:ea typeface="楷体_GB2312" pitchFamily="49" charset="-122"/>
              </a:rPr>
              <a:t>The electric field intensity caused by a conducting sphere with charge </a:t>
            </a:r>
            <a:r>
              <a:rPr lang="en-US" altLang="zh-CN" sz="2400" i="1" dirty="0">
                <a:solidFill>
                  <a:srgbClr val="0000CC"/>
                </a:solidFill>
                <a:latin typeface="Times New Roman" panose="02020603050405020304" pitchFamily="18" charset="0"/>
                <a:ea typeface="楷体_GB2312" pitchFamily="49" charset="-122"/>
              </a:rPr>
              <a:t>Q</a:t>
            </a:r>
            <a:r>
              <a:rPr lang="en-US" altLang="zh-CN" sz="2400" b="1" dirty="0">
                <a:solidFill>
                  <a:srgbClr val="0000FF"/>
                </a:solidFill>
                <a:latin typeface="Times New Roman" panose="02020603050405020304" pitchFamily="18" charset="0"/>
                <a:ea typeface="楷体_GB2312" pitchFamily="49" charset="-122"/>
              </a:rPr>
              <a:t> is</a:t>
            </a:r>
          </a:p>
        </p:txBody>
      </p:sp>
      <p:graphicFrame>
        <p:nvGraphicFramePr>
          <p:cNvPr id="411651" name="Object 3"/>
          <p:cNvGraphicFramePr>
            <a:graphicFrameLocks noChangeAspect="1"/>
          </p:cNvGraphicFramePr>
          <p:nvPr/>
        </p:nvGraphicFramePr>
        <p:xfrm>
          <a:off x="4140200" y="1412875"/>
          <a:ext cx="1655763" cy="876300"/>
        </p:xfrm>
        <a:graphic>
          <a:graphicData uri="http://schemas.openxmlformats.org/presentationml/2006/ole">
            <mc:AlternateContent xmlns:mc="http://schemas.openxmlformats.org/markup-compatibility/2006">
              <mc:Choice xmlns:v="urn:schemas-microsoft-com:vml" Requires="v">
                <p:oleObj r:id="rId2" imgW="735965" imgH="393700" progId="Equation.3">
                  <p:embed/>
                </p:oleObj>
              </mc:Choice>
              <mc:Fallback>
                <p:oleObj r:id="rId2" imgW="735965" imgH="393700" progId="Equation.3">
                  <p:embed/>
                  <p:pic>
                    <p:nvPicPr>
                      <p:cNvPr id="411651" name="Object 3"/>
                      <p:cNvPicPr/>
                      <p:nvPr/>
                    </p:nvPicPr>
                    <p:blipFill>
                      <a:blip r:embed="rId3"/>
                      <a:stretch>
                        <a:fillRect/>
                      </a:stretch>
                    </p:blipFill>
                    <p:spPr>
                      <a:xfrm>
                        <a:off x="4140200" y="1412875"/>
                        <a:ext cx="1655763" cy="876300"/>
                      </a:xfrm>
                      <a:prstGeom prst="rect">
                        <a:avLst/>
                      </a:prstGeom>
                      <a:noFill/>
                      <a:ln w="38100">
                        <a:noFill/>
                        <a:miter/>
                      </a:ln>
                    </p:spPr>
                  </p:pic>
                </p:oleObj>
              </mc:Fallback>
            </mc:AlternateContent>
          </a:graphicData>
        </a:graphic>
      </p:graphicFrame>
      <p:graphicFrame>
        <p:nvGraphicFramePr>
          <p:cNvPr id="411652" name="Object 4"/>
          <p:cNvGraphicFramePr>
            <a:graphicFrameLocks noChangeAspect="1"/>
          </p:cNvGraphicFramePr>
          <p:nvPr/>
        </p:nvGraphicFramePr>
        <p:xfrm>
          <a:off x="1258888" y="4076700"/>
          <a:ext cx="6337300" cy="1041400"/>
        </p:xfrm>
        <a:graphic>
          <a:graphicData uri="http://schemas.openxmlformats.org/presentationml/2006/ole">
            <mc:AlternateContent xmlns:mc="http://schemas.openxmlformats.org/markup-compatibility/2006">
              <mc:Choice xmlns:v="urn:schemas-microsoft-com:vml" Requires="v">
                <p:oleObj r:id="rId4" imgW="2552700" imgH="419100" progId="Equation.3">
                  <p:embed/>
                </p:oleObj>
              </mc:Choice>
              <mc:Fallback>
                <p:oleObj r:id="rId4" imgW="2552700" imgH="419100" progId="Equation.3">
                  <p:embed/>
                  <p:pic>
                    <p:nvPicPr>
                      <p:cNvPr id="411652" name="Object 4"/>
                      <p:cNvPicPr/>
                      <p:nvPr/>
                    </p:nvPicPr>
                    <p:blipFill>
                      <a:blip r:embed="rId5"/>
                      <a:stretch>
                        <a:fillRect/>
                      </a:stretch>
                    </p:blipFill>
                    <p:spPr>
                      <a:xfrm>
                        <a:off x="1258888" y="4076700"/>
                        <a:ext cx="6337300" cy="1041400"/>
                      </a:xfrm>
                      <a:prstGeom prst="rect">
                        <a:avLst/>
                      </a:prstGeom>
                      <a:noFill/>
                      <a:ln w="38100">
                        <a:noFill/>
                        <a:miter/>
                      </a:ln>
                    </p:spPr>
                  </p:pic>
                </p:oleObj>
              </mc:Fallback>
            </mc:AlternateContent>
          </a:graphicData>
        </a:graphic>
      </p:graphicFrame>
      <p:grpSp>
        <p:nvGrpSpPr>
          <p:cNvPr id="411653" name="Group 5"/>
          <p:cNvGrpSpPr/>
          <p:nvPr/>
        </p:nvGrpSpPr>
        <p:grpSpPr>
          <a:xfrm>
            <a:off x="684213" y="2349500"/>
            <a:ext cx="6689725" cy="973138"/>
            <a:chOff x="480" y="1320"/>
            <a:chExt cx="3168" cy="464"/>
          </a:xfrm>
        </p:grpSpPr>
        <p:graphicFrame>
          <p:nvGraphicFramePr>
            <p:cNvPr id="108553" name="Object 6"/>
            <p:cNvGraphicFramePr>
              <a:graphicFrameLocks noChangeAspect="1"/>
            </p:cNvGraphicFramePr>
            <p:nvPr/>
          </p:nvGraphicFramePr>
          <p:xfrm>
            <a:off x="2640" y="1320"/>
            <a:ext cx="1008" cy="464"/>
          </p:xfrm>
          <a:graphic>
            <a:graphicData uri="http://schemas.openxmlformats.org/presentationml/2006/ole">
              <mc:AlternateContent xmlns:mc="http://schemas.openxmlformats.org/markup-compatibility/2006">
                <mc:Choice xmlns:v="urn:schemas-microsoft-com:vml" Requires="v">
                  <p:oleObj r:id="rId6" imgW="914400" imgH="419100" progId="Equation.3">
                    <p:embed/>
                  </p:oleObj>
                </mc:Choice>
                <mc:Fallback>
                  <p:oleObj r:id="rId6" imgW="914400" imgH="419100" progId="Equation.3">
                    <p:embed/>
                    <p:pic>
                      <p:nvPicPr>
                        <p:cNvPr id="108553" name="Object 6"/>
                        <p:cNvPicPr/>
                        <p:nvPr/>
                      </p:nvPicPr>
                      <p:blipFill>
                        <a:blip r:embed="rId7"/>
                        <a:stretch>
                          <a:fillRect/>
                        </a:stretch>
                      </p:blipFill>
                      <p:spPr>
                        <a:xfrm>
                          <a:off x="2640" y="1320"/>
                          <a:ext cx="1008" cy="464"/>
                        </a:xfrm>
                        <a:prstGeom prst="rect">
                          <a:avLst/>
                        </a:prstGeom>
                        <a:noFill/>
                        <a:ln w="38100">
                          <a:noFill/>
                          <a:miter/>
                        </a:ln>
                      </p:spPr>
                    </p:pic>
                  </p:oleObj>
                </mc:Fallback>
              </mc:AlternateContent>
            </a:graphicData>
          </a:graphic>
        </p:graphicFrame>
        <p:sp>
          <p:nvSpPr>
            <p:cNvPr id="108554" name="Text Box 7"/>
            <p:cNvSpPr txBox="1"/>
            <p:nvPr/>
          </p:nvSpPr>
          <p:spPr>
            <a:xfrm>
              <a:off x="480" y="1392"/>
              <a:ext cx="1872" cy="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2400" b="1" dirty="0">
                  <a:solidFill>
                    <a:srgbClr val="0000FF"/>
                  </a:solidFill>
                  <a:latin typeface="Times New Roman" panose="02020603050405020304" pitchFamily="18" charset="0"/>
                  <a:ea typeface="楷体_GB2312" pitchFamily="49" charset="-122"/>
                </a:rPr>
                <a:t>And the energy density is</a:t>
              </a:r>
              <a:r>
                <a:rPr lang="en-US" altLang="zh-CN" sz="2000" b="1" dirty="0">
                  <a:solidFill>
                    <a:srgbClr val="0000FF"/>
                  </a:solidFill>
                  <a:latin typeface="Times New Roman" panose="02020603050405020304" pitchFamily="18" charset="0"/>
                  <a:ea typeface="楷体_GB2312" pitchFamily="49" charset="-122"/>
                </a:rPr>
                <a:t> </a:t>
              </a:r>
            </a:p>
          </p:txBody>
        </p:sp>
      </p:grpSp>
      <p:sp>
        <p:nvSpPr>
          <p:cNvPr id="411656" name="Text Box 8"/>
          <p:cNvSpPr txBox="1"/>
          <p:nvPr/>
        </p:nvSpPr>
        <p:spPr>
          <a:xfrm>
            <a:off x="539750" y="3429000"/>
            <a:ext cx="7848600"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stStyle>
          <a:p>
            <a:pPr marL="0" lvl="0" indent="0" eaLnBrk="1" hangingPunct="1">
              <a:lnSpc>
                <a:spcPct val="125000"/>
              </a:lnSpc>
              <a:spcBef>
                <a:spcPct val="50000"/>
              </a:spcBef>
              <a:buClrTx/>
              <a:buSzTx/>
              <a:buFontTx/>
              <a:buNone/>
            </a:pPr>
            <a:r>
              <a:rPr lang="en-US" altLang="zh-CN" sz="2400" b="1" dirty="0">
                <a:solidFill>
                  <a:srgbClr val="000000"/>
                </a:solidFill>
                <a:latin typeface="Times New Roman" panose="02020603050405020304" pitchFamily="18" charset="0"/>
                <a:ea typeface="楷体_GB2312" pitchFamily="49" charset="-122"/>
              </a:rPr>
              <a:t>Integrating over the region outside the conductor gives</a:t>
            </a:r>
          </a:p>
        </p:txBody>
      </p:sp>
      <p:sp>
        <p:nvSpPr>
          <p:cNvPr id="411657" name="Text Box 9"/>
          <p:cNvSpPr txBox="1">
            <a:spLocks noChangeArrowheads="1"/>
          </p:cNvSpPr>
          <p:nvPr/>
        </p:nvSpPr>
        <p:spPr bwMode="auto">
          <a:xfrm>
            <a:off x="1403350" y="5300663"/>
            <a:ext cx="6016625" cy="625475"/>
          </a:xfrm>
          <a:prstGeom prst="rect">
            <a:avLst/>
          </a:prstGeom>
          <a:noFill/>
          <a:ln>
            <a:noFill/>
          </a:ln>
          <a:effectLst/>
        </p:spPr>
        <p:txBody>
          <a:bodyPr>
            <a:spAutoFit/>
          </a:bodyPr>
          <a:lstStyle/>
          <a:p>
            <a:pPr marR="0" defTabSz="914400" eaLnBrk="1" hangingPunct="1">
              <a:lnSpc>
                <a:spcPct val="125000"/>
              </a:lnSpc>
              <a:spcBef>
                <a:spcPct val="50000"/>
              </a:spcBef>
              <a:buClrTx/>
              <a:buSzTx/>
              <a:buFontTx/>
              <a:buNone/>
              <a:defRPr/>
            </a:pPr>
            <a:r>
              <a:rPr kumimoji="1" lang="en-US" altLang="zh-CN" sz="28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楷体_GB2312" pitchFamily="49" charset="-122"/>
                <a:cs typeface="+mn-cs"/>
              </a:rPr>
              <a:t>Three results</a:t>
            </a:r>
            <a:r>
              <a:rPr kumimoji="1" lang="en-US" altLang="zh-CN" sz="2800" b="1" kern="1200" cap="none" spc="0" normalizeH="0" baseline="0" noProof="0">
                <a:solidFill>
                  <a:srgbClr val="000000"/>
                </a:solidFill>
                <a:effectLst>
                  <a:outerShdw blurRad="38100" dist="38100" dir="2700000" algn="tl">
                    <a:srgbClr val="C0C0C0"/>
                  </a:outerShdw>
                </a:effectLst>
                <a:latin typeface="Times New Roman" panose="02020603050405020304" pitchFamily="18" charset="0"/>
                <a:ea typeface="楷体_GB2312" pitchFamily="49" charset="-122"/>
                <a:cs typeface="+mn-cs"/>
              </a:rPr>
              <a:t> above are in </a:t>
            </a:r>
            <a:r>
              <a:rPr kumimoji="1" lang="en-US" altLang="zh-CN" sz="28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楷体_GB2312" pitchFamily="49" charset="-122"/>
                <a:cs typeface="+mn-cs"/>
              </a:rPr>
              <a:t>agreement </a:t>
            </a:r>
            <a:r>
              <a:rPr kumimoji="1" lang="en-US" altLang="zh-CN" sz="2800" b="1" kern="1200" cap="none" spc="0" normalizeH="0" baseline="0" noProof="0">
                <a:solidFill>
                  <a:srgbClr val="000000"/>
                </a:solidFill>
                <a:effectLst>
                  <a:outerShdw blurRad="38100" dist="38100" dir="2700000" algn="tl">
                    <a:srgbClr val="C0C0C0"/>
                  </a:outerShdw>
                </a:effectLst>
                <a:latin typeface="Times New Roman" panose="02020603050405020304" pitchFamily="18" charset="0"/>
                <a:ea typeface="楷体_GB2312" pitchFamily="49" charset="-122"/>
                <a:cs typeface="+mn-cs"/>
              </a:rPr>
              <a:t>!</a:t>
            </a:r>
          </a:p>
        </p:txBody>
      </p:sp>
      <p:pic>
        <p:nvPicPr>
          <p:cNvPr id="11" name="Picture 2"/>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7956550"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11650"/>
                                        </p:tgtEl>
                                        <p:attrNameLst>
                                          <p:attrName>style.visibility</p:attrName>
                                        </p:attrNameLst>
                                      </p:cBhvr>
                                      <p:to>
                                        <p:strVal val="visible"/>
                                      </p:to>
                                    </p:set>
                                    <p:anim calcmode="lin" valueType="num">
                                      <p:cBhvr additive="base">
                                        <p:cTn id="7" dur="500" fill="hold"/>
                                        <p:tgtEl>
                                          <p:spTgt spid="411650"/>
                                        </p:tgtEl>
                                        <p:attrNameLst>
                                          <p:attrName>ppt_x</p:attrName>
                                        </p:attrNameLst>
                                      </p:cBhvr>
                                      <p:tavLst>
                                        <p:tav tm="0">
                                          <p:val>
                                            <p:strVal val="#ppt_x"/>
                                          </p:val>
                                        </p:tav>
                                        <p:tav tm="100000">
                                          <p:val>
                                            <p:strVal val="#ppt_x"/>
                                          </p:val>
                                        </p:tav>
                                      </p:tavLst>
                                    </p:anim>
                                    <p:anim calcmode="lin" valueType="num">
                                      <p:cBhvr additive="base">
                                        <p:cTn id="8" dur="500" fill="hold"/>
                                        <p:tgtEl>
                                          <p:spTgt spid="41165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1651"/>
                                        </p:tgtEl>
                                        <p:attrNameLst>
                                          <p:attrName>style.visibility</p:attrName>
                                        </p:attrNameLst>
                                      </p:cBhvr>
                                      <p:to>
                                        <p:strVal val="visible"/>
                                      </p:to>
                                    </p:set>
                                    <p:anim calcmode="lin" valueType="num">
                                      <p:cBhvr additive="base">
                                        <p:cTn id="13" dur="500" fill="hold"/>
                                        <p:tgtEl>
                                          <p:spTgt spid="411651"/>
                                        </p:tgtEl>
                                        <p:attrNameLst>
                                          <p:attrName>ppt_x</p:attrName>
                                        </p:attrNameLst>
                                      </p:cBhvr>
                                      <p:tavLst>
                                        <p:tav tm="0">
                                          <p:val>
                                            <p:strVal val="#ppt_x"/>
                                          </p:val>
                                        </p:tav>
                                        <p:tav tm="100000">
                                          <p:val>
                                            <p:strVal val="#ppt_x"/>
                                          </p:val>
                                        </p:tav>
                                      </p:tavLst>
                                    </p:anim>
                                    <p:anim calcmode="lin" valueType="num">
                                      <p:cBhvr additive="base">
                                        <p:cTn id="14" dur="500" fill="hold"/>
                                        <p:tgtEl>
                                          <p:spTgt spid="4116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1653"/>
                                        </p:tgtEl>
                                        <p:attrNameLst>
                                          <p:attrName>style.visibility</p:attrName>
                                        </p:attrNameLst>
                                      </p:cBhvr>
                                      <p:to>
                                        <p:strVal val="visible"/>
                                      </p:to>
                                    </p:set>
                                    <p:anim calcmode="lin" valueType="num">
                                      <p:cBhvr additive="base">
                                        <p:cTn id="19" dur="500" fill="hold"/>
                                        <p:tgtEl>
                                          <p:spTgt spid="411653"/>
                                        </p:tgtEl>
                                        <p:attrNameLst>
                                          <p:attrName>ppt_x</p:attrName>
                                        </p:attrNameLst>
                                      </p:cBhvr>
                                      <p:tavLst>
                                        <p:tav tm="0">
                                          <p:val>
                                            <p:strVal val="#ppt_x"/>
                                          </p:val>
                                        </p:tav>
                                        <p:tav tm="100000">
                                          <p:val>
                                            <p:strVal val="#ppt_x"/>
                                          </p:val>
                                        </p:tav>
                                      </p:tavLst>
                                    </p:anim>
                                    <p:anim calcmode="lin" valueType="num">
                                      <p:cBhvr additive="base">
                                        <p:cTn id="20" dur="500" fill="hold"/>
                                        <p:tgtEl>
                                          <p:spTgt spid="41165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1656"/>
                                        </p:tgtEl>
                                        <p:attrNameLst>
                                          <p:attrName>style.visibility</p:attrName>
                                        </p:attrNameLst>
                                      </p:cBhvr>
                                      <p:to>
                                        <p:strVal val="visible"/>
                                      </p:to>
                                    </p:set>
                                    <p:anim calcmode="lin" valueType="num">
                                      <p:cBhvr additive="base">
                                        <p:cTn id="25" dur="500" fill="hold"/>
                                        <p:tgtEl>
                                          <p:spTgt spid="411656"/>
                                        </p:tgtEl>
                                        <p:attrNameLst>
                                          <p:attrName>ppt_x</p:attrName>
                                        </p:attrNameLst>
                                      </p:cBhvr>
                                      <p:tavLst>
                                        <p:tav tm="0">
                                          <p:val>
                                            <p:strVal val="#ppt_x"/>
                                          </p:val>
                                        </p:tav>
                                        <p:tav tm="100000">
                                          <p:val>
                                            <p:strVal val="#ppt_x"/>
                                          </p:val>
                                        </p:tav>
                                      </p:tavLst>
                                    </p:anim>
                                    <p:anim calcmode="lin" valueType="num">
                                      <p:cBhvr additive="base">
                                        <p:cTn id="26" dur="500" fill="hold"/>
                                        <p:tgtEl>
                                          <p:spTgt spid="4116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1652"/>
                                        </p:tgtEl>
                                        <p:attrNameLst>
                                          <p:attrName>style.visibility</p:attrName>
                                        </p:attrNameLst>
                                      </p:cBhvr>
                                      <p:to>
                                        <p:strVal val="visible"/>
                                      </p:to>
                                    </p:set>
                                    <p:anim calcmode="lin" valueType="num">
                                      <p:cBhvr additive="base">
                                        <p:cTn id="31" dur="500" fill="hold"/>
                                        <p:tgtEl>
                                          <p:spTgt spid="411652"/>
                                        </p:tgtEl>
                                        <p:attrNameLst>
                                          <p:attrName>ppt_x</p:attrName>
                                        </p:attrNameLst>
                                      </p:cBhvr>
                                      <p:tavLst>
                                        <p:tav tm="0">
                                          <p:val>
                                            <p:strVal val="#ppt_x"/>
                                          </p:val>
                                        </p:tav>
                                        <p:tav tm="100000">
                                          <p:val>
                                            <p:strVal val="#ppt_x"/>
                                          </p:val>
                                        </p:tav>
                                      </p:tavLst>
                                    </p:anim>
                                    <p:anim calcmode="lin" valueType="num">
                                      <p:cBhvr additive="base">
                                        <p:cTn id="32" dur="500" fill="hold"/>
                                        <p:tgtEl>
                                          <p:spTgt spid="41165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1657"/>
                                        </p:tgtEl>
                                        <p:attrNameLst>
                                          <p:attrName>style.visibility</p:attrName>
                                        </p:attrNameLst>
                                      </p:cBhvr>
                                      <p:to>
                                        <p:strVal val="visible"/>
                                      </p:to>
                                    </p:set>
                                    <p:anim calcmode="lin" valueType="num">
                                      <p:cBhvr additive="base">
                                        <p:cTn id="37" dur="500" fill="hold"/>
                                        <p:tgtEl>
                                          <p:spTgt spid="411657"/>
                                        </p:tgtEl>
                                        <p:attrNameLst>
                                          <p:attrName>ppt_x</p:attrName>
                                        </p:attrNameLst>
                                      </p:cBhvr>
                                      <p:tavLst>
                                        <p:tav tm="0">
                                          <p:val>
                                            <p:strVal val="#ppt_x"/>
                                          </p:val>
                                        </p:tav>
                                        <p:tav tm="100000">
                                          <p:val>
                                            <p:strVal val="#ppt_x"/>
                                          </p:val>
                                        </p:tav>
                                      </p:tavLst>
                                    </p:anim>
                                    <p:anim calcmode="lin" valueType="num">
                                      <p:cBhvr additive="base">
                                        <p:cTn id="38" dur="500" fill="hold"/>
                                        <p:tgtEl>
                                          <p:spTgt spid="4116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0" grpId="0"/>
      <p:bldP spid="411656" grpId="0"/>
      <p:bldP spid="41165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Rot="1" noChangeArrowheads="1"/>
          </p:cNvSpPr>
          <p:nvPr>
            <p:ph type="title"/>
          </p:nvPr>
        </p:nvSpPr>
        <p:spPr>
          <a:xfrm>
            <a:off x="250825" y="1125538"/>
            <a:ext cx="854075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6000" b="1" i="0" u="none" strike="noStrike" kern="120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Homework</a:t>
            </a:r>
          </a:p>
        </p:txBody>
      </p:sp>
      <p:sp>
        <p:nvSpPr>
          <p:cNvPr id="2" name="文本框 1"/>
          <p:cNvSpPr txBox="1"/>
          <p:nvPr/>
        </p:nvSpPr>
        <p:spPr>
          <a:xfrm>
            <a:off x="2286000" y="3106420"/>
            <a:ext cx="4572000" cy="1076325"/>
          </a:xfrm>
          <a:prstGeom prst="rect">
            <a:avLst/>
          </a:prstGeom>
          <a:noFill/>
        </p:spPr>
        <p:txBody>
          <a:bodyPr wrap="square" rtlCol="0" anchor="t">
            <a:spAutoFit/>
          </a:bodyPr>
          <a:lstStyle/>
          <a:p>
            <a:r>
              <a:rPr lang="en-US" altLang="zh-CN" sz="3200"/>
              <a:t>3-5, 3-11, 3-12, 3-22, 3-25, 3-33, 3-37, 3-40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U1MDQ4NGJlYWMzNGNlNjc3NmUxZGM1ODU4MTU5NTAifQ=="/>
</p:tagLst>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58</TotalTime>
  <Words>5729</Words>
  <Application>Microsoft Macintosh PowerPoint</Application>
  <PresentationFormat>全屏显示(4:3)</PresentationFormat>
  <Paragraphs>1120</Paragraphs>
  <Slides>101</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8</vt:i4>
      </vt:variant>
      <vt:variant>
        <vt:lpstr>幻灯片标题</vt:lpstr>
      </vt:variant>
      <vt:variant>
        <vt:i4>101</vt:i4>
      </vt:variant>
    </vt:vector>
  </HeadingPairs>
  <TitlesOfParts>
    <vt:vector size="121" baseType="lpstr">
      <vt:lpstr>仿宋_GB2312</vt:lpstr>
      <vt:lpstr>黑体</vt:lpstr>
      <vt:lpstr>楷体_GB2312</vt:lpstr>
      <vt:lpstr>宋体</vt:lpstr>
      <vt:lpstr>幼圆</vt:lpstr>
      <vt:lpstr>PMingLiU</vt:lpstr>
      <vt:lpstr>Arial</vt:lpstr>
      <vt:lpstr>Symbol</vt:lpstr>
      <vt:lpstr>Times New Roman</vt:lpstr>
      <vt:lpstr>Verdana</vt:lpstr>
      <vt:lpstr>Wingdings</vt:lpstr>
      <vt:lpstr>诗情画意</vt:lpstr>
      <vt:lpstr>Equation.DSMT4</vt:lpstr>
      <vt:lpstr>Equation.3</vt:lpstr>
      <vt:lpstr>Equation.KSEE3</vt:lpstr>
      <vt:lpstr>Paint.Picture</vt:lpstr>
      <vt:lpstr>MS_ClipArt_Gallery.2</vt:lpstr>
      <vt:lpstr>Word.Picture.8</vt:lpstr>
      <vt:lpstr>Visio.Drawing.11</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Homework</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Yujia Lin</cp:lastModifiedBy>
  <cp:revision>1308</cp:revision>
  <dcterms:created xsi:type="dcterms:W3CDTF">2016-03-04T07:47:00Z</dcterms:created>
  <dcterms:modified xsi:type="dcterms:W3CDTF">2026-03-23T11:32:25Z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7C973194F63A46508906BB62C3CB76E5_12</vt:lpwstr>
  </property>
  <property fmtid="{D5CDD505-2E9C-101B-9397-08002B2CF9AE}" pid="3" name="KSOProductBuildVer">
    <vt:lpwstr>2052-12.1.0.20305</vt:lpwstr>
  </property>
</Properties>
</file>