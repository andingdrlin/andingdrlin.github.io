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256" r:id="rId2"/>
    <p:sldId id="257" r:id="rId3"/>
    <p:sldId id="274" r:id="rId4"/>
    <p:sldId id="275" r:id="rId5"/>
    <p:sldId id="284" r:id="rId6"/>
    <p:sldId id="294" r:id="rId7"/>
    <p:sldId id="285" r:id="rId8"/>
    <p:sldId id="295" r:id="rId9"/>
    <p:sldId id="296" r:id="rId10"/>
    <p:sldId id="297" r:id="rId11"/>
    <p:sldId id="280" r:id="rId12"/>
    <p:sldId id="286" r:id="rId13"/>
    <p:sldId id="287" r:id="rId14"/>
    <p:sldId id="258" r:id="rId15"/>
    <p:sldId id="282" r:id="rId16"/>
    <p:sldId id="283" r:id="rId17"/>
    <p:sldId id="299" r:id="rId18"/>
    <p:sldId id="300" r:id="rId19"/>
    <p:sldId id="301" r:id="rId20"/>
    <p:sldId id="279" r:id="rId21"/>
    <p:sldId id="259" r:id="rId22"/>
  </p:sldIdLst>
  <p:sldSz cx="12192000" cy="6858000"/>
  <p:notesSz cx="6858000" cy="9144000"/>
  <p:custDataLst>
    <p:tags r:id="rId2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3F1AE85-83AA-4A0C-B17D-EDFC815C45AF}" v="209" dt="2026-03-03T16:06:07.12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5063" autoAdjust="0"/>
    <p:restoredTop sz="86340" autoAdjust="0"/>
  </p:normalViewPr>
  <p:slideViewPr>
    <p:cSldViewPr snapToGrid="0">
      <p:cViewPr varScale="1">
        <p:scale>
          <a:sx n="139" d="100"/>
          <a:sy n="139" d="100"/>
        </p:scale>
        <p:origin x="624" y="8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192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lien Le Kernec" userId="e8115e76-a56b-4cd5-847d-4586c41a1909" providerId="ADAL" clId="{5DCF087F-6C29-4C79-B7E2-F0138E21AC4C}"/>
    <pc:docChg chg="undo custSel addSld delSld modSld">
      <pc:chgData name="Julien Le Kernec" userId="e8115e76-a56b-4cd5-847d-4586c41a1909" providerId="ADAL" clId="{5DCF087F-6C29-4C79-B7E2-F0138E21AC4C}" dt="2026-03-03T16:07:32.892" v="449" actId="108"/>
      <pc:docMkLst>
        <pc:docMk/>
      </pc:docMkLst>
      <pc:sldChg chg="addSp delSp modSp mod">
        <pc:chgData name="Julien Le Kernec" userId="e8115e76-a56b-4cd5-847d-4586c41a1909" providerId="ADAL" clId="{5DCF087F-6C29-4C79-B7E2-F0138E21AC4C}" dt="2026-02-25T14:10:02.300" v="1"/>
        <pc:sldMkLst>
          <pc:docMk/>
          <pc:sldMk cId="3756398320" sldId="256"/>
        </pc:sldMkLst>
        <pc:spChg chg="add mod">
          <ac:chgData name="Julien Le Kernec" userId="e8115e76-a56b-4cd5-847d-4586c41a1909" providerId="ADAL" clId="{5DCF087F-6C29-4C79-B7E2-F0138E21AC4C}" dt="2026-02-25T14:10:02.300" v="1"/>
          <ac:spMkLst>
            <pc:docMk/>
            <pc:sldMk cId="3756398320" sldId="256"/>
            <ac:spMk id="2" creationId="{146BF88E-B4D1-FD23-88BD-B7CAB3910636}"/>
          </ac:spMkLst>
        </pc:spChg>
      </pc:sldChg>
      <pc:sldChg chg="delSp mod">
        <pc:chgData name="Julien Le Kernec" userId="e8115e76-a56b-4cd5-847d-4586c41a1909" providerId="ADAL" clId="{5DCF087F-6C29-4C79-B7E2-F0138E21AC4C}" dt="2026-02-25T15:10:00.376" v="2" actId="478"/>
        <pc:sldMkLst>
          <pc:docMk/>
          <pc:sldMk cId="1542848961" sldId="257"/>
        </pc:sldMkLst>
      </pc:sldChg>
      <pc:sldChg chg="delSp mod">
        <pc:chgData name="Julien Le Kernec" userId="e8115e76-a56b-4cd5-847d-4586c41a1909" providerId="ADAL" clId="{5DCF087F-6C29-4C79-B7E2-F0138E21AC4C}" dt="2026-02-25T15:10:54.644" v="11" actId="478"/>
        <pc:sldMkLst>
          <pc:docMk/>
          <pc:sldMk cId="300435787" sldId="258"/>
        </pc:sldMkLst>
      </pc:sldChg>
      <pc:sldChg chg="delSp modSp mod">
        <pc:chgData name="Julien Le Kernec" userId="e8115e76-a56b-4cd5-847d-4586c41a1909" providerId="ADAL" clId="{5DCF087F-6C29-4C79-B7E2-F0138E21AC4C}" dt="2026-03-03T16:07:32.892" v="449" actId="108"/>
        <pc:sldMkLst>
          <pc:docMk/>
          <pc:sldMk cId="2670690755" sldId="259"/>
        </pc:sldMkLst>
        <pc:spChg chg="mod">
          <ac:chgData name="Julien Le Kernec" userId="e8115e76-a56b-4cd5-847d-4586c41a1909" providerId="ADAL" clId="{5DCF087F-6C29-4C79-B7E2-F0138E21AC4C}" dt="2026-03-03T16:07:32.892" v="449" actId="108"/>
          <ac:spMkLst>
            <pc:docMk/>
            <pc:sldMk cId="2670690755" sldId="259"/>
            <ac:spMk id="3" creationId="{00000000-0000-0000-0000-000000000000}"/>
          </ac:spMkLst>
        </pc:spChg>
        <pc:spChg chg="mod">
          <ac:chgData name="Julien Le Kernec" userId="e8115e76-a56b-4cd5-847d-4586c41a1909" providerId="ADAL" clId="{5DCF087F-6C29-4C79-B7E2-F0138E21AC4C}" dt="2026-02-25T15:12:30.247" v="28" actId="20577"/>
          <ac:spMkLst>
            <pc:docMk/>
            <pc:sldMk cId="2670690755" sldId="259"/>
            <ac:spMk id="7" creationId="{F39E6B67-0919-4FD4-9CE1-2BAF5B8472D5}"/>
          </ac:spMkLst>
        </pc:spChg>
      </pc:sldChg>
      <pc:sldChg chg="addSp delSp modSp mod">
        <pc:chgData name="Julien Le Kernec" userId="e8115e76-a56b-4cd5-847d-4586c41a1909" providerId="ADAL" clId="{5DCF087F-6C29-4C79-B7E2-F0138E21AC4C}" dt="2026-03-03T15:33:42.146" v="165" actId="14100"/>
        <pc:sldMkLst>
          <pc:docMk/>
          <pc:sldMk cId="1442331576" sldId="274"/>
        </pc:sldMkLst>
        <pc:spChg chg="del">
          <ac:chgData name="Julien Le Kernec" userId="e8115e76-a56b-4cd5-847d-4586c41a1909" providerId="ADAL" clId="{5DCF087F-6C29-4C79-B7E2-F0138E21AC4C}" dt="2026-03-03T15:33:28.734" v="160" actId="478"/>
          <ac:spMkLst>
            <pc:docMk/>
            <pc:sldMk cId="1442331576" sldId="274"/>
            <ac:spMk id="2" creationId="{6F12E8F8-F732-4A43-B1DD-9C8DD0947061}"/>
          </ac:spMkLst>
        </pc:spChg>
        <pc:spChg chg="add del mod">
          <ac:chgData name="Julien Le Kernec" userId="e8115e76-a56b-4cd5-847d-4586c41a1909" providerId="ADAL" clId="{5DCF087F-6C29-4C79-B7E2-F0138E21AC4C}" dt="2026-03-03T15:33:31.665" v="162" actId="478"/>
          <ac:spMkLst>
            <pc:docMk/>
            <pc:sldMk cId="1442331576" sldId="274"/>
            <ac:spMk id="5" creationId="{E09D4E51-9F88-A67A-F068-6EC34283A3FB}"/>
          </ac:spMkLst>
        </pc:spChg>
        <pc:picChg chg="mod">
          <ac:chgData name="Julien Le Kernec" userId="e8115e76-a56b-4cd5-847d-4586c41a1909" providerId="ADAL" clId="{5DCF087F-6C29-4C79-B7E2-F0138E21AC4C}" dt="2026-03-03T15:33:42.146" v="165" actId="14100"/>
          <ac:picMkLst>
            <pc:docMk/>
            <pc:sldMk cId="1442331576" sldId="274"/>
            <ac:picMk id="7" creationId="{8E1CBB36-56A8-4490-84D8-C619B2D07F00}"/>
          </ac:picMkLst>
        </pc:picChg>
      </pc:sldChg>
      <pc:sldChg chg="delSp mod">
        <pc:chgData name="Julien Le Kernec" userId="e8115e76-a56b-4cd5-847d-4586c41a1909" providerId="ADAL" clId="{5DCF087F-6C29-4C79-B7E2-F0138E21AC4C}" dt="2026-02-25T15:10:10.853" v="4" actId="478"/>
        <pc:sldMkLst>
          <pc:docMk/>
          <pc:sldMk cId="4067153192" sldId="275"/>
        </pc:sldMkLst>
      </pc:sldChg>
      <pc:sldChg chg="delSp del mod">
        <pc:chgData name="Julien Le Kernec" userId="e8115e76-a56b-4cd5-847d-4586c41a1909" providerId="ADAL" clId="{5DCF087F-6C29-4C79-B7E2-F0138E21AC4C}" dt="2026-03-03T16:03:24.695" v="311" actId="47"/>
        <pc:sldMkLst>
          <pc:docMk/>
          <pc:sldMk cId="3610900031" sldId="276"/>
        </pc:sldMkLst>
      </pc:sldChg>
      <pc:sldChg chg="delSp del mod">
        <pc:chgData name="Julien Le Kernec" userId="e8115e76-a56b-4cd5-847d-4586c41a1909" providerId="ADAL" clId="{5DCF087F-6C29-4C79-B7E2-F0138E21AC4C}" dt="2026-03-03T16:03:26.664" v="312" actId="47"/>
        <pc:sldMkLst>
          <pc:docMk/>
          <pc:sldMk cId="2082382663" sldId="277"/>
        </pc:sldMkLst>
      </pc:sldChg>
      <pc:sldChg chg="delSp del mod">
        <pc:chgData name="Julien Le Kernec" userId="e8115e76-a56b-4cd5-847d-4586c41a1909" providerId="ADAL" clId="{5DCF087F-6C29-4C79-B7E2-F0138E21AC4C}" dt="2026-03-03T16:03:29.119" v="313" actId="47"/>
        <pc:sldMkLst>
          <pc:docMk/>
          <pc:sldMk cId="2144027700" sldId="278"/>
        </pc:sldMkLst>
      </pc:sldChg>
      <pc:sldChg chg="delSp mod">
        <pc:chgData name="Julien Le Kernec" userId="e8115e76-a56b-4cd5-847d-4586c41a1909" providerId="ADAL" clId="{5DCF087F-6C29-4C79-B7E2-F0138E21AC4C}" dt="2026-02-25T15:12:03.574" v="23" actId="478"/>
        <pc:sldMkLst>
          <pc:docMk/>
          <pc:sldMk cId="2238198380" sldId="279"/>
        </pc:sldMkLst>
      </pc:sldChg>
      <pc:sldChg chg="delSp mod modAnim">
        <pc:chgData name="Julien Le Kernec" userId="e8115e76-a56b-4cd5-847d-4586c41a1909" providerId="ADAL" clId="{5DCF087F-6C29-4C79-B7E2-F0138E21AC4C}" dt="2026-02-25T15:10:32.039" v="8" actId="478"/>
        <pc:sldMkLst>
          <pc:docMk/>
          <pc:sldMk cId="4096613936" sldId="280"/>
        </pc:sldMkLst>
      </pc:sldChg>
      <pc:sldChg chg="add del">
        <pc:chgData name="Julien Le Kernec" userId="e8115e76-a56b-4cd5-847d-4586c41a1909" providerId="ADAL" clId="{5DCF087F-6C29-4C79-B7E2-F0138E21AC4C}" dt="2026-03-03T15:58:47.879" v="298"/>
        <pc:sldMkLst>
          <pc:docMk/>
          <pc:sldMk cId="0" sldId="282"/>
        </pc:sldMkLst>
      </pc:sldChg>
      <pc:sldChg chg="modSp add mod">
        <pc:chgData name="Julien Le Kernec" userId="e8115e76-a56b-4cd5-847d-4586c41a1909" providerId="ADAL" clId="{5DCF087F-6C29-4C79-B7E2-F0138E21AC4C}" dt="2026-03-03T15:59:28.461" v="300" actId="27636"/>
        <pc:sldMkLst>
          <pc:docMk/>
          <pc:sldMk cId="888111471" sldId="282"/>
        </pc:sldMkLst>
        <pc:spChg chg="mod">
          <ac:chgData name="Julien Le Kernec" userId="e8115e76-a56b-4cd5-847d-4586c41a1909" providerId="ADAL" clId="{5DCF087F-6C29-4C79-B7E2-F0138E21AC4C}" dt="2026-03-03T15:59:28.461" v="300" actId="27636"/>
          <ac:spMkLst>
            <pc:docMk/>
            <pc:sldMk cId="888111471" sldId="282"/>
            <ac:spMk id="3" creationId="{00000000-0000-0000-0000-000000000000}"/>
          </ac:spMkLst>
        </pc:spChg>
      </pc:sldChg>
      <pc:sldChg chg="add">
        <pc:chgData name="Julien Le Kernec" userId="e8115e76-a56b-4cd5-847d-4586c41a1909" providerId="ADAL" clId="{5DCF087F-6C29-4C79-B7E2-F0138E21AC4C}" dt="2026-03-03T15:59:50.150" v="301"/>
        <pc:sldMkLst>
          <pc:docMk/>
          <pc:sldMk cId="4293478524" sldId="283"/>
        </pc:sldMkLst>
      </pc:sldChg>
      <pc:sldChg chg="addSp delSp modSp mod delAnim modAnim">
        <pc:chgData name="Julien Le Kernec" userId="e8115e76-a56b-4cd5-847d-4586c41a1909" providerId="ADAL" clId="{5DCF087F-6C29-4C79-B7E2-F0138E21AC4C}" dt="2026-03-03T15:46:32.184" v="251" actId="1036"/>
        <pc:sldMkLst>
          <pc:docMk/>
          <pc:sldMk cId="2006966606" sldId="284"/>
        </pc:sldMkLst>
        <pc:spChg chg="add mod">
          <ac:chgData name="Julien Le Kernec" userId="e8115e76-a56b-4cd5-847d-4586c41a1909" providerId="ADAL" clId="{5DCF087F-6C29-4C79-B7E2-F0138E21AC4C}" dt="2026-03-03T15:31:43.196" v="153" actId="20577"/>
          <ac:spMkLst>
            <pc:docMk/>
            <pc:sldMk cId="2006966606" sldId="284"/>
            <ac:spMk id="6" creationId="{93262D33-95D0-7E49-4B0F-36AFBE0CA5F0}"/>
          </ac:spMkLst>
        </pc:spChg>
        <pc:spChg chg="add mod">
          <ac:chgData name="Julien Le Kernec" userId="e8115e76-a56b-4cd5-847d-4586c41a1909" providerId="ADAL" clId="{5DCF087F-6C29-4C79-B7E2-F0138E21AC4C}" dt="2026-03-03T15:35:33.819" v="178" actId="20577"/>
          <ac:spMkLst>
            <pc:docMk/>
            <pc:sldMk cId="2006966606" sldId="284"/>
            <ac:spMk id="9" creationId="{48CB8B46-97C8-D047-BA73-0C197E5E0E33}"/>
          </ac:spMkLst>
        </pc:spChg>
        <pc:spChg chg="add mod">
          <ac:chgData name="Julien Le Kernec" userId="e8115e76-a56b-4cd5-847d-4586c41a1909" providerId="ADAL" clId="{5DCF087F-6C29-4C79-B7E2-F0138E21AC4C}" dt="2026-03-03T15:31:46.701" v="155" actId="20577"/>
          <ac:spMkLst>
            <pc:docMk/>
            <pc:sldMk cId="2006966606" sldId="284"/>
            <ac:spMk id="14" creationId="{CBC03F88-4B52-A585-1EA3-F960A65C8020}"/>
          </ac:spMkLst>
        </pc:spChg>
        <pc:spChg chg="add mod">
          <ac:chgData name="Julien Le Kernec" userId="e8115e76-a56b-4cd5-847d-4586c41a1909" providerId="ADAL" clId="{5DCF087F-6C29-4C79-B7E2-F0138E21AC4C}" dt="2026-03-03T15:31:49.241" v="156" actId="20577"/>
          <ac:spMkLst>
            <pc:docMk/>
            <pc:sldMk cId="2006966606" sldId="284"/>
            <ac:spMk id="15" creationId="{0A17DE46-838F-5244-523F-41EE52F1B99E}"/>
          </ac:spMkLst>
        </pc:spChg>
        <pc:spChg chg="add mod">
          <ac:chgData name="Julien Le Kernec" userId="e8115e76-a56b-4cd5-847d-4586c41a1909" providerId="ADAL" clId="{5DCF087F-6C29-4C79-B7E2-F0138E21AC4C}" dt="2026-03-03T15:40:41.705" v="246" actId="1076"/>
          <ac:spMkLst>
            <pc:docMk/>
            <pc:sldMk cId="2006966606" sldId="284"/>
            <ac:spMk id="16" creationId="{FDF88E66-3BD7-30EE-A1CB-7F160AB9EEA9}"/>
          </ac:spMkLst>
        </pc:spChg>
        <pc:picChg chg="add mod">
          <ac:chgData name="Julien Le Kernec" userId="e8115e76-a56b-4cd5-847d-4586c41a1909" providerId="ADAL" clId="{5DCF087F-6C29-4C79-B7E2-F0138E21AC4C}" dt="2026-03-03T15:23:40.671" v="37" actId="1076"/>
          <ac:picMkLst>
            <pc:docMk/>
            <pc:sldMk cId="2006966606" sldId="284"/>
            <ac:picMk id="3" creationId="{B7BECA7A-05D5-CAD0-833E-311431FCB425}"/>
          </ac:picMkLst>
        </pc:picChg>
        <pc:picChg chg="mod">
          <ac:chgData name="Julien Le Kernec" userId="e8115e76-a56b-4cd5-847d-4586c41a1909" providerId="ADAL" clId="{5DCF087F-6C29-4C79-B7E2-F0138E21AC4C}" dt="2026-03-03T15:46:00.735" v="249" actId="14100"/>
          <ac:picMkLst>
            <pc:docMk/>
            <pc:sldMk cId="2006966606" sldId="284"/>
            <ac:picMk id="5" creationId="{88676C21-D939-EB4D-02A3-6C222F0A7BD1}"/>
          </ac:picMkLst>
        </pc:picChg>
        <pc:picChg chg="del">
          <ac:chgData name="Julien Le Kernec" userId="e8115e76-a56b-4cd5-847d-4586c41a1909" providerId="ADAL" clId="{5DCF087F-6C29-4C79-B7E2-F0138E21AC4C}" dt="2026-03-03T15:31:23.470" v="148" actId="478"/>
          <ac:picMkLst>
            <pc:docMk/>
            <pc:sldMk cId="2006966606" sldId="284"/>
            <ac:picMk id="7" creationId="{845970B7-57FB-1729-7E14-9E5BADC5FF85}"/>
          </ac:picMkLst>
        </pc:picChg>
        <pc:picChg chg="mod ord">
          <ac:chgData name="Julien Le Kernec" userId="e8115e76-a56b-4cd5-847d-4586c41a1909" providerId="ADAL" clId="{5DCF087F-6C29-4C79-B7E2-F0138E21AC4C}" dt="2026-03-03T15:46:32.184" v="251" actId="1036"/>
          <ac:picMkLst>
            <pc:docMk/>
            <pc:sldMk cId="2006966606" sldId="284"/>
            <ac:picMk id="8" creationId="{BDD3C851-FF5E-1FF1-7C15-E2A872B120F4}"/>
          </ac:picMkLst>
        </pc:picChg>
        <pc:picChg chg="del">
          <ac:chgData name="Julien Le Kernec" userId="e8115e76-a56b-4cd5-847d-4586c41a1909" providerId="ADAL" clId="{5DCF087F-6C29-4C79-B7E2-F0138E21AC4C}" dt="2026-03-03T15:31:14.711" v="145" actId="478"/>
          <ac:picMkLst>
            <pc:docMk/>
            <pc:sldMk cId="2006966606" sldId="284"/>
            <ac:picMk id="10" creationId="{3CF383B7-F5E4-744E-5FA7-E2A8D4C93D1F}"/>
          </ac:picMkLst>
        </pc:picChg>
        <pc:picChg chg="del">
          <ac:chgData name="Julien Le Kernec" userId="e8115e76-a56b-4cd5-847d-4586c41a1909" providerId="ADAL" clId="{5DCF087F-6C29-4C79-B7E2-F0138E21AC4C}" dt="2026-03-03T15:31:18.038" v="146" actId="478"/>
          <ac:picMkLst>
            <pc:docMk/>
            <pc:sldMk cId="2006966606" sldId="284"/>
            <ac:picMk id="11" creationId="{D8337169-3F84-4EA5-6014-6BD7132EF760}"/>
          </ac:picMkLst>
        </pc:picChg>
        <pc:picChg chg="del">
          <ac:chgData name="Julien Le Kernec" userId="e8115e76-a56b-4cd5-847d-4586c41a1909" providerId="ADAL" clId="{5DCF087F-6C29-4C79-B7E2-F0138E21AC4C}" dt="2026-03-03T15:31:20.131" v="147" actId="478"/>
          <ac:picMkLst>
            <pc:docMk/>
            <pc:sldMk cId="2006966606" sldId="284"/>
            <ac:picMk id="12" creationId="{56A24D01-6DAB-60AE-6600-BF2AEC64BBD4}"/>
          </ac:picMkLst>
        </pc:picChg>
        <pc:picChg chg="del mod">
          <ac:chgData name="Julien Le Kernec" userId="e8115e76-a56b-4cd5-847d-4586c41a1909" providerId="ADAL" clId="{5DCF087F-6C29-4C79-B7E2-F0138E21AC4C}" dt="2026-03-03T15:40:43.509" v="247" actId="478"/>
          <ac:picMkLst>
            <pc:docMk/>
            <pc:sldMk cId="2006966606" sldId="284"/>
            <ac:picMk id="13" creationId="{57F65350-2905-E241-367F-89E5E73F1DB7}"/>
          </ac:picMkLst>
        </pc:picChg>
      </pc:sldChg>
      <pc:sldChg chg="addSp delSp modSp mod delAnim">
        <pc:chgData name="Julien Le Kernec" userId="e8115e76-a56b-4cd5-847d-4586c41a1909" providerId="ADAL" clId="{5DCF087F-6C29-4C79-B7E2-F0138E21AC4C}" dt="2026-03-03T15:50:51.862" v="282" actId="1076"/>
        <pc:sldMkLst>
          <pc:docMk/>
          <pc:sldMk cId="142714281" sldId="285"/>
        </pc:sldMkLst>
        <pc:picChg chg="add mod modCrop">
          <ac:chgData name="Julien Le Kernec" userId="e8115e76-a56b-4cd5-847d-4586c41a1909" providerId="ADAL" clId="{5DCF087F-6C29-4C79-B7E2-F0138E21AC4C}" dt="2026-03-03T15:50:51.862" v="282" actId="1076"/>
          <ac:picMkLst>
            <pc:docMk/>
            <pc:sldMk cId="142714281" sldId="285"/>
            <ac:picMk id="3" creationId="{B04F4F63-3B8E-46A4-2E9C-DABC9029F86B}"/>
          </ac:picMkLst>
        </pc:picChg>
        <pc:picChg chg="add mod modCrop">
          <ac:chgData name="Julien Le Kernec" userId="e8115e76-a56b-4cd5-847d-4586c41a1909" providerId="ADAL" clId="{5DCF087F-6C29-4C79-B7E2-F0138E21AC4C}" dt="2026-03-03T15:50:51.862" v="282" actId="1076"/>
          <ac:picMkLst>
            <pc:docMk/>
            <pc:sldMk cId="142714281" sldId="285"/>
            <ac:picMk id="5" creationId="{C26FC4A0-2154-82EF-FB08-DF8C9A6EDB14}"/>
          </ac:picMkLst>
        </pc:picChg>
        <pc:picChg chg="del">
          <ac:chgData name="Julien Le Kernec" userId="e8115e76-a56b-4cd5-847d-4586c41a1909" providerId="ADAL" clId="{5DCF087F-6C29-4C79-B7E2-F0138E21AC4C}" dt="2026-03-03T15:48:50.640" v="265" actId="478"/>
          <ac:picMkLst>
            <pc:docMk/>
            <pc:sldMk cId="142714281" sldId="285"/>
            <ac:picMk id="9" creationId="{A667B079-3BFA-A94D-B630-A3134ECCF5FE}"/>
          </ac:picMkLst>
        </pc:picChg>
        <pc:picChg chg="del">
          <ac:chgData name="Julien Le Kernec" userId="e8115e76-a56b-4cd5-847d-4586c41a1909" providerId="ADAL" clId="{5DCF087F-6C29-4C79-B7E2-F0138E21AC4C}" dt="2026-03-03T15:48:39.816" v="264" actId="478"/>
          <ac:picMkLst>
            <pc:docMk/>
            <pc:sldMk cId="142714281" sldId="285"/>
            <ac:picMk id="10" creationId="{3E855EAD-1855-EF2E-C612-92AD759ABB4C}"/>
          </ac:picMkLst>
        </pc:picChg>
        <pc:picChg chg="del">
          <ac:chgData name="Julien Le Kernec" userId="e8115e76-a56b-4cd5-847d-4586c41a1909" providerId="ADAL" clId="{5DCF087F-6C29-4C79-B7E2-F0138E21AC4C}" dt="2026-03-03T15:48:55.491" v="266" actId="478"/>
          <ac:picMkLst>
            <pc:docMk/>
            <pc:sldMk cId="142714281" sldId="285"/>
            <ac:picMk id="11" creationId="{502CEE6A-12AD-0210-62B7-CE7040E57159}"/>
          </ac:picMkLst>
        </pc:picChg>
      </pc:sldChg>
      <pc:sldChg chg="delSp mod">
        <pc:chgData name="Julien Le Kernec" userId="e8115e76-a56b-4cd5-847d-4586c41a1909" providerId="ADAL" clId="{5DCF087F-6C29-4C79-B7E2-F0138E21AC4C}" dt="2026-02-25T15:10:42.194" v="9" actId="478"/>
        <pc:sldMkLst>
          <pc:docMk/>
          <pc:sldMk cId="2950897645" sldId="286"/>
        </pc:sldMkLst>
      </pc:sldChg>
      <pc:sldChg chg="delSp mod">
        <pc:chgData name="Julien Le Kernec" userId="e8115e76-a56b-4cd5-847d-4586c41a1909" providerId="ADAL" clId="{5DCF087F-6C29-4C79-B7E2-F0138E21AC4C}" dt="2026-02-25T15:10:49.607" v="10" actId="478"/>
        <pc:sldMkLst>
          <pc:docMk/>
          <pc:sldMk cId="3109626211" sldId="287"/>
        </pc:sldMkLst>
      </pc:sldChg>
      <pc:sldChg chg="delSp del mod delAnim">
        <pc:chgData name="Julien Le Kernec" userId="e8115e76-a56b-4cd5-847d-4586c41a1909" providerId="ADAL" clId="{5DCF087F-6C29-4C79-B7E2-F0138E21AC4C}" dt="2026-03-03T16:03:32.052" v="314" actId="47"/>
        <pc:sldMkLst>
          <pc:docMk/>
          <pc:sldMk cId="122967709" sldId="288"/>
        </pc:sldMkLst>
      </pc:sldChg>
      <pc:sldChg chg="delSp del mod">
        <pc:chgData name="Julien Le Kernec" userId="e8115e76-a56b-4cd5-847d-4586c41a1909" providerId="ADAL" clId="{5DCF087F-6C29-4C79-B7E2-F0138E21AC4C}" dt="2026-03-03T16:03:34.141" v="315" actId="47"/>
        <pc:sldMkLst>
          <pc:docMk/>
          <pc:sldMk cId="1363597539" sldId="289"/>
        </pc:sldMkLst>
      </pc:sldChg>
      <pc:sldChg chg="delSp del mod">
        <pc:chgData name="Julien Le Kernec" userId="e8115e76-a56b-4cd5-847d-4586c41a1909" providerId="ADAL" clId="{5DCF087F-6C29-4C79-B7E2-F0138E21AC4C}" dt="2026-03-03T16:05:22.574" v="316" actId="47"/>
        <pc:sldMkLst>
          <pc:docMk/>
          <pc:sldMk cId="2258526427" sldId="290"/>
        </pc:sldMkLst>
      </pc:sldChg>
      <pc:sldChg chg="delSp del mod">
        <pc:chgData name="Julien Le Kernec" userId="e8115e76-a56b-4cd5-847d-4586c41a1909" providerId="ADAL" clId="{5DCF087F-6C29-4C79-B7E2-F0138E21AC4C}" dt="2026-03-03T16:05:24.747" v="317" actId="47"/>
        <pc:sldMkLst>
          <pc:docMk/>
          <pc:sldMk cId="2423645013" sldId="291"/>
        </pc:sldMkLst>
      </pc:sldChg>
      <pc:sldChg chg="delSp del mod">
        <pc:chgData name="Julien Le Kernec" userId="e8115e76-a56b-4cd5-847d-4586c41a1909" providerId="ADAL" clId="{5DCF087F-6C29-4C79-B7E2-F0138E21AC4C}" dt="2026-03-03T16:05:25.557" v="318" actId="47"/>
        <pc:sldMkLst>
          <pc:docMk/>
          <pc:sldMk cId="598266976" sldId="292"/>
        </pc:sldMkLst>
      </pc:sldChg>
      <pc:sldChg chg="delSp del mod">
        <pc:chgData name="Julien Le Kernec" userId="e8115e76-a56b-4cd5-847d-4586c41a1909" providerId="ADAL" clId="{5DCF087F-6C29-4C79-B7E2-F0138E21AC4C}" dt="2026-03-03T16:05:26.985" v="319" actId="47"/>
        <pc:sldMkLst>
          <pc:docMk/>
          <pc:sldMk cId="9973898" sldId="293"/>
        </pc:sldMkLst>
      </pc:sldChg>
      <pc:sldChg chg="addSp modSp add mod">
        <pc:chgData name="Julien Le Kernec" userId="e8115e76-a56b-4cd5-847d-4586c41a1909" providerId="ADAL" clId="{5DCF087F-6C29-4C79-B7E2-F0138E21AC4C}" dt="2026-03-03T15:47:35.705" v="258" actId="207"/>
        <pc:sldMkLst>
          <pc:docMk/>
          <pc:sldMk cId="764534855" sldId="294"/>
        </pc:sldMkLst>
        <pc:spChg chg="add mod">
          <ac:chgData name="Julien Le Kernec" userId="e8115e76-a56b-4cd5-847d-4586c41a1909" providerId="ADAL" clId="{5DCF087F-6C29-4C79-B7E2-F0138E21AC4C}" dt="2026-03-03T15:47:35.705" v="258" actId="207"/>
          <ac:spMkLst>
            <pc:docMk/>
            <pc:sldMk cId="764534855" sldId="294"/>
            <ac:spMk id="3" creationId="{4547E578-E741-AD1F-AE4F-9832380FC477}"/>
          </ac:spMkLst>
        </pc:spChg>
      </pc:sldChg>
      <pc:sldChg chg="addSp delSp modSp add mod delAnim">
        <pc:chgData name="Julien Le Kernec" userId="e8115e76-a56b-4cd5-847d-4586c41a1909" providerId="ADAL" clId="{5DCF087F-6C29-4C79-B7E2-F0138E21AC4C}" dt="2026-03-03T15:51:16.368" v="285"/>
        <pc:sldMkLst>
          <pc:docMk/>
          <pc:sldMk cId="839184625" sldId="295"/>
        </pc:sldMkLst>
        <pc:picChg chg="add mod">
          <ac:chgData name="Julien Le Kernec" userId="e8115e76-a56b-4cd5-847d-4586c41a1909" providerId="ADAL" clId="{5DCF087F-6C29-4C79-B7E2-F0138E21AC4C}" dt="2026-03-03T15:51:16.368" v="285"/>
          <ac:picMkLst>
            <pc:docMk/>
            <pc:sldMk cId="839184625" sldId="295"/>
            <ac:picMk id="3" creationId="{64CE0F58-0513-572D-33F3-9CBEAF5BE301}"/>
          </ac:picMkLst>
        </pc:picChg>
        <pc:picChg chg="add mod">
          <ac:chgData name="Julien Le Kernec" userId="e8115e76-a56b-4cd5-847d-4586c41a1909" providerId="ADAL" clId="{5DCF087F-6C29-4C79-B7E2-F0138E21AC4C}" dt="2026-03-03T15:51:16.368" v="285"/>
          <ac:picMkLst>
            <pc:docMk/>
            <pc:sldMk cId="839184625" sldId="295"/>
            <ac:picMk id="4" creationId="{FB42112D-0A57-EBB0-EDFD-6650E3D549DF}"/>
          </ac:picMkLst>
        </pc:picChg>
        <pc:picChg chg="del">
          <ac:chgData name="Julien Le Kernec" userId="e8115e76-a56b-4cd5-847d-4586c41a1909" providerId="ADAL" clId="{5DCF087F-6C29-4C79-B7E2-F0138E21AC4C}" dt="2026-03-03T15:51:04.070" v="283" actId="478"/>
          <ac:picMkLst>
            <pc:docMk/>
            <pc:sldMk cId="839184625" sldId="295"/>
            <ac:picMk id="9" creationId="{5A3E86EC-9420-C472-8C0E-633BBEF70130}"/>
          </ac:picMkLst>
        </pc:picChg>
        <pc:picChg chg="del">
          <ac:chgData name="Julien Le Kernec" userId="e8115e76-a56b-4cd5-847d-4586c41a1909" providerId="ADAL" clId="{5DCF087F-6C29-4C79-B7E2-F0138E21AC4C}" dt="2026-03-03T15:51:06.399" v="284" actId="478"/>
          <ac:picMkLst>
            <pc:docMk/>
            <pc:sldMk cId="839184625" sldId="295"/>
            <ac:picMk id="11" creationId="{E7A64021-EF2B-60AA-C541-5B060FD9CD07}"/>
          </ac:picMkLst>
        </pc:picChg>
      </pc:sldChg>
      <pc:sldChg chg="add del">
        <pc:chgData name="Julien Le Kernec" userId="e8115e76-a56b-4cd5-847d-4586c41a1909" providerId="ADAL" clId="{5DCF087F-6C29-4C79-B7E2-F0138E21AC4C}" dt="2026-03-03T15:48:27.812" v="260"/>
        <pc:sldMkLst>
          <pc:docMk/>
          <pc:sldMk cId="2676462886" sldId="295"/>
        </pc:sldMkLst>
      </pc:sldChg>
      <pc:sldChg chg="addSp delSp modSp add mod delAnim">
        <pc:chgData name="Julien Le Kernec" userId="e8115e76-a56b-4cd5-847d-4586c41a1909" providerId="ADAL" clId="{5DCF087F-6C29-4C79-B7E2-F0138E21AC4C}" dt="2026-03-03T15:51:58.433" v="294" actId="1076"/>
        <pc:sldMkLst>
          <pc:docMk/>
          <pc:sldMk cId="191294872" sldId="296"/>
        </pc:sldMkLst>
        <pc:picChg chg="add del mod">
          <ac:chgData name="Julien Le Kernec" userId="e8115e76-a56b-4cd5-847d-4586c41a1909" providerId="ADAL" clId="{5DCF087F-6C29-4C79-B7E2-F0138E21AC4C}" dt="2026-03-03T15:51:30.355" v="288" actId="478"/>
          <ac:picMkLst>
            <pc:docMk/>
            <pc:sldMk cId="191294872" sldId="296"/>
            <ac:picMk id="3" creationId="{A4EBCD11-9CEB-62AC-0EA3-080F5EC8DB17}"/>
          </ac:picMkLst>
        </pc:picChg>
        <pc:picChg chg="add mod">
          <ac:chgData name="Julien Le Kernec" userId="e8115e76-a56b-4cd5-847d-4586c41a1909" providerId="ADAL" clId="{5DCF087F-6C29-4C79-B7E2-F0138E21AC4C}" dt="2026-03-03T15:51:44.845" v="292" actId="1076"/>
          <ac:picMkLst>
            <pc:docMk/>
            <pc:sldMk cId="191294872" sldId="296"/>
            <ac:picMk id="4" creationId="{E56602D6-9AE3-4FFA-1712-2D993384AFE4}"/>
          </ac:picMkLst>
        </pc:picChg>
        <pc:picChg chg="mod">
          <ac:chgData name="Julien Le Kernec" userId="e8115e76-a56b-4cd5-847d-4586c41a1909" providerId="ADAL" clId="{5DCF087F-6C29-4C79-B7E2-F0138E21AC4C}" dt="2026-03-03T15:51:58.433" v="294" actId="1076"/>
          <ac:picMkLst>
            <pc:docMk/>
            <pc:sldMk cId="191294872" sldId="296"/>
            <ac:picMk id="9" creationId="{62E08770-7B1C-B499-CB99-EB7D3AA994A0}"/>
          </ac:picMkLst>
        </pc:picChg>
        <pc:picChg chg="del">
          <ac:chgData name="Julien Le Kernec" userId="e8115e76-a56b-4cd5-847d-4586c41a1909" providerId="ADAL" clId="{5DCF087F-6C29-4C79-B7E2-F0138E21AC4C}" dt="2026-03-03T15:51:24.364" v="286" actId="478"/>
          <ac:picMkLst>
            <pc:docMk/>
            <pc:sldMk cId="191294872" sldId="296"/>
            <ac:picMk id="11" creationId="{3B8C61D9-8219-AC74-146C-4D5988C805D2}"/>
          </ac:picMkLst>
        </pc:picChg>
      </pc:sldChg>
      <pc:sldChg chg="addSp delSp modSp add mod delAnim modAnim">
        <pc:chgData name="Julien Le Kernec" userId="e8115e76-a56b-4cd5-847d-4586c41a1909" providerId="ADAL" clId="{5DCF087F-6C29-4C79-B7E2-F0138E21AC4C}" dt="2026-03-03T15:52:16.367" v="296" actId="478"/>
        <pc:sldMkLst>
          <pc:docMk/>
          <pc:sldMk cId="860890388" sldId="297"/>
        </pc:sldMkLst>
        <pc:picChg chg="add mod">
          <ac:chgData name="Julien Le Kernec" userId="e8115e76-a56b-4cd5-847d-4586c41a1909" providerId="ADAL" clId="{5DCF087F-6C29-4C79-B7E2-F0138E21AC4C}" dt="2026-03-03T15:52:13.614" v="295"/>
          <ac:picMkLst>
            <pc:docMk/>
            <pc:sldMk cId="860890388" sldId="297"/>
            <ac:picMk id="3" creationId="{2EA85D67-2317-364A-5523-5F16DC2E07D6}"/>
          </ac:picMkLst>
        </pc:picChg>
        <pc:picChg chg="del">
          <ac:chgData name="Julien Le Kernec" userId="e8115e76-a56b-4cd5-847d-4586c41a1909" providerId="ADAL" clId="{5DCF087F-6C29-4C79-B7E2-F0138E21AC4C}" dt="2026-03-03T15:52:16.367" v="296" actId="478"/>
          <ac:picMkLst>
            <pc:docMk/>
            <pc:sldMk cId="860890388" sldId="297"/>
            <ac:picMk id="9" creationId="{8E489B2D-1A54-2E81-01C9-97B24CFDDD0A}"/>
          </ac:picMkLst>
        </pc:picChg>
      </pc:sldChg>
      <pc:sldChg chg="new del">
        <pc:chgData name="Julien Le Kernec" userId="e8115e76-a56b-4cd5-847d-4586c41a1909" providerId="ADAL" clId="{5DCF087F-6C29-4C79-B7E2-F0138E21AC4C}" dt="2026-03-03T16:03:21.633" v="310" actId="47"/>
        <pc:sldMkLst>
          <pc:docMk/>
          <pc:sldMk cId="803274150" sldId="298"/>
        </pc:sldMkLst>
      </pc:sldChg>
      <pc:sldChg chg="modSp add del mod">
        <pc:chgData name="Julien Le Kernec" userId="e8115e76-a56b-4cd5-847d-4586c41a1909" providerId="ADAL" clId="{5DCF087F-6C29-4C79-B7E2-F0138E21AC4C}" dt="2026-03-03T15:49:30.774" v="270"/>
        <pc:sldMkLst>
          <pc:docMk/>
          <pc:sldMk cId="2470277782" sldId="298"/>
        </pc:sldMkLst>
        <pc:picChg chg="mod">
          <ac:chgData name="Julien Le Kernec" userId="e8115e76-a56b-4cd5-847d-4586c41a1909" providerId="ADAL" clId="{5DCF087F-6C29-4C79-B7E2-F0138E21AC4C}" dt="2026-03-03T15:49:28.215" v="269" actId="14100"/>
          <ac:picMkLst>
            <pc:docMk/>
            <pc:sldMk cId="2470277782" sldId="298"/>
            <ac:picMk id="7" creationId="{57CD1EFF-F721-1340-15FD-ED84A03794D6}"/>
          </ac:picMkLst>
        </pc:picChg>
      </pc:sldChg>
      <pc:sldChg chg="add del">
        <pc:chgData name="Julien Le Kernec" userId="e8115e76-a56b-4cd5-847d-4586c41a1909" providerId="ADAL" clId="{5DCF087F-6C29-4C79-B7E2-F0138E21AC4C}" dt="2026-03-03T15:49:39.524" v="272"/>
        <pc:sldMkLst>
          <pc:docMk/>
          <pc:sldMk cId="3777725368" sldId="298"/>
        </pc:sldMkLst>
      </pc:sldChg>
      <pc:sldChg chg="modSp add mod">
        <pc:chgData name="Julien Le Kernec" userId="e8115e76-a56b-4cd5-847d-4586c41a1909" providerId="ADAL" clId="{5DCF087F-6C29-4C79-B7E2-F0138E21AC4C}" dt="2026-03-03T16:02:42.672" v="305" actId="1076"/>
        <pc:sldMkLst>
          <pc:docMk/>
          <pc:sldMk cId="3035782055" sldId="299"/>
        </pc:sldMkLst>
        <pc:picChg chg="mod">
          <ac:chgData name="Julien Le Kernec" userId="e8115e76-a56b-4cd5-847d-4586c41a1909" providerId="ADAL" clId="{5DCF087F-6C29-4C79-B7E2-F0138E21AC4C}" dt="2026-03-03T16:02:42.672" v="305" actId="1076"/>
          <ac:picMkLst>
            <pc:docMk/>
            <pc:sldMk cId="3035782055" sldId="299"/>
            <ac:picMk id="8" creationId="{00000000-0000-0000-0000-000000000000}"/>
          </ac:picMkLst>
        </pc:picChg>
      </pc:sldChg>
      <pc:sldChg chg="addSp delSp modSp add mod">
        <pc:chgData name="Julien Le Kernec" userId="e8115e76-a56b-4cd5-847d-4586c41a1909" providerId="ADAL" clId="{5DCF087F-6C29-4C79-B7E2-F0138E21AC4C}" dt="2026-03-03T16:02:58.805" v="307"/>
        <pc:sldMkLst>
          <pc:docMk/>
          <pc:sldMk cId="1359473095" sldId="300"/>
        </pc:sldMkLst>
        <pc:picChg chg="add mod">
          <ac:chgData name="Julien Le Kernec" userId="e8115e76-a56b-4cd5-847d-4586c41a1909" providerId="ADAL" clId="{5DCF087F-6C29-4C79-B7E2-F0138E21AC4C}" dt="2026-03-03T16:02:58.805" v="307"/>
          <ac:picMkLst>
            <pc:docMk/>
            <pc:sldMk cId="1359473095" sldId="300"/>
            <ac:picMk id="6" creationId="{C6BA05C1-B588-74F1-9A04-D82542D58AAF}"/>
          </ac:picMkLst>
        </pc:picChg>
        <pc:picChg chg="del">
          <ac:chgData name="Julien Le Kernec" userId="e8115e76-a56b-4cd5-847d-4586c41a1909" providerId="ADAL" clId="{5DCF087F-6C29-4C79-B7E2-F0138E21AC4C}" dt="2026-03-03T16:02:57.680" v="306" actId="478"/>
          <ac:picMkLst>
            <pc:docMk/>
            <pc:sldMk cId="1359473095" sldId="300"/>
            <ac:picMk id="8" creationId="{00000000-0000-0000-0000-000000000000}"/>
          </ac:picMkLst>
        </pc:picChg>
      </pc:sldChg>
      <pc:sldChg chg="addSp delSp modSp add mod">
        <pc:chgData name="Julien Le Kernec" userId="e8115e76-a56b-4cd5-847d-4586c41a1909" providerId="ADAL" clId="{5DCF087F-6C29-4C79-B7E2-F0138E21AC4C}" dt="2026-03-03T16:03:09.537" v="309" actId="478"/>
        <pc:sldMkLst>
          <pc:docMk/>
          <pc:sldMk cId="1479707317" sldId="301"/>
        </pc:sldMkLst>
        <pc:spChg chg="mod">
          <ac:chgData name="Julien Le Kernec" userId="e8115e76-a56b-4cd5-847d-4586c41a1909" providerId="ADAL" clId="{5DCF087F-6C29-4C79-B7E2-F0138E21AC4C}" dt="2026-03-03T16:01:16.189" v="304" actId="27636"/>
          <ac:spMkLst>
            <pc:docMk/>
            <pc:sldMk cId="1479707317" sldId="301"/>
            <ac:spMk id="3" creationId="{00000000-0000-0000-0000-000000000000}"/>
          </ac:spMkLst>
        </pc:spChg>
        <pc:picChg chg="del">
          <ac:chgData name="Julien Le Kernec" userId="e8115e76-a56b-4cd5-847d-4586c41a1909" providerId="ADAL" clId="{5DCF087F-6C29-4C79-B7E2-F0138E21AC4C}" dt="2026-03-03T16:03:09.537" v="309" actId="478"/>
          <ac:picMkLst>
            <pc:docMk/>
            <pc:sldMk cId="1479707317" sldId="301"/>
            <ac:picMk id="6" creationId="{00000000-0000-0000-0000-000000000000}"/>
          </ac:picMkLst>
        </pc:picChg>
        <pc:picChg chg="add mod">
          <ac:chgData name="Julien Le Kernec" userId="e8115e76-a56b-4cd5-847d-4586c41a1909" providerId="ADAL" clId="{5DCF087F-6C29-4C79-B7E2-F0138E21AC4C}" dt="2026-03-03T16:03:08.067" v="308"/>
          <ac:picMkLst>
            <pc:docMk/>
            <pc:sldMk cId="1479707317" sldId="301"/>
            <ac:picMk id="7" creationId="{4BDDDF0A-5A37-2F79-0C91-3DCCFC9A9C5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EB422D-04A8-4DEF-B58F-D1432DA8EA8F}" type="datetimeFigureOut">
              <a:rPr lang="en-GB" smtClean="0"/>
              <a:t>25/02/2026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50DAEE-18A8-4A15-AB25-BED7C018F059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72318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62963A-AB81-4563-8F0F-F7A4023BBFCE}" type="datetimeFigureOut">
              <a:rPr lang="en-GB" smtClean="0"/>
              <a:t>25/02/2026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213-1269-4BF8-82E0-92F48FB23B67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34245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7055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97199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877864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CF1A39-8EE7-8A22-B100-CCBABF93CE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E603C5-9186-1B94-21B6-82394F4992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168900-F73A-E919-CDC2-4A1B351E8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7923C3-60B1-D8D6-6EA1-5A05E9F0EE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607124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230F3-1E8A-F637-8217-43023D119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BD2F3FD-4F60-68ED-3701-F89BF11081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E7E7A-FE7C-090B-3DDA-5BBC9C14BC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DAE0C9-42A5-53EB-E070-66DA10786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8583209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B7E66F-E3FA-7FC4-DBBE-765D22948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E31D5B-5918-EFAF-C3B9-810ACA674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006B2F-4150-EEEF-40EA-4B0232BC4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127F9A-0E0E-1354-0F60-A05FBDB6B8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218999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7F14AC-7343-BFE9-9A7B-086D22045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FE5B29-1C98-F53D-2381-A8C913576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94BD19-4DB7-B125-10EC-1AECDD4DB6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B1AEAA-8D9A-0799-D0B2-35DC22D5E3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021562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1B3FF-CD88-5441-7B3B-6C22C1B3B9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782698B-9EC6-B567-1060-CB976544D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5A9F30-9906-02B9-FBAC-D39CBE9B1F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DE7DE6-F561-AC43-ABCB-997FAAF2256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590379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FD639-C50A-8211-031A-9078C696A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2BE209-B6EC-69D7-4982-52DC20CF4F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54E39-6DAD-3DC3-AD8B-66CE7500C8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principle or reduced block diagram (using rule 1 and rule 7)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3CD5D7-B19A-F1A3-EE6E-E4115C3819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592791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Onion pealing First </a:t>
            </a:r>
            <a:r>
              <a:rPr lang="en-US" dirty="0" err="1"/>
              <a:t>analyse</a:t>
            </a:r>
            <a:r>
              <a:rPr lang="en-US" dirty="0"/>
              <a:t> the diagram from the most outside and decide what rule to use (rule 7 as it is a feedback loop), then move to the main branch… noticing it is a product of gain and another feedback loop . Unfortunately this FL is complicated because it’s main is part of another feedback loop. In this case we can move joining point to after the block using rule 6 to create a third FL. However when you do the reduction, you have to do it from inside out… starting from the last step and outwards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85085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891800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latin typeface="Times" panose="02020603050405020304" pitchFamily="18" charset="0"/>
              </a:rPr>
              <a:t>For example, a "gust alleviation" system in an aircraft senses a gust impinging on the aircraft and applies appropriate feedback control to maintain the desired flight path.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25ED8-F08D-4B2A-99D6-976EFDC1CDEA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758627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altLang="en-US" dirty="0">
                <a:latin typeface="Times" panose="02020603050405020304" pitchFamily="18" charset="0"/>
              </a:rPr>
              <a:t>For example, a "gust alleviation" system in an aircraft senses a gust impinging on the aircraft and applies appropriate feedback control to maintain the desired flight path. 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DF25ED8-F08D-4B2A-99D6-976EFDC1CDEA}" type="slidenum">
              <a:rPr lang="en-GB" smtClean="0"/>
              <a:t>19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33961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N(s) = 0 first and find its transfer function. Then make R(s)=0 and obtain its transfer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949213-1269-4BF8-82E0-92F48FB23B67}" type="slidenum">
              <a:rPr lang="en-GB" smtClean="0"/>
              <a:t>20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56828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3543" y="6490609"/>
            <a:ext cx="8109857" cy="365125"/>
          </a:xfrm>
        </p:spPr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1538" y="6479728"/>
            <a:ext cx="2743200" cy="365125"/>
          </a:xfrm>
        </p:spPr>
        <p:txBody>
          <a:bodyPr/>
          <a:lstStyle>
            <a:lvl1pPr>
              <a:defRPr sz="1500"/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Date Placeholder 3"/>
          <p:cNvSpPr txBox="1">
            <a:spLocks/>
          </p:cNvSpPr>
          <p:nvPr userDrawn="1"/>
        </p:nvSpPr>
        <p:spPr>
          <a:xfrm>
            <a:off x="841828" y="647609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42228" y="647609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505761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2564" y="138790"/>
            <a:ext cx="9881103" cy="974788"/>
          </a:xfrm>
        </p:spPr>
        <p:txBody>
          <a:bodyPr>
            <a:normAutofit/>
          </a:bodyPr>
          <a:lstStyle>
            <a:lvl1pPr>
              <a:defRPr sz="3500" b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9023" y="1336737"/>
            <a:ext cx="11021839" cy="494636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19920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001786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6038429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61163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4787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95663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4791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68900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59439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563196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Lecture 3                      Prof. Chong Li</a:t>
            </a:r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E01205-874B-41E7-8AA1-27418BD5679A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6213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614905"/>
            <a:ext cx="12192000" cy="235859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16149" y="654503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BE01205-874B-41E7-8AA1-27418BD5679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2571" y="6552296"/>
            <a:ext cx="931092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algn="l"/>
            <a:r>
              <a:rPr lang="fr-FR"/>
              <a:t>Lecture 3                      Prof. Chong Li</a:t>
            </a:r>
            <a:endParaRPr lang="en-GB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56377" y="25403"/>
            <a:ext cx="2003878" cy="62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505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1">
              <a:lumMod val="50000"/>
            </a:schemeClr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4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image" Target="../media/image26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85371" y="1299038"/>
            <a:ext cx="5166799" cy="9925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UESTC</a:t>
            </a:r>
            <a:r>
              <a:rPr lang="en-US" altLang="zh-CN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HN</a:t>
            </a:r>
            <a:r>
              <a:rPr lang="en-GB" sz="2400">
                <a:solidFill>
                  <a:srgbClr val="003560"/>
                </a:solidFill>
                <a:latin typeface="Arial" charset="0"/>
                <a:ea typeface="ＭＳ Ｐゴシック" charset="0"/>
              </a:rPr>
              <a:t>3007 </a:t>
            </a: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Dynamics &amp; Control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Lecture 3 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1050" b="1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</p:txBody>
      </p:sp>
      <p:sp>
        <p:nvSpPr>
          <p:cNvPr id="6" name="Title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2088080" y="3026230"/>
            <a:ext cx="6692858" cy="78483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4500" b="0" i="0" u="none" strike="noStrike" kern="1200" cap="none" spc="0" normalizeH="0" baseline="0" noProof="0" dirty="0">
                <a:ln>
                  <a:noFill/>
                </a:ln>
                <a:solidFill>
                  <a:srgbClr val="00356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+mn-cs"/>
              </a:rPr>
              <a:t>Block Diagram Reduction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46BF88E-B4D1-FD23-88BD-B7CAB3910636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/>
          <p:nvPr/>
        </p:nvSpPr>
        <p:spPr>
          <a:xfrm>
            <a:off x="5761207" y="5525303"/>
            <a:ext cx="6511206" cy="10926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Dr Julien Le Kernec </a:t>
            </a:r>
            <a:br>
              <a:rPr lang="en-GB" sz="2400" dirty="0">
                <a:solidFill>
                  <a:srgbClr val="003560"/>
                </a:solidFill>
                <a:latin typeface="Arial" charset="0"/>
                <a:ea typeface="ＭＳ Ｐゴシック" charset="0"/>
              </a:rPr>
            </a:b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email: Julien.lekernec@glasgow.ac.uk</a:t>
            </a: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endParaRPr lang="en-GB" sz="500" dirty="0">
              <a:solidFill>
                <a:srgbClr val="003560"/>
              </a:solidFill>
              <a:latin typeface="Arial" charset="0"/>
              <a:ea typeface="ＭＳ Ｐゴシック" charset="0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GB" dirty="0">
                <a:solidFill>
                  <a:srgbClr val="003560"/>
                </a:solidFill>
                <a:latin typeface="Arial" charset="0"/>
                <a:ea typeface="ＭＳ Ｐゴシック" charset="0"/>
              </a:rPr>
              <a:t>James Watt School of Engineering, University of Glasgow, UK</a:t>
            </a:r>
          </a:p>
        </p:txBody>
      </p:sp>
    </p:spTree>
    <p:extLst>
      <p:ext uri="{BB962C8B-B14F-4D97-AF65-F5344CB8AC3E}">
        <p14:creationId xmlns:p14="http://schemas.microsoft.com/office/powerpoint/2010/main" val="37563983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Outline</a:t>
            </a:r>
          </a:p>
        </p:txBody>
      </p:sp>
      <p:sp>
        <p:nvSpPr>
          <p:cNvPr id="9" name="Content Placeholder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Apply Block Diagram Reduction Rules</a:t>
            </a:r>
          </a:p>
          <a:p>
            <a:r>
              <a:rPr lang="en-GB" dirty="0"/>
              <a:t>Analyse Control System Subjected to a Disturbance</a:t>
            </a:r>
          </a:p>
        </p:txBody>
      </p:sp>
    </p:spTree>
    <p:extLst>
      <p:ext uri="{BB962C8B-B14F-4D97-AF65-F5344CB8AC3E}">
        <p14:creationId xmlns:p14="http://schemas.microsoft.com/office/powerpoint/2010/main" val="154284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block diagram reduction summary&#10;">
            <a:extLst>
              <a:ext uri="{FF2B5EF4-FFF2-40B4-BE49-F238E27FC236}">
                <a16:creationId xmlns:a16="http://schemas.microsoft.com/office/drawing/2014/main" id="{8E1CBB36-56A8-4490-84D8-C619B2D07F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4672" y="0"/>
            <a:ext cx="10986516" cy="6807708"/>
          </a:xfrm>
        </p:spPr>
      </p:pic>
    </p:spTree>
    <p:extLst>
      <p:ext uri="{BB962C8B-B14F-4D97-AF65-F5344CB8AC3E}">
        <p14:creationId xmlns:p14="http://schemas.microsoft.com/office/powerpoint/2010/main" val="14423315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482E0-7780-4E9D-B311-BB416F552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6" name="Picture 6" descr="block diagram &#10;">
            <a:extLst>
              <a:ext uri="{FF2B5EF4-FFF2-40B4-BE49-F238E27FC236}">
                <a16:creationId xmlns:a16="http://schemas.microsoft.com/office/drawing/2014/main" id="{13C237D9-059C-4462-8FFA-DE1679E43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0410" y="1997765"/>
            <a:ext cx="9939130" cy="3624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671531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B0D207-1093-D995-81A6-77DFB2ADC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BDD3C851-FF5E-1FF1-7C15-E2A872B120F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24" r="24758" b="33486"/>
          <a:stretch/>
        </p:blipFill>
        <p:spPr>
          <a:xfrm>
            <a:off x="475957" y="2904608"/>
            <a:ext cx="7314214" cy="2087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13E4AE8-7796-98C0-1E6B-F3CE29AE5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676C21-D939-EB4D-02A3-6C222F0A7B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926968"/>
            <a:ext cx="6206881" cy="37410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262D33-95D0-7E49-4B0F-36AFBE0CA5F0}"/>
                  </a:ext>
                </a:extLst>
              </p:cNvPr>
              <p:cNvSpPr txBox="1"/>
              <p:nvPr/>
            </p:nvSpPr>
            <p:spPr>
              <a:xfrm>
                <a:off x="377190" y="1428594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		(2)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3262D33-95D0-7E49-4B0F-36AFBE0CA5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1428594"/>
                <a:ext cx="4874732" cy="276999"/>
              </a:xfrm>
              <a:prstGeom prst="rect">
                <a:avLst/>
              </a:prstGeom>
              <a:blipFill>
                <a:blip r:embed="rId5"/>
                <a:stretch>
                  <a:fillRect l="-1750" t="-28261" r="-2000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CB8B46-97C8-D047-BA73-0C197E5E0E33}"/>
                  </a:ext>
                </a:extLst>
              </p:cNvPr>
              <p:cNvSpPr txBox="1"/>
              <p:nvPr/>
            </p:nvSpPr>
            <p:spPr>
              <a:xfrm>
                <a:off x="377190" y="1151595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	(1)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8CB8B46-97C8-D047-BA73-0C197E5E0E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1151595"/>
                <a:ext cx="4874732" cy="276999"/>
              </a:xfrm>
              <a:prstGeom prst="rect">
                <a:avLst/>
              </a:prstGeom>
              <a:blipFill>
                <a:blip r:embed="rId6"/>
                <a:stretch>
                  <a:fillRect l="-1750" t="-28889" r="-2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C03F88-4B52-A585-1EA3-F960A65C8020}"/>
                  </a:ext>
                </a:extLst>
              </p:cNvPr>
              <p:cNvSpPr txBox="1"/>
              <p:nvPr/>
            </p:nvSpPr>
            <p:spPr>
              <a:xfrm>
                <a:off x="377189" y="1723532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	(3)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CBC03F88-4B52-A585-1EA3-F960A65C80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89" y="1723532"/>
                <a:ext cx="4874732" cy="276999"/>
              </a:xfrm>
              <a:prstGeom prst="rect">
                <a:avLst/>
              </a:prstGeom>
              <a:blipFill>
                <a:blip r:embed="rId7"/>
                <a:stretch>
                  <a:fillRect l="-1750" t="-28889" r="-2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17DE46-838F-5244-523F-41EE52F1B99E}"/>
                  </a:ext>
                </a:extLst>
              </p:cNvPr>
              <p:cNvSpPr txBox="1"/>
              <p:nvPr/>
            </p:nvSpPr>
            <p:spPr>
              <a:xfrm>
                <a:off x="377189" y="2031021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(4)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0A17DE46-838F-5244-523F-41EE52F1B9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89" y="2031021"/>
                <a:ext cx="4874732" cy="276999"/>
              </a:xfrm>
              <a:prstGeom prst="rect">
                <a:avLst/>
              </a:prstGeom>
              <a:blipFill>
                <a:blip r:embed="rId8"/>
                <a:stretch>
                  <a:fillRect l="-1750" t="-28261" r="-2000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F88E66-3BD7-30EE-A1CB-7F160AB9EEA9}"/>
                  </a:ext>
                </a:extLst>
              </p:cNvPr>
              <p:cNvSpPr txBox="1"/>
              <p:nvPr/>
            </p:nvSpPr>
            <p:spPr>
              <a:xfrm>
                <a:off x="3038094" y="5165824"/>
                <a:ext cx="6910578" cy="1172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DF88E66-3BD7-30EE-A1CB-7F160AB9E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094" y="5165824"/>
                <a:ext cx="6910578" cy="1172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06966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44D19-F3BB-0C61-6BF5-EAD53F7C0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AB6ED92E-60BE-1F3B-5C78-82B66C83DA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24" r="24758" b="33486"/>
          <a:stretch/>
        </p:blipFill>
        <p:spPr>
          <a:xfrm>
            <a:off x="475957" y="2904608"/>
            <a:ext cx="7314214" cy="208779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D9AF348-7AA7-03E6-DCD0-EA791A3E8B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6AC6C4-EC77-40F1-3AD7-BDECA1914F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0176" y="926968"/>
            <a:ext cx="6206881" cy="374104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3B7CF2-C984-05C1-90D1-4B7E0C54C20A}"/>
                  </a:ext>
                </a:extLst>
              </p:cNvPr>
              <p:cNvSpPr txBox="1"/>
              <p:nvPr/>
            </p:nvSpPr>
            <p:spPr>
              <a:xfrm>
                <a:off x="377190" y="1428594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		(2)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D23B7CF2-C984-05C1-90D1-4B7E0C54C2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1428594"/>
                <a:ext cx="4874732" cy="276999"/>
              </a:xfrm>
              <a:prstGeom prst="rect">
                <a:avLst/>
              </a:prstGeom>
              <a:blipFill>
                <a:blip r:embed="rId5"/>
                <a:stretch>
                  <a:fillRect l="-1750" t="-28261" r="-2000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444B5-197E-EFA4-337F-F9F456E0DC19}"/>
                  </a:ext>
                </a:extLst>
              </p:cNvPr>
              <p:cNvSpPr txBox="1"/>
              <p:nvPr/>
            </p:nvSpPr>
            <p:spPr>
              <a:xfrm>
                <a:off x="377190" y="1151595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GB" b="0" i="0" smtClean="0">
                        <a:latin typeface="Cambria Math" panose="02040503050406030204" pitchFamily="18" charset="0"/>
                      </a:rPr>
                      <m:t>C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	(1)</a:t>
                </a:r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08444B5-197E-EFA4-337F-F9F456E0DC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90" y="1151595"/>
                <a:ext cx="4874732" cy="276999"/>
              </a:xfrm>
              <a:prstGeom prst="rect">
                <a:avLst/>
              </a:prstGeom>
              <a:blipFill>
                <a:blip r:embed="rId6"/>
                <a:stretch>
                  <a:fillRect l="-1750" t="-28889" r="-2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6568EB-C7B7-5737-5C84-36ED2E9C1F83}"/>
                  </a:ext>
                </a:extLst>
              </p:cNvPr>
              <p:cNvSpPr txBox="1"/>
              <p:nvPr/>
            </p:nvSpPr>
            <p:spPr>
              <a:xfrm>
                <a:off x="377189" y="1723532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	(3)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66568EB-C7B7-5737-5C84-36ED2E9C1F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89" y="1723532"/>
                <a:ext cx="4874732" cy="276999"/>
              </a:xfrm>
              <a:prstGeom prst="rect">
                <a:avLst/>
              </a:prstGeom>
              <a:blipFill>
                <a:blip r:embed="rId7"/>
                <a:stretch>
                  <a:fillRect l="-1750" t="-28889" r="-2000" b="-511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9C494C-E13B-45CC-91E1-9EAD9258B237}"/>
                  </a:ext>
                </a:extLst>
              </p:cNvPr>
              <p:cNvSpPr txBox="1"/>
              <p:nvPr/>
            </p:nvSpPr>
            <p:spPr>
              <a:xfrm>
                <a:off x="377189" y="2031021"/>
                <a:ext cx="487473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𝐻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r>
                  <a:rPr lang="en-GB" dirty="0"/>
                  <a:t>                          	(4)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BE9C494C-E13B-45CC-91E1-9EAD9258B2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89" y="2031021"/>
                <a:ext cx="4874732" cy="276999"/>
              </a:xfrm>
              <a:prstGeom prst="rect">
                <a:avLst/>
              </a:prstGeom>
              <a:blipFill>
                <a:blip r:embed="rId8"/>
                <a:stretch>
                  <a:fillRect l="-1750" t="-28261" r="-2000" b="-5000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9D63C9-FF17-DDAD-F98D-28DD5FB10C38}"/>
                  </a:ext>
                </a:extLst>
              </p:cNvPr>
              <p:cNvSpPr txBox="1"/>
              <p:nvPr/>
            </p:nvSpPr>
            <p:spPr>
              <a:xfrm>
                <a:off x="3038094" y="5165824"/>
                <a:ext cx="6910578" cy="117250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i="1">
                          <a:latin typeface="Cambria Math" panose="02040503050406030204" pitchFamily="18" charset="0"/>
                        </a:rPr>
                        <m:t>𝐶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GB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∙</m:t>
                      </m:r>
                      <m:d>
                        <m:dPr>
                          <m:ctrlPr>
                            <a:rPr lang="en-GB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𝑅</m:t>
                      </m:r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</m:oMath>
                  </m:oMathPara>
                </a14:m>
                <a:endParaRPr lang="en-GB" i="1" dirty="0">
                  <a:latin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C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m:rPr>
                              <m:sty m:val="p"/>
                            </m:rPr>
                            <a:rPr lang="en-GB" b="0" i="0" smtClean="0">
                              <a:latin typeface="Cambria Math" panose="02040503050406030204" pitchFamily="18" charset="0"/>
                            </a:rPr>
                            <m:t>R</m:t>
                          </m:r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𝐻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D9D63C9-FF17-DDAD-F98D-28DD5FB10C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8094" y="5165824"/>
                <a:ext cx="6910578" cy="1172500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Multiplication Sign 2">
            <a:extLst>
              <a:ext uri="{FF2B5EF4-FFF2-40B4-BE49-F238E27FC236}">
                <a16:creationId xmlns:a16="http://schemas.microsoft.com/office/drawing/2014/main" id="{4547E578-E741-AD1F-AE4F-9832380FC477}"/>
              </a:ext>
            </a:extLst>
          </p:cNvPr>
          <p:cNvSpPr/>
          <p:nvPr/>
        </p:nvSpPr>
        <p:spPr>
          <a:xfrm>
            <a:off x="740664" y="800099"/>
            <a:ext cx="6368796" cy="5829885"/>
          </a:xfrm>
          <a:prstGeom prst="mathMultiply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453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DF1F8-282D-C973-74F8-CC5B49EB98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4CE33-304B-F17A-7613-E83FC518E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EEECF8C-3C0F-6BAC-F4B6-6256876F3E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1354"/>
          <a:stretch/>
        </p:blipFill>
        <p:spPr>
          <a:xfrm>
            <a:off x="72571" y="2958943"/>
            <a:ext cx="4586885" cy="1747988"/>
          </a:xfrm>
          <a:prstGeom prst="rect">
            <a:avLst/>
          </a:prstGeom>
        </p:spPr>
      </p:pic>
      <p:pic>
        <p:nvPicPr>
          <p:cNvPr id="8" name="Picture 6" descr="block diagram &#10;">
            <a:extLst>
              <a:ext uri="{FF2B5EF4-FFF2-40B4-BE49-F238E27FC236}">
                <a16:creationId xmlns:a16="http://schemas.microsoft.com/office/drawing/2014/main" id="{023094A9-30A1-DACC-95A8-FB1B75E03D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4" y="1113578"/>
            <a:ext cx="4793385" cy="17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Content Placeholder 6" descr="block diagram reduction summary&#10;">
            <a:extLst>
              <a:ext uri="{FF2B5EF4-FFF2-40B4-BE49-F238E27FC236}">
                <a16:creationId xmlns:a16="http://schemas.microsoft.com/office/drawing/2014/main" id="{B04F4F63-3B8E-46A4-2E9C-DABC9029F8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642"/>
          <a:stretch>
            <a:fillRect/>
          </a:stretch>
        </p:blipFill>
        <p:spPr>
          <a:xfrm>
            <a:off x="5961888" y="913894"/>
            <a:ext cx="5939028" cy="1113578"/>
          </a:xfrm>
          <a:prstGeom prst="rect">
            <a:avLst/>
          </a:prstGeom>
        </p:spPr>
      </p:pic>
      <p:pic>
        <p:nvPicPr>
          <p:cNvPr id="5" name="Content Placeholder 6" descr="block diagram reduction summary&#10;">
            <a:extLst>
              <a:ext uri="{FF2B5EF4-FFF2-40B4-BE49-F238E27FC236}">
                <a16:creationId xmlns:a16="http://schemas.microsoft.com/office/drawing/2014/main" id="{C26FC4A0-2154-82EF-FB08-DF8C9A6EDB1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681"/>
          <a:stretch>
            <a:fillRect/>
          </a:stretch>
        </p:blipFill>
        <p:spPr>
          <a:xfrm>
            <a:off x="5961888" y="1886778"/>
            <a:ext cx="5939028" cy="9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714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951D1-219D-9155-FDC9-F23E258A17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E6A34-B35C-5CEF-142F-07C724F485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361E31-3AA6-F4E9-826F-A29BEB45DB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1354"/>
          <a:stretch/>
        </p:blipFill>
        <p:spPr>
          <a:xfrm>
            <a:off x="72571" y="2958943"/>
            <a:ext cx="4586885" cy="1747988"/>
          </a:xfrm>
          <a:prstGeom prst="rect">
            <a:avLst/>
          </a:prstGeom>
        </p:spPr>
      </p:pic>
      <p:pic>
        <p:nvPicPr>
          <p:cNvPr id="8" name="Picture 6" descr="block diagram &#10;">
            <a:extLst>
              <a:ext uri="{FF2B5EF4-FFF2-40B4-BE49-F238E27FC236}">
                <a16:creationId xmlns:a16="http://schemas.microsoft.com/office/drawing/2014/main" id="{DADEA1A3-A9B3-D0A8-58D4-5F4D1A9518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4" y="1113578"/>
            <a:ext cx="4793385" cy="17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7DB891E-BB82-4300-B14A-DA7DCEE498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355" r="6394"/>
          <a:stretch/>
        </p:blipFill>
        <p:spPr>
          <a:xfrm>
            <a:off x="365848" y="4813607"/>
            <a:ext cx="4293608" cy="1747988"/>
          </a:xfrm>
          <a:prstGeom prst="rect">
            <a:avLst/>
          </a:prstGeom>
        </p:spPr>
      </p:pic>
      <p:pic>
        <p:nvPicPr>
          <p:cNvPr id="3" name="Content Placeholder 6" descr="block diagram reduction summary&#10;">
            <a:extLst>
              <a:ext uri="{FF2B5EF4-FFF2-40B4-BE49-F238E27FC236}">
                <a16:creationId xmlns:a16="http://schemas.microsoft.com/office/drawing/2014/main" id="{64CE0F58-0513-572D-33F3-9CBEAF5BE3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83642"/>
          <a:stretch>
            <a:fillRect/>
          </a:stretch>
        </p:blipFill>
        <p:spPr>
          <a:xfrm>
            <a:off x="5961888" y="913894"/>
            <a:ext cx="5939028" cy="1113578"/>
          </a:xfrm>
          <a:prstGeom prst="rect">
            <a:avLst/>
          </a:prstGeom>
        </p:spPr>
      </p:pic>
      <p:pic>
        <p:nvPicPr>
          <p:cNvPr id="4" name="Content Placeholder 6" descr="block diagram reduction summary&#10;">
            <a:extLst>
              <a:ext uri="{FF2B5EF4-FFF2-40B4-BE49-F238E27FC236}">
                <a16:creationId xmlns:a16="http://schemas.microsoft.com/office/drawing/2014/main" id="{FB42112D-0A57-EBB0-EDFD-6650E3D549D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85681"/>
          <a:stretch>
            <a:fillRect/>
          </a:stretch>
        </p:blipFill>
        <p:spPr>
          <a:xfrm>
            <a:off x="5961888" y="1886778"/>
            <a:ext cx="5939028" cy="9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84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FA6E2-1649-0279-FA55-EC18401C27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5B0BC-6B8F-BCAA-B545-F586C04EF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2D33EF-BB11-B6C6-E796-48035A317A7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1354"/>
          <a:stretch/>
        </p:blipFill>
        <p:spPr>
          <a:xfrm>
            <a:off x="72571" y="2958943"/>
            <a:ext cx="4586885" cy="1747988"/>
          </a:xfrm>
          <a:prstGeom prst="rect">
            <a:avLst/>
          </a:prstGeom>
        </p:spPr>
      </p:pic>
      <p:pic>
        <p:nvPicPr>
          <p:cNvPr id="8" name="Picture 6" descr="block diagram &#10;">
            <a:extLst>
              <a:ext uri="{FF2B5EF4-FFF2-40B4-BE49-F238E27FC236}">
                <a16:creationId xmlns:a16="http://schemas.microsoft.com/office/drawing/2014/main" id="{F22ED145-BB9A-BC1B-3059-F78B0A9B5AE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4" y="1113578"/>
            <a:ext cx="4793385" cy="17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2E08770-7B1C-B499-CB99-EB7D3AA994A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423" b="50878"/>
          <a:stretch/>
        </p:blipFill>
        <p:spPr>
          <a:xfrm>
            <a:off x="6444311" y="1984948"/>
            <a:ext cx="5028144" cy="194799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789C707-A7AD-133C-6280-8621D01966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355" r="6394"/>
          <a:stretch/>
        </p:blipFill>
        <p:spPr>
          <a:xfrm>
            <a:off x="365848" y="4813607"/>
            <a:ext cx="4293608" cy="1747988"/>
          </a:xfrm>
          <a:prstGeom prst="rect">
            <a:avLst/>
          </a:prstGeom>
        </p:spPr>
      </p:pic>
      <p:pic>
        <p:nvPicPr>
          <p:cNvPr id="4" name="Content Placeholder 6" descr="block diagram reduction summary&#10;">
            <a:extLst>
              <a:ext uri="{FF2B5EF4-FFF2-40B4-BE49-F238E27FC236}">
                <a16:creationId xmlns:a16="http://schemas.microsoft.com/office/drawing/2014/main" id="{E56602D6-9AE3-4FFA-1712-2D993384AFE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85681"/>
          <a:stretch>
            <a:fillRect/>
          </a:stretch>
        </p:blipFill>
        <p:spPr>
          <a:xfrm>
            <a:off x="6252972" y="886788"/>
            <a:ext cx="5939028" cy="974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94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31DB65-924D-8244-9B05-AFB22EA9F6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728EC-C4B9-95C4-33BD-7036DB4CB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Example: Derive the overall transfer function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338ACD-6493-F972-772E-5065793743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" b="51354"/>
          <a:stretch/>
        </p:blipFill>
        <p:spPr>
          <a:xfrm>
            <a:off x="72571" y="2958943"/>
            <a:ext cx="4586885" cy="1747988"/>
          </a:xfrm>
          <a:prstGeom prst="rect">
            <a:avLst/>
          </a:prstGeom>
        </p:spPr>
      </p:pic>
      <p:pic>
        <p:nvPicPr>
          <p:cNvPr id="8" name="Picture 6" descr="block diagram &#10;">
            <a:extLst>
              <a:ext uri="{FF2B5EF4-FFF2-40B4-BE49-F238E27FC236}">
                <a16:creationId xmlns:a16="http://schemas.microsoft.com/office/drawing/2014/main" id="{FA2A8C1D-5C8F-BFAA-3264-A90EA62E61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564" y="1113578"/>
            <a:ext cx="4793385" cy="1747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69939D-C263-F044-C314-8BE667F982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1355" r="6394"/>
          <a:stretch/>
        </p:blipFill>
        <p:spPr>
          <a:xfrm>
            <a:off x="365848" y="4813607"/>
            <a:ext cx="4293608" cy="174798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0F65221-83CA-50FE-F9E7-593F4C47896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50878"/>
          <a:stretch/>
        </p:blipFill>
        <p:spPr>
          <a:xfrm>
            <a:off x="5313937" y="4223124"/>
            <a:ext cx="6805492" cy="2045368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EA85D67-2317-364A-5523-5F16DC2E07D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2423" b="50878"/>
          <a:stretch/>
        </p:blipFill>
        <p:spPr>
          <a:xfrm>
            <a:off x="6444311" y="1984948"/>
            <a:ext cx="5028144" cy="194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8903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E9FED-0B61-4123-B544-7B5F4BFB8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Exercise: Derive the overall transfer function</a:t>
            </a:r>
          </a:p>
        </p:txBody>
      </p:sp>
      <p:pic>
        <p:nvPicPr>
          <p:cNvPr id="6" name="Picture 24" descr="block diagram &#10;">
            <a:extLst>
              <a:ext uri="{FF2B5EF4-FFF2-40B4-BE49-F238E27FC236}">
                <a16:creationId xmlns:a16="http://schemas.microsoft.com/office/drawing/2014/main" id="{81223531-994C-48ED-9FE8-AE13D668C86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9763" y="1845241"/>
            <a:ext cx="11020425" cy="39295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0966139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55D8325-D35B-2F58-FCFB-0DF246ACE10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487"/>
          <a:stretch/>
        </p:blipFill>
        <p:spPr>
          <a:xfrm>
            <a:off x="595098" y="292824"/>
            <a:ext cx="3981253" cy="161309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13FBF71-A152-84A5-55D7-3E67C27F79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5098" y="5221706"/>
            <a:ext cx="4105612" cy="163629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B540312-7A96-5E57-C1E8-C60923199A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72381"/>
          <a:stretch/>
        </p:blipFill>
        <p:spPr>
          <a:xfrm>
            <a:off x="5916849" y="292824"/>
            <a:ext cx="5442315" cy="191054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8969E4B-9CE9-42FE-35B0-87480E06DA6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2891" b="34128"/>
          <a:stretch/>
        </p:blipFill>
        <p:spPr>
          <a:xfrm>
            <a:off x="595098" y="1927518"/>
            <a:ext cx="3981253" cy="163629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2E82E9E-E485-B294-6FD9-B171E3D47A0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7019"/>
          <a:stretch/>
        </p:blipFill>
        <p:spPr>
          <a:xfrm>
            <a:off x="719457" y="3751534"/>
            <a:ext cx="3981253" cy="16362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482FF6C-A67C-A0FD-4F5B-E2D5CCC3412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865" t="33857" r="4434" b="25858"/>
          <a:stretch/>
        </p:blipFill>
        <p:spPr>
          <a:xfrm>
            <a:off x="6241837" y="2358192"/>
            <a:ext cx="4990641" cy="2786684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1FF1D44-8CB0-DEF7-580C-8844640F584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76345"/>
          <a:stretch/>
        </p:blipFill>
        <p:spPr>
          <a:xfrm>
            <a:off x="5916848" y="5299695"/>
            <a:ext cx="5442315" cy="1636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0897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FAC2E37-A9F1-1A48-8652-373EAF09D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855" y="320286"/>
            <a:ext cx="8878927" cy="245926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94172BFF-B359-C0C6-06C3-F304466F63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7816" y="2596987"/>
            <a:ext cx="7979003" cy="4137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9626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117" y="282158"/>
            <a:ext cx="11309766" cy="1181988"/>
          </a:xfrm>
        </p:spPr>
        <p:txBody>
          <a:bodyPr/>
          <a:lstStyle/>
          <a:p>
            <a:r>
              <a:rPr lang="en-GB" dirty="0"/>
              <a:t>Closed-Loop Control System Subjected to a Disturbance</a:t>
            </a:r>
          </a:p>
        </p:txBody>
      </p:sp>
      <p:sp>
        <p:nvSpPr>
          <p:cNvPr id="3" name="Conten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0481" y="1865542"/>
            <a:ext cx="10834111" cy="4351338"/>
          </a:xfrm>
        </p:spPr>
        <p:txBody>
          <a:bodyPr/>
          <a:lstStyle/>
          <a:p>
            <a:r>
              <a:rPr lang="en-GB" dirty="0"/>
              <a:t>Suppress disturbances in the steady state operation of the plant.</a:t>
            </a:r>
          </a:p>
          <a:p>
            <a:r>
              <a:rPr lang="en-GB" dirty="0"/>
              <a:t>Disturbance to the plant is incorporated by splitting the transfer function  </a:t>
            </a:r>
          </a:p>
          <a:p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3B89BA-90B5-48D9-850E-002CB80B99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404" y="3865475"/>
            <a:ext cx="5281023" cy="2351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4357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Closed-Loop Control System Subjected to a Disturbance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981200" y="1600201"/>
                <a:ext cx="8229600" cy="3091543"/>
              </a:xfrm>
            </p:spPr>
            <p:txBody>
              <a:bodyPr>
                <a:normAutofit fontScale="92500" lnSpcReduction="20000"/>
              </a:bodyPr>
              <a:lstStyle/>
              <a:p>
                <a:r>
                  <a:rPr lang="en-GB"/>
                  <a:t>One </a:t>
                </a:r>
                <a:r>
                  <a:rPr lang="en-GB" dirty="0"/>
                  <a:t>aim of a control system is to suppress disturbances in the steady state operation of the plant. A disturbance to the plant is incorporated by splitting the transfer function of the plant and amplifier/actuator, as shown below.</a:t>
                </a:r>
              </a:p>
              <a:p>
                <a:endParaRPr lang="en-GB" dirty="0"/>
              </a:p>
              <a:p>
                <a:r>
                  <a:rPr lang="en-GB" dirty="0"/>
                  <a:t>Here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applied external disturbance,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amplifier/actuator transfer function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GB" dirty="0"/>
                  <a:t> is the plant transfer function.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81200" y="1600201"/>
                <a:ext cx="8229600" cy="3091543"/>
              </a:xfrm>
              <a:blipFill>
                <a:blip r:embed="rId3"/>
                <a:stretch>
                  <a:fillRect l="-1111" t="-5720" r="-148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9154" y="4577553"/>
            <a:ext cx="5493695" cy="19703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881114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Closed-Loop Control System Subjected to a Disturbance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For </a:t>
            </a:r>
            <a:r>
              <a:rPr lang="en-GB" dirty="0">
                <a:solidFill>
                  <a:schemeClr val="accent1"/>
                </a:solidFill>
              </a:rPr>
              <a:t>linear systems</a:t>
            </a:r>
            <a:r>
              <a:rPr lang="en-GB" dirty="0"/>
              <a:t>, the principle of superposition holds, i.e. if the response to concurrent control inputs and disturbances is required, they can be evaluated individually, then summed together.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6020" y="3521411"/>
            <a:ext cx="5979961" cy="21447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9347852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Closed-Loop Control System Subjected to a 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obtain the transfer function from reference to output, consider the situation where there is no external disturbance (i.e. </a:t>
                </a:r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).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87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710067" y="5082144"/>
                <a:ext cx="3909404" cy="869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𝑅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67" y="5082144"/>
                <a:ext cx="3909404" cy="8695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43680" y="3194317"/>
            <a:ext cx="4842181" cy="156040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17</a:t>
            </a:fld>
            <a:endParaRPr lang="en-GB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256" y="4972065"/>
            <a:ext cx="3880237" cy="139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782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Closed-Loop Control System Subjected to a Disturbance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GB" dirty="0"/>
                  <a:t>To obtain the transfer function from disturbance to output, consider the situation where there is no reference input (i.e.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GB" dirty="0"/>
                  <a:t>). The block diagram is then redrawn as below.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111" t="-875" r="-1778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566940" y="4941159"/>
                <a:ext cx="3909404" cy="8695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𝐶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  <m:r>
                        <a:rPr lang="en-GB" sz="24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num>
                        <m:den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1+</m:t>
                          </m:r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sSub>
                            <m:sSub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  <m:r>
                            <a:rPr lang="en-GB" sz="2400" i="1">
                              <a:latin typeface="Cambria Math" panose="02040503050406030204" pitchFamily="18" charset="0"/>
                            </a:rPr>
                            <m:t>𝐻</m:t>
                          </m:r>
                          <m:d>
                            <m:dPr>
                              <m:ctrlPr>
                                <a:rPr lang="en-GB" sz="24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2400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GB" sz="2400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940" y="4941159"/>
                <a:ext cx="3909404" cy="869533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0553" y="3059972"/>
            <a:ext cx="4842181" cy="1547120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18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BA05C1-B588-74F1-9A04-D82542D58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5256" y="4972065"/>
            <a:ext cx="3880237" cy="139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4730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Closed-Loop Control System Subjected to a Disturbance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/>
              </a:bodyPr>
              <a:lstStyle/>
              <a:p>
                <a:r>
                  <a:rPr lang="en-GB" dirty="0"/>
                  <a:t>To obtain the overall response </a:t>
                </a:r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</m:oMath>
                </a14:m>
                <a:r>
                  <a:rPr lang="en-GB" dirty="0"/>
                  <a:t> we combine both transfer functions: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𝑅</m:t>
                        </m:r>
                      </m:sub>
                    </m:sSub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GB" smtClean="0">
                        <a:latin typeface="Cambria Math" panose="02040503050406030204" pitchFamily="18" charset="0"/>
                      </a:rPr>
                      <m:t>𝑅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num>
                      <m:den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  <m:r>
                      <a:rPr lang="en-GB" smtClean="0">
                        <a:latin typeface="Cambria Math" panose="02040503050406030204" pitchFamily="18" charset="0"/>
                      </a:rPr>
                      <m:t>𝑁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</m:oMath>
                </a14:m>
                <a:endParaRPr lang="en-GB" dirty="0"/>
              </a:p>
              <a:p>
                <a:endParaRPr lang="en-GB" dirty="0"/>
              </a:p>
              <a:p>
                <a:pPr/>
                <a14:m>
                  <m:oMath xmlns:m="http://schemas.openxmlformats.org/officeDocument/2006/math">
                    <m:r>
                      <a:rPr lang="en-GB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a:rPr lang="en-GB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𝑅</m:t>
                        </m:r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 smtClean="0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d>
                          <m:dPr>
                            <m:ctrlPr>
                              <a:rPr lang="en-GB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  <m:d>
                              <m:d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GB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d>
                              <m:d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GB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</m:d>
                          </m:e>
                        </m:d>
                      </m:num>
                      <m:den>
                        <m:r>
                          <a:rPr lang="en-GB">
                            <a:latin typeface="Cambria Math" panose="02040503050406030204" pitchFamily="18" charset="0"/>
                          </a:rPr>
                          <m:t>1+</m:t>
                        </m:r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sSub>
                          <m:sSub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b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  <m:r>
                          <a:rPr lang="en-GB">
                            <a:latin typeface="Cambria Math" panose="02040503050406030204" pitchFamily="18" charset="0"/>
                          </a:rPr>
                          <m:t>𝐻</m:t>
                        </m:r>
                        <m:d>
                          <m:dPr>
                            <m:ctrlPr>
                              <a:rPr lang="en-GB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den>
                    </m:f>
                  </m:oMath>
                </a14:m>
                <a:endParaRPr lang="en-GB" dirty="0"/>
              </a:p>
              <a:p>
                <a:endParaRPr lang="en-GB" dirty="0"/>
              </a:p>
              <a:p>
                <a:r>
                  <a:rPr lang="en-GB" dirty="0"/>
                  <a:t>Note that in both cases the </a:t>
                </a:r>
                <a:br>
                  <a:rPr lang="en-GB" dirty="0"/>
                </a:br>
                <a:r>
                  <a:rPr lang="en-GB" dirty="0"/>
                  <a:t>denominator has the same value!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885" t="-19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/>
            <a:r>
              <a:rPr lang="en-GB"/>
              <a:t>Control Section 2: Basics of Control System Analysis</a:t>
            </a:r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A4947-2F07-412B-9A57-7912053BEDA6}" type="slidenum">
              <a:rPr lang="en-GB" smtClean="0"/>
              <a:t>19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DDDF0A-5A37-2F79-0C91-3DCCFC9A9C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256" y="4972065"/>
            <a:ext cx="3880237" cy="1391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97073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F82D43-9C34-4CAE-B2A0-6224AA253B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Exercise - Derive the overall transfer function</a:t>
            </a:r>
          </a:p>
        </p:txBody>
      </p:sp>
      <p:pic>
        <p:nvPicPr>
          <p:cNvPr id="6" name="Picture 25" descr="block diagram &#10;">
            <a:extLst>
              <a:ext uri="{FF2B5EF4-FFF2-40B4-BE49-F238E27FC236}">
                <a16:creationId xmlns:a16="http://schemas.microsoft.com/office/drawing/2014/main" id="{42651AE6-F2C1-414C-A4F8-6C9C4A6CBF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3526" y="2108719"/>
            <a:ext cx="9223463" cy="3340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2381983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Summary</a:t>
            </a:r>
          </a:p>
        </p:txBody>
      </p:sp>
      <p:sp>
        <p:nvSpPr>
          <p:cNvPr id="3" name="Content Placeholder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/>
            <a:r>
              <a:rPr lang="en-GB" dirty="0"/>
              <a:t>A complex block diagram can be reduced to describe the system as a single </a:t>
            </a:r>
            <a:r>
              <a:rPr lang="en-GB" dirty="0">
                <a:solidFill>
                  <a:schemeClr val="accent1"/>
                </a:solidFill>
              </a:rPr>
              <a:t>transfer function</a:t>
            </a:r>
          </a:p>
          <a:p>
            <a:pPr marL="342900" indent="-342900"/>
            <a:r>
              <a:rPr lang="en-GB" dirty="0"/>
              <a:t>Using superposition, the transfer function for the </a:t>
            </a:r>
            <a:r>
              <a:rPr lang="en-GB" dirty="0">
                <a:solidFill>
                  <a:schemeClr val="accent1"/>
                </a:solidFill>
              </a:rPr>
              <a:t>input</a:t>
            </a:r>
            <a:r>
              <a:rPr lang="en-GB" dirty="0"/>
              <a:t> and  </a:t>
            </a:r>
            <a:r>
              <a:rPr lang="en-GB" dirty="0">
                <a:solidFill>
                  <a:schemeClr val="accent1"/>
                </a:solidFill>
              </a:rPr>
              <a:t>disturbances</a:t>
            </a:r>
            <a:r>
              <a:rPr lang="en-GB" dirty="0">
                <a:solidFill>
                  <a:schemeClr val="tx1"/>
                </a:solidFill>
              </a:rPr>
              <a:t> </a:t>
            </a:r>
            <a:r>
              <a:rPr lang="en-GB" dirty="0"/>
              <a:t>can be derived</a:t>
            </a:r>
          </a:p>
          <a:p>
            <a:endParaRPr lang="en-GB" dirty="0"/>
          </a:p>
          <a:p>
            <a:endParaRPr lang="en-GB" dirty="0"/>
          </a:p>
          <a:p>
            <a:endParaRPr lang="en-GB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9E6B67-0919-4FD4-9CE1-2BAF5B8472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 flipH="1">
            <a:off x="6230499" y="5441300"/>
            <a:ext cx="574897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solidFill>
                  <a:schemeClr val="accent6">
                    <a:lumMod val="50000"/>
                  </a:schemeClr>
                </a:solidFill>
              </a:rPr>
              <a:t>References:</a:t>
            </a: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-Control Systems Engineering, 7th Edition, N.S. </a:t>
            </a:r>
            <a:r>
              <a:rPr lang="en-GB" i="1" dirty="0" err="1">
                <a:solidFill>
                  <a:schemeClr val="accent6">
                    <a:lumMod val="50000"/>
                  </a:schemeClr>
                </a:solidFill>
              </a:rPr>
              <a:t>Nise</a:t>
            </a:r>
            <a:endParaRPr lang="en-GB" i="1" dirty="0">
              <a:solidFill>
                <a:schemeClr val="accent6">
                  <a:lumMod val="50000"/>
                </a:schemeClr>
              </a:solidFill>
            </a:endParaRPr>
          </a:p>
          <a:p>
            <a:r>
              <a:rPr lang="en-GB" i="1" dirty="0">
                <a:solidFill>
                  <a:schemeClr val="accent6">
                    <a:lumMod val="50000"/>
                  </a:schemeClr>
                </a:solidFill>
              </a:rPr>
              <a:t>-UESTC3001 2019/20 Notes, J. Le Kernec</a:t>
            </a:r>
          </a:p>
        </p:txBody>
      </p:sp>
    </p:spTree>
    <p:extLst>
      <p:ext uri="{BB962C8B-B14F-4D97-AF65-F5344CB8AC3E}">
        <p14:creationId xmlns:p14="http://schemas.microsoft.com/office/powerpoint/2010/main" val="267069075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O_APP_VERSION" val="1.5.0.0"/>
  <p:tag name="SLIDO_PRESENTATION_ID" val="7b5bd087-dbe1-48c6-adfa-da8ffd5d75ff"/>
  <p:tag name="SLIDO_EVENT_UUID" val="1894aa89-576d-4f16-80d7-71a59f1306c1"/>
  <p:tag name="SLIDO_EVENT_SECTION_UUID" val="8c468880-9f67-4011-893f-f73cf3bcf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12022</TotalTime>
  <Words>1005</Words>
  <Application>Microsoft Office PowerPoint</Application>
  <PresentationFormat>Widescreen</PresentationFormat>
  <Paragraphs>98</Paragraphs>
  <Slides>21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Calibri Light</vt:lpstr>
      <vt:lpstr>Cambria Math</vt:lpstr>
      <vt:lpstr>Times</vt:lpstr>
      <vt:lpstr>Times New Roman</vt:lpstr>
      <vt:lpstr>Office Theme</vt:lpstr>
      <vt:lpstr>Block Diagram Reduction</vt:lpstr>
      <vt:lpstr>Outline</vt:lpstr>
      <vt:lpstr>PowerPoint Presentation</vt:lpstr>
      <vt:lpstr>Example: Derive the overall transfer function</vt:lpstr>
      <vt:lpstr>Example: Derive the overall transfer function</vt:lpstr>
      <vt:lpstr>Example: Derive the overall transfer function</vt:lpstr>
      <vt:lpstr>Example: Derive the overall transfer function</vt:lpstr>
      <vt:lpstr>Example: Derive the overall transfer function</vt:lpstr>
      <vt:lpstr>Example: Derive the overall transfer function</vt:lpstr>
      <vt:lpstr>Example: Derive the overall transfer function</vt:lpstr>
      <vt:lpstr>Exercise: Derive the overall transfer function</vt:lpstr>
      <vt:lpstr>PowerPoint Presentation</vt:lpstr>
      <vt:lpstr>PowerPoint Presentation</vt:lpstr>
      <vt:lpstr>Closed-Loop Control System Subjected to a Disturbance</vt:lpstr>
      <vt:lpstr>Closed-Loop Control System Subjected to a Disturbance</vt:lpstr>
      <vt:lpstr>Closed-Loop Control System Subjected to a Disturbance</vt:lpstr>
      <vt:lpstr>Closed-Loop Control System Subjected to a Disturbance</vt:lpstr>
      <vt:lpstr>Closed-Loop Control System Subjected to a Disturbance</vt:lpstr>
      <vt:lpstr>Closed-Loop Control System Subjected to a Disturbance</vt:lpstr>
      <vt:lpstr>Exercise - Derive the overall transfer function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Kelum Gamage</dc:creator>
  <cp:lastModifiedBy>Julien Le Kernec</cp:lastModifiedBy>
  <cp:revision>85</cp:revision>
  <dcterms:created xsi:type="dcterms:W3CDTF">2017-07-26T09:44:12Z</dcterms:created>
  <dcterms:modified xsi:type="dcterms:W3CDTF">2026-03-03T16:07:34Z</dcterms:modified>
</cp:coreProperties>
</file>