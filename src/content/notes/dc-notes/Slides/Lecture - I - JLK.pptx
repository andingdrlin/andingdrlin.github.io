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85" r:id="rId2"/>
    <p:sldId id="263" r:id="rId3"/>
    <p:sldId id="286" r:id="rId4"/>
    <p:sldId id="287" r:id="rId5"/>
    <p:sldId id="258" r:id="rId6"/>
    <p:sldId id="288" r:id="rId7"/>
    <p:sldId id="291" r:id="rId8"/>
    <p:sldId id="289" r:id="rId9"/>
    <p:sldId id="267" r:id="rId10"/>
    <p:sldId id="290" r:id="rId11"/>
    <p:sldId id="294" r:id="rId12"/>
    <p:sldId id="295" r:id="rId13"/>
    <p:sldId id="298" r:id="rId14"/>
    <p:sldId id="296" r:id="rId15"/>
    <p:sldId id="297" r:id="rId16"/>
    <p:sldId id="299" r:id="rId17"/>
    <p:sldId id="313" r:id="rId18"/>
    <p:sldId id="300" r:id="rId19"/>
    <p:sldId id="277" r:id="rId20"/>
    <p:sldId id="314" r:id="rId21"/>
    <p:sldId id="278" r:id="rId22"/>
    <p:sldId id="303" r:id="rId23"/>
    <p:sldId id="280" r:id="rId24"/>
    <p:sldId id="281" r:id="rId25"/>
    <p:sldId id="259" r:id="rId26"/>
  </p:sldIdLst>
  <p:sldSz cx="12192000" cy="6858000"/>
  <p:notesSz cx="9144000" cy="6858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lum Gamage" initials="KG" lastIdx="0" clrIdx="0">
    <p:extLst>
      <p:ext uri="{19B8F6BF-5375-455C-9EA6-DF929625EA0E}">
        <p15:presenceInfo xmlns:p15="http://schemas.microsoft.com/office/powerpoint/2012/main" userId="Kelum Gamag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B8151-E06C-4B8A-8F6E-23BEB82BCF8C}" v="488" dt="2026-03-02T11:27:36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38" autoAdjust="0"/>
    <p:restoredTop sz="86499" autoAdjust="0"/>
  </p:normalViewPr>
  <p:slideViewPr>
    <p:cSldViewPr snapToGrid="0">
      <p:cViewPr varScale="1">
        <p:scale>
          <a:sx n="139" d="100"/>
          <a:sy n="139" d="100"/>
        </p:scale>
        <p:origin x="624" y="68"/>
      </p:cViewPr>
      <p:guideLst/>
    </p:cSldViewPr>
  </p:slideViewPr>
  <p:outlineViewPr>
    <p:cViewPr>
      <p:scale>
        <a:sx n="33" d="100"/>
        <a:sy n="33" d="100"/>
      </p:scale>
      <p:origin x="0" y="-47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367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Le Kernec" userId="e8115e76-a56b-4cd5-847d-4586c41a1909" providerId="ADAL" clId="{5DCF087F-6C29-4C79-B7E2-F0138E21AC4C}"/>
    <pc:docChg chg="undo custSel addSld delSld modSld">
      <pc:chgData name="Julien Le Kernec" userId="e8115e76-a56b-4cd5-847d-4586c41a1909" providerId="ADAL" clId="{5DCF087F-6C29-4C79-B7E2-F0138E21AC4C}" dt="2026-03-02T11:27:36.679" v="1142" actId="27636"/>
      <pc:docMkLst>
        <pc:docMk/>
      </pc:docMkLst>
      <pc:sldChg chg="delSp mod">
        <pc:chgData name="Julien Le Kernec" userId="e8115e76-a56b-4cd5-847d-4586c41a1909" providerId="ADAL" clId="{5DCF087F-6C29-4C79-B7E2-F0138E21AC4C}" dt="2026-02-25T11:16:02.359" v="91" actId="478"/>
        <pc:sldMkLst>
          <pc:docMk/>
          <pc:sldMk cId="300435787" sldId="258"/>
        </pc:sldMkLst>
      </pc:sldChg>
      <pc:sldChg chg="delSp modSp mod">
        <pc:chgData name="Julien Le Kernec" userId="e8115e76-a56b-4cd5-847d-4586c41a1909" providerId="ADAL" clId="{5DCF087F-6C29-4C79-B7E2-F0138E21AC4C}" dt="2026-02-25T11:18:00.251" v="108" actId="20577"/>
        <pc:sldMkLst>
          <pc:docMk/>
          <pc:sldMk cId="2670690755" sldId="259"/>
        </pc:sldMkLst>
        <pc:spChg chg="mod">
          <ac:chgData name="Julien Le Kernec" userId="e8115e76-a56b-4cd5-847d-4586c41a1909" providerId="ADAL" clId="{5DCF087F-6C29-4C79-B7E2-F0138E21AC4C}" dt="2026-02-25T11:18:00.251" v="108" actId="20577"/>
          <ac:spMkLst>
            <pc:docMk/>
            <pc:sldMk cId="2670690755" sldId="259"/>
            <ac:spMk id="6" creationId="{00000000-0000-0000-0000-000000000000}"/>
          </ac:spMkLst>
        </pc:spChg>
      </pc:sldChg>
      <pc:sldChg chg="delSp mod">
        <pc:chgData name="Julien Le Kernec" userId="e8115e76-a56b-4cd5-847d-4586c41a1909" providerId="ADAL" clId="{5DCF087F-6C29-4C79-B7E2-F0138E21AC4C}" dt="2026-02-25T11:15:51.348" v="89" actId="478"/>
        <pc:sldMkLst>
          <pc:docMk/>
          <pc:sldMk cId="1360633475" sldId="263"/>
        </pc:sldMkLst>
      </pc:sldChg>
      <pc:sldChg chg="modSp add mod">
        <pc:chgData name="Julien Le Kernec" userId="e8115e76-a56b-4cd5-847d-4586c41a1909" providerId="ADAL" clId="{5DCF087F-6C29-4C79-B7E2-F0138E21AC4C}" dt="2026-03-02T09:09:48.345" v="373" actId="1035"/>
        <pc:sldMkLst>
          <pc:docMk/>
          <pc:sldMk cId="3956739610" sldId="267"/>
        </pc:sldMkLst>
        <pc:spChg chg="mod">
          <ac:chgData name="Julien Le Kernec" userId="e8115e76-a56b-4cd5-847d-4586c41a1909" providerId="ADAL" clId="{5DCF087F-6C29-4C79-B7E2-F0138E21AC4C}" dt="2026-03-02T09:09:48.345" v="373" actId="1035"/>
          <ac:spMkLst>
            <pc:docMk/>
            <pc:sldMk cId="3956739610" sldId="267"/>
            <ac:spMk id="2" creationId="{00000000-0000-0000-0000-000000000000}"/>
          </ac:spMkLst>
        </pc:spChg>
        <pc:spChg chg="mod">
          <ac:chgData name="Julien Le Kernec" userId="e8115e76-a56b-4cd5-847d-4586c41a1909" providerId="ADAL" clId="{5DCF087F-6C29-4C79-B7E2-F0138E21AC4C}" dt="2026-03-02T09:09:48.345" v="373" actId="1035"/>
          <ac:spMkLst>
            <pc:docMk/>
            <pc:sldMk cId="3956739610" sldId="267"/>
            <ac:spMk id="3" creationId="{00000000-0000-0000-0000-000000000000}"/>
          </ac:spMkLst>
        </pc:spChg>
        <pc:picChg chg="mod">
          <ac:chgData name="Julien Le Kernec" userId="e8115e76-a56b-4cd5-847d-4586c41a1909" providerId="ADAL" clId="{5DCF087F-6C29-4C79-B7E2-F0138E21AC4C}" dt="2026-03-02T09:09:48.345" v="373" actId="1035"/>
          <ac:picMkLst>
            <pc:docMk/>
            <pc:sldMk cId="3956739610" sldId="267"/>
            <ac:picMk id="7" creationId="{00000000-0000-0000-0000-000000000000}"/>
          </ac:picMkLst>
        </pc:picChg>
      </pc:sldChg>
      <pc:sldChg chg="addSp modSp add mod">
        <pc:chgData name="Julien Le Kernec" userId="e8115e76-a56b-4cd5-847d-4586c41a1909" providerId="ADAL" clId="{5DCF087F-6C29-4C79-B7E2-F0138E21AC4C}" dt="2026-03-02T11:17:03.213" v="1074" actId="1076"/>
        <pc:sldMkLst>
          <pc:docMk/>
          <pc:sldMk cId="3493380116" sldId="277"/>
        </pc:sldMkLst>
        <pc:spChg chg="mod">
          <ac:chgData name="Julien Le Kernec" userId="e8115e76-a56b-4cd5-847d-4586c41a1909" providerId="ADAL" clId="{5DCF087F-6C29-4C79-B7E2-F0138E21AC4C}" dt="2026-03-02T10:53:09.460" v="1017" actId="27636"/>
          <ac:spMkLst>
            <pc:docMk/>
            <pc:sldMk cId="3493380116" sldId="277"/>
            <ac:spMk id="3" creationId="{00000000-0000-0000-0000-000000000000}"/>
          </ac:spMkLst>
        </pc:spChg>
        <pc:spChg chg="add mod">
          <ac:chgData name="Julien Le Kernec" userId="e8115e76-a56b-4cd5-847d-4586c41a1909" providerId="ADAL" clId="{5DCF087F-6C29-4C79-B7E2-F0138E21AC4C}" dt="2026-03-02T11:17:03.213" v="1074" actId="1076"/>
          <ac:spMkLst>
            <pc:docMk/>
            <pc:sldMk cId="3493380116" sldId="277"/>
            <ac:spMk id="8" creationId="{34EF93FC-BB10-5A73-B1CA-06F1129F50F7}"/>
          </ac:spMkLst>
        </pc:spChg>
      </pc:sldChg>
      <pc:sldChg chg="modSp add mod">
        <pc:chgData name="Julien Le Kernec" userId="e8115e76-a56b-4cd5-847d-4586c41a1909" providerId="ADAL" clId="{5DCF087F-6C29-4C79-B7E2-F0138E21AC4C}" dt="2026-03-02T11:26:49.117" v="1136" actId="27636"/>
        <pc:sldMkLst>
          <pc:docMk/>
          <pc:sldMk cId="773222531" sldId="278"/>
        </pc:sldMkLst>
        <pc:spChg chg="mod">
          <ac:chgData name="Julien Le Kernec" userId="e8115e76-a56b-4cd5-847d-4586c41a1909" providerId="ADAL" clId="{5DCF087F-6C29-4C79-B7E2-F0138E21AC4C}" dt="2026-03-02T11:26:49.117" v="1136" actId="27636"/>
          <ac:spMkLst>
            <pc:docMk/>
            <pc:sldMk cId="773222531" sldId="278"/>
            <ac:spMk id="3" creationId="{00000000-0000-0000-0000-000000000000}"/>
          </ac:spMkLst>
        </pc:spChg>
      </pc:sldChg>
      <pc:sldChg chg="modSp add mod">
        <pc:chgData name="Julien Le Kernec" userId="e8115e76-a56b-4cd5-847d-4586c41a1909" providerId="ADAL" clId="{5DCF087F-6C29-4C79-B7E2-F0138E21AC4C}" dt="2026-03-02T11:27:23.553" v="1140" actId="27636"/>
        <pc:sldMkLst>
          <pc:docMk/>
          <pc:sldMk cId="2586935621" sldId="280"/>
        </pc:sldMkLst>
        <pc:spChg chg="mod">
          <ac:chgData name="Julien Le Kernec" userId="e8115e76-a56b-4cd5-847d-4586c41a1909" providerId="ADAL" clId="{5DCF087F-6C29-4C79-B7E2-F0138E21AC4C}" dt="2026-03-02T11:27:23.553" v="1140" actId="27636"/>
          <ac:spMkLst>
            <pc:docMk/>
            <pc:sldMk cId="2586935621" sldId="280"/>
            <ac:spMk id="8" creationId="{00000000-0000-0000-0000-000000000000}"/>
          </ac:spMkLst>
        </pc:spChg>
      </pc:sldChg>
      <pc:sldChg chg="modSp add mod">
        <pc:chgData name="Julien Le Kernec" userId="e8115e76-a56b-4cd5-847d-4586c41a1909" providerId="ADAL" clId="{5DCF087F-6C29-4C79-B7E2-F0138E21AC4C}" dt="2026-03-02T11:27:36.679" v="1142" actId="27636"/>
        <pc:sldMkLst>
          <pc:docMk/>
          <pc:sldMk cId="3679339686" sldId="281"/>
        </pc:sldMkLst>
        <pc:spChg chg="mod">
          <ac:chgData name="Julien Le Kernec" userId="e8115e76-a56b-4cd5-847d-4586c41a1909" providerId="ADAL" clId="{5DCF087F-6C29-4C79-B7E2-F0138E21AC4C}" dt="2026-03-02T11:27:36.679" v="1142" actId="27636"/>
          <ac:spMkLst>
            <pc:docMk/>
            <pc:sldMk cId="3679339686" sldId="281"/>
            <ac:spMk id="3" creationId="{00000000-0000-0000-0000-000000000000}"/>
          </ac:spMkLst>
        </pc:spChg>
      </pc:sldChg>
      <pc:sldChg chg="modSp mod">
        <pc:chgData name="Julien Le Kernec" userId="e8115e76-a56b-4cd5-847d-4586c41a1909" providerId="ADAL" clId="{5DCF087F-6C29-4C79-B7E2-F0138E21AC4C}" dt="2026-02-25T11:04:01.371" v="87" actId="1076"/>
        <pc:sldMkLst>
          <pc:docMk/>
          <pc:sldMk cId="100030350" sldId="285"/>
        </pc:sldMkLst>
        <pc:spChg chg="mod">
          <ac:chgData name="Julien Le Kernec" userId="e8115e76-a56b-4cd5-847d-4586c41a1909" providerId="ADAL" clId="{5DCF087F-6C29-4C79-B7E2-F0138E21AC4C}" dt="2026-02-25T11:04:01.371" v="87" actId="1076"/>
          <ac:spMkLst>
            <pc:docMk/>
            <pc:sldMk cId="100030350" sldId="285"/>
            <ac:spMk id="8" creationId="{00000000-0000-0000-0000-000000000000}"/>
          </ac:spMkLst>
        </pc:spChg>
      </pc:sldChg>
      <pc:sldChg chg="addSp delSp modSp mod delAnim">
        <pc:chgData name="Julien Le Kernec" userId="e8115e76-a56b-4cd5-847d-4586c41a1909" providerId="ADAL" clId="{5DCF087F-6C29-4C79-B7E2-F0138E21AC4C}" dt="2026-02-25T11:22:37.715" v="118" actId="27636"/>
        <pc:sldMkLst>
          <pc:docMk/>
          <pc:sldMk cId="2180634276" sldId="286"/>
        </pc:sldMkLst>
        <pc:spChg chg="add mod">
          <ac:chgData name="Julien Le Kernec" userId="e8115e76-a56b-4cd5-847d-4586c41a1909" providerId="ADAL" clId="{5DCF087F-6C29-4C79-B7E2-F0138E21AC4C}" dt="2026-02-25T11:22:37.715" v="118" actId="27636"/>
          <ac:spMkLst>
            <pc:docMk/>
            <pc:sldMk cId="2180634276" sldId="286"/>
            <ac:spMk id="8" creationId="{3144601B-D923-B141-3DA7-A7A9808DF98D}"/>
          </ac:spMkLst>
        </pc:spChg>
      </pc:sldChg>
      <pc:sldChg chg="delSp modSp mod">
        <pc:chgData name="Julien Le Kernec" userId="e8115e76-a56b-4cd5-847d-4586c41a1909" providerId="ADAL" clId="{5DCF087F-6C29-4C79-B7E2-F0138E21AC4C}" dt="2026-02-25T11:24:34.782" v="130" actId="1076"/>
        <pc:sldMkLst>
          <pc:docMk/>
          <pc:sldMk cId="2532363067" sldId="287"/>
        </pc:sldMkLst>
        <pc:spChg chg="mod">
          <ac:chgData name="Julien Le Kernec" userId="e8115e76-a56b-4cd5-847d-4586c41a1909" providerId="ADAL" clId="{5DCF087F-6C29-4C79-B7E2-F0138E21AC4C}" dt="2026-02-25T11:24:34.782" v="130" actId="1076"/>
          <ac:spMkLst>
            <pc:docMk/>
            <pc:sldMk cId="2532363067" sldId="287"/>
            <ac:spMk id="2" creationId="{00000000-0000-0000-0000-000000000000}"/>
          </ac:spMkLst>
        </pc:spChg>
        <pc:picChg chg="mod">
          <ac:chgData name="Julien Le Kernec" userId="e8115e76-a56b-4cd5-847d-4586c41a1909" providerId="ADAL" clId="{5DCF087F-6C29-4C79-B7E2-F0138E21AC4C}" dt="2026-02-25T11:24:32.851" v="127" actId="1076"/>
          <ac:picMkLst>
            <pc:docMk/>
            <pc:sldMk cId="2532363067" sldId="287"/>
            <ac:picMk id="8" creationId="{211D251A-56A7-469A-B6B5-613AF19F1A24}"/>
          </ac:picMkLst>
        </pc:picChg>
      </pc:sldChg>
      <pc:sldChg chg="delSp modSp mod">
        <pc:chgData name="Julien Le Kernec" userId="e8115e76-a56b-4cd5-847d-4586c41a1909" providerId="ADAL" clId="{5DCF087F-6C29-4C79-B7E2-F0138E21AC4C}" dt="2026-02-25T13:00:01.353" v="291"/>
        <pc:sldMkLst>
          <pc:docMk/>
          <pc:sldMk cId="3953998154" sldId="288"/>
        </pc:sldMkLst>
        <pc:spChg chg="mod">
          <ac:chgData name="Julien Le Kernec" userId="e8115e76-a56b-4cd5-847d-4586c41a1909" providerId="ADAL" clId="{5DCF087F-6C29-4C79-B7E2-F0138E21AC4C}" dt="2026-02-25T12:59:02.252" v="280"/>
          <ac:spMkLst>
            <pc:docMk/>
            <pc:sldMk cId="3953998154" sldId="288"/>
            <ac:spMk id="4" creationId="{07EB07EE-BD07-008F-B144-C2345C4A5B5B}"/>
          </ac:spMkLst>
        </pc:spChg>
        <pc:spChg chg="mod">
          <ac:chgData name="Julien Le Kernec" userId="e8115e76-a56b-4cd5-847d-4586c41a1909" providerId="ADAL" clId="{5DCF087F-6C29-4C79-B7E2-F0138E21AC4C}" dt="2026-02-25T12:59:02.252" v="280"/>
          <ac:spMkLst>
            <pc:docMk/>
            <pc:sldMk cId="3953998154" sldId="288"/>
            <ac:spMk id="6" creationId="{8A7A9E08-76A1-AEA2-FE37-7C0EB5C6608A}"/>
          </ac:spMkLst>
        </pc:spChg>
        <pc:spChg chg="mod">
          <ac:chgData name="Julien Le Kernec" userId="e8115e76-a56b-4cd5-847d-4586c41a1909" providerId="ADAL" clId="{5DCF087F-6C29-4C79-B7E2-F0138E21AC4C}" dt="2026-02-25T13:00:01.353" v="291"/>
          <ac:spMkLst>
            <pc:docMk/>
            <pc:sldMk cId="3953998154" sldId="288"/>
            <ac:spMk id="13" creationId="{6355FC02-3100-7557-FB1E-A0CC12485D85}"/>
          </ac:spMkLst>
        </pc:spChg>
        <pc:grpChg chg="mod">
          <ac:chgData name="Julien Le Kernec" userId="e8115e76-a56b-4cd5-847d-4586c41a1909" providerId="ADAL" clId="{5DCF087F-6C29-4C79-B7E2-F0138E21AC4C}" dt="2026-02-25T12:59:02.252" v="280"/>
          <ac:grpSpMkLst>
            <pc:docMk/>
            <pc:sldMk cId="3953998154" sldId="288"/>
            <ac:grpSpMk id="15" creationId="{3433EEF2-C1FA-4393-43CF-07645EC9A1AB}"/>
          </ac:grpSpMkLst>
        </pc:grpChg>
        <pc:picChg chg="mod">
          <ac:chgData name="Julien Le Kernec" userId="e8115e76-a56b-4cd5-847d-4586c41a1909" providerId="ADAL" clId="{5DCF087F-6C29-4C79-B7E2-F0138E21AC4C}" dt="2026-02-25T12:59:02.252" v="280"/>
          <ac:picMkLst>
            <pc:docMk/>
            <pc:sldMk cId="3953998154" sldId="288"/>
            <ac:picMk id="9" creationId="{1BF7040B-FEA4-4C66-A828-1FADEA5CA46A}"/>
          </ac:picMkLst>
        </pc:picChg>
        <pc:cxnChg chg="mod">
          <ac:chgData name="Julien Le Kernec" userId="e8115e76-a56b-4cd5-847d-4586c41a1909" providerId="ADAL" clId="{5DCF087F-6C29-4C79-B7E2-F0138E21AC4C}" dt="2026-02-25T12:59:02.252" v="280"/>
          <ac:cxnSpMkLst>
            <pc:docMk/>
            <pc:sldMk cId="3953998154" sldId="288"/>
            <ac:cxnSpMk id="8" creationId="{102A4E8B-B6F5-DCF5-F702-1A36D7340A6A}"/>
          </ac:cxnSpMkLst>
        </pc:cxnChg>
        <pc:cxnChg chg="mod">
          <ac:chgData name="Julien Le Kernec" userId="e8115e76-a56b-4cd5-847d-4586c41a1909" providerId="ADAL" clId="{5DCF087F-6C29-4C79-B7E2-F0138E21AC4C}" dt="2026-02-25T12:59:02.252" v="280"/>
          <ac:cxnSpMkLst>
            <pc:docMk/>
            <pc:sldMk cId="3953998154" sldId="288"/>
            <ac:cxnSpMk id="10" creationId="{EA2C9541-6BFB-6962-CDA4-47169E2F1E9B}"/>
          </ac:cxnSpMkLst>
        </pc:cxnChg>
      </pc:sldChg>
      <pc:sldChg chg="addSp delSp modSp mod">
        <pc:chgData name="Julien Le Kernec" userId="e8115e76-a56b-4cd5-847d-4586c41a1909" providerId="ADAL" clId="{5DCF087F-6C29-4C79-B7E2-F0138E21AC4C}" dt="2026-02-25T17:29:31.251" v="336" actId="1076"/>
        <pc:sldMkLst>
          <pc:docMk/>
          <pc:sldMk cId="3311169411" sldId="289"/>
        </pc:sldMkLst>
        <pc:spChg chg="add mod">
          <ac:chgData name="Julien Le Kernec" userId="e8115e76-a56b-4cd5-847d-4586c41a1909" providerId="ADAL" clId="{5DCF087F-6C29-4C79-B7E2-F0138E21AC4C}" dt="2026-02-25T17:29:31.251" v="336" actId="1076"/>
          <ac:spMkLst>
            <pc:docMk/>
            <pc:sldMk cId="3311169411" sldId="289"/>
            <ac:spMk id="4" creationId="{984B9F91-2EFB-053A-2027-B5F9598C98E6}"/>
          </ac:spMkLst>
        </pc:spChg>
      </pc:sldChg>
      <pc:sldChg chg="delSp modSp mod">
        <pc:chgData name="Julien Le Kernec" userId="e8115e76-a56b-4cd5-847d-4586c41a1909" providerId="ADAL" clId="{5DCF087F-6C29-4C79-B7E2-F0138E21AC4C}" dt="2026-02-25T11:16:57.147" v="96" actId="478"/>
        <pc:sldMkLst>
          <pc:docMk/>
          <pc:sldMk cId="4061780537" sldId="290"/>
        </pc:sldMkLst>
      </pc:sldChg>
      <pc:sldChg chg="addSp delSp modSp mod">
        <pc:chgData name="Julien Le Kernec" userId="e8115e76-a56b-4cd5-847d-4586c41a1909" providerId="ADAL" clId="{5DCF087F-6C29-4C79-B7E2-F0138E21AC4C}" dt="2026-02-25T17:26:43.867" v="299" actId="20577"/>
        <pc:sldMkLst>
          <pc:docMk/>
          <pc:sldMk cId="4010570528" sldId="291"/>
        </pc:sldMkLst>
        <pc:spChg chg="add mod">
          <ac:chgData name="Julien Le Kernec" userId="e8115e76-a56b-4cd5-847d-4586c41a1909" providerId="ADAL" clId="{5DCF087F-6C29-4C79-B7E2-F0138E21AC4C}" dt="2026-02-25T17:26:43.867" v="299" actId="20577"/>
          <ac:spMkLst>
            <pc:docMk/>
            <pc:sldMk cId="4010570528" sldId="291"/>
            <ac:spMk id="6" creationId="{1009091B-83ED-EB3C-FC0A-BE3ED7D969D8}"/>
          </ac:spMkLst>
        </pc:spChg>
      </pc:sldChg>
      <pc:sldChg chg="delSp modSp mod">
        <pc:chgData name="Julien Le Kernec" userId="e8115e76-a56b-4cd5-847d-4586c41a1909" providerId="ADAL" clId="{5DCF087F-6C29-4C79-B7E2-F0138E21AC4C}" dt="2026-03-02T09:05:06.130" v="343" actId="27636"/>
        <pc:sldMkLst>
          <pc:docMk/>
          <pc:sldMk cId="2091509119" sldId="294"/>
        </pc:sldMkLst>
        <pc:spChg chg="mod">
          <ac:chgData name="Julien Le Kernec" userId="e8115e76-a56b-4cd5-847d-4586c41a1909" providerId="ADAL" clId="{5DCF087F-6C29-4C79-B7E2-F0138E21AC4C}" dt="2026-03-02T09:05:06.130" v="343" actId="27636"/>
          <ac:spMkLst>
            <pc:docMk/>
            <pc:sldMk cId="2091509119" sldId="294"/>
            <ac:spMk id="3" creationId="{00000000-0000-0000-0000-000000000000}"/>
          </ac:spMkLst>
        </pc:spChg>
      </pc:sldChg>
      <pc:sldChg chg="addSp delSp modSp mod">
        <pc:chgData name="Julien Le Kernec" userId="e8115e76-a56b-4cd5-847d-4586c41a1909" providerId="ADAL" clId="{5DCF087F-6C29-4C79-B7E2-F0138E21AC4C}" dt="2026-03-02T09:06:59.037" v="350" actId="1076"/>
        <pc:sldMkLst>
          <pc:docMk/>
          <pc:sldMk cId="1312694074" sldId="295"/>
        </pc:sldMkLst>
        <pc:spChg chg="mod">
          <ac:chgData name="Julien Le Kernec" userId="e8115e76-a56b-4cd5-847d-4586c41a1909" providerId="ADAL" clId="{5DCF087F-6C29-4C79-B7E2-F0138E21AC4C}" dt="2026-03-02T09:05:26.023" v="345" actId="1076"/>
          <ac:spMkLst>
            <pc:docMk/>
            <pc:sldMk cId="1312694074" sldId="295"/>
            <ac:spMk id="3" creationId="{00000000-0000-0000-0000-000000000000}"/>
          </ac:spMkLst>
        </pc:spChg>
        <pc:spChg chg="add mod">
          <ac:chgData name="Julien Le Kernec" userId="e8115e76-a56b-4cd5-847d-4586c41a1909" providerId="ADAL" clId="{5DCF087F-6C29-4C79-B7E2-F0138E21AC4C}" dt="2026-03-02T09:06:59.037" v="350" actId="1076"/>
          <ac:spMkLst>
            <pc:docMk/>
            <pc:sldMk cId="1312694074" sldId="295"/>
            <ac:spMk id="7" creationId="{A478B281-5AD2-504D-6DEC-96FEC3B2A5C0}"/>
          </ac:spMkLst>
        </pc:spChg>
        <pc:picChg chg="mod">
          <ac:chgData name="Julien Le Kernec" userId="e8115e76-a56b-4cd5-847d-4586c41a1909" providerId="ADAL" clId="{5DCF087F-6C29-4C79-B7E2-F0138E21AC4C}" dt="2026-03-02T09:05:20.905" v="344" actId="1076"/>
          <ac:picMkLst>
            <pc:docMk/>
            <pc:sldMk cId="1312694074" sldId="295"/>
            <ac:picMk id="6" creationId="{2413AB95-76AB-4FC0-9B86-E3094F1D0129}"/>
          </ac:picMkLst>
        </pc:picChg>
      </pc:sldChg>
      <pc:sldChg chg="delSp modSp mod">
        <pc:chgData name="Julien Le Kernec" userId="e8115e76-a56b-4cd5-847d-4586c41a1909" providerId="ADAL" clId="{5DCF087F-6C29-4C79-B7E2-F0138E21AC4C}" dt="2026-03-02T09:49:36.896" v="506" actId="20577"/>
        <pc:sldMkLst>
          <pc:docMk/>
          <pc:sldMk cId="374270610" sldId="296"/>
        </pc:sldMkLst>
        <pc:spChg chg="mod">
          <ac:chgData name="Julien Le Kernec" userId="e8115e76-a56b-4cd5-847d-4586c41a1909" providerId="ADAL" clId="{5DCF087F-6C29-4C79-B7E2-F0138E21AC4C}" dt="2026-03-02T09:49:36.896" v="506" actId="20577"/>
          <ac:spMkLst>
            <pc:docMk/>
            <pc:sldMk cId="374270610" sldId="296"/>
            <ac:spMk id="3" creationId="{00000000-0000-0000-0000-000000000000}"/>
          </ac:spMkLst>
        </pc:spChg>
      </pc:sldChg>
      <pc:sldChg chg="delSp modSp mod">
        <pc:chgData name="Julien Le Kernec" userId="e8115e76-a56b-4cd5-847d-4586c41a1909" providerId="ADAL" clId="{5DCF087F-6C29-4C79-B7E2-F0138E21AC4C}" dt="2026-03-02T09:50:31.979" v="557" actId="20577"/>
        <pc:sldMkLst>
          <pc:docMk/>
          <pc:sldMk cId="2676542210" sldId="297"/>
        </pc:sldMkLst>
        <pc:spChg chg="mod">
          <ac:chgData name="Julien Le Kernec" userId="e8115e76-a56b-4cd5-847d-4586c41a1909" providerId="ADAL" clId="{5DCF087F-6C29-4C79-B7E2-F0138E21AC4C}" dt="2026-03-02T09:50:31.979" v="557" actId="20577"/>
          <ac:spMkLst>
            <pc:docMk/>
            <pc:sldMk cId="2676542210" sldId="297"/>
            <ac:spMk id="3" creationId="{00000000-0000-0000-0000-000000000000}"/>
          </ac:spMkLst>
        </pc:spChg>
      </pc:sldChg>
      <pc:sldChg chg="delSp mod">
        <pc:chgData name="Julien Le Kernec" userId="e8115e76-a56b-4cd5-847d-4586c41a1909" providerId="ADAL" clId="{5DCF087F-6C29-4C79-B7E2-F0138E21AC4C}" dt="2026-02-25T11:17:16.118" v="99" actId="478"/>
        <pc:sldMkLst>
          <pc:docMk/>
          <pc:sldMk cId="3672855403" sldId="298"/>
        </pc:sldMkLst>
      </pc:sldChg>
      <pc:sldChg chg="addSp delSp modSp mod delAnim">
        <pc:chgData name="Julien Le Kernec" userId="e8115e76-a56b-4cd5-847d-4586c41a1909" providerId="ADAL" clId="{5DCF087F-6C29-4C79-B7E2-F0138E21AC4C}" dt="2026-03-02T10:42:27.844" v="862" actId="478"/>
        <pc:sldMkLst>
          <pc:docMk/>
          <pc:sldMk cId="1385487700" sldId="299"/>
        </pc:sldMkLst>
        <pc:spChg chg="add mod">
          <ac:chgData name="Julien Le Kernec" userId="e8115e76-a56b-4cd5-847d-4586c41a1909" providerId="ADAL" clId="{5DCF087F-6C29-4C79-B7E2-F0138E21AC4C}" dt="2026-03-02T10:42:16.955" v="860" actId="5793"/>
          <ac:spMkLst>
            <pc:docMk/>
            <pc:sldMk cId="1385487700" sldId="299"/>
            <ac:spMk id="4" creationId="{A9995491-93A0-8744-C23D-0D76BE5063EB}"/>
          </ac:spMkLst>
        </pc:spChg>
        <pc:spChg chg="del mod">
          <ac:chgData name="Julien Le Kernec" userId="e8115e76-a56b-4cd5-847d-4586c41a1909" providerId="ADAL" clId="{5DCF087F-6C29-4C79-B7E2-F0138E21AC4C}" dt="2026-03-02T10:42:27.844" v="862" actId="478"/>
          <ac:spMkLst>
            <pc:docMk/>
            <pc:sldMk cId="1385487700" sldId="299"/>
            <ac:spMk id="65" creationId="{81E801A8-DAA0-F523-4748-91271AD0DF29}"/>
          </ac:spMkLst>
        </pc:spChg>
      </pc:sldChg>
      <pc:sldChg chg="delSp mod">
        <pc:chgData name="Julien Le Kernec" userId="e8115e76-a56b-4cd5-847d-4586c41a1909" providerId="ADAL" clId="{5DCF087F-6C29-4C79-B7E2-F0138E21AC4C}" dt="2026-02-25T11:17:34.594" v="103" actId="478"/>
        <pc:sldMkLst>
          <pc:docMk/>
          <pc:sldMk cId="2518615688" sldId="300"/>
        </pc:sldMkLst>
      </pc:sldChg>
      <pc:sldChg chg="delSp add del mod">
        <pc:chgData name="Julien Le Kernec" userId="e8115e76-a56b-4cd5-847d-4586c41a1909" providerId="ADAL" clId="{5DCF087F-6C29-4C79-B7E2-F0138E21AC4C}" dt="2026-03-02T11:23:23.410" v="1091" actId="47"/>
        <pc:sldMkLst>
          <pc:docMk/>
          <pc:sldMk cId="2472065600" sldId="301"/>
        </pc:sldMkLst>
      </pc:sldChg>
      <pc:sldChg chg="delSp del mod">
        <pc:chgData name="Julien Le Kernec" userId="e8115e76-a56b-4cd5-847d-4586c41a1909" providerId="ADAL" clId="{5DCF087F-6C29-4C79-B7E2-F0138E21AC4C}" dt="2026-03-02T11:27:07.548" v="1138" actId="47"/>
        <pc:sldMkLst>
          <pc:docMk/>
          <pc:sldMk cId="2136024478" sldId="302"/>
        </pc:sldMkLst>
      </pc:sldChg>
      <pc:sldChg chg="delSp modSp mod">
        <pc:chgData name="Julien Le Kernec" userId="e8115e76-a56b-4cd5-847d-4586c41a1909" providerId="ADAL" clId="{5DCF087F-6C29-4C79-B7E2-F0138E21AC4C}" dt="2026-03-02T11:25:05.365" v="1127" actId="6549"/>
        <pc:sldMkLst>
          <pc:docMk/>
          <pc:sldMk cId="2717713377" sldId="303"/>
        </pc:sldMkLst>
        <pc:spChg chg="mod">
          <ac:chgData name="Julien Le Kernec" userId="e8115e76-a56b-4cd5-847d-4586c41a1909" providerId="ADAL" clId="{5DCF087F-6C29-4C79-B7E2-F0138E21AC4C}" dt="2026-03-02T11:25:05.365" v="1127" actId="6549"/>
          <ac:spMkLst>
            <pc:docMk/>
            <pc:sldMk cId="2717713377" sldId="303"/>
            <ac:spMk id="4" creationId="{93216C3E-952D-6CCC-76F1-9BAB570337EF}"/>
          </ac:spMkLst>
        </pc:spChg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3030641975" sldId="304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2599001527" sldId="305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2299804954" sldId="306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604791548" sldId="307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1386057567" sldId="308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1742767621" sldId="309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2394513524" sldId="310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2059850760" sldId="311"/>
        </pc:sldMkLst>
      </pc:sldChg>
      <pc:sldChg chg="del">
        <pc:chgData name="Julien Le Kernec" userId="e8115e76-a56b-4cd5-847d-4586c41a1909" providerId="ADAL" clId="{5DCF087F-6C29-4C79-B7E2-F0138E21AC4C}" dt="2026-03-02T11:25:36.154" v="1128" actId="47"/>
        <pc:sldMkLst>
          <pc:docMk/>
          <pc:sldMk cId="2864546142" sldId="312"/>
        </pc:sldMkLst>
      </pc:sldChg>
      <pc:sldChg chg="new del">
        <pc:chgData name="Julien Le Kernec" userId="e8115e76-a56b-4cd5-847d-4586c41a1909" providerId="ADAL" clId="{5DCF087F-6C29-4C79-B7E2-F0138E21AC4C}" dt="2026-03-02T09:09:40.188" v="354" actId="47"/>
        <pc:sldMkLst>
          <pc:docMk/>
          <pc:sldMk cId="133324923" sldId="313"/>
        </pc:sldMkLst>
      </pc:sldChg>
      <pc:sldChg chg="modSp add mod">
        <pc:chgData name="Julien Le Kernec" userId="e8115e76-a56b-4cd5-847d-4586c41a1909" providerId="ADAL" clId="{5DCF087F-6C29-4C79-B7E2-F0138E21AC4C}" dt="2026-03-02T10:51:51.647" v="1014" actId="6549"/>
        <pc:sldMkLst>
          <pc:docMk/>
          <pc:sldMk cId="3316416467" sldId="313"/>
        </pc:sldMkLst>
        <pc:spChg chg="mod">
          <ac:chgData name="Julien Le Kernec" userId="e8115e76-a56b-4cd5-847d-4586c41a1909" providerId="ADAL" clId="{5DCF087F-6C29-4C79-B7E2-F0138E21AC4C}" dt="2026-03-02T10:51:51.647" v="1014" actId="6549"/>
          <ac:spMkLst>
            <pc:docMk/>
            <pc:sldMk cId="3316416467" sldId="313"/>
            <ac:spMk id="4" creationId="{1F984BC6-BF33-3900-49A3-A34398DCBAE3}"/>
          </ac:spMkLst>
        </pc:spChg>
        <pc:spChg chg="mod">
          <ac:chgData name="Julien Le Kernec" userId="e8115e76-a56b-4cd5-847d-4586c41a1909" providerId="ADAL" clId="{5DCF087F-6C29-4C79-B7E2-F0138E21AC4C}" dt="2026-03-02T10:49:26.811" v="975" actId="20577"/>
          <ac:spMkLst>
            <pc:docMk/>
            <pc:sldMk cId="3316416467" sldId="313"/>
            <ac:spMk id="65" creationId="{BDF66723-73C5-97E0-9F5E-60B506082E1D}"/>
          </ac:spMkLst>
        </pc:spChg>
      </pc:sldChg>
      <pc:sldChg chg="addSp delSp modSp add mod">
        <pc:chgData name="Julien Le Kernec" userId="e8115e76-a56b-4cd5-847d-4586c41a1909" providerId="ADAL" clId="{5DCF087F-6C29-4C79-B7E2-F0138E21AC4C}" dt="2026-03-02T11:26:41.417" v="1134" actId="22"/>
        <pc:sldMkLst>
          <pc:docMk/>
          <pc:sldMk cId="561131778" sldId="314"/>
        </pc:sldMkLst>
        <pc:spChg chg="del">
          <ac:chgData name="Julien Le Kernec" userId="e8115e76-a56b-4cd5-847d-4586c41a1909" providerId="ADAL" clId="{5DCF087F-6C29-4C79-B7E2-F0138E21AC4C}" dt="2026-03-02T11:15:38.409" v="1023" actId="478"/>
          <ac:spMkLst>
            <pc:docMk/>
            <pc:sldMk cId="561131778" sldId="314"/>
            <ac:spMk id="3" creationId="{C3E7F781-C157-C1A3-38A6-7DB2BA5FCCF0}"/>
          </ac:spMkLst>
        </pc:spChg>
        <pc:spChg chg="mod">
          <ac:chgData name="Julien Le Kernec" userId="e8115e76-a56b-4cd5-847d-4586c41a1909" providerId="ADAL" clId="{5DCF087F-6C29-4C79-B7E2-F0138E21AC4C}" dt="2026-03-02T11:22:55.477" v="1087" actId="1076"/>
          <ac:spMkLst>
            <pc:docMk/>
            <pc:sldMk cId="561131778" sldId="314"/>
            <ac:spMk id="6" creationId="{FED728CE-1158-6C18-98FE-32553BBCC9E0}"/>
          </ac:spMkLst>
        </pc:spChg>
        <pc:spChg chg="add del mod">
          <ac:chgData name="Julien Le Kernec" userId="e8115e76-a56b-4cd5-847d-4586c41a1909" providerId="ADAL" clId="{5DCF087F-6C29-4C79-B7E2-F0138E21AC4C}" dt="2026-03-02T11:15:40.816" v="1024" actId="478"/>
          <ac:spMkLst>
            <pc:docMk/>
            <pc:sldMk cId="561131778" sldId="314"/>
            <ac:spMk id="10" creationId="{F1493DFE-9B50-BBFC-2F7C-B1DAD1831C7D}"/>
          </ac:spMkLst>
        </pc:spChg>
        <pc:spChg chg="add mod">
          <ac:chgData name="Julien Le Kernec" userId="e8115e76-a56b-4cd5-847d-4586c41a1909" providerId="ADAL" clId="{5DCF087F-6C29-4C79-B7E2-F0138E21AC4C}" dt="2026-03-02T11:22:59.492" v="1088" actId="1076"/>
          <ac:spMkLst>
            <pc:docMk/>
            <pc:sldMk cId="561131778" sldId="314"/>
            <ac:spMk id="11" creationId="{4EAB2CB5-9EE2-E776-DA5A-9D6CA767874B}"/>
          </ac:spMkLst>
        </pc:spChg>
        <pc:spChg chg="add del">
          <ac:chgData name="Julien Le Kernec" userId="e8115e76-a56b-4cd5-847d-4586c41a1909" providerId="ADAL" clId="{5DCF087F-6C29-4C79-B7E2-F0138E21AC4C}" dt="2026-03-02T11:26:33.632" v="1132" actId="22"/>
          <ac:spMkLst>
            <pc:docMk/>
            <pc:sldMk cId="561131778" sldId="314"/>
            <ac:spMk id="13" creationId="{99CA08BA-9FE8-C317-533E-802D1026A1CB}"/>
          </ac:spMkLst>
        </pc:spChg>
        <pc:spChg chg="add del">
          <ac:chgData name="Julien Le Kernec" userId="e8115e76-a56b-4cd5-847d-4586c41a1909" providerId="ADAL" clId="{5DCF087F-6C29-4C79-B7E2-F0138E21AC4C}" dt="2026-03-02T11:26:41.417" v="1134" actId="22"/>
          <ac:spMkLst>
            <pc:docMk/>
            <pc:sldMk cId="561131778" sldId="314"/>
            <ac:spMk id="15" creationId="{765F63A0-D83E-6A0E-2F66-7EF7F89DFFF7}"/>
          </ac:spMkLst>
        </pc:spChg>
        <pc:picChg chg="del">
          <ac:chgData name="Julien Le Kernec" userId="e8115e76-a56b-4cd5-847d-4586c41a1909" providerId="ADAL" clId="{5DCF087F-6C29-4C79-B7E2-F0138E21AC4C}" dt="2026-03-02T11:15:12.304" v="1020" actId="478"/>
          <ac:picMkLst>
            <pc:docMk/>
            <pc:sldMk cId="561131778" sldId="314"/>
            <ac:picMk id="7" creationId="{C274C031-C30B-3EA7-DE8B-F76733D87A63}"/>
          </ac:picMkLst>
        </pc:picChg>
        <pc:picChg chg="add mod">
          <ac:chgData name="Julien Le Kernec" userId="e8115e76-a56b-4cd5-847d-4586c41a1909" providerId="ADAL" clId="{5DCF087F-6C29-4C79-B7E2-F0138E21AC4C}" dt="2026-03-02T11:22:55.477" v="1087" actId="1076"/>
          <ac:picMkLst>
            <pc:docMk/>
            <pc:sldMk cId="561131778" sldId="314"/>
            <ac:picMk id="8" creationId="{2AD8DA6B-2A93-E28D-AC4B-8455EAACBBFE}"/>
          </ac:picMkLst>
        </pc:picChg>
      </pc:sldChg>
      <pc:sldChg chg="new del">
        <pc:chgData name="Julien Le Kernec" userId="e8115e76-a56b-4cd5-847d-4586c41a1909" providerId="ADAL" clId="{5DCF087F-6C29-4C79-B7E2-F0138E21AC4C}" dt="2026-03-02T10:53:59.560" v="1018" actId="47"/>
        <pc:sldMkLst>
          <pc:docMk/>
          <pc:sldMk cId="3954595454" sldId="314"/>
        </pc:sldMkLst>
      </pc:sldChg>
      <pc:sldChg chg="addSp new del mod">
        <pc:chgData name="Julien Le Kernec" userId="e8115e76-a56b-4cd5-847d-4586c41a1909" providerId="ADAL" clId="{5DCF087F-6C29-4C79-B7E2-F0138E21AC4C}" dt="2026-03-02T11:27:03.494" v="1137" actId="47"/>
        <pc:sldMkLst>
          <pc:docMk/>
          <pc:sldMk cId="2999919815" sldId="315"/>
        </pc:sldMkLst>
        <pc:spChg chg="add">
          <ac:chgData name="Julien Le Kernec" userId="e8115e76-a56b-4cd5-847d-4586c41a1909" providerId="ADAL" clId="{5DCF087F-6C29-4C79-B7E2-F0138E21AC4C}" dt="2026-03-02T11:26:19.710" v="1130" actId="22"/>
          <ac:spMkLst>
            <pc:docMk/>
            <pc:sldMk cId="2999919815" sldId="315"/>
            <ac:spMk id="6" creationId="{4A4AE1EB-E82A-8E82-B6D9-A049F743995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199BC-DB9C-4012-ADC5-6813E779290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7536AC9-77C4-46A1-ADDD-0BA378CEA52D}">
      <dgm:prSet/>
      <dgm:spPr/>
      <dgm:t>
        <a:bodyPr/>
        <a:lstStyle/>
        <a:p>
          <a:r>
            <a:rPr lang="en-GB"/>
            <a:t>Sets of connected objects or things</a:t>
          </a:r>
          <a:endParaRPr lang="en-US"/>
        </a:p>
      </dgm:t>
    </dgm:pt>
    <dgm:pt modelId="{B37555B5-E7F5-4A27-BBE8-25AF260208E4}" type="parTrans" cxnId="{CEC25C10-52A1-49F6-A2BA-93AE0FA92594}">
      <dgm:prSet/>
      <dgm:spPr/>
      <dgm:t>
        <a:bodyPr/>
        <a:lstStyle/>
        <a:p>
          <a:endParaRPr lang="en-US"/>
        </a:p>
      </dgm:t>
    </dgm:pt>
    <dgm:pt modelId="{5F3202C8-6849-46CA-8378-9C418E513E01}" type="sibTrans" cxnId="{CEC25C10-52A1-49F6-A2BA-93AE0FA92594}">
      <dgm:prSet/>
      <dgm:spPr/>
      <dgm:t>
        <a:bodyPr/>
        <a:lstStyle/>
        <a:p>
          <a:endParaRPr lang="en-US"/>
        </a:p>
      </dgm:t>
    </dgm:pt>
    <dgm:pt modelId="{1594B043-AEF6-43FF-A30A-153DF89E0B1F}">
      <dgm:prSet/>
      <dgm:spPr/>
      <dgm:t>
        <a:bodyPr/>
        <a:lstStyle/>
        <a:p>
          <a:r>
            <a:rPr lang="en-GB" dirty="0"/>
            <a:t>They can be living things</a:t>
          </a:r>
          <a:endParaRPr lang="en-US" dirty="0"/>
        </a:p>
      </dgm:t>
    </dgm:pt>
    <dgm:pt modelId="{56213890-D087-4B64-A115-914114C98EEA}" type="parTrans" cxnId="{C343FF42-DAC5-4FBE-943B-21A7548999A6}">
      <dgm:prSet/>
      <dgm:spPr/>
      <dgm:t>
        <a:bodyPr/>
        <a:lstStyle/>
        <a:p>
          <a:endParaRPr lang="en-US"/>
        </a:p>
      </dgm:t>
    </dgm:pt>
    <dgm:pt modelId="{DE8F67E8-655A-4A81-B18C-04B8AD0EB268}" type="sibTrans" cxnId="{C343FF42-DAC5-4FBE-943B-21A7548999A6}">
      <dgm:prSet/>
      <dgm:spPr/>
      <dgm:t>
        <a:bodyPr/>
        <a:lstStyle/>
        <a:p>
          <a:endParaRPr lang="en-US"/>
        </a:p>
      </dgm:t>
    </dgm:pt>
    <dgm:pt modelId="{A1870CB9-CD4D-4B4E-8361-C558C984BDDE}">
      <dgm:prSet/>
      <dgm:spPr/>
      <dgm:t>
        <a:bodyPr/>
        <a:lstStyle/>
        <a:p>
          <a:r>
            <a:rPr lang="en-GB"/>
            <a:t>They can be mechanical things</a:t>
          </a:r>
          <a:endParaRPr lang="en-US"/>
        </a:p>
      </dgm:t>
    </dgm:pt>
    <dgm:pt modelId="{BDFCF303-85FB-4FD8-B8C2-F2B44C3C456B}" type="parTrans" cxnId="{2A979DB0-6A24-43FE-BDF4-C908F69B6592}">
      <dgm:prSet/>
      <dgm:spPr/>
      <dgm:t>
        <a:bodyPr/>
        <a:lstStyle/>
        <a:p>
          <a:endParaRPr lang="en-US"/>
        </a:p>
      </dgm:t>
    </dgm:pt>
    <dgm:pt modelId="{82D0FF31-2B03-40EC-B2D8-2DDA082EB45F}" type="sibTrans" cxnId="{2A979DB0-6A24-43FE-BDF4-C908F69B6592}">
      <dgm:prSet/>
      <dgm:spPr/>
      <dgm:t>
        <a:bodyPr/>
        <a:lstStyle/>
        <a:p>
          <a:endParaRPr lang="en-US"/>
        </a:p>
      </dgm:t>
    </dgm:pt>
    <dgm:pt modelId="{E1ECE76E-4BF3-4D01-ADF9-C12046497C24}">
      <dgm:prSet/>
      <dgm:spPr/>
      <dgm:t>
        <a:bodyPr/>
        <a:lstStyle/>
        <a:p>
          <a:r>
            <a:rPr lang="en-GB"/>
            <a:t>Behaviors of these systems are shaped by many factors</a:t>
          </a:r>
          <a:endParaRPr lang="en-US"/>
        </a:p>
      </dgm:t>
    </dgm:pt>
    <dgm:pt modelId="{9AFA8876-E601-470A-B560-1BF1EDFE06E5}" type="parTrans" cxnId="{E4A64B05-7E5A-4976-8BF7-6E745F8A5A5E}">
      <dgm:prSet/>
      <dgm:spPr/>
      <dgm:t>
        <a:bodyPr/>
        <a:lstStyle/>
        <a:p>
          <a:endParaRPr lang="en-US"/>
        </a:p>
      </dgm:t>
    </dgm:pt>
    <dgm:pt modelId="{81E1F047-5590-4992-B10B-6BDE8AED83CB}" type="sibTrans" cxnId="{E4A64B05-7E5A-4976-8BF7-6E745F8A5A5E}">
      <dgm:prSet/>
      <dgm:spPr/>
      <dgm:t>
        <a:bodyPr/>
        <a:lstStyle/>
        <a:p>
          <a:endParaRPr lang="en-US"/>
        </a:p>
      </dgm:t>
    </dgm:pt>
    <dgm:pt modelId="{4E9EE5BB-E288-4575-8CC6-8D2C8466416A}">
      <dgm:prSet/>
      <dgm:spPr/>
      <dgm:t>
        <a:bodyPr/>
        <a:lstStyle/>
        <a:p>
          <a:r>
            <a:rPr lang="en-GB"/>
            <a:t>All these systems exhibit some common behavior patterns</a:t>
          </a:r>
          <a:endParaRPr lang="en-US"/>
        </a:p>
      </dgm:t>
    </dgm:pt>
    <dgm:pt modelId="{6CDEF1A5-1890-4C73-9A60-C32F6E511B35}" type="parTrans" cxnId="{87F0A7F8-3D60-4094-98A8-C2341C95756C}">
      <dgm:prSet/>
      <dgm:spPr/>
      <dgm:t>
        <a:bodyPr/>
        <a:lstStyle/>
        <a:p>
          <a:endParaRPr lang="en-US"/>
        </a:p>
      </dgm:t>
    </dgm:pt>
    <dgm:pt modelId="{0938C7C1-81BE-43AF-8685-0971E342B17B}" type="sibTrans" cxnId="{87F0A7F8-3D60-4094-98A8-C2341C95756C}">
      <dgm:prSet/>
      <dgm:spPr/>
      <dgm:t>
        <a:bodyPr/>
        <a:lstStyle/>
        <a:p>
          <a:endParaRPr lang="en-US"/>
        </a:p>
      </dgm:t>
    </dgm:pt>
    <dgm:pt modelId="{0952497E-19BF-429A-9911-C1FBD4E8233C}" type="pres">
      <dgm:prSet presAssocID="{F58199BC-DB9C-4012-ADC5-6813E779290D}" presName="vert0" presStyleCnt="0">
        <dgm:presLayoutVars>
          <dgm:dir/>
          <dgm:animOne val="branch"/>
          <dgm:animLvl val="lvl"/>
        </dgm:presLayoutVars>
      </dgm:prSet>
      <dgm:spPr/>
    </dgm:pt>
    <dgm:pt modelId="{22605616-FC6D-45DB-A18C-0BC20302D60C}" type="pres">
      <dgm:prSet presAssocID="{07536AC9-77C4-46A1-ADDD-0BA378CEA52D}" presName="thickLine" presStyleLbl="alignNode1" presStyleIdx="0" presStyleCnt="5"/>
      <dgm:spPr/>
    </dgm:pt>
    <dgm:pt modelId="{F5654F4E-8FD8-49BB-9DE1-7EA952ADA551}" type="pres">
      <dgm:prSet presAssocID="{07536AC9-77C4-46A1-ADDD-0BA378CEA52D}" presName="horz1" presStyleCnt="0"/>
      <dgm:spPr/>
    </dgm:pt>
    <dgm:pt modelId="{944D304E-9BBB-4117-8913-CD02F0B3FF2B}" type="pres">
      <dgm:prSet presAssocID="{07536AC9-77C4-46A1-ADDD-0BA378CEA52D}" presName="tx1" presStyleLbl="revTx" presStyleIdx="0" presStyleCnt="5"/>
      <dgm:spPr/>
    </dgm:pt>
    <dgm:pt modelId="{BA3540C7-455F-4D97-B2BE-611F2CFE9459}" type="pres">
      <dgm:prSet presAssocID="{07536AC9-77C4-46A1-ADDD-0BA378CEA52D}" presName="vert1" presStyleCnt="0"/>
      <dgm:spPr/>
    </dgm:pt>
    <dgm:pt modelId="{7B89ACA1-F0F4-4F37-959D-B9B307F4914A}" type="pres">
      <dgm:prSet presAssocID="{1594B043-AEF6-43FF-A30A-153DF89E0B1F}" presName="thickLine" presStyleLbl="alignNode1" presStyleIdx="1" presStyleCnt="5"/>
      <dgm:spPr/>
    </dgm:pt>
    <dgm:pt modelId="{FFA4896C-8864-4D9C-A5C9-1AAEBF86CED4}" type="pres">
      <dgm:prSet presAssocID="{1594B043-AEF6-43FF-A30A-153DF89E0B1F}" presName="horz1" presStyleCnt="0"/>
      <dgm:spPr/>
    </dgm:pt>
    <dgm:pt modelId="{2AE5D724-B64D-413F-9094-53FB22E13992}" type="pres">
      <dgm:prSet presAssocID="{1594B043-AEF6-43FF-A30A-153DF89E0B1F}" presName="tx1" presStyleLbl="revTx" presStyleIdx="1" presStyleCnt="5"/>
      <dgm:spPr/>
    </dgm:pt>
    <dgm:pt modelId="{B87282BE-A424-4795-A968-068C7B708FC1}" type="pres">
      <dgm:prSet presAssocID="{1594B043-AEF6-43FF-A30A-153DF89E0B1F}" presName="vert1" presStyleCnt="0"/>
      <dgm:spPr/>
    </dgm:pt>
    <dgm:pt modelId="{2088CCD8-FBD1-42AC-9439-8AFB702EE64A}" type="pres">
      <dgm:prSet presAssocID="{A1870CB9-CD4D-4B4E-8361-C558C984BDDE}" presName="thickLine" presStyleLbl="alignNode1" presStyleIdx="2" presStyleCnt="5"/>
      <dgm:spPr/>
    </dgm:pt>
    <dgm:pt modelId="{54567D23-93D8-4E76-B9CE-03FBCBB991A2}" type="pres">
      <dgm:prSet presAssocID="{A1870CB9-CD4D-4B4E-8361-C558C984BDDE}" presName="horz1" presStyleCnt="0"/>
      <dgm:spPr/>
    </dgm:pt>
    <dgm:pt modelId="{BCD73E12-6C58-4A2E-BFEC-BE6359CDDFD7}" type="pres">
      <dgm:prSet presAssocID="{A1870CB9-CD4D-4B4E-8361-C558C984BDDE}" presName="tx1" presStyleLbl="revTx" presStyleIdx="2" presStyleCnt="5"/>
      <dgm:spPr/>
    </dgm:pt>
    <dgm:pt modelId="{D52CAE45-D2B5-4DBD-B225-EA6B73DC2AD9}" type="pres">
      <dgm:prSet presAssocID="{A1870CB9-CD4D-4B4E-8361-C558C984BDDE}" presName="vert1" presStyleCnt="0"/>
      <dgm:spPr/>
    </dgm:pt>
    <dgm:pt modelId="{B3C077A5-6D5F-4FDB-BFD9-B2A39AB01B49}" type="pres">
      <dgm:prSet presAssocID="{E1ECE76E-4BF3-4D01-ADF9-C12046497C24}" presName="thickLine" presStyleLbl="alignNode1" presStyleIdx="3" presStyleCnt="5"/>
      <dgm:spPr/>
    </dgm:pt>
    <dgm:pt modelId="{D3B71D6B-BFA7-4556-AA43-93F694E5FE98}" type="pres">
      <dgm:prSet presAssocID="{E1ECE76E-4BF3-4D01-ADF9-C12046497C24}" presName="horz1" presStyleCnt="0"/>
      <dgm:spPr/>
    </dgm:pt>
    <dgm:pt modelId="{B7173AAE-17B4-4EE5-A222-98BAA3302188}" type="pres">
      <dgm:prSet presAssocID="{E1ECE76E-4BF3-4D01-ADF9-C12046497C24}" presName="tx1" presStyleLbl="revTx" presStyleIdx="3" presStyleCnt="5"/>
      <dgm:spPr/>
    </dgm:pt>
    <dgm:pt modelId="{1AD6BD06-29FB-4832-AFDE-41E9891EDCC3}" type="pres">
      <dgm:prSet presAssocID="{E1ECE76E-4BF3-4D01-ADF9-C12046497C24}" presName="vert1" presStyleCnt="0"/>
      <dgm:spPr/>
    </dgm:pt>
    <dgm:pt modelId="{7D97E6B1-F219-44CD-AC57-8A274025EA86}" type="pres">
      <dgm:prSet presAssocID="{4E9EE5BB-E288-4575-8CC6-8D2C8466416A}" presName="thickLine" presStyleLbl="alignNode1" presStyleIdx="4" presStyleCnt="5"/>
      <dgm:spPr/>
    </dgm:pt>
    <dgm:pt modelId="{FDD58FF1-6308-4FD3-BFCC-E58A566CDC24}" type="pres">
      <dgm:prSet presAssocID="{4E9EE5BB-E288-4575-8CC6-8D2C8466416A}" presName="horz1" presStyleCnt="0"/>
      <dgm:spPr/>
    </dgm:pt>
    <dgm:pt modelId="{A0FC036F-7754-4A13-A6C1-A60CB25EF78E}" type="pres">
      <dgm:prSet presAssocID="{4E9EE5BB-E288-4575-8CC6-8D2C8466416A}" presName="tx1" presStyleLbl="revTx" presStyleIdx="4" presStyleCnt="5"/>
      <dgm:spPr/>
    </dgm:pt>
    <dgm:pt modelId="{D52CEF97-E9D6-409A-8D79-5654C3F13EE9}" type="pres">
      <dgm:prSet presAssocID="{4E9EE5BB-E288-4575-8CC6-8D2C8466416A}" presName="vert1" presStyleCnt="0"/>
      <dgm:spPr/>
    </dgm:pt>
  </dgm:ptLst>
  <dgm:cxnLst>
    <dgm:cxn modelId="{2A07BA02-C049-42D1-B4F0-897B0DC7F927}" type="presOf" srcId="{E1ECE76E-4BF3-4D01-ADF9-C12046497C24}" destId="{B7173AAE-17B4-4EE5-A222-98BAA3302188}" srcOrd="0" destOrd="0" presId="urn:microsoft.com/office/officeart/2008/layout/LinedList"/>
    <dgm:cxn modelId="{E4A64B05-7E5A-4976-8BF7-6E745F8A5A5E}" srcId="{F58199BC-DB9C-4012-ADC5-6813E779290D}" destId="{E1ECE76E-4BF3-4D01-ADF9-C12046497C24}" srcOrd="3" destOrd="0" parTransId="{9AFA8876-E601-470A-B560-1BF1EDFE06E5}" sibTransId="{81E1F047-5590-4992-B10B-6BDE8AED83CB}"/>
    <dgm:cxn modelId="{CEC25C10-52A1-49F6-A2BA-93AE0FA92594}" srcId="{F58199BC-DB9C-4012-ADC5-6813E779290D}" destId="{07536AC9-77C4-46A1-ADDD-0BA378CEA52D}" srcOrd="0" destOrd="0" parTransId="{B37555B5-E7F5-4A27-BBE8-25AF260208E4}" sibTransId="{5F3202C8-6849-46CA-8378-9C418E513E01}"/>
    <dgm:cxn modelId="{A0874D5E-CECB-4B2D-948D-4B79DE481FA8}" type="presOf" srcId="{F58199BC-DB9C-4012-ADC5-6813E779290D}" destId="{0952497E-19BF-429A-9911-C1FBD4E8233C}" srcOrd="0" destOrd="0" presId="urn:microsoft.com/office/officeart/2008/layout/LinedList"/>
    <dgm:cxn modelId="{C343FF42-DAC5-4FBE-943B-21A7548999A6}" srcId="{F58199BC-DB9C-4012-ADC5-6813E779290D}" destId="{1594B043-AEF6-43FF-A30A-153DF89E0B1F}" srcOrd="1" destOrd="0" parTransId="{56213890-D087-4B64-A115-914114C98EEA}" sibTransId="{DE8F67E8-655A-4A81-B18C-04B8AD0EB268}"/>
    <dgm:cxn modelId="{1F02DD47-BAC6-489E-864E-5BB49DD721BA}" type="presOf" srcId="{A1870CB9-CD4D-4B4E-8361-C558C984BDDE}" destId="{BCD73E12-6C58-4A2E-BFEC-BE6359CDDFD7}" srcOrd="0" destOrd="0" presId="urn:microsoft.com/office/officeart/2008/layout/LinedList"/>
    <dgm:cxn modelId="{B4E2FD53-FE45-4F52-B5A3-52475C7607E6}" type="presOf" srcId="{07536AC9-77C4-46A1-ADDD-0BA378CEA52D}" destId="{944D304E-9BBB-4117-8913-CD02F0B3FF2B}" srcOrd="0" destOrd="0" presId="urn:microsoft.com/office/officeart/2008/layout/LinedList"/>
    <dgm:cxn modelId="{2A979DB0-6A24-43FE-BDF4-C908F69B6592}" srcId="{F58199BC-DB9C-4012-ADC5-6813E779290D}" destId="{A1870CB9-CD4D-4B4E-8361-C558C984BDDE}" srcOrd="2" destOrd="0" parTransId="{BDFCF303-85FB-4FD8-B8C2-F2B44C3C456B}" sibTransId="{82D0FF31-2B03-40EC-B2D8-2DDA082EB45F}"/>
    <dgm:cxn modelId="{347DDEB6-75B2-493C-9C34-6C22F53AE771}" type="presOf" srcId="{1594B043-AEF6-43FF-A30A-153DF89E0B1F}" destId="{2AE5D724-B64D-413F-9094-53FB22E13992}" srcOrd="0" destOrd="0" presId="urn:microsoft.com/office/officeart/2008/layout/LinedList"/>
    <dgm:cxn modelId="{93E0AEE6-EE23-4064-B66C-9DA0E9C2F29B}" type="presOf" srcId="{4E9EE5BB-E288-4575-8CC6-8D2C8466416A}" destId="{A0FC036F-7754-4A13-A6C1-A60CB25EF78E}" srcOrd="0" destOrd="0" presId="urn:microsoft.com/office/officeart/2008/layout/LinedList"/>
    <dgm:cxn modelId="{87F0A7F8-3D60-4094-98A8-C2341C95756C}" srcId="{F58199BC-DB9C-4012-ADC5-6813E779290D}" destId="{4E9EE5BB-E288-4575-8CC6-8D2C8466416A}" srcOrd="4" destOrd="0" parTransId="{6CDEF1A5-1890-4C73-9A60-C32F6E511B35}" sibTransId="{0938C7C1-81BE-43AF-8685-0971E342B17B}"/>
    <dgm:cxn modelId="{4AA007CD-F931-4416-BAFC-195CD905D17F}" type="presParOf" srcId="{0952497E-19BF-429A-9911-C1FBD4E8233C}" destId="{22605616-FC6D-45DB-A18C-0BC20302D60C}" srcOrd="0" destOrd="0" presId="urn:microsoft.com/office/officeart/2008/layout/LinedList"/>
    <dgm:cxn modelId="{5B5833C1-4BCA-4766-AF48-4CBB2DAAA217}" type="presParOf" srcId="{0952497E-19BF-429A-9911-C1FBD4E8233C}" destId="{F5654F4E-8FD8-49BB-9DE1-7EA952ADA551}" srcOrd="1" destOrd="0" presId="urn:microsoft.com/office/officeart/2008/layout/LinedList"/>
    <dgm:cxn modelId="{B1887436-1495-4EE0-BD20-65C29B576278}" type="presParOf" srcId="{F5654F4E-8FD8-49BB-9DE1-7EA952ADA551}" destId="{944D304E-9BBB-4117-8913-CD02F0B3FF2B}" srcOrd="0" destOrd="0" presId="urn:microsoft.com/office/officeart/2008/layout/LinedList"/>
    <dgm:cxn modelId="{7AB7F80E-7553-4C2C-91F7-D2B5B7D6ACE0}" type="presParOf" srcId="{F5654F4E-8FD8-49BB-9DE1-7EA952ADA551}" destId="{BA3540C7-455F-4D97-B2BE-611F2CFE9459}" srcOrd="1" destOrd="0" presId="urn:microsoft.com/office/officeart/2008/layout/LinedList"/>
    <dgm:cxn modelId="{6D43CE17-AC34-4245-8676-DB5B7BBBB048}" type="presParOf" srcId="{0952497E-19BF-429A-9911-C1FBD4E8233C}" destId="{7B89ACA1-F0F4-4F37-959D-B9B307F4914A}" srcOrd="2" destOrd="0" presId="urn:microsoft.com/office/officeart/2008/layout/LinedList"/>
    <dgm:cxn modelId="{590FC031-4A8C-429F-A974-79230958F89E}" type="presParOf" srcId="{0952497E-19BF-429A-9911-C1FBD4E8233C}" destId="{FFA4896C-8864-4D9C-A5C9-1AAEBF86CED4}" srcOrd="3" destOrd="0" presId="urn:microsoft.com/office/officeart/2008/layout/LinedList"/>
    <dgm:cxn modelId="{D887DF87-8540-459E-A1E4-8F2F76F12DD9}" type="presParOf" srcId="{FFA4896C-8864-4D9C-A5C9-1AAEBF86CED4}" destId="{2AE5D724-B64D-413F-9094-53FB22E13992}" srcOrd="0" destOrd="0" presId="urn:microsoft.com/office/officeart/2008/layout/LinedList"/>
    <dgm:cxn modelId="{4E10DDEC-668F-4C96-B670-3D4EF3D3DD9D}" type="presParOf" srcId="{FFA4896C-8864-4D9C-A5C9-1AAEBF86CED4}" destId="{B87282BE-A424-4795-A968-068C7B708FC1}" srcOrd="1" destOrd="0" presId="urn:microsoft.com/office/officeart/2008/layout/LinedList"/>
    <dgm:cxn modelId="{28289843-B372-4574-962B-09A4905E9981}" type="presParOf" srcId="{0952497E-19BF-429A-9911-C1FBD4E8233C}" destId="{2088CCD8-FBD1-42AC-9439-8AFB702EE64A}" srcOrd="4" destOrd="0" presId="urn:microsoft.com/office/officeart/2008/layout/LinedList"/>
    <dgm:cxn modelId="{379FA650-3AD9-4ADB-8412-AFE6560D7E29}" type="presParOf" srcId="{0952497E-19BF-429A-9911-C1FBD4E8233C}" destId="{54567D23-93D8-4E76-B9CE-03FBCBB991A2}" srcOrd="5" destOrd="0" presId="urn:microsoft.com/office/officeart/2008/layout/LinedList"/>
    <dgm:cxn modelId="{9FF3DDF8-4589-44F8-85F4-E2B847CFB55A}" type="presParOf" srcId="{54567D23-93D8-4E76-B9CE-03FBCBB991A2}" destId="{BCD73E12-6C58-4A2E-BFEC-BE6359CDDFD7}" srcOrd="0" destOrd="0" presId="urn:microsoft.com/office/officeart/2008/layout/LinedList"/>
    <dgm:cxn modelId="{3A7B047E-47F2-48EC-BDDC-19B9C8EF089B}" type="presParOf" srcId="{54567D23-93D8-4E76-B9CE-03FBCBB991A2}" destId="{D52CAE45-D2B5-4DBD-B225-EA6B73DC2AD9}" srcOrd="1" destOrd="0" presId="urn:microsoft.com/office/officeart/2008/layout/LinedList"/>
    <dgm:cxn modelId="{DC28F61C-A6EE-4EA8-9270-8C5DCF9BF3E3}" type="presParOf" srcId="{0952497E-19BF-429A-9911-C1FBD4E8233C}" destId="{B3C077A5-6D5F-4FDB-BFD9-B2A39AB01B49}" srcOrd="6" destOrd="0" presId="urn:microsoft.com/office/officeart/2008/layout/LinedList"/>
    <dgm:cxn modelId="{F35066A7-58A7-410F-B8A3-94A115A31B01}" type="presParOf" srcId="{0952497E-19BF-429A-9911-C1FBD4E8233C}" destId="{D3B71D6B-BFA7-4556-AA43-93F694E5FE98}" srcOrd="7" destOrd="0" presId="urn:microsoft.com/office/officeart/2008/layout/LinedList"/>
    <dgm:cxn modelId="{29B057B9-A827-4D56-A422-B2CF9E7CCE24}" type="presParOf" srcId="{D3B71D6B-BFA7-4556-AA43-93F694E5FE98}" destId="{B7173AAE-17B4-4EE5-A222-98BAA3302188}" srcOrd="0" destOrd="0" presId="urn:microsoft.com/office/officeart/2008/layout/LinedList"/>
    <dgm:cxn modelId="{F9A5989D-B00F-441D-B833-9756924C7B5F}" type="presParOf" srcId="{D3B71D6B-BFA7-4556-AA43-93F694E5FE98}" destId="{1AD6BD06-29FB-4832-AFDE-41E9891EDCC3}" srcOrd="1" destOrd="0" presId="urn:microsoft.com/office/officeart/2008/layout/LinedList"/>
    <dgm:cxn modelId="{E112F6C4-021F-4749-8231-219BC1DF2E04}" type="presParOf" srcId="{0952497E-19BF-429A-9911-C1FBD4E8233C}" destId="{7D97E6B1-F219-44CD-AC57-8A274025EA86}" srcOrd="8" destOrd="0" presId="urn:microsoft.com/office/officeart/2008/layout/LinedList"/>
    <dgm:cxn modelId="{92047693-671E-4C9C-B49F-DB8E309855A4}" type="presParOf" srcId="{0952497E-19BF-429A-9911-C1FBD4E8233C}" destId="{FDD58FF1-6308-4FD3-BFCC-E58A566CDC24}" srcOrd="9" destOrd="0" presId="urn:microsoft.com/office/officeart/2008/layout/LinedList"/>
    <dgm:cxn modelId="{5A3A1462-E534-4540-837B-70E3FE250A28}" type="presParOf" srcId="{FDD58FF1-6308-4FD3-BFCC-E58A566CDC24}" destId="{A0FC036F-7754-4A13-A6C1-A60CB25EF78E}" srcOrd="0" destOrd="0" presId="urn:microsoft.com/office/officeart/2008/layout/LinedList"/>
    <dgm:cxn modelId="{E8B557E9-CC9B-4F49-903B-F76B68580442}" type="presParOf" srcId="{FDD58FF1-6308-4FD3-BFCC-E58A566CDC24}" destId="{D52CEF97-E9D6-409A-8D79-5654C3F13E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05616-FC6D-45DB-A18C-0BC20302D60C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D304E-9BBB-4117-8913-CD02F0B3FF2B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Sets of connected objects or things</a:t>
          </a:r>
          <a:endParaRPr lang="en-US" sz="3100" kern="1200"/>
        </a:p>
      </dsp:txBody>
      <dsp:txXfrm>
        <a:off x="0" y="675"/>
        <a:ext cx="6900512" cy="1106957"/>
      </dsp:txXfrm>
    </dsp:sp>
    <dsp:sp modelId="{7B89ACA1-F0F4-4F37-959D-B9B307F4914A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5D724-B64D-413F-9094-53FB22E13992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They can be living things</a:t>
          </a:r>
          <a:endParaRPr lang="en-US" sz="3100" kern="1200" dirty="0"/>
        </a:p>
      </dsp:txBody>
      <dsp:txXfrm>
        <a:off x="0" y="1107633"/>
        <a:ext cx="6900512" cy="1106957"/>
      </dsp:txXfrm>
    </dsp:sp>
    <dsp:sp modelId="{2088CCD8-FBD1-42AC-9439-8AFB702EE64A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73E12-6C58-4A2E-BFEC-BE6359CDDFD7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They can be mechanical things</a:t>
          </a:r>
          <a:endParaRPr lang="en-US" sz="3100" kern="1200"/>
        </a:p>
      </dsp:txBody>
      <dsp:txXfrm>
        <a:off x="0" y="2214591"/>
        <a:ext cx="6900512" cy="1106957"/>
      </dsp:txXfrm>
    </dsp:sp>
    <dsp:sp modelId="{B3C077A5-6D5F-4FDB-BFD9-B2A39AB01B49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73AAE-17B4-4EE5-A222-98BAA3302188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Behaviors of these systems are shaped by many factors</a:t>
          </a:r>
          <a:endParaRPr lang="en-US" sz="3100" kern="1200"/>
        </a:p>
      </dsp:txBody>
      <dsp:txXfrm>
        <a:off x="0" y="3321549"/>
        <a:ext cx="6900512" cy="1106957"/>
      </dsp:txXfrm>
    </dsp:sp>
    <dsp:sp modelId="{7D97E6B1-F219-44CD-AC57-8A274025EA86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C036F-7754-4A13-A6C1-A60CB25EF78E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All these systems exhibit some common behavior patterns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B422D-04A8-4DEF-B58F-D1432DA8EA8F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0DAEE-18A8-4A15-AB25-BED7C018F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3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2963A-AB81-4563-8F0F-F7A4023BBFCE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213-1269-4BF8-82E0-92F48FB23B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42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63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Examples of inputs: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Applying</a:t>
            </a:r>
            <a:r>
              <a:rPr lang="en-GB" baseline="0" dirty="0"/>
              <a:t> a voltage to a circuit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Applying a force to an object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aseline="0" dirty="0"/>
              <a:t>Examples of disturbing equilibrium: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Stretching a spring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Moving a pendulum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70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Dynamic systems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 systems that change or evolve in time according to a fixed rule. For many physical systems, this rule can be stated as a set of first-order differential equations a set of first-order differential equations x(dot)= dx/dt = f(x(t), u(t), t) In the above equation, x(t)  is the </a:t>
            </a:r>
            <a:r>
              <a:rPr lang="en-GB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 vector</a:t>
            </a: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 set of variables representing the configuration of the system at time t . For instance, in a simple mechanical mass-spring-damper system, the two state variables could be the position and velocity of the mass. u(t) is the vector of external inputs to the system at time t , and  f is a (possibly nonlinear) function producing the time derivative (rate of change) of the state vector, dx/dt , for a particular instant of time.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1. Quantify and digitised suitable for CAD simulation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180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Find the equivalent system. Where F=</a:t>
            </a:r>
            <a:r>
              <a:rPr lang="en-GB" dirty="0" err="1"/>
              <a:t>b•x</a:t>
            </a:r>
            <a:r>
              <a:rPr lang="en-GB" dirty="0"/>
              <a:t>(dot); x and y are positions and x (dot) is the velocity = (y-x )/t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22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beq</a:t>
            </a:r>
            <a:r>
              <a:rPr lang="en-GB" dirty="0"/>
              <a:t>=b2b1/(b1+b2)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328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255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708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RC circuit where tau is time constant and K is gain.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347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Zeta damping ratio ; </a:t>
            </a:r>
            <a:r>
              <a:rPr lang="en-GB" dirty="0" err="1"/>
              <a:t>wn</a:t>
            </a:r>
            <a:r>
              <a:rPr lang="en-GB" dirty="0"/>
              <a:t> is natural frequency of the system; RLC circuit.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694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32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Table is provided on the exam paper. Sketch some waveforms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714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12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X is displacement , x(dot) is accelerator;  x (dot dot) is the velocity ; b-</a:t>
            </a:r>
            <a:r>
              <a:rPr lang="en-GB" dirty="0" err="1"/>
              <a:t>bx</a:t>
            </a:r>
            <a:r>
              <a:rPr lang="en-GB" dirty="0"/>
              <a:t>(dot)=mx(dot dot)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72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8342-ECAE-9C15-345F-32E86F27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92A71-701D-C376-EFF7-D8BBA0FB7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1B27F-C14A-307C-EEF0-271D1B58A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X is displacement , x(dot) is accelerator;  x (dot dot) is the velocity ; b-</a:t>
            </a:r>
            <a:r>
              <a:rPr lang="en-GB" dirty="0" err="1"/>
              <a:t>bx</a:t>
            </a:r>
            <a:r>
              <a:rPr lang="en-GB" dirty="0"/>
              <a:t>(dot)=mx(dot dot)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B36A-0755-030A-DB0F-5526D0D51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138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514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described in much greater detail</a:t>
            </a:r>
            <a:r>
              <a:rPr lang="en-GB" baseline="0" dirty="0"/>
              <a:t>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B2C4C-3BD6-47DE-8B47-9F5A1DBEAA4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133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Settling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752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Desired properties: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Natural frequency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Damping</a:t>
            </a:r>
            <a:r>
              <a:rPr lang="en-GB" baseline="0" dirty="0"/>
              <a:t>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Settling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Overshoot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Steady-state value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B2C4C-3BD6-47DE-8B47-9F5A1DBEAA4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03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43" y="6490609"/>
            <a:ext cx="8109857" cy="365125"/>
          </a:xfrm>
        </p:spPr>
        <p:txBody>
          <a:bodyPr/>
          <a:lstStyle/>
          <a:p>
            <a:r>
              <a:rPr lang="fr-FR"/>
              <a:t>Lecture 1       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1538" y="6479728"/>
            <a:ext cx="2743200" cy="365125"/>
          </a:xfrm>
        </p:spPr>
        <p:txBody>
          <a:bodyPr/>
          <a:lstStyle>
            <a:lvl1pPr>
              <a:defRPr sz="1500"/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841828" y="64760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42228" y="64760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57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92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17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84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16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7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66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91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90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43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1                              Prof. Chong Li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13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614905"/>
            <a:ext cx="12192000" cy="23585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6149" y="6545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71" y="6552296"/>
            <a:ext cx="931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algn="l"/>
            <a:r>
              <a:rPr lang="fr-FR"/>
              <a:t>Lecture 1                              Prof. Chong Li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7" y="25403"/>
            <a:ext cx="2003878" cy="6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85371" y="1299038"/>
            <a:ext cx="5166799" cy="992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UESTCHN3007 Dynamics &amp; Control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Lecture 1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1050" b="1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Titl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599198" y="2939143"/>
            <a:ext cx="8167621" cy="7848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500" b="0" i="0" u="none" strike="noStrike" kern="1200" cap="none" spc="0" normalizeH="0" baseline="0" noProof="0" dirty="0">
                <a:ln>
                  <a:noFill/>
                </a:ln>
                <a:solidFill>
                  <a:srgbClr val="00356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Overview of Dynamic Systems </a:t>
            </a: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761207" y="5525303"/>
            <a:ext cx="6511206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Dr Julien Le Kernec </a:t>
            </a:r>
            <a:b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</a:b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email: Julien.lekernec@glasgow.ac.uk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500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James Watt School of Engineering, University of Glasgow, UK</a:t>
            </a:r>
          </a:p>
        </p:txBody>
      </p:sp>
    </p:spTree>
    <p:extLst>
      <p:ext uri="{BB962C8B-B14F-4D97-AF65-F5344CB8AC3E}">
        <p14:creationId xmlns:p14="http://schemas.microsoft.com/office/powerpoint/2010/main" val="100030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Systems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7285853-916E-4F07-96AE-4C85D234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60493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63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83" y="220050"/>
            <a:ext cx="9547371" cy="826112"/>
          </a:xfrm>
        </p:spPr>
        <p:txBody>
          <a:bodyPr/>
          <a:lstStyle/>
          <a:p>
            <a:r>
              <a:rPr lang="en-GB"/>
              <a:t>What is a Dynamic System?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44601B-D923-B141-3DA7-A7A9808D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8" y="1080388"/>
            <a:ext cx="11419332" cy="524725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dynamic system can be set in motion by applying an </a:t>
            </a:r>
            <a:r>
              <a:rPr lang="en-GB" dirty="0">
                <a:solidFill>
                  <a:schemeClr val="accent1"/>
                </a:solidFill>
              </a:rPr>
              <a:t>input</a:t>
            </a:r>
            <a:r>
              <a:rPr lang="en-GB" dirty="0"/>
              <a:t> (or excitation) or by disturbing it from its </a:t>
            </a:r>
            <a:r>
              <a:rPr lang="en-GB" dirty="0">
                <a:solidFill>
                  <a:schemeClr val="accent1"/>
                </a:solidFill>
              </a:rPr>
              <a:t>equilibrium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motion of the system is described by its </a:t>
            </a:r>
            <a:r>
              <a:rPr lang="en-GB" dirty="0">
                <a:solidFill>
                  <a:schemeClr val="accent1"/>
                </a:solidFill>
              </a:rPr>
              <a:t>output</a:t>
            </a:r>
            <a:r>
              <a:rPr lang="en-GB" dirty="0"/>
              <a:t> (or response).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chemeClr val="accent1"/>
                </a:solidFill>
              </a:rPr>
              <a:t>output</a:t>
            </a:r>
            <a:r>
              <a:rPr lang="en-GB" dirty="0"/>
              <a:t> of the system is dependent on the </a:t>
            </a:r>
            <a:r>
              <a:rPr lang="en-GB" dirty="0">
                <a:solidFill>
                  <a:schemeClr val="accent1"/>
                </a:solidFill>
              </a:rPr>
              <a:t>input</a:t>
            </a:r>
            <a:r>
              <a:rPr lang="en-GB" dirty="0"/>
              <a:t> and the </a:t>
            </a:r>
            <a:r>
              <a:rPr lang="en-GB" dirty="0">
                <a:solidFill>
                  <a:schemeClr val="accent1"/>
                </a:solidFill>
              </a:rPr>
              <a:t>behaviour</a:t>
            </a:r>
            <a:r>
              <a:rPr lang="en-GB" dirty="0"/>
              <a:t> of the system itself.</a:t>
            </a:r>
          </a:p>
          <a:p>
            <a:endParaRPr lang="en-GB" dirty="0"/>
          </a:p>
          <a:p>
            <a:r>
              <a:rPr lang="en-GB" dirty="0"/>
              <a:t>If we know what the behaviour of the system is, we can specify an </a:t>
            </a:r>
            <a:r>
              <a:rPr lang="en-GB" dirty="0">
                <a:solidFill>
                  <a:schemeClr val="accent1"/>
                </a:solidFill>
              </a:rPr>
              <a:t>input</a:t>
            </a:r>
            <a:r>
              <a:rPr lang="en-GB" dirty="0"/>
              <a:t> so that we get a desired </a:t>
            </a:r>
            <a:r>
              <a:rPr lang="en-GB" dirty="0">
                <a:solidFill>
                  <a:schemeClr val="accent1"/>
                </a:solidFill>
              </a:rPr>
              <a:t>output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But how do we describe the behaviour of the system?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063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085" y="975177"/>
            <a:ext cx="10515600" cy="1325563"/>
          </a:xfrm>
        </p:spPr>
        <p:txBody>
          <a:bodyPr/>
          <a:lstStyle/>
          <a:p>
            <a:r>
              <a:rPr lang="en-GB" dirty="0"/>
              <a:t>The output of the system is dependent on the input and the behaviour of the system itself.</a:t>
            </a:r>
          </a:p>
        </p:txBody>
      </p:sp>
      <p:sp>
        <p:nvSpPr>
          <p:cNvPr id="3" name="Conten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pPr lvl="2"/>
            <a:endParaRPr lang="en-GB" dirty="0"/>
          </a:p>
          <a:p>
            <a:endParaRPr lang="en-GB" dirty="0"/>
          </a:p>
        </p:txBody>
      </p:sp>
      <p:pic>
        <p:nvPicPr>
          <p:cNvPr id="8" name="Picture 7" descr="system with I/O&#10;">
            <a:extLst>
              <a:ext uri="{FF2B5EF4-FFF2-40B4-BE49-F238E27FC236}">
                <a16:creationId xmlns:a16="http://schemas.microsoft.com/office/drawing/2014/main" id="{211D251A-56A7-469A-B6B5-613AF19F1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718" y="2729411"/>
            <a:ext cx="5866701" cy="254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6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I/P and O/P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22" y="1209989"/>
            <a:ext cx="10976572" cy="5064062"/>
          </a:xfrm>
        </p:spPr>
        <p:txBody>
          <a:bodyPr>
            <a:normAutofit/>
          </a:bodyPr>
          <a:lstStyle/>
          <a:p>
            <a:r>
              <a:rPr lang="en-GB" dirty="0"/>
              <a:t>Model dynamic systems in mathematical terms (Why?)</a:t>
            </a:r>
          </a:p>
          <a:p>
            <a:r>
              <a:rPr lang="en-GB" dirty="0"/>
              <a:t>A set of equations that represents the dynamics of the system</a:t>
            </a:r>
          </a:p>
          <a:p>
            <a:r>
              <a:rPr lang="en-GB" dirty="0"/>
              <a:t>System may have many mathematical models</a:t>
            </a:r>
          </a:p>
          <a:p>
            <a:r>
              <a:rPr lang="en-GB" dirty="0"/>
              <a:t>The dynamics of systems may be described in terms of differential equations</a:t>
            </a:r>
          </a:p>
          <a:p>
            <a:r>
              <a:rPr lang="en-GB" dirty="0"/>
              <a:t>Use physical laws governing a particular system</a:t>
            </a:r>
          </a:p>
          <a:p>
            <a:r>
              <a:rPr lang="en-GB" dirty="0"/>
              <a:t>Testing a prototype of the device, or measuring its response to inputs</a:t>
            </a:r>
          </a:p>
          <a:p>
            <a:r>
              <a:rPr lang="en-GB" dirty="0"/>
              <a:t>Deriving reasonable mathematical models is the most important part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3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Mechanical System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22" y="1209989"/>
            <a:ext cx="10976572" cy="5064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System consisting of two dampers connected in parallel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33EEF2-C1FA-4393-43CF-07645EC9A1AB}"/>
              </a:ext>
            </a:extLst>
          </p:cNvPr>
          <p:cNvGrpSpPr/>
          <p:nvPr/>
        </p:nvGrpSpPr>
        <p:grpSpPr>
          <a:xfrm>
            <a:off x="5482904" y="2311280"/>
            <a:ext cx="6080642" cy="4161790"/>
            <a:chOff x="1486523" y="2221975"/>
            <a:chExt cx="6080642" cy="4161790"/>
          </a:xfrm>
        </p:grpSpPr>
        <p:pic>
          <p:nvPicPr>
            <p:cNvPr id="9" name="Picture 8" descr="system with two dampers&#10;">
              <a:extLst>
                <a:ext uri="{FF2B5EF4-FFF2-40B4-BE49-F238E27FC236}">
                  <a16:creationId xmlns:a16="http://schemas.microsoft.com/office/drawing/2014/main" id="{1BF7040B-FEA4-4C66-A828-1FADEA5CA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523" y="2221975"/>
              <a:ext cx="6080642" cy="288030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B07EE-BD07-008F-B144-C2345C4A5B5B}"/>
                </a:ext>
              </a:extLst>
            </p:cNvPr>
            <p:cNvSpPr txBox="1"/>
            <p:nvPr/>
          </p:nvSpPr>
          <p:spPr>
            <a:xfrm>
              <a:off x="4785290" y="2342954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Cylinder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7A9E08-76A1-AEA2-FE37-7C0EB5C6608A}"/>
                </a:ext>
              </a:extLst>
            </p:cNvPr>
            <p:cNvSpPr txBox="1"/>
            <p:nvPr/>
          </p:nvSpPr>
          <p:spPr>
            <a:xfrm>
              <a:off x="3153091" y="2476011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Piston  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02A4E8B-B6F5-DCF5-F702-1A36D7340A6A}"/>
                </a:ext>
              </a:extLst>
            </p:cNvPr>
            <p:cNvCxnSpPr/>
            <p:nvPr/>
          </p:nvCxnSpPr>
          <p:spPr>
            <a:xfrm>
              <a:off x="3960793" y="2818722"/>
              <a:ext cx="487029" cy="266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A2C9541-6BFB-6962-CDA4-47169E2F1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7262" y="2666742"/>
              <a:ext cx="242063" cy="184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55FC02-3100-7557-FB1E-A0CC12485D85}"/>
                    </a:ext>
                  </a:extLst>
                </p:cNvPr>
                <p:cNvSpPr txBox="1"/>
                <p:nvPr/>
              </p:nvSpPr>
              <p:spPr>
                <a:xfrm>
                  <a:off x="2196784" y="5426067"/>
                  <a:ext cx="5370381" cy="9576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b</a:t>
                  </a:r>
                  <a:r>
                    <a:rPr lang="en-GB" baseline="-25000" dirty="0"/>
                    <a:t>1</a:t>
                  </a:r>
                  <a:r>
                    <a:rPr lang="en-GB" dirty="0"/>
                    <a:t> &amp; b</a:t>
                  </a:r>
                  <a:r>
                    <a:rPr lang="en-GB" baseline="-25000" dirty="0"/>
                    <a:t>2</a:t>
                  </a:r>
                  <a:r>
                    <a:rPr lang="en-GB" dirty="0"/>
                    <a:t> are viscous-friction coefficients </a:t>
                  </a:r>
                </a:p>
                <a:p>
                  <a:r>
                    <a:rPr lang="en-GB" dirty="0"/>
                    <a:t>x and y are positions. The force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GB" dirty="0"/>
                    <a:t> due to the dampers is</a:t>
                  </a:r>
                  <a:br>
                    <a:rPr lang="en-GB" dirty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̇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̇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55FC02-3100-7557-FB1E-A0CC12485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784" y="5426067"/>
                  <a:ext cx="5370381" cy="957698"/>
                </a:xfrm>
                <a:prstGeom prst="rect">
                  <a:avLst/>
                </a:prstGeom>
                <a:blipFill>
                  <a:blip r:embed="rId4"/>
                  <a:stretch>
                    <a:fillRect l="-1022" t="-3822" r="-45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91F0325-0DE9-47C3-FB37-CAFC5B66B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99" y="2470629"/>
            <a:ext cx="4705715" cy="296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9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Exercise: Mechanical System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22" y="1209989"/>
            <a:ext cx="10976572" cy="5064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System consisting of two dampers connected in series</a:t>
            </a:r>
          </a:p>
          <a:p>
            <a:endParaRPr lang="en-GB" dirty="0"/>
          </a:p>
        </p:txBody>
      </p:sp>
      <p:pic>
        <p:nvPicPr>
          <p:cNvPr id="11" name="Picture 10" descr="system with two dampers&#10;">
            <a:extLst>
              <a:ext uri="{FF2B5EF4-FFF2-40B4-BE49-F238E27FC236}">
                <a16:creationId xmlns:a16="http://schemas.microsoft.com/office/drawing/2014/main" id="{90C1AE53-DF4D-40CB-8F93-EA157935C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56" y="2530161"/>
            <a:ext cx="6424716" cy="14435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BDCFE-4F23-A7A9-618C-CCEAB0B42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299" y="2370688"/>
            <a:ext cx="4303929" cy="3819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51CC19-B69A-FFD9-8A67-B07D5D64295F}"/>
              </a:ext>
            </a:extLst>
          </p:cNvPr>
          <p:cNvSpPr txBox="1"/>
          <p:nvPr/>
        </p:nvSpPr>
        <p:spPr>
          <a:xfrm>
            <a:off x="1332089" y="266957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/>
              <a:t>x</a:t>
            </a:r>
            <a:r>
              <a:rPr lang="en-GB" sz="24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4E909-D334-CD9F-C25F-0EED5CD7BE26}"/>
              </a:ext>
            </a:extLst>
          </p:cNvPr>
          <p:cNvSpPr txBox="1"/>
          <p:nvPr/>
        </p:nvSpPr>
        <p:spPr>
          <a:xfrm>
            <a:off x="6180667" y="2669575"/>
            <a:ext cx="39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/>
              <a:t>y</a:t>
            </a:r>
            <a:r>
              <a:rPr lang="en-GB" sz="2400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B036B3-F756-016B-835D-97E06875C1DA}"/>
              </a:ext>
            </a:extLst>
          </p:cNvPr>
          <p:cNvGrpSpPr/>
          <p:nvPr/>
        </p:nvGrpSpPr>
        <p:grpSpPr>
          <a:xfrm>
            <a:off x="3596374" y="3338689"/>
            <a:ext cx="386644" cy="1004332"/>
            <a:chOff x="3596374" y="3338689"/>
            <a:chExt cx="386644" cy="1004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C8ED421-EEEC-5EC7-8C7E-836B4ED1605F}"/>
                </a:ext>
              </a:extLst>
            </p:cNvPr>
            <p:cNvCxnSpPr/>
            <p:nvPr/>
          </p:nvCxnSpPr>
          <p:spPr>
            <a:xfrm flipV="1">
              <a:off x="3759201" y="3338689"/>
              <a:ext cx="0" cy="635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82B853-DF16-D333-AF30-606A3C00FD54}"/>
                </a:ext>
              </a:extLst>
            </p:cNvPr>
            <p:cNvSpPr txBox="1"/>
            <p:nvPr/>
          </p:nvSpPr>
          <p:spPr>
            <a:xfrm>
              <a:off x="3596374" y="3881356"/>
              <a:ext cx="386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i="1" dirty="0"/>
                <a:t>z</a:t>
              </a:r>
              <a:r>
                <a:rPr lang="en-GB" sz="2400" dirty="0"/>
                <a:t>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09091B-83ED-EB3C-FC0A-BE3ED7D969D8}"/>
                  </a:ext>
                </a:extLst>
              </p:cNvPr>
              <p:cNvSpPr txBox="1"/>
              <p:nvPr/>
            </p:nvSpPr>
            <p:spPr>
              <a:xfrm>
                <a:off x="1805484" y="5022170"/>
                <a:ext cx="539718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b</a:t>
                </a:r>
                <a:r>
                  <a:rPr lang="en-GB" baseline="-25000" dirty="0"/>
                  <a:t>1</a:t>
                </a:r>
                <a:r>
                  <a:rPr lang="en-GB" dirty="0"/>
                  <a:t> &amp; b</a:t>
                </a:r>
                <a:r>
                  <a:rPr lang="en-GB" baseline="-25000" dirty="0"/>
                  <a:t>2</a:t>
                </a:r>
                <a:r>
                  <a:rPr lang="en-GB" dirty="0"/>
                  <a:t> are viscous-friction coefficients </a:t>
                </a:r>
              </a:p>
              <a:p>
                <a:r>
                  <a:rPr lang="en-GB" dirty="0"/>
                  <a:t>x and y are positions. The force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dirty="0"/>
                  <a:t> due to the dampers is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09091B-83ED-EB3C-FC0A-BE3ED7D96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484" y="5022170"/>
                <a:ext cx="5397183" cy="923330"/>
              </a:xfrm>
              <a:prstGeom prst="rect">
                <a:avLst/>
              </a:prstGeom>
              <a:blipFill>
                <a:blip r:embed="rId5"/>
                <a:stretch>
                  <a:fillRect l="-903" t="-3974" b="-19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57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Electrical System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22" y="1209989"/>
            <a:ext cx="10976572" cy="5064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electrical circuit as shown below</a:t>
            </a:r>
          </a:p>
          <a:p>
            <a:endParaRPr lang="en-GB" dirty="0"/>
          </a:p>
        </p:txBody>
      </p:sp>
      <p:pic>
        <p:nvPicPr>
          <p:cNvPr id="6" name="Picture 5" descr="RLC circuit&#10;">
            <a:extLst>
              <a:ext uri="{FF2B5EF4-FFF2-40B4-BE49-F238E27FC236}">
                <a16:creationId xmlns:a16="http://schemas.microsoft.com/office/drawing/2014/main" id="{D1E87D74-0FDB-4A88-9D4F-0102AC674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19" y="2556477"/>
            <a:ext cx="5157962" cy="26472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4B9F91-2EFB-053A-2027-B5F9598C98E6}"/>
                  </a:ext>
                </a:extLst>
              </p:cNvPr>
              <p:cNvSpPr txBox="1"/>
              <p:nvPr/>
            </p:nvSpPr>
            <p:spPr>
              <a:xfrm>
                <a:off x="4679442" y="5337115"/>
                <a:ext cx="2473369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4B9F91-2EFB-053A-2027-B5F9598C9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442" y="5337115"/>
                <a:ext cx="2473369" cy="726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16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1325563"/>
          </a:xfrm>
        </p:spPr>
        <p:txBody>
          <a:bodyPr/>
          <a:lstStyle/>
          <a:p>
            <a:r>
              <a:rPr lang="en-GB" dirty="0"/>
              <a:t>A Mechanical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353313"/>
                <a:ext cx="8229600" cy="357862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A simple trolley is subject to an </a:t>
                </a:r>
                <a:r>
                  <a:rPr lang="en-GB" dirty="0">
                    <a:solidFill>
                      <a:schemeClr val="accent1"/>
                    </a:solidFill>
                  </a:rPr>
                  <a:t>input</a:t>
                </a:r>
                <a:r>
                  <a:rPr lang="en-GB" dirty="0"/>
                  <a:t> force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From Newton’s 2</a:t>
                </a:r>
                <a:r>
                  <a:rPr lang="en-GB" baseline="30000" dirty="0"/>
                  <a:t>nd</a:t>
                </a:r>
                <a:r>
                  <a:rPr lang="en-GB" dirty="0"/>
                  <a:t> Law, we know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is the (constant) mass of the trolley and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is its acceleration, or the second derivative of position. The </a:t>
                </a:r>
                <a:r>
                  <a:rPr lang="en-GB" dirty="0">
                    <a:solidFill>
                      <a:schemeClr val="accent1"/>
                    </a:solidFill>
                  </a:rPr>
                  <a:t>state/output</a:t>
                </a:r>
                <a:r>
                  <a:rPr lang="en-GB" dirty="0"/>
                  <a:t> is then the position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As the </a:t>
                </a:r>
                <a:r>
                  <a:rPr lang="en-GB" dirty="0">
                    <a:solidFill>
                      <a:schemeClr val="accent1"/>
                    </a:solidFill>
                  </a:rPr>
                  <a:t>second</a:t>
                </a:r>
                <a:r>
                  <a:rPr lang="en-GB" dirty="0"/>
                  <a:t> derivative of the output is proportional to the input, this is a </a:t>
                </a:r>
                <a:r>
                  <a:rPr lang="en-GB" dirty="0">
                    <a:solidFill>
                      <a:schemeClr val="accent1"/>
                    </a:solidFill>
                  </a:rPr>
                  <a:t>second-order</a:t>
                </a:r>
                <a:r>
                  <a:rPr lang="en-GB" dirty="0"/>
                  <a:t> system.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353313"/>
                <a:ext cx="8229600" cy="3578629"/>
              </a:xfrm>
              <a:blipFill>
                <a:blip r:embed="rId2"/>
                <a:stretch>
                  <a:fillRect l="-963" t="-4089" b="-1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800" y="4809629"/>
            <a:ext cx="7232401" cy="15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3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Describing a Dynamic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000" y="1638937"/>
            <a:ext cx="10976572" cy="4200910"/>
          </a:xfrm>
        </p:spPr>
        <p:txBody>
          <a:bodyPr>
            <a:normAutofit/>
          </a:bodyPr>
          <a:lstStyle/>
          <a:p>
            <a:r>
              <a:rPr lang="en-GB" dirty="0"/>
              <a:t>Equations describing the systems known as system’s equation of motion.</a:t>
            </a:r>
          </a:p>
          <a:p>
            <a:r>
              <a:rPr lang="en-GB" dirty="0"/>
              <a:t>Describes the O/P of the system </a:t>
            </a:r>
          </a:p>
          <a:p>
            <a:r>
              <a:rPr lang="en-GB" dirty="0"/>
              <a:t>Describes its derivatives as a function of the I/P</a:t>
            </a:r>
          </a:p>
          <a:p>
            <a:r>
              <a:rPr lang="en-GB" dirty="0"/>
              <a:t>Can have MIMO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780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D08A1D-4632-47AB-8832-C17BA0086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7" y="662399"/>
            <a:ext cx="5984501" cy="1494000"/>
          </a:xfrm>
        </p:spPr>
        <p:txBody>
          <a:bodyPr anchor="t">
            <a:normAutofit/>
          </a:bodyPr>
          <a:lstStyle/>
          <a:p>
            <a:r>
              <a:rPr lang="en-GB" sz="4400" dirty="0"/>
              <a:t>First-Order System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75437B-93A1-4A73-812B-C5030CC2F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B8505BE-2298-4E13-A7FB-2D05006D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751C2C2-B295-4CDA-9112-A35D684DC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1677" y="1409398"/>
                <a:ext cx="4363595" cy="526572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den>
                      </m:f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𝑲𝒖</m:t>
                      </m:r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GB" sz="3000" b="1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endParaRPr lang="en-GB" sz="3200" dirty="0"/>
              </a:p>
              <a:p>
                <a:r>
                  <a:rPr lang="en-GB" sz="3200" dirty="0"/>
                  <a:t>where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3200" dirty="0"/>
                  <a:t> is the </a:t>
                </a:r>
                <a:r>
                  <a:rPr lang="en-GB" sz="3200" dirty="0">
                    <a:solidFill>
                      <a:schemeClr val="accent1"/>
                    </a:solidFill>
                  </a:rPr>
                  <a:t>state/output</a:t>
                </a:r>
                <a:r>
                  <a:rPr lang="en-GB" sz="3200" dirty="0"/>
                  <a:t>,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3200" dirty="0"/>
                  <a:t> is the </a:t>
                </a:r>
                <a:r>
                  <a:rPr lang="en-GB" sz="3200" dirty="0">
                    <a:solidFill>
                      <a:schemeClr val="accent1"/>
                    </a:solidFill>
                  </a:rPr>
                  <a:t>input</a:t>
                </a:r>
                <a:r>
                  <a:rPr lang="en-GB" sz="3200" dirty="0"/>
                  <a:t>,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sz="3200" dirty="0"/>
                  <a:t> is the </a:t>
                </a:r>
                <a:r>
                  <a:rPr lang="en-GB" sz="3200" dirty="0">
                    <a:solidFill>
                      <a:schemeClr val="accent1"/>
                    </a:solidFill>
                  </a:rPr>
                  <a:t>time constant </a:t>
                </a:r>
                <a:r>
                  <a:rPr lang="en-GB" sz="3200" dirty="0"/>
                  <a:t>and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3200" dirty="0"/>
                  <a:t> is the input gain.</a:t>
                </a:r>
              </a:p>
              <a:p>
                <a:endParaRPr lang="en-GB" sz="3200" dirty="0"/>
              </a:p>
              <a:p>
                <a:r>
                  <a:rPr lang="en-GB" sz="3200" dirty="0"/>
                  <a:t>Varying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GB" sz="3200" dirty="0"/>
                  <a:t> changes the “speed” of the system, while varying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3200" dirty="0"/>
                  <a:t> changes the output magnitude with respect to the input.</a:t>
                </a:r>
              </a:p>
              <a:p>
                <a:pPr marL="0" indent="0">
                  <a:buNone/>
                </a:pPr>
                <a:endParaRPr lang="en-GB" sz="3000" b="1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endParaRPr lang="en-GB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endParaRPr lang="en-GB" sz="2000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1677" y="1409398"/>
                <a:ext cx="4363595" cy="5265721"/>
              </a:xfrm>
              <a:blipFill>
                <a:blip r:embed="rId3"/>
                <a:stretch>
                  <a:fillRect l="-2374" r="-4190" b="-2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D0B100B5-6126-4242-82CB-26DA1B6C7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753" y="1646416"/>
            <a:ext cx="5572564" cy="4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0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D08A1D-4632-47AB-8832-C17BA0086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388" y="244884"/>
            <a:ext cx="6515079" cy="1494000"/>
          </a:xfrm>
        </p:spPr>
        <p:txBody>
          <a:bodyPr anchor="t">
            <a:normAutofit/>
          </a:bodyPr>
          <a:lstStyle/>
          <a:p>
            <a:r>
              <a:rPr lang="en-GB" sz="4400" dirty="0"/>
              <a:t>Second-Order System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75437B-93A1-4A73-812B-C5030CC2F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B8505BE-2298-4E13-A7FB-2D05006D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751C2C2-B295-4CDA-9112-A35D684DC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8243" y="958849"/>
                <a:ext cx="6319368" cy="7094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𝜻</m:t>
                      </m:r>
                      <m:sSub>
                        <m:sSub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000" b="1" i="1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𝑲𝒖</m:t>
                      </m:r>
                      <m:d>
                        <m:dPr>
                          <m:ctrlP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1" i="1">
                              <a:solidFill>
                                <a:schemeClr val="tx1">
                                  <a:alpha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endParaRPr lang="en-GB" sz="2000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8243" y="958849"/>
                <a:ext cx="6319368" cy="7094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2413AB95-76AB-4FC0-9B86-E3094F1D0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436" y="2022308"/>
            <a:ext cx="5572564" cy="41704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8B281-5AD2-504D-6DEC-96FEC3B2A5C0}"/>
                  </a:ext>
                </a:extLst>
              </p:cNvPr>
              <p:cNvSpPr txBox="1"/>
              <p:nvPr/>
            </p:nvSpPr>
            <p:spPr>
              <a:xfrm>
                <a:off x="1338243" y="2382265"/>
                <a:ext cx="514485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700" dirty="0"/>
                  <a:t>where </a:t>
                </a:r>
                <a14:m>
                  <m:oMath xmlns:m="http://schemas.openxmlformats.org/officeDocument/2006/math">
                    <m:r>
                      <a:rPr lang="en-GB" sz="27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2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700" dirty="0"/>
                  <a:t> is the </a:t>
                </a:r>
                <a:r>
                  <a:rPr lang="en-GB" sz="2700" dirty="0">
                    <a:solidFill>
                      <a:schemeClr val="accent1"/>
                    </a:solidFill>
                  </a:rPr>
                  <a:t>state/output</a:t>
                </a:r>
                <a:r>
                  <a:rPr lang="en-GB" sz="2700" dirty="0"/>
                  <a:t>, </a:t>
                </a:r>
                <a14:m>
                  <m:oMath xmlns:m="http://schemas.openxmlformats.org/officeDocument/2006/math">
                    <m:r>
                      <a:rPr lang="en-GB" sz="27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700" dirty="0"/>
                  <a:t> is the </a:t>
                </a:r>
                <a:r>
                  <a:rPr lang="en-GB" sz="2700" dirty="0">
                    <a:solidFill>
                      <a:schemeClr val="accent1"/>
                    </a:solidFill>
                  </a:rPr>
                  <a:t>input</a:t>
                </a:r>
                <a:r>
                  <a:rPr lang="en-GB" sz="2700" dirty="0"/>
                  <a:t>, </a:t>
                </a:r>
                <a14:m>
                  <m:oMath xmlns:m="http://schemas.openxmlformats.org/officeDocument/2006/math">
                    <m:r>
                      <a:rPr lang="en-GB" sz="2700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GB" sz="2700" dirty="0"/>
                  <a:t> is the </a:t>
                </a:r>
                <a:r>
                  <a:rPr lang="en-GB" sz="2700" dirty="0">
                    <a:solidFill>
                      <a:schemeClr val="accent1"/>
                    </a:solidFill>
                  </a:rPr>
                  <a:t>damping ratio</a:t>
                </a:r>
                <a:r>
                  <a:rPr lang="en-GB" sz="27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700" dirty="0"/>
                  <a:t> is the </a:t>
                </a:r>
                <a:r>
                  <a:rPr lang="en-GB" sz="2700" dirty="0">
                    <a:solidFill>
                      <a:schemeClr val="accent1"/>
                    </a:solidFill>
                  </a:rPr>
                  <a:t>natural frequency </a:t>
                </a:r>
                <a:r>
                  <a:rPr lang="en-GB" sz="2700" dirty="0"/>
                  <a:t>and </a:t>
                </a:r>
                <a14:m>
                  <m:oMath xmlns:m="http://schemas.openxmlformats.org/officeDocument/2006/math">
                    <m:r>
                      <a:rPr lang="en-GB" sz="27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700" dirty="0"/>
                  <a:t> is the input gain.</a:t>
                </a:r>
              </a:p>
              <a:p>
                <a:endParaRPr lang="en-GB" sz="2700" dirty="0"/>
              </a:p>
              <a:p>
                <a:r>
                  <a:rPr lang="en-GB" sz="2700" dirty="0"/>
                  <a:t>Varying </a:t>
                </a:r>
                <a14:m>
                  <m:oMath xmlns:m="http://schemas.openxmlformats.org/officeDocument/2006/math">
                    <m:r>
                      <a:rPr lang="en-GB" sz="2700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GB" sz="2700" dirty="0"/>
                  <a:t> changes how much the system oscillates, while 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sz="27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700" dirty="0"/>
                  <a:t> changes the “speed” of the system.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8B281-5AD2-504D-6DEC-96FEC3B2A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243" y="2382265"/>
                <a:ext cx="5144853" cy="3416320"/>
              </a:xfrm>
              <a:prstGeom prst="rect">
                <a:avLst/>
              </a:prstGeom>
              <a:blipFill>
                <a:blip r:embed="rId5"/>
                <a:stretch>
                  <a:fillRect l="-2251" t="-1607" r="-711" b="-3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69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Higher-Order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222" y="1209989"/>
                <a:ext cx="10976572" cy="1679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An n</a:t>
                </a:r>
                <a:r>
                  <a:rPr lang="en-GB" baseline="30000" dirty="0"/>
                  <a:t>th</a:t>
                </a:r>
                <a:r>
                  <a:rPr lang="en-GB" dirty="0"/>
                  <a:t> - order system has the general equation of motion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𝐾𝑢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222" y="1209989"/>
                <a:ext cx="10976572" cy="1679967"/>
              </a:xfrm>
              <a:blipFill>
                <a:blip r:embed="rId3"/>
                <a:stretch>
                  <a:fillRect l="-1167" t="-6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85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9184"/>
            <a:ext cx="9260276" cy="875828"/>
          </a:xfrm>
        </p:spPr>
        <p:txBody>
          <a:bodyPr anchor="b">
            <a:normAutofit/>
          </a:bodyPr>
          <a:lstStyle/>
          <a:p>
            <a:r>
              <a:rPr lang="en-GB" sz="5400" dirty="0"/>
              <a:t>The Laplace Transform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dirty="0"/>
              <a:t>Differential and integral equations are difficult to model as a block diagram</a:t>
            </a:r>
          </a:p>
          <a:p>
            <a:r>
              <a:rPr lang="en-GB" sz="2200" dirty="0"/>
              <a:t>The input, output, and system are represented separately with their own equations</a:t>
            </a:r>
          </a:p>
          <a:p>
            <a:r>
              <a:rPr lang="en-GB" sz="2200" dirty="0"/>
              <a:t>Their interrelationship will be represented as algebraic equations</a:t>
            </a:r>
          </a:p>
          <a:p>
            <a:endParaRPr lang="en-GB" sz="2200" dirty="0"/>
          </a:p>
        </p:txBody>
      </p:sp>
      <p:pic>
        <p:nvPicPr>
          <p:cNvPr id="7" name="Picture 6" descr="Laplace transform&#10;">
            <a:extLst>
              <a:ext uri="{FF2B5EF4-FFF2-40B4-BE49-F238E27FC236}">
                <a16:creationId xmlns:a16="http://schemas.microsoft.com/office/drawing/2014/main" id="{7053DE98-4212-4933-9216-79A3205E2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1812508"/>
            <a:ext cx="3995928" cy="894116"/>
          </a:xfrm>
          <a:prstGeom prst="rect">
            <a:avLst/>
          </a:prstGeom>
        </p:spPr>
      </p:pic>
      <p:pic>
        <p:nvPicPr>
          <p:cNvPr id="11" name="Picture 10" descr="Laplace table&#10;">
            <a:extLst>
              <a:ext uri="{FF2B5EF4-FFF2-40B4-BE49-F238E27FC236}">
                <a16:creationId xmlns:a16="http://schemas.microsoft.com/office/drawing/2014/main" id="{B95AFB1C-9542-48A0-B54D-F7B6B1867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157" y="2834766"/>
            <a:ext cx="2666549" cy="352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0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Transfer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222" y="1209989"/>
                <a:ext cx="10976572" cy="506406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Describe the relationship between the input (I/P) and the output (O/P)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𝐾𝑢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Using the Laplace domain, we get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𝑠𝑥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𝐾𝑢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222" y="1209989"/>
                <a:ext cx="10976572" cy="5064062"/>
              </a:xfrm>
              <a:blipFill>
                <a:blip r:embed="rId3"/>
                <a:stretch>
                  <a:fillRect l="-889" t="-2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54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34" y="410932"/>
            <a:ext cx="10515600" cy="988847"/>
          </a:xfrm>
        </p:spPr>
        <p:txBody>
          <a:bodyPr/>
          <a:lstStyle/>
          <a:p>
            <a:r>
              <a:rPr lang="en-GB" dirty="0"/>
              <a:t>Exercise: Transfer Function for a mechanical system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1508A05-2292-70BA-351E-7000A0C92955}"/>
              </a:ext>
            </a:extLst>
          </p:cNvPr>
          <p:cNvGrpSpPr/>
          <p:nvPr/>
        </p:nvGrpSpPr>
        <p:grpSpPr>
          <a:xfrm>
            <a:off x="345234" y="2731259"/>
            <a:ext cx="4301067" cy="2064349"/>
            <a:chOff x="345234" y="2731259"/>
            <a:chExt cx="4301067" cy="206434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0A7F6A-0F89-4619-C199-01468EE20DB6}"/>
                </a:ext>
              </a:extLst>
            </p:cNvPr>
            <p:cNvSpPr/>
            <p:nvPr/>
          </p:nvSpPr>
          <p:spPr>
            <a:xfrm>
              <a:off x="2088444" y="3872089"/>
              <a:ext cx="914400" cy="733778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i="1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20C3C07-386C-D55E-DE7B-432ECD3AB5BE}"/>
                </a:ext>
              </a:extLst>
            </p:cNvPr>
            <p:cNvCxnSpPr/>
            <p:nvPr/>
          </p:nvCxnSpPr>
          <p:spPr>
            <a:xfrm>
              <a:off x="345234" y="4605867"/>
              <a:ext cx="430106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77F9D24-1BEA-65F8-EF04-37C8EB722E8B}"/>
                </a:ext>
              </a:extLst>
            </p:cNvPr>
            <p:cNvGrpSpPr/>
            <p:nvPr/>
          </p:nvGrpSpPr>
          <p:grpSpPr>
            <a:xfrm>
              <a:off x="497634" y="4605867"/>
              <a:ext cx="3793066" cy="189741"/>
              <a:chOff x="497634" y="4605867"/>
              <a:chExt cx="3793066" cy="18974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C073313-DAE0-9E5F-B567-405383B05A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76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D7CF5B0-24B2-4D13-A94D-A18E66A093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0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207C56F-43A7-8A28-B368-8448734158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4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CE9AD0D-40E5-57BD-4B33-2AC168089B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8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10F0D70-13DD-CCD6-6FC3-6BED820F99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2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BE9D4B-3F92-2A31-52CB-AB19A5D31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96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02AB164-DA29-2D75-C32C-67913362DF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20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D15C79F-8215-9F8F-5EBB-921BB90A8A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44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F85E3838-A631-9785-1D04-7B432E98A044}"/>
                  </a:ext>
                </a:extLst>
              </p:cNvPr>
              <p:cNvGrpSpPr/>
              <p:nvPr/>
            </p:nvGrpSpPr>
            <p:grpSpPr>
              <a:xfrm>
                <a:off x="1699900" y="4605867"/>
                <a:ext cx="2590800" cy="189741"/>
                <a:chOff x="650034" y="4758267"/>
                <a:chExt cx="2590800" cy="189741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99F8641-E29B-737F-7335-724B359955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DE1C31-0D4F-626A-29C8-9C4D9DB9B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2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D0EA24A-6D63-FD7F-AC1D-C0A58AE8F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4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E4A3B29-2068-8526-0E7B-56658C6BD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07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F6927A2B-A1C9-6FB8-959B-CA5DC849BD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9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CB659224-9105-C660-DC1D-39644C6677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12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11C5842-054F-88B5-B863-8CB979075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64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6E1768C-B94B-BECD-14D2-76F1B8F2E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16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0F98D94-971B-6AB1-7C78-34E5001118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69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A9B93D9E-D11C-7308-6ABF-B56186AA7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21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781837DB-25A2-1AF5-FD14-B8A3BBDFC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4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B706CC06-06B5-63BE-685A-56FA4237D6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26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C7B10CF-9B66-49E7-58FF-73147902C0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8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4681D6-B79F-A775-5AB3-7E8B815F76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31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7E57ED5-5144-C063-227C-754111EA8F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3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11BE44F6-7A05-566E-1FCA-D2B2EBA838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36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B447F6F-9068-9966-9478-76D82C75FA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8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BB2FA47-2AAC-2ABF-3BA6-A8C77C5E28CE}"/>
                </a:ext>
              </a:extLst>
            </p:cNvPr>
            <p:cNvCxnSpPr>
              <a:cxnSpLocks/>
            </p:cNvCxnSpPr>
            <p:nvPr/>
          </p:nvCxnSpPr>
          <p:spPr>
            <a:xfrm>
              <a:off x="2995300" y="4267201"/>
              <a:ext cx="9144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B2D85A7-708F-B416-B1AC-90CA531E45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9134" y="4374446"/>
              <a:ext cx="9906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2A3DE7C-8531-81FA-1F64-D172B94E21C2}"/>
                </a:ext>
              </a:extLst>
            </p:cNvPr>
            <p:cNvCxnSpPr>
              <a:cxnSpLocks/>
            </p:cNvCxnSpPr>
            <p:nvPr/>
          </p:nvCxnSpPr>
          <p:spPr>
            <a:xfrm>
              <a:off x="2592644" y="3429000"/>
              <a:ext cx="9144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8E2473C-6522-36C2-E02E-08F71D7B3D7F}"/>
                </a:ext>
              </a:extLst>
            </p:cNvPr>
            <p:cNvCxnSpPr>
              <a:cxnSpLocks/>
            </p:cNvCxnSpPr>
            <p:nvPr/>
          </p:nvCxnSpPr>
          <p:spPr>
            <a:xfrm>
              <a:off x="2582277" y="3008490"/>
              <a:ext cx="914400" cy="0"/>
            </a:xfrm>
            <a:prstGeom prst="line">
              <a:avLst/>
            </a:pr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F16E22D-2D3F-5D68-2498-9060F3C75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166" y="2800274"/>
              <a:ext cx="0" cy="78959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B461065-3B63-3C53-156F-5CAFD1820300}"/>
                    </a:ext>
                  </a:extLst>
                </p:cNvPr>
                <p:cNvSpPr txBox="1"/>
                <p:nvPr/>
              </p:nvSpPr>
              <p:spPr>
                <a:xfrm>
                  <a:off x="3429756" y="2731259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̈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B461065-3B63-3C53-156F-5CAFD1820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756" y="2731259"/>
                  <a:ext cx="489223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3875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0995B50-BCC8-6A3B-2023-FD378F039C23}"/>
                    </a:ext>
                  </a:extLst>
                </p:cNvPr>
                <p:cNvSpPr txBox="1"/>
                <p:nvPr/>
              </p:nvSpPr>
              <p:spPr>
                <a:xfrm>
                  <a:off x="3422045" y="3189848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0995B50-BCC8-6A3B-2023-FD378F039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045" y="3189848"/>
                  <a:ext cx="489223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B7BBCC6-9B25-A6FB-B39C-6B4EB6944356}"/>
                    </a:ext>
                  </a:extLst>
                </p:cNvPr>
                <p:cNvSpPr txBox="1"/>
                <p:nvPr/>
              </p:nvSpPr>
              <p:spPr>
                <a:xfrm>
                  <a:off x="3817488" y="4028492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B7BBCC6-9B25-A6FB-B39C-6B4EB6944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488" y="4028492"/>
                  <a:ext cx="4892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A766888-EBB4-BE17-8387-AD477DE18008}"/>
                    </a:ext>
                  </a:extLst>
                </p:cNvPr>
                <p:cNvSpPr txBox="1"/>
                <p:nvPr/>
              </p:nvSpPr>
              <p:spPr>
                <a:xfrm>
                  <a:off x="832560" y="3537362"/>
                  <a:ext cx="174803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0" dirty="0"/>
                    <a:t>Friction force:</a:t>
                  </a:r>
                  <a14:m>
                    <m:oMath xmlns:m="http://schemas.openxmlformats.org/officeDocument/2006/math"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A766888-EBB4-BE17-8387-AD477DE18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60" y="3537362"/>
                  <a:ext cx="1748039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5594" t="-5839" b="-1532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995491-93A0-8744-C23D-0D76BE506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7911" y="1433048"/>
                <a:ext cx="6894576" cy="3483864"/>
              </a:xfrm>
            </p:spPr>
            <p:txBody>
              <a:bodyPr>
                <a:normAutofit/>
              </a:bodyPr>
              <a:lstStyle/>
              <a:p>
                <a:r>
                  <a:rPr lang="en-GB" sz="2200" dirty="0"/>
                  <a:t>Applying Newton’s law,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2200" dirty="0"/>
              </a:p>
              <a:p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2200" dirty="0"/>
                  <a:t> is the vector sum of all forces</a:t>
                </a:r>
              </a:p>
              <a:p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200" dirty="0"/>
                  <a:t> vector acceleration in m/s</a:t>
                </a:r>
                <a:r>
                  <a:rPr lang="en-GB" sz="2200" baseline="30000" dirty="0"/>
                  <a:t>2</a:t>
                </a:r>
              </a:p>
              <a:p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200" dirty="0"/>
                  <a:t> mass of the body in kg</a:t>
                </a:r>
              </a:p>
              <a:p>
                <a:r>
                  <a:rPr lang="en-GB" sz="2200" dirty="0"/>
                  <a:t>A force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2200" dirty="0"/>
                  <a:t> is applied to a mass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200" dirty="0"/>
                  <a:t> and an opposing force of friction applies</a:t>
                </a:r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995491-93A0-8744-C23D-0D76BE506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7911" y="1433048"/>
                <a:ext cx="6894576" cy="3483864"/>
              </a:xfrm>
              <a:blipFill>
                <a:blip r:embed="rId7"/>
                <a:stretch>
                  <a:fillRect l="-973" t="-2098" r="-2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487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B228-815E-69AA-A461-7D4A7C6D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A491-90B0-F47B-F4F8-371D5261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34" y="410932"/>
            <a:ext cx="10515600" cy="988847"/>
          </a:xfrm>
        </p:spPr>
        <p:txBody>
          <a:bodyPr/>
          <a:lstStyle/>
          <a:p>
            <a:r>
              <a:rPr lang="en-GB" dirty="0"/>
              <a:t>Exercise: Transfer Function for a mechanical system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654341E-B65B-D4C9-1A14-3B03E765381B}"/>
              </a:ext>
            </a:extLst>
          </p:cNvPr>
          <p:cNvGrpSpPr/>
          <p:nvPr/>
        </p:nvGrpSpPr>
        <p:grpSpPr>
          <a:xfrm>
            <a:off x="345234" y="2731259"/>
            <a:ext cx="4301067" cy="2064349"/>
            <a:chOff x="345234" y="2731259"/>
            <a:chExt cx="4301067" cy="206434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0136B26-5292-0DFA-A6C0-9ADFAB31A30C}"/>
                </a:ext>
              </a:extLst>
            </p:cNvPr>
            <p:cNvSpPr/>
            <p:nvPr/>
          </p:nvSpPr>
          <p:spPr>
            <a:xfrm>
              <a:off x="2088444" y="3872089"/>
              <a:ext cx="914400" cy="733778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i="1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AF7228-C1AB-C29D-4582-2A99CD76D9FB}"/>
                </a:ext>
              </a:extLst>
            </p:cNvPr>
            <p:cNvCxnSpPr/>
            <p:nvPr/>
          </p:nvCxnSpPr>
          <p:spPr>
            <a:xfrm>
              <a:off x="345234" y="4605867"/>
              <a:ext cx="4301067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4C42DE-A370-42BD-179E-0B5347220AB2}"/>
                </a:ext>
              </a:extLst>
            </p:cNvPr>
            <p:cNvGrpSpPr/>
            <p:nvPr/>
          </p:nvGrpSpPr>
          <p:grpSpPr>
            <a:xfrm>
              <a:off x="497634" y="4605867"/>
              <a:ext cx="3793066" cy="189741"/>
              <a:chOff x="497634" y="4605867"/>
              <a:chExt cx="3793066" cy="18974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233CC48-4833-50CA-52E4-9FFEEE47C3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76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68E3524-22DA-AA8C-84D0-5167A37A88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0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E5BFED5-680B-EF50-05C7-7146049CFC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4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ECE19ED-7676-3226-56BB-47ED3D8224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8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2F330F0-21EF-1D5A-F42A-F7F319FE91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2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96BA22C-BBBE-4E5D-E540-56AD6862F4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96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D02D6F3-6A66-0D4E-D2C8-6F65C46862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20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0AEBDD2-C79C-9414-6C4F-BBBD13ADBD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4434" y="4605867"/>
                <a:ext cx="152400" cy="18974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6411EDC-F1EB-19CB-FBC3-A935A6F33C53}"/>
                  </a:ext>
                </a:extLst>
              </p:cNvPr>
              <p:cNvGrpSpPr/>
              <p:nvPr/>
            </p:nvGrpSpPr>
            <p:grpSpPr>
              <a:xfrm>
                <a:off x="1699900" y="4605867"/>
                <a:ext cx="2590800" cy="189741"/>
                <a:chOff x="650034" y="4758267"/>
                <a:chExt cx="2590800" cy="189741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C736839D-39AE-ECE1-2712-02B9B8337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5C078FF-02E7-926A-5564-50157DFE45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2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A224DEA-5BF0-F6E5-4098-C7CF3FCFA3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4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97D5F95-CD39-1BF7-0889-294BE3AC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07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E635317-52C6-4D00-79AC-B61C4280C0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59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548B0C3A-6EB0-FA22-95CD-1B88F8D64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12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14A0D8EC-D0A2-C91B-BCFB-7AE974F5C0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64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E84E6147-926C-6080-0946-923A9B7FA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16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4E2C26B-5A70-F0F9-72EE-C9EF2D8039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69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D0CB5044-E206-AAFA-72D6-71A17686AC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21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81822A7-C7F4-A25F-06C5-1476D4EA14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4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DDF9257D-1D8E-41F5-55E9-497C22D89B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26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7A77875-9C5B-6418-F8D6-80A65A5C2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88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BE8DCF37-E221-C8AD-9EFB-DE0A185FF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312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9347BA8-1969-4587-69DC-FD87DB4B4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36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EF0920F6-E942-E475-8FAF-EC3A663DB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360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08C4EC5-5AB5-EA67-85CE-0006601342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88434" y="4758267"/>
                  <a:ext cx="152400" cy="18974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B093112-710F-6111-311E-6F0607E108CD}"/>
                </a:ext>
              </a:extLst>
            </p:cNvPr>
            <p:cNvCxnSpPr>
              <a:cxnSpLocks/>
            </p:cNvCxnSpPr>
            <p:nvPr/>
          </p:nvCxnSpPr>
          <p:spPr>
            <a:xfrm>
              <a:off x="2995300" y="4267201"/>
              <a:ext cx="9144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A0DB3D9-88C5-54C2-310F-D71FDF411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9134" y="4374446"/>
              <a:ext cx="9906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DD926D-C222-31CC-80F6-556DCCC0E4BF}"/>
                </a:ext>
              </a:extLst>
            </p:cNvPr>
            <p:cNvCxnSpPr>
              <a:cxnSpLocks/>
            </p:cNvCxnSpPr>
            <p:nvPr/>
          </p:nvCxnSpPr>
          <p:spPr>
            <a:xfrm>
              <a:off x="2592644" y="3429000"/>
              <a:ext cx="914400" cy="0"/>
            </a:xfrm>
            <a:prstGeom prst="line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E5DB69F-10CF-3A05-FF1C-68F8C854CC81}"/>
                </a:ext>
              </a:extLst>
            </p:cNvPr>
            <p:cNvCxnSpPr>
              <a:cxnSpLocks/>
            </p:cNvCxnSpPr>
            <p:nvPr/>
          </p:nvCxnSpPr>
          <p:spPr>
            <a:xfrm>
              <a:off x="2582277" y="3008490"/>
              <a:ext cx="914400" cy="0"/>
            </a:xfrm>
            <a:prstGeom prst="line">
              <a:avLst/>
            </a:prstGeom>
            <a:ln w="38100"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C66CDB3-48FF-DA75-2546-B8684972C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8166" y="2800274"/>
              <a:ext cx="0" cy="789595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1F7BD5F-97D7-CFEE-1E2A-AD9C625ADFA1}"/>
                    </a:ext>
                  </a:extLst>
                </p:cNvPr>
                <p:cNvSpPr txBox="1"/>
                <p:nvPr/>
              </p:nvSpPr>
              <p:spPr>
                <a:xfrm>
                  <a:off x="3429756" y="2731259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̈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B461065-3B63-3C53-156F-5CAFD1820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756" y="2731259"/>
                  <a:ext cx="489223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3875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A767C95-87CE-7387-4B1D-A8CC760389B9}"/>
                    </a:ext>
                  </a:extLst>
                </p:cNvPr>
                <p:cNvSpPr txBox="1"/>
                <p:nvPr/>
              </p:nvSpPr>
              <p:spPr>
                <a:xfrm>
                  <a:off x="3422045" y="3189848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0995B50-BCC8-6A3B-2023-FD378F039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045" y="3189848"/>
                  <a:ext cx="489223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44A7F38-B341-6128-79D7-02D0C97C1F5D}"/>
                    </a:ext>
                  </a:extLst>
                </p:cNvPr>
                <p:cNvSpPr txBox="1"/>
                <p:nvPr/>
              </p:nvSpPr>
              <p:spPr>
                <a:xfrm>
                  <a:off x="3817488" y="4028492"/>
                  <a:ext cx="489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B7BBCC6-9B25-A6FB-B39C-6B4EB6944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488" y="4028492"/>
                  <a:ext cx="4892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2707983-442A-7381-9C75-EDD25469BDF2}"/>
                    </a:ext>
                  </a:extLst>
                </p:cNvPr>
                <p:cNvSpPr txBox="1"/>
                <p:nvPr/>
              </p:nvSpPr>
              <p:spPr>
                <a:xfrm>
                  <a:off x="832560" y="3537362"/>
                  <a:ext cx="174803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400" b="0" dirty="0"/>
                    <a:t>Friction force:</a:t>
                  </a:r>
                  <a14:m>
                    <m:oMath xmlns:m="http://schemas.openxmlformats.org/officeDocument/2006/math"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̇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GB" sz="2400" i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A766888-EBB4-BE17-8387-AD477DE180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560" y="3537362"/>
                  <a:ext cx="1748039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5594" t="-5839" b="-1532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DF66723-73C5-97E0-9F5E-60B506082E1D}"/>
                  </a:ext>
                </a:extLst>
              </p:cNvPr>
              <p:cNvSpPr txBox="1"/>
              <p:nvPr/>
            </p:nvSpPr>
            <p:spPr>
              <a:xfrm>
                <a:off x="5512288" y="4950181"/>
                <a:ext cx="6096000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𝑏𝑠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DF66723-73C5-97E0-9F5E-60B506082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288" y="4950181"/>
                <a:ext cx="6096000" cy="9894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F984BC6-BF33-3900-49A3-A34398DCBA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7911" y="1433048"/>
                <a:ext cx="6894576" cy="348386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sz="2200" b="0" dirty="0"/>
              </a:p>
              <a:p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̇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GB" sz="2200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acc>
                      <m:accPr>
                        <m:chr m:val="̇"/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GB" sz="2200" b="0" dirty="0"/>
              </a:p>
              <a:p>
                <a:r>
                  <a:rPr lang="en-GB" sz="2200" dirty="0"/>
                  <a:t>Converting using the Laplace transforms</a:t>
                </a:r>
              </a:p>
              <a:p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sz="2200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F984BC6-BF33-3900-49A3-A34398DCBA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7911" y="1433048"/>
                <a:ext cx="6894576" cy="3483864"/>
              </a:xfrm>
              <a:blipFill>
                <a:blip r:embed="rId8"/>
                <a:stretch>
                  <a:fillRect l="-973" t="-1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4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9" y="219020"/>
            <a:ext cx="10515600" cy="988847"/>
          </a:xfrm>
        </p:spPr>
        <p:txBody>
          <a:bodyPr/>
          <a:lstStyle/>
          <a:p>
            <a:r>
              <a:rPr lang="en-GB" dirty="0"/>
              <a:t>Obtain transfer functions for the below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222" y="1209989"/>
                <a:ext cx="10976572" cy="50640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Second-order system: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̈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𝐾𝑢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aseline="30000" dirty="0" err="1"/>
                  <a:t>th</a:t>
                </a:r>
                <a:r>
                  <a:rPr lang="en-GB" dirty="0"/>
                  <a:t>-order system: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𝐾𝑢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222" y="1209989"/>
                <a:ext cx="10976572" cy="5064062"/>
              </a:xfrm>
              <a:blipFill>
                <a:blip r:embed="rId3"/>
                <a:stretch>
                  <a:fillRect l="-1167" t="-2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61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28387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The objective of a controller is to determine the input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for a specific response.</a:t>
                </a:r>
              </a:p>
              <a:p>
                <a:endParaRPr lang="en-GB" dirty="0"/>
              </a:p>
              <a:p>
                <a:r>
                  <a:rPr lang="en-GB" dirty="0"/>
                  <a:t>However,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can also be a constant or any time-dependent function. By applying a certain input and observing the output response, we can learn much about the system.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2838796"/>
              </a:xfrm>
              <a:blipFill>
                <a:blip r:embed="rId2"/>
                <a:stretch>
                  <a:fillRect l="-1333" t="-5376" r="-1111" b="-2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981200" y="4538749"/>
                <a:ext cx="4272743" cy="19382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720" indent="-13716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The most popular input is the </a:t>
                </a:r>
                <a:r>
                  <a:rPr lang="en-GB" dirty="0">
                    <a:solidFill>
                      <a:schemeClr val="accent1"/>
                    </a:solidFill>
                  </a:rPr>
                  <a:t>step input</a:t>
                </a:r>
                <a:r>
                  <a:rPr lang="en-GB" dirty="0"/>
                  <a:t>, defined by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4538749"/>
                <a:ext cx="4272743" cy="1938251"/>
              </a:xfrm>
              <a:prstGeom prst="rect">
                <a:avLst/>
              </a:prstGeom>
              <a:blipFill>
                <a:blip r:embed="rId3"/>
                <a:stretch>
                  <a:fillRect l="-2140" t="-2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914" y="4417896"/>
            <a:ext cx="2404983" cy="21799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EF93FC-BB10-5A73-B1CA-06F1129F50F7}"/>
                  </a:ext>
                </a:extLst>
              </p:cNvPr>
              <p:cNvSpPr txBox="1"/>
              <p:nvPr/>
            </p:nvSpPr>
            <p:spPr>
              <a:xfrm>
                <a:off x="10282087" y="5216652"/>
                <a:ext cx="186781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EF93FC-BB10-5A73-B1CA-06F1129F5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7" y="5216652"/>
                <a:ext cx="186781" cy="474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380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F2D3-AC05-A0E8-C342-38173FFC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D39B-E1E8-C012-7F63-64DDB766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Input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3C950-F45F-4FAF-EACE-94DABE6B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1BF11-CBB1-F42C-58EB-7484D9AA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ED728CE-1158-6C18-98FE-32553BBCC9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2852" y="2629327"/>
                <a:ext cx="4272743" cy="19382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8720" indent="-13716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37160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1"/>
                    </a:solidFill>
                  </a:rPr>
                  <a:t>ramp input</a:t>
                </a:r>
                <a:r>
                  <a:rPr lang="en-GB" dirty="0"/>
                  <a:t>, defined by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ED728CE-1158-6C18-98FE-32553BBCC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852" y="2629327"/>
                <a:ext cx="4272743" cy="1938251"/>
              </a:xfrm>
              <a:prstGeom prst="rect">
                <a:avLst/>
              </a:prstGeom>
              <a:blipFill>
                <a:blip r:embed="rId2"/>
                <a:stretch>
                  <a:fillRect l="-2140" t="-2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ramp function&#10;">
            <a:extLst>
              <a:ext uri="{FF2B5EF4-FFF2-40B4-BE49-F238E27FC236}">
                <a16:creationId xmlns:a16="http://schemas.microsoft.com/office/drawing/2014/main" id="{2AD8DA6B-2A93-E28D-AC4B-8455EAACB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2214158"/>
            <a:ext cx="2841468" cy="2369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AB2CB5-9EE2-E776-DA5A-9D6CA767874B}"/>
                  </a:ext>
                </a:extLst>
              </p:cNvPr>
              <p:cNvSpPr txBox="1"/>
              <p:nvPr/>
            </p:nvSpPr>
            <p:spPr>
              <a:xfrm>
                <a:off x="10787749" y="3026664"/>
                <a:ext cx="278601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AB2CB5-9EE2-E776-DA5A-9D6CA7678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749" y="3026664"/>
                <a:ext cx="278601" cy="474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131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Response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By applying a step input to a system which is at rest, we cause the system to be in forced vibration.</a:t>
                </a:r>
              </a:p>
              <a:p>
                <a:endParaRPr lang="en-GB" dirty="0"/>
              </a:p>
              <a:p>
                <a:r>
                  <a:rPr lang="en-GB" dirty="0"/>
                  <a:t>The system will be in motion before settling to a constant </a:t>
                </a:r>
                <a:r>
                  <a:rPr lang="en-GB" dirty="0">
                    <a:solidFill>
                      <a:schemeClr val="accent1"/>
                    </a:solidFill>
                  </a:rPr>
                  <a:t>steady-state value</a:t>
                </a:r>
                <a:r>
                  <a:rPr lang="en-GB" dirty="0"/>
                  <a:t>. The phase where the system is in motion is called the </a:t>
                </a:r>
                <a:r>
                  <a:rPr lang="en-GB" dirty="0">
                    <a:solidFill>
                      <a:schemeClr val="accent1"/>
                    </a:solidFill>
                  </a:rPr>
                  <a:t>transient</a:t>
                </a:r>
                <a:r>
                  <a:rPr lang="en-GB" dirty="0"/>
                  <a:t> phase. In theory, the steady-state phase occurs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GB" dirty="0"/>
                  <a:t>, although in practice it occurs much sooner.</a:t>
                </a:r>
              </a:p>
              <a:p>
                <a:endParaRPr lang="en-GB" dirty="0"/>
              </a:p>
              <a:p>
                <a:r>
                  <a:rPr lang="en-GB" dirty="0"/>
                  <a:t>The steady-state value may be found using the final-value theorem. For a second-order system, the final-value theorem yields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𝐾𝑎</m:t>
                        </m:r>
                      </m:num>
                      <m:den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2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8E139F69-90DB-4363-99C1-CDD094EED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800" y="662399"/>
            <a:ext cx="5995987" cy="806890"/>
          </a:xfrm>
        </p:spPr>
        <p:txBody>
          <a:bodyPr anchor="t">
            <a:normAutofit/>
          </a:bodyPr>
          <a:lstStyle/>
          <a:p>
            <a:r>
              <a:rPr lang="en-GB" dirty="0"/>
              <a:t>Response Properties etc.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5608BC-985E-44AE-8C56-1C7990286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FF652A2A-BC90-4341-B339-840F6E1C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55F3E59-21AB-424D-B654-E1B9E304F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718440"/>
            <a:ext cx="4579955" cy="3620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dirty="0">
                <a:solidFill>
                  <a:schemeClr val="tx1">
                    <a:alpha val="60000"/>
                  </a:schemeClr>
                </a:solidFill>
              </a:rPr>
              <a:t>The response of a system can be described by several properties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9" name="Picture 8" descr="response of a system&#10;">
            <a:extLst>
              <a:ext uri="{FF2B5EF4-FFF2-40B4-BE49-F238E27FC236}">
                <a16:creationId xmlns:a16="http://schemas.microsoft.com/office/drawing/2014/main" id="{5D57F201-6005-4507-BE07-44CD0CE5F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633" y="2034579"/>
            <a:ext cx="5715959" cy="40726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216C3E-952D-6CCC-76F1-9BAB570337EF}"/>
                  </a:ext>
                </a:extLst>
              </p:cNvPr>
              <p:cNvSpPr txBox="1"/>
              <p:nvPr/>
            </p:nvSpPr>
            <p:spPr>
              <a:xfrm>
                <a:off x="1251678" y="3807102"/>
                <a:ext cx="4374797" cy="2313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Maximum peak value of the response: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sz="2800" dirty="0"/>
              </a:p>
              <a:p>
                <a:r>
                  <a:rPr lang="en-GB" sz="2800" dirty="0"/>
                  <a:t>Rise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GB" sz="2800" dirty="0"/>
              </a:p>
              <a:p>
                <a:r>
                  <a:rPr lang="en-GB" sz="2800" dirty="0"/>
                  <a:t>Peak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sz="2800" dirty="0"/>
              </a:p>
              <a:p>
                <a:r>
                  <a:rPr lang="en-GB" sz="2800" dirty="0"/>
                  <a:t>Settling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GB" sz="2800" baseline="-25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216C3E-952D-6CCC-76F1-9BAB57033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678" y="3807102"/>
                <a:ext cx="4374797" cy="2313197"/>
              </a:xfrm>
              <a:prstGeom prst="rect">
                <a:avLst/>
              </a:prstGeom>
              <a:blipFill>
                <a:blip r:embed="rId4"/>
                <a:stretch>
                  <a:fillRect l="-2786" t="-2639" r="-975" b="-6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13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a System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These properties only hold if a system is </a:t>
            </a:r>
            <a:r>
              <a:rPr lang="en-GB" dirty="0">
                <a:solidFill>
                  <a:schemeClr val="accent1"/>
                </a:solidFill>
              </a:rPr>
              <a:t>stable</a:t>
            </a:r>
            <a:r>
              <a:rPr lang="en-GB" dirty="0"/>
              <a:t>. An </a:t>
            </a:r>
            <a:r>
              <a:rPr lang="en-GB" dirty="0">
                <a:solidFill>
                  <a:schemeClr val="accent1"/>
                </a:solidFill>
              </a:rPr>
              <a:t>unstable</a:t>
            </a:r>
            <a:r>
              <a:rPr lang="en-GB" dirty="0"/>
              <a:t> system will never reach a steady-state value after receiving an input, or will never reach an equilibrium after being disturbed.</a:t>
            </a:r>
          </a:p>
          <a:p>
            <a:endParaRPr lang="en-GB" dirty="0"/>
          </a:p>
          <a:p>
            <a:r>
              <a:rPr lang="en-GB" dirty="0"/>
              <a:t>Some systems, such as fighter aircraft, are deliberately unstable. In these cases, we design a </a:t>
            </a:r>
            <a:r>
              <a:rPr lang="en-GB" dirty="0">
                <a:solidFill>
                  <a:schemeClr val="accent1"/>
                </a:solidFill>
              </a:rPr>
              <a:t>control system </a:t>
            </a:r>
            <a:r>
              <a:rPr lang="en-GB" dirty="0"/>
              <a:t>which stabilises the aircraft.</a:t>
            </a:r>
          </a:p>
          <a:p>
            <a:endParaRPr lang="en-GB" dirty="0"/>
          </a:p>
          <a:p>
            <a:r>
              <a:rPr lang="en-GB" dirty="0"/>
              <a:t>We can design our control system so that it gives our complete a system a desired property or set of properties.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35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of Section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5108171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/>
                <a:r>
                  <a:rPr lang="en-GB" dirty="0"/>
                  <a:t>A dynamic system can be set in motion by applying an </a:t>
                </a:r>
                <a:r>
                  <a:rPr lang="en-GB" dirty="0">
                    <a:solidFill>
                      <a:schemeClr val="accent1"/>
                    </a:solidFill>
                  </a:rPr>
                  <a:t>input</a:t>
                </a:r>
                <a:r>
                  <a:rPr lang="en-GB" dirty="0"/>
                  <a:t> or moving the system away from its </a:t>
                </a:r>
                <a:r>
                  <a:rPr lang="en-GB" dirty="0">
                    <a:solidFill>
                      <a:schemeClr val="accent1"/>
                    </a:solidFill>
                  </a:rPr>
                  <a:t>equilibrium</a:t>
                </a:r>
              </a:p>
              <a:p>
                <a:pPr marL="342900" indent="-342900"/>
                <a:r>
                  <a:rPr lang="en-GB" dirty="0"/>
                  <a:t>A dynamic system can take many forms, with some properties being:</a:t>
                </a:r>
              </a:p>
              <a:p>
                <a:pPr marL="800100" lvl="1" indent="-342900"/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1"/>
                    </a:solidFill>
                  </a:rPr>
                  <a:t>order</a:t>
                </a:r>
                <a:r>
                  <a:rPr lang="en-GB" dirty="0"/>
                  <a:t> of the system,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 2, 3,…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800100" lvl="1" indent="-342900"/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1"/>
                    </a:solidFill>
                  </a:rPr>
                  <a:t>stability</a:t>
                </a:r>
                <a:r>
                  <a:rPr lang="en-GB" dirty="0"/>
                  <a:t> of the system</a:t>
                </a:r>
              </a:p>
              <a:p>
                <a:pPr marL="800100" lvl="1" indent="-342900"/>
                <a:r>
                  <a:rPr lang="en-GB" dirty="0"/>
                  <a:t>The shape of the </a:t>
                </a:r>
                <a:r>
                  <a:rPr lang="en-GB" dirty="0">
                    <a:solidFill>
                      <a:schemeClr val="accent1"/>
                    </a:solidFill>
                  </a:rPr>
                  <a:t>transient</a:t>
                </a:r>
                <a:r>
                  <a:rPr lang="en-GB" dirty="0"/>
                  <a:t> response</a:t>
                </a:r>
              </a:p>
              <a:p>
                <a:pPr marL="800100" lvl="1" indent="-342900"/>
                <a:r>
                  <a:rPr lang="en-GB" dirty="0"/>
                  <a:t>The properties of the </a:t>
                </a:r>
                <a:r>
                  <a:rPr lang="en-GB" dirty="0">
                    <a:solidFill>
                      <a:schemeClr val="accent1"/>
                    </a:solidFill>
                  </a:rPr>
                  <a:t>steady-state</a:t>
                </a:r>
                <a:r>
                  <a:rPr lang="en-GB" dirty="0"/>
                  <a:t> response</a:t>
                </a:r>
              </a:p>
              <a:p>
                <a:pPr marL="342900" indent="-342900"/>
                <a:r>
                  <a:rPr lang="en-GB" dirty="0"/>
                  <a:t>We can use a </a:t>
                </a:r>
                <a:r>
                  <a:rPr lang="en-GB" dirty="0">
                    <a:solidFill>
                      <a:schemeClr val="accent1"/>
                    </a:solidFill>
                  </a:rPr>
                  <a:t>controller</a:t>
                </a:r>
                <a:r>
                  <a:rPr lang="en-GB" dirty="0"/>
                  <a:t> to change the properties of the system by regulating its </a:t>
                </a:r>
                <a:r>
                  <a:rPr lang="en-GB" dirty="0">
                    <a:solidFill>
                      <a:schemeClr val="accent1"/>
                    </a:solidFill>
                  </a:rPr>
                  <a:t>input</a:t>
                </a:r>
              </a:p>
              <a:p>
                <a:pPr marL="342900" indent="-342900"/>
                <a:r>
                  <a:rPr lang="en-GB" dirty="0"/>
                  <a:t>This means we can:</a:t>
                </a:r>
              </a:p>
              <a:p>
                <a:pPr marL="800100" lvl="1" indent="-342900"/>
                <a:r>
                  <a:rPr lang="en-GB" dirty="0"/>
                  <a:t>Make an unstable system stable</a:t>
                </a:r>
              </a:p>
              <a:p>
                <a:pPr marL="800100" lvl="1" indent="-342900"/>
                <a:r>
                  <a:rPr lang="en-GB" dirty="0"/>
                  <a:t>Increase the order of a system</a:t>
                </a:r>
              </a:p>
              <a:p>
                <a:pPr marL="800100" lvl="1" indent="-342900"/>
                <a:r>
                  <a:rPr lang="en-GB" dirty="0"/>
                  <a:t>Change the damping and speed of a system response</a:t>
                </a:r>
              </a:p>
              <a:p>
                <a:pPr marL="800100" lvl="1" indent="-342900"/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5108171"/>
              </a:xfrm>
              <a:blipFill>
                <a:blip r:embed="rId2"/>
                <a:stretch>
                  <a:fillRect l="-1111" t="-3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Control: A Brief Overview/Refresher of Dynamic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9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Basics of Dynamic Systems</a:t>
            </a:r>
          </a:p>
          <a:p>
            <a:r>
              <a:rPr lang="en-GB" dirty="0"/>
              <a:t>Mathematical Models</a:t>
            </a:r>
          </a:p>
          <a:p>
            <a:r>
              <a:rPr lang="en-GB" dirty="0"/>
              <a:t>Transfer Function</a:t>
            </a:r>
          </a:p>
          <a:p>
            <a:r>
              <a:rPr lang="en-GB" dirty="0"/>
              <a:t>Response Characteristics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6230499" y="5441300"/>
            <a:ext cx="5748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References:</a:t>
            </a: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-Modern Control Engineering, 5th Edition, K. Ogata </a:t>
            </a: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-UESTC3001 2019/20 Notes, J. Le Kernec etc.</a:t>
            </a:r>
          </a:p>
        </p:txBody>
      </p:sp>
    </p:spTree>
    <p:extLst>
      <p:ext uri="{BB962C8B-B14F-4D97-AF65-F5344CB8AC3E}">
        <p14:creationId xmlns:p14="http://schemas.microsoft.com/office/powerpoint/2010/main" val="2670690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a6299ad-415f-44c0-bb46-cce9a081e665"/>
  <p:tag name="SLIDO_EVENT_UUID" val="3c14d1a1-3b7a-45e8-9500-1ffc2ebebd0b"/>
  <p:tag name="SLIDO_EVENT_SECTION_UUID" val="b42cd1e4-30b4-4626-b770-d86935d4a36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11885</TotalTime>
  <Words>1823</Words>
  <Application>Microsoft Office PowerPoint</Application>
  <PresentationFormat>Widescreen</PresentationFormat>
  <Paragraphs>230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Office Theme</vt:lpstr>
      <vt:lpstr>Overview of Dynamic Systems </vt:lpstr>
      <vt:lpstr>Systems</vt:lpstr>
      <vt:lpstr>What is a Dynamic System?</vt:lpstr>
      <vt:lpstr>The output of the system is dependent on the input and the behaviour of the system itself.</vt:lpstr>
      <vt:lpstr>I/P and O/P relationship</vt:lpstr>
      <vt:lpstr>Mechanical System Modelling</vt:lpstr>
      <vt:lpstr>Exercise: Mechanical System Modelling</vt:lpstr>
      <vt:lpstr>Electrical System Modelling</vt:lpstr>
      <vt:lpstr>A Mechanical System</vt:lpstr>
      <vt:lpstr>Describing a Dynamic System</vt:lpstr>
      <vt:lpstr>First-Order System</vt:lpstr>
      <vt:lpstr>Second-Order System</vt:lpstr>
      <vt:lpstr>Higher-Order Systems</vt:lpstr>
      <vt:lpstr>The Laplace Transform</vt:lpstr>
      <vt:lpstr>Transfer Functions</vt:lpstr>
      <vt:lpstr>Exercise: Transfer Function for a mechanical system</vt:lpstr>
      <vt:lpstr>Exercise: Transfer Function for a mechanical system</vt:lpstr>
      <vt:lpstr>Obtain transfer functions for the below systems</vt:lpstr>
      <vt:lpstr>Types of Input</vt:lpstr>
      <vt:lpstr>Types of Input</vt:lpstr>
      <vt:lpstr>Response Properties</vt:lpstr>
      <vt:lpstr>Response Properties etc.</vt:lpstr>
      <vt:lpstr>Controlling a System</vt:lpstr>
      <vt:lpstr>Summary of Section 1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Kelum Gamage</dc:creator>
  <cp:lastModifiedBy>Julien Le Kernec</cp:lastModifiedBy>
  <cp:revision>122</cp:revision>
  <dcterms:created xsi:type="dcterms:W3CDTF">2017-07-26T09:44:12Z</dcterms:created>
  <dcterms:modified xsi:type="dcterms:W3CDTF">2026-03-02T11:27:43Z</dcterms:modified>
</cp:coreProperties>
</file>